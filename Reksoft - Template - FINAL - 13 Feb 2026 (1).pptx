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style1.xml" ContentType="application/vnd.ms-office.chartstyle+xml"/>
  <Override PartName="/ppt/charts/colors1.xml" ContentType="application/vnd.ms-office.chartcolorstyle+xml"/>
  <Override PartName="/ppt/charts/chart6.xml" ContentType="application/vnd.openxmlformats-officedocument.drawingml.chart+xml"/>
  <Override PartName="/ppt/charts/style2.xml" ContentType="application/vnd.ms-office.chartstyle+xml"/>
  <Override PartName="/ppt/charts/colors2.xml" ContentType="application/vnd.ms-office.chartcolorstyle+xml"/>
  <Override PartName="/ppt/charts/chart7.xml" ContentType="application/vnd.openxmlformats-officedocument.drawingml.chart+xml"/>
  <Override PartName="/ppt/charts/style3.xml" ContentType="application/vnd.ms-office.chartstyle+xml"/>
  <Override PartName="/ppt/charts/colors3.xml" ContentType="application/vnd.ms-office.chartcolorstyle+xml"/>
  <Override PartName="/ppt/charts/chart8.xml" ContentType="application/vnd.openxmlformats-officedocument.drawingml.chart+xml"/>
  <Override PartName="/ppt/charts/style4.xml" ContentType="application/vnd.ms-office.chartstyle+xml"/>
  <Override PartName="/ppt/charts/colors4.xml" ContentType="application/vnd.ms-office.chartcolorstyle+xml"/>
  <Override PartName="/ppt/charts/chart9.xml" ContentType="application/vnd.openxmlformats-officedocument.drawingml.chart+xml"/>
  <Override PartName="/ppt/charts/style5.xml" ContentType="application/vnd.ms-office.chartstyle+xml"/>
  <Override PartName="/ppt/charts/colors5.xml" ContentType="application/vnd.ms-office.chartcolorstyle+xml"/>
  <Override PartName="/ppt/charts/chart10.xml" ContentType="application/vnd.openxmlformats-officedocument.drawingml.chart+xml"/>
  <Override PartName="/ppt/charts/style6.xml" ContentType="application/vnd.ms-office.chartstyle+xml"/>
  <Override PartName="/ppt/charts/colors6.xml" ContentType="application/vnd.ms-office.chartcolorstyle+xml"/>
  <Override PartName="/ppt/charts/chart11.xml" ContentType="application/vnd.openxmlformats-officedocument.drawingml.chart+xml"/>
  <Override PartName="/ppt/charts/style7.xml" ContentType="application/vnd.ms-office.chartstyle+xml"/>
  <Override PartName="/ppt/charts/colors7.xml" ContentType="application/vnd.ms-office.chartcolorstyle+xml"/>
  <Override PartName="/ppt/charts/chart12.xml" ContentType="application/vnd.openxmlformats-officedocument.drawingml.chart+xml"/>
  <Override PartName="/ppt/charts/style8.xml" ContentType="application/vnd.ms-office.chartstyle+xml"/>
  <Override PartName="/ppt/charts/colors8.xml" ContentType="application/vnd.ms-office.chartcolorstyle+xml"/>
  <Override PartName="/ppt/charts/chart13.xml" ContentType="application/vnd.openxmlformats-officedocument.drawingml.chart+xml"/>
  <Override PartName="/ppt/charts/style9.xml" ContentType="application/vnd.ms-office.chartstyle+xml"/>
  <Override PartName="/ppt/charts/colors9.xml" ContentType="application/vnd.ms-office.chartcolorstyle+xml"/>
  <Override PartName="/ppt/charts/chart14.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5.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6.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7.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8.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9.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20.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21.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22.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23.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4.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5.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6.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7.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8.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9.xml" ContentType="application/vnd.openxmlformats-officedocument.drawingml.chart+xml"/>
  <Override PartName="/ppt/charts/style25.xml" ContentType="application/vnd.ms-office.chartstyle+xml"/>
  <Override PartName="/ppt/charts/colors25.xml" ContentType="application/vnd.ms-office.chartcolorstyle+xml"/>
  <Override PartName="/ppt/notesSlides/notesSlide10.xml" ContentType="application/vnd.openxmlformats-officedocument.presentationml.notesSlide+xml"/>
  <Override PartName="/ppt/charts/chart30.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31.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32.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33.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4.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5.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6.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7.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8.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9.xml" ContentType="application/vnd.openxmlformats-officedocument.drawingml.chart+xml"/>
  <Override PartName="/ppt/charts/style35.xml" ContentType="application/vnd.ms-office.chartstyle+xml"/>
  <Override PartName="/ppt/charts/colors35.xml" ContentType="application/vnd.ms-office.chartcolorstyl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50" r:id="rId1"/>
  </p:sldMasterIdLst>
  <p:notesMasterIdLst>
    <p:notesMasterId r:id="rId135"/>
  </p:notesMasterIdLst>
  <p:handoutMasterIdLst>
    <p:handoutMasterId r:id="rId136"/>
  </p:handoutMasterIdLst>
  <p:sldIdLst>
    <p:sldId id="419" r:id="rId2"/>
    <p:sldId id="418" r:id="rId3"/>
    <p:sldId id="358" r:id="rId4"/>
    <p:sldId id="326" r:id="rId5"/>
    <p:sldId id="396" r:id="rId6"/>
    <p:sldId id="397" r:id="rId7"/>
    <p:sldId id="361" r:id="rId8"/>
    <p:sldId id="266" r:id="rId9"/>
    <p:sldId id="363" r:id="rId10"/>
    <p:sldId id="364" r:id="rId11"/>
    <p:sldId id="280" r:id="rId12"/>
    <p:sldId id="365" r:id="rId13"/>
    <p:sldId id="295" r:id="rId14"/>
    <p:sldId id="294" r:id="rId15"/>
    <p:sldId id="367" r:id="rId16"/>
    <p:sldId id="368" r:id="rId17"/>
    <p:sldId id="369" r:id="rId18"/>
    <p:sldId id="421" r:id="rId19"/>
    <p:sldId id="371" r:id="rId20"/>
    <p:sldId id="372" r:id="rId21"/>
    <p:sldId id="373" r:id="rId22"/>
    <p:sldId id="298" r:id="rId23"/>
    <p:sldId id="276" r:id="rId24"/>
    <p:sldId id="277" r:id="rId25"/>
    <p:sldId id="429" r:id="rId26"/>
    <p:sldId id="428" r:id="rId27"/>
    <p:sldId id="308" r:id="rId28"/>
    <p:sldId id="431" r:id="rId29"/>
    <p:sldId id="432" r:id="rId30"/>
    <p:sldId id="433" r:id="rId31"/>
    <p:sldId id="374" r:id="rId32"/>
    <p:sldId id="434" r:id="rId33"/>
    <p:sldId id="435" r:id="rId34"/>
    <p:sldId id="377" r:id="rId35"/>
    <p:sldId id="436" r:id="rId36"/>
    <p:sldId id="437" r:id="rId37"/>
    <p:sldId id="330" r:id="rId38"/>
    <p:sldId id="438" r:id="rId39"/>
    <p:sldId id="439" r:id="rId40"/>
    <p:sldId id="378" r:id="rId41"/>
    <p:sldId id="390" r:id="rId42"/>
    <p:sldId id="379" r:id="rId43"/>
    <p:sldId id="380" r:id="rId44"/>
    <p:sldId id="381" r:id="rId45"/>
    <p:sldId id="442" r:id="rId46"/>
    <p:sldId id="443" r:id="rId47"/>
    <p:sldId id="440" r:id="rId48"/>
    <p:sldId id="382" r:id="rId49"/>
    <p:sldId id="444" r:id="rId50"/>
    <p:sldId id="447" r:id="rId51"/>
    <p:sldId id="445" r:id="rId52"/>
    <p:sldId id="446" r:id="rId53"/>
    <p:sldId id="287" r:id="rId54"/>
    <p:sldId id="449" r:id="rId55"/>
    <p:sldId id="448" r:id="rId56"/>
    <p:sldId id="400" r:id="rId57"/>
    <p:sldId id="450" r:id="rId58"/>
    <p:sldId id="452" r:id="rId59"/>
    <p:sldId id="451" r:id="rId60"/>
    <p:sldId id="261" r:id="rId61"/>
    <p:sldId id="453" r:id="rId62"/>
    <p:sldId id="454" r:id="rId63"/>
    <p:sldId id="455" r:id="rId64"/>
    <p:sldId id="384" r:id="rId65"/>
    <p:sldId id="385" r:id="rId66"/>
    <p:sldId id="316" r:id="rId67"/>
    <p:sldId id="317" r:id="rId68"/>
    <p:sldId id="386" r:id="rId69"/>
    <p:sldId id="387" r:id="rId70"/>
    <p:sldId id="388" r:id="rId71"/>
    <p:sldId id="321" r:id="rId72"/>
    <p:sldId id="322" r:id="rId73"/>
    <p:sldId id="256" r:id="rId74"/>
    <p:sldId id="389" r:id="rId75"/>
    <p:sldId id="336" r:id="rId76"/>
    <p:sldId id="258" r:id="rId77"/>
    <p:sldId id="402" r:id="rId78"/>
    <p:sldId id="505" r:id="rId79"/>
    <p:sldId id="506" r:id="rId80"/>
    <p:sldId id="507" r:id="rId81"/>
    <p:sldId id="504" r:id="rId82"/>
    <p:sldId id="503" r:id="rId83"/>
    <p:sldId id="500" r:id="rId84"/>
    <p:sldId id="502" r:id="rId85"/>
    <p:sldId id="498" r:id="rId86"/>
    <p:sldId id="501" r:id="rId87"/>
    <p:sldId id="403" r:id="rId88"/>
    <p:sldId id="399" r:id="rId89"/>
    <p:sldId id="257" r:id="rId90"/>
    <p:sldId id="404" r:id="rId91"/>
    <p:sldId id="408" r:id="rId92"/>
    <p:sldId id="410" r:id="rId93"/>
    <p:sldId id="420" r:id="rId94"/>
    <p:sldId id="412" r:id="rId95"/>
    <p:sldId id="413" r:id="rId96"/>
    <p:sldId id="409" r:id="rId97"/>
    <p:sldId id="405" r:id="rId98"/>
    <p:sldId id="414" r:id="rId99"/>
    <p:sldId id="415" r:id="rId100"/>
    <p:sldId id="401" r:id="rId101"/>
    <p:sldId id="260" r:id="rId102"/>
    <p:sldId id="259" r:id="rId103"/>
    <p:sldId id="341" r:id="rId104"/>
    <p:sldId id="342" r:id="rId105"/>
    <p:sldId id="343" r:id="rId106"/>
    <p:sldId id="392" r:id="rId107"/>
    <p:sldId id="391" r:id="rId108"/>
    <p:sldId id="393" r:id="rId109"/>
    <p:sldId id="394" r:id="rId110"/>
    <p:sldId id="508" r:id="rId111"/>
    <p:sldId id="509" r:id="rId112"/>
    <p:sldId id="511" r:id="rId113"/>
    <p:sldId id="512" r:id="rId114"/>
    <p:sldId id="516" r:id="rId115"/>
    <p:sldId id="510" r:id="rId116"/>
    <p:sldId id="513" r:id="rId117"/>
    <p:sldId id="523" r:id="rId118"/>
    <p:sldId id="522" r:id="rId119"/>
    <p:sldId id="533" r:id="rId120"/>
    <p:sldId id="521" r:id="rId121"/>
    <p:sldId id="518" r:id="rId122"/>
    <p:sldId id="532" r:id="rId123"/>
    <p:sldId id="525" r:id="rId124"/>
    <p:sldId id="534" r:id="rId125"/>
    <p:sldId id="526" r:id="rId126"/>
    <p:sldId id="524" r:id="rId127"/>
    <p:sldId id="527" r:id="rId128"/>
    <p:sldId id="530" r:id="rId129"/>
    <p:sldId id="528" r:id="rId130"/>
    <p:sldId id="529" r:id="rId131"/>
    <p:sldId id="531" r:id="rId132"/>
    <p:sldId id="416" r:id="rId133"/>
    <p:sldId id="417" r:id="rId134"/>
  </p:sldIdLst>
  <p:sldSz cx="12192000" cy="6858000"/>
  <p:notesSz cx="13716000" cy="24387175"/>
  <p:embeddedFontLst>
    <p:embeddedFont>
      <p:font typeface="Calibri" panose="020F0502020204030204" pitchFamily="34" charset="0"/>
      <p:regular r:id="rId137"/>
      <p:bold r:id="rId138"/>
      <p:italic r:id="rId139"/>
      <p:boldItalic r:id="rId140"/>
    </p:embeddedFont>
    <p:embeddedFont>
      <p:font typeface="Stapel" panose="020B0504020202020204" pitchFamily="34" charset="77"/>
      <p:regular r:id="rId141"/>
    </p:embeddedFont>
    <p:embeddedFont>
      <p:font typeface="Stapel Medium" panose="020B0504020202020204" pitchFamily="34" charset="77"/>
      <p:regular r:id="rId142"/>
    </p:embeddedFont>
  </p:embeddedFontLst>
  <p:defaultTextStyle>
    <a:lvl1pPr marL="0" algn="l" defTabSz="457109" rtl="0" eaLnBrk="1" latinLnBrk="0" hangingPunct="1">
      <a:defRPr sz="900" kern="1200">
        <a:solidFill>
          <a:schemeClr val="tx1"/>
        </a:solidFill>
        <a:latin typeface="+mn-lt"/>
        <a:ea typeface="+mn-ea"/>
        <a:cs typeface="+mn-cs"/>
      </a:defRPr>
    </a:lvl1pPr>
    <a:lvl2pPr marL="228554" algn="l" defTabSz="457109" rtl="0" eaLnBrk="1" latinLnBrk="0" hangingPunct="1">
      <a:defRPr sz="900" kern="1200">
        <a:solidFill>
          <a:schemeClr val="tx1"/>
        </a:solidFill>
        <a:latin typeface="+mn-lt"/>
        <a:ea typeface="+mn-ea"/>
        <a:cs typeface="+mn-cs"/>
      </a:defRPr>
    </a:lvl2pPr>
    <a:lvl3pPr marL="457109" algn="l" defTabSz="457109" rtl="0" eaLnBrk="1" latinLnBrk="0" hangingPunct="1">
      <a:defRPr sz="900" kern="1200">
        <a:solidFill>
          <a:schemeClr val="tx1"/>
        </a:solidFill>
        <a:latin typeface="+mn-lt"/>
        <a:ea typeface="+mn-ea"/>
        <a:cs typeface="+mn-cs"/>
      </a:defRPr>
    </a:lvl3pPr>
    <a:lvl4pPr marL="685663" algn="l" defTabSz="457109" rtl="0" eaLnBrk="1" latinLnBrk="0" hangingPunct="1">
      <a:defRPr sz="900" kern="1200">
        <a:solidFill>
          <a:schemeClr val="tx1"/>
        </a:solidFill>
        <a:latin typeface="+mn-lt"/>
        <a:ea typeface="+mn-ea"/>
        <a:cs typeface="+mn-cs"/>
      </a:defRPr>
    </a:lvl4pPr>
    <a:lvl5pPr marL="914217" algn="l" defTabSz="457109" rtl="0" eaLnBrk="1" latinLnBrk="0" hangingPunct="1">
      <a:defRPr sz="900" kern="1200">
        <a:solidFill>
          <a:schemeClr val="tx1"/>
        </a:solidFill>
        <a:latin typeface="+mn-lt"/>
        <a:ea typeface="+mn-ea"/>
        <a:cs typeface="+mn-cs"/>
      </a:defRPr>
    </a:lvl5pPr>
    <a:lvl6pPr marL="1142771" algn="l" defTabSz="457109" rtl="0" eaLnBrk="1" latinLnBrk="0" hangingPunct="1">
      <a:defRPr sz="900" kern="1200">
        <a:solidFill>
          <a:schemeClr val="tx1"/>
        </a:solidFill>
        <a:latin typeface="+mn-lt"/>
        <a:ea typeface="+mn-ea"/>
        <a:cs typeface="+mn-cs"/>
      </a:defRPr>
    </a:lvl6pPr>
    <a:lvl7pPr marL="1371326" algn="l" defTabSz="457109" rtl="0" eaLnBrk="1" latinLnBrk="0" hangingPunct="1">
      <a:defRPr sz="900" kern="1200">
        <a:solidFill>
          <a:schemeClr val="tx1"/>
        </a:solidFill>
        <a:latin typeface="+mn-lt"/>
        <a:ea typeface="+mn-ea"/>
        <a:cs typeface="+mn-cs"/>
      </a:defRPr>
    </a:lvl7pPr>
    <a:lvl8pPr marL="1599880" algn="l" defTabSz="457109" rtl="0" eaLnBrk="1" latinLnBrk="0" hangingPunct="1">
      <a:defRPr sz="900" kern="1200">
        <a:solidFill>
          <a:schemeClr val="tx1"/>
        </a:solidFill>
        <a:latin typeface="+mn-lt"/>
        <a:ea typeface="+mn-ea"/>
        <a:cs typeface="+mn-cs"/>
      </a:defRPr>
    </a:lvl8pPr>
    <a:lvl9pPr marL="1828434" algn="l" defTabSz="457109" rtl="0" eaLnBrk="1" latinLnBrk="0" hangingPunct="1">
      <a:defRPr sz="9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160" userDrawn="1">
          <p15:clr>
            <a:srgbClr val="A4A3A4"/>
          </p15:clr>
        </p15:guide>
        <p15:guide id="4"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a Kochanova" initials="AK" lastIdx="4" clrIdx="0">
    <p:extLst>
      <p:ext uri="{19B8F6BF-5375-455C-9EA6-DF929625EA0E}">
        <p15:presenceInfo xmlns:p15="http://schemas.microsoft.com/office/powerpoint/2012/main" userId="38a79274e5f12d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4F4"/>
    <a:srgbClr val="99FFCC"/>
    <a:srgbClr val="C007A7"/>
    <a:srgbClr val="8F0D6B"/>
    <a:srgbClr val="8B0466"/>
    <a:srgbClr val="ACC4FE"/>
    <a:srgbClr val="FFDBDA"/>
    <a:srgbClr val="FAE6E9"/>
    <a:srgbClr val="E5E2FC"/>
    <a:srgbClr val="D5BF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Средний стиль 2 — акцент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Средний стиль 2 — акцент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Средний стиль 2 — акцент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87" autoAdjust="0"/>
    <p:restoredTop sz="96405" autoAdjust="0"/>
  </p:normalViewPr>
  <p:slideViewPr>
    <p:cSldViewPr snapToGrid="0" snapToObjects="1">
      <p:cViewPr varScale="1">
        <p:scale>
          <a:sx n="122" d="100"/>
          <a:sy n="122" d="100"/>
        </p:scale>
        <p:origin x="752" y="192"/>
      </p:cViewPr>
      <p:guideLst>
        <p:guide orient="horz" pos="2160"/>
        <p:guide pos="3840"/>
      </p:guideLst>
    </p:cSldViewPr>
  </p:slideViewPr>
  <p:outlineViewPr>
    <p:cViewPr>
      <p:scale>
        <a:sx n="33" d="100"/>
        <a:sy n="33" d="100"/>
      </p:scale>
      <p:origin x="0" y="-101943"/>
    </p:cViewPr>
  </p:outlineViewPr>
  <p:notesTextViewPr>
    <p:cViewPr>
      <p:scale>
        <a:sx n="1" d="1"/>
        <a:sy n="1" d="1"/>
      </p:scale>
      <p:origin x="0" y="0"/>
    </p:cViewPr>
  </p:notesTextViewPr>
  <p:notesViewPr>
    <p:cSldViewPr snapToGrid="0" snapToObjects="1" showGuides="1">
      <p:cViewPr varScale="1">
        <p:scale>
          <a:sx n="23" d="100"/>
          <a:sy n="23" d="100"/>
        </p:scale>
        <p:origin x="3405" y="9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2.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font" Target="fonts/font3.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4.fntdata"/><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5.fntdata"/><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6.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1.xml"/><Relationship Id="rId1" Type="http://schemas.microsoft.com/office/2011/relationships/chartStyle" Target="style1.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2.xml"/><Relationship Id="rId1" Type="http://schemas.microsoft.com/office/2011/relationships/chartStyle" Target="style2.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3.xml"/><Relationship Id="rId1" Type="http://schemas.microsoft.com/office/2011/relationships/chartStyle" Target="style3.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4.xml"/><Relationship Id="rId1" Type="http://schemas.microsoft.com/office/2011/relationships/chartStyle" Target="style4.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5.xml"/><Relationship Id="rId1" Type="http://schemas.microsoft.com/office/2011/relationships/chartStyle" Target="style5.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6.xml"/><Relationship Id="rId1" Type="http://schemas.microsoft.com/office/2011/relationships/chartStyle" Target="style6.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7.xml"/><Relationship Id="rId1" Type="http://schemas.microsoft.com/office/2011/relationships/chartStyle" Target="style7.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8.xml"/><Relationship Id="rId1" Type="http://schemas.microsoft.com/office/2011/relationships/chartStyle" Target="style8.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9.xml"/><Relationship Id="rId1" Type="http://schemas.microsoft.com/office/2011/relationships/chartStyle" Target="style9.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0.xml"/><Relationship Id="rId1" Type="http://schemas.microsoft.com/office/2011/relationships/chartStyle" Target="style10.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1.xml"/><Relationship Id="rId1" Type="http://schemas.microsoft.com/office/2011/relationships/chartStyle" Target="style11.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2.xml"/><Relationship Id="rId1" Type="http://schemas.microsoft.com/office/2011/relationships/chartStyle" Target="style12.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3.xml"/><Relationship Id="rId1" Type="http://schemas.microsoft.com/office/2011/relationships/chartStyle" Target="style13.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4.xml"/><Relationship Id="rId1" Type="http://schemas.microsoft.com/office/2011/relationships/chartStyle" Target="style14.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5.xml"/><Relationship Id="rId1" Type="http://schemas.microsoft.com/office/2011/relationships/chartStyle" Target="style15.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16.xml"/><Relationship Id="rId1" Type="http://schemas.microsoft.com/office/2011/relationships/chartStyle" Target="style16.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17.xml"/><Relationship Id="rId1" Type="http://schemas.microsoft.com/office/2011/relationships/chartStyle" Target="style17.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18.xml"/><Relationship Id="rId1" Type="http://schemas.microsoft.com/office/2011/relationships/chartStyle" Target="style18.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19.xml"/><Relationship Id="rId1" Type="http://schemas.microsoft.com/office/2011/relationships/chartStyle" Target="style19.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0.xml"/><Relationship Id="rId1" Type="http://schemas.microsoft.com/office/2011/relationships/chartStyle" Target="style20.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1.xml"/><Relationship Id="rId1" Type="http://schemas.microsoft.com/office/2011/relationships/chartStyle" Target="style21.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2.xml"/><Relationship Id="rId1" Type="http://schemas.microsoft.com/office/2011/relationships/chartStyle" Target="style22.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3.xml"/><Relationship Id="rId1" Type="http://schemas.microsoft.com/office/2011/relationships/chartStyle" Target="style23.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4.xml"/><Relationship Id="rId1" Type="http://schemas.microsoft.com/office/2011/relationships/chartStyle" Target="style24.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5.xml"/><Relationship Id="rId1" Type="http://schemas.microsoft.com/office/2011/relationships/chartStyle" Target="style25.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26.xml"/><Relationship Id="rId1" Type="http://schemas.microsoft.com/office/2011/relationships/chartStyle" Target="style26.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27.xml"/><Relationship Id="rId1" Type="http://schemas.microsoft.com/office/2011/relationships/chartStyle" Target="style27.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28.xml"/><Relationship Id="rId1" Type="http://schemas.microsoft.com/office/2011/relationships/chartStyle" Target="style28.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29.xml"/><Relationship Id="rId1" Type="http://schemas.microsoft.com/office/2011/relationships/chartStyle" Target="style29.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0.xml"/><Relationship Id="rId1" Type="http://schemas.microsoft.com/office/2011/relationships/chartStyle" Target="style30.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1.xml"/><Relationship Id="rId1" Type="http://schemas.microsoft.com/office/2011/relationships/chartStyle" Target="style31.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2.xml"/><Relationship Id="rId1" Type="http://schemas.microsoft.com/office/2011/relationships/chartStyle" Target="style32.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3.xml"/><Relationship Id="rId1" Type="http://schemas.microsoft.com/office/2011/relationships/chartStyle" Target="style33.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4.xml"/><Relationship Id="rId1" Type="http://schemas.microsoft.com/office/2011/relationships/chartStyle" Target="style34.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35.xml"/><Relationship Id="rId1" Type="http://schemas.microsoft.com/office/2011/relationships/chartStyle" Target="style3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428571428571425E-2"/>
          <c:y val="5.5045068207816794E-2"/>
          <c:w val="0.90438919132604734"/>
          <c:h val="0.83841084876807426"/>
        </c:manualLayout>
      </c:layout>
      <c:barChart>
        <c:barDir val="bar"/>
        <c:grouping val="clustered"/>
        <c:varyColors val="0"/>
        <c:ser>
          <c:idx val="0"/>
          <c:order val="0"/>
          <c:tx>
            <c:strRef>
              <c:f>Sheet1!$B$1</c:f>
              <c:strCache>
                <c:ptCount val="1"/>
                <c:pt idx="0">
                  <c:v>Series 1</c:v>
                </c:pt>
              </c:strCache>
            </c:strRef>
          </c:tx>
          <c:spPr>
            <a:solidFill>
              <a:schemeClr val="accent1"/>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0.06</c:v>
                </c:pt>
                <c:pt idx="1">
                  <c:v>0.24</c:v>
                </c:pt>
                <c:pt idx="2">
                  <c:v>0.82</c:v>
                </c:pt>
                <c:pt idx="3">
                  <c:v>0.9</c:v>
                </c:pt>
                <c:pt idx="4">
                  <c:v>1.17</c:v>
                </c:pt>
                <c:pt idx="5">
                  <c:v>1.87</c:v>
                </c:pt>
                <c:pt idx="6">
                  <c:v>2.4300000000000002</c:v>
                </c:pt>
                <c:pt idx="7">
                  <c:v>2.62</c:v>
                </c:pt>
                <c:pt idx="8">
                  <c:v>2.86</c:v>
                </c:pt>
                <c:pt idx="9">
                  <c:v>3.7</c:v>
                </c:pt>
                <c:pt idx="10">
                  <c:v>4.41</c:v>
                </c:pt>
                <c:pt idx="11">
                  <c:v>4.8600000000000003</c:v>
                </c:pt>
              </c:numCache>
            </c:numRef>
          </c:val>
          <c:extLst>
            <c:ext xmlns:c16="http://schemas.microsoft.com/office/drawing/2014/chart" uri="{C3380CC4-5D6E-409C-BE32-E72D297353CC}">
              <c16:uniqueId val="{00000000-0378-4C74-B93E-F856655B082D}"/>
            </c:ext>
          </c:extLst>
        </c:ser>
        <c:ser>
          <c:idx val="1"/>
          <c:order val="1"/>
          <c:tx>
            <c:strRef>
              <c:f>Sheet1!$C$1</c:f>
              <c:strCache>
                <c:ptCount val="1"/>
                <c:pt idx="0">
                  <c:v>Series 2</c:v>
                </c:pt>
              </c:strCache>
            </c:strRef>
          </c:tx>
          <c:spPr>
            <a:solidFill>
              <a:schemeClr val="accent6"/>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8.2200000000000006</c:v>
                </c:pt>
                <c:pt idx="1">
                  <c:v>9.2100000000000009</c:v>
                </c:pt>
                <c:pt idx="2">
                  <c:v>10.11</c:v>
                </c:pt>
                <c:pt idx="3">
                  <c:v>11.06</c:v>
                </c:pt>
                <c:pt idx="4">
                  <c:v>11.33</c:v>
                </c:pt>
                <c:pt idx="5">
                  <c:v>11.83</c:v>
                </c:pt>
                <c:pt idx="6">
                  <c:v>12.58</c:v>
                </c:pt>
                <c:pt idx="7">
                  <c:v>13.03</c:v>
                </c:pt>
                <c:pt idx="8">
                  <c:v>13.43</c:v>
                </c:pt>
                <c:pt idx="9">
                  <c:v>14.14</c:v>
                </c:pt>
                <c:pt idx="10">
                  <c:v>14.47</c:v>
                </c:pt>
                <c:pt idx="11">
                  <c:v>15.34</c:v>
                </c:pt>
              </c:numCache>
            </c:numRef>
          </c:val>
          <c:extLst>
            <c:ext xmlns:c16="http://schemas.microsoft.com/office/drawing/2014/chart" uri="{C3380CC4-5D6E-409C-BE32-E72D297353CC}">
              <c16:uniqueId val="{00000001-0378-4C74-B93E-F856655B082D}"/>
            </c:ext>
          </c:extLst>
        </c:ser>
        <c:ser>
          <c:idx val="2"/>
          <c:order val="2"/>
          <c:tx>
            <c:strRef>
              <c:f>Sheet1!$D$1</c:f>
              <c:strCache>
                <c:ptCount val="1"/>
                <c:pt idx="0">
                  <c:v>Series 3</c:v>
                </c:pt>
              </c:strCache>
            </c:strRef>
          </c:tx>
          <c:spPr>
            <a:solidFill>
              <a:srgbClr val="7D70EF"/>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2.5</c:v>
                </c:pt>
                <c:pt idx="1">
                  <c:v>3.37</c:v>
                </c:pt>
                <c:pt idx="2">
                  <c:v>3.68</c:v>
                </c:pt>
                <c:pt idx="3">
                  <c:v>4.38</c:v>
                </c:pt>
                <c:pt idx="4">
                  <c:v>4.5199999999999996</c:v>
                </c:pt>
                <c:pt idx="5">
                  <c:v>4.5199999999999996</c:v>
                </c:pt>
                <c:pt idx="6">
                  <c:v>5.01</c:v>
                </c:pt>
                <c:pt idx="7">
                  <c:v>5.64</c:v>
                </c:pt>
                <c:pt idx="8">
                  <c:v>5.91</c:v>
                </c:pt>
                <c:pt idx="9">
                  <c:v>6.79</c:v>
                </c:pt>
                <c:pt idx="10">
                  <c:v>7.11</c:v>
                </c:pt>
                <c:pt idx="11">
                  <c:v>7.27</c:v>
                </c:pt>
              </c:numCache>
            </c:numRef>
          </c:val>
          <c:extLst>
            <c:ext xmlns:c16="http://schemas.microsoft.com/office/drawing/2014/chart" uri="{C3380CC4-5D6E-409C-BE32-E72D297353CC}">
              <c16:uniqueId val="{00000002-0378-4C74-B93E-F856655B082D}"/>
            </c:ext>
          </c:extLst>
        </c:ser>
        <c:ser>
          <c:idx val="3"/>
          <c:order val="3"/>
          <c:tx>
            <c:strRef>
              <c:f>Sheet1!$E$1</c:f>
              <c:strCache>
                <c:ptCount val="1"/>
                <c:pt idx="0">
                  <c:v>Series 4</c:v>
                </c:pt>
              </c:strCache>
            </c:strRef>
          </c:tx>
          <c:spPr>
            <a:solidFill>
              <a:schemeClr val="accent5"/>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6.46</c:v>
                </c:pt>
                <c:pt idx="1">
                  <c:v>7.4</c:v>
                </c:pt>
                <c:pt idx="2">
                  <c:v>7.51</c:v>
                </c:pt>
                <c:pt idx="3">
                  <c:v>7.54</c:v>
                </c:pt>
                <c:pt idx="4">
                  <c:v>8.36</c:v>
                </c:pt>
                <c:pt idx="5">
                  <c:v>8.5399999999999991</c:v>
                </c:pt>
                <c:pt idx="6">
                  <c:v>9.0500000000000007</c:v>
                </c:pt>
                <c:pt idx="7">
                  <c:v>9.77</c:v>
                </c:pt>
                <c:pt idx="8">
                  <c:v>10.39</c:v>
                </c:pt>
                <c:pt idx="9">
                  <c:v>10.6</c:v>
                </c:pt>
                <c:pt idx="10">
                  <c:v>11.35</c:v>
                </c:pt>
                <c:pt idx="11">
                  <c:v>11.99</c:v>
                </c:pt>
              </c:numCache>
            </c:numRef>
          </c:val>
          <c:extLst>
            <c:ext xmlns:c16="http://schemas.microsoft.com/office/drawing/2014/chart" uri="{C3380CC4-5D6E-409C-BE32-E72D297353CC}">
              <c16:uniqueId val="{00000003-0378-4C74-B93E-F856655B082D}"/>
            </c:ext>
          </c:extLst>
        </c:ser>
        <c:dLbls>
          <c:showLegendKey val="0"/>
          <c:showVal val="0"/>
          <c:showCatName val="0"/>
          <c:showSerName val="0"/>
          <c:showPercent val="0"/>
          <c:showBubbleSize val="0"/>
        </c:dLbls>
        <c:gapWidth val="119"/>
        <c:axId val="546558504"/>
        <c:axId val="546558896"/>
      </c:barChart>
      <c:catAx>
        <c:axId val="546558504"/>
        <c:scaling>
          <c:orientation val="minMax"/>
        </c:scaling>
        <c:delete val="0"/>
        <c:axPos val="l"/>
        <c:numFmt formatCode="General" sourceLinked="1"/>
        <c:majorTickMark val="out"/>
        <c:minorTickMark val="none"/>
        <c:tickLblPos val="nextTo"/>
        <c:spPr>
          <a:ln w="6350">
            <a:solidFill>
              <a:srgbClr val="D2D1D9"/>
            </a:solidFill>
            <a:prstDash val="solid"/>
          </a:ln>
        </c:spPr>
        <c:txPr>
          <a:bodyPr rot="0" vert="horz"/>
          <a:lstStyle/>
          <a:p>
            <a:pPr>
              <a:defRPr/>
            </a:pPr>
            <a:endParaRPr lang="en-US"/>
          </a:p>
        </c:txPr>
        <c:crossAx val="546558896"/>
        <c:crosses val="autoZero"/>
        <c:auto val="1"/>
        <c:lblAlgn val="ctr"/>
        <c:lblOffset val="100"/>
        <c:tickLblSkip val="1"/>
        <c:tickMarkSkip val="1"/>
        <c:noMultiLvlLbl val="0"/>
      </c:catAx>
      <c:valAx>
        <c:axId val="546558896"/>
        <c:scaling>
          <c:orientation val="minMax"/>
        </c:scaling>
        <c:delete val="0"/>
        <c:axPos val="b"/>
        <c:majorGridlines>
          <c:spPr>
            <a:ln w="6350">
              <a:solidFill>
                <a:schemeClr val="bg1">
                  <a:lumMod val="95000"/>
                </a:schemeClr>
              </a:solidFill>
              <a:prstDash val="solid"/>
            </a:ln>
          </c:spPr>
        </c:majorGridlines>
        <c:numFmt formatCode="General" sourceLinked="1"/>
        <c:majorTickMark val="out"/>
        <c:minorTickMark val="none"/>
        <c:tickLblPos val="nextTo"/>
        <c:spPr>
          <a:ln w="6350">
            <a:solidFill>
              <a:srgbClr val="D2D1D9"/>
            </a:solidFill>
          </a:ln>
        </c:spPr>
        <c:txPr>
          <a:bodyPr rot="0" vert="horz"/>
          <a:lstStyle/>
          <a:p>
            <a:pPr>
              <a:defRPr/>
            </a:pPr>
            <a:endParaRPr lang="en-US"/>
          </a:p>
        </c:txPr>
        <c:crossAx val="546558504"/>
        <c:crosses val="autoZero"/>
        <c:crossBetween val="between"/>
      </c:valAx>
      <c:spPr>
        <a:noFill/>
        <a:ln w="22931">
          <a:noFill/>
        </a:ln>
      </c:spPr>
    </c:plotArea>
    <c:plotVisOnly val="1"/>
    <c:dispBlanksAs val="gap"/>
    <c:showDLblsOverMax val="0"/>
  </c:chart>
  <c:spPr>
    <a:noFill/>
    <a:ln>
      <a:noFill/>
    </a:ln>
  </c:spPr>
  <c:txPr>
    <a:bodyPr/>
    <a:lstStyle/>
    <a:p>
      <a:pPr>
        <a:defRPr sz="1000" b="0" i="0" u="none" strike="noStrike" baseline="0">
          <a:solidFill>
            <a:schemeClr val="tx1"/>
          </a:solidFill>
          <a:latin typeface="+mn-lt"/>
          <a:ea typeface="Trebuchet MS"/>
          <a:cs typeface="Trebuchet M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428571428571425E-2"/>
          <c:y val="5.5045068207816794E-2"/>
          <c:w val="0.90438919132604734"/>
          <c:h val="0.83841084876807426"/>
        </c:manualLayout>
      </c:layout>
      <c:barChart>
        <c:barDir val="bar"/>
        <c:grouping val="clustered"/>
        <c:varyColors val="0"/>
        <c:ser>
          <c:idx val="0"/>
          <c:order val="0"/>
          <c:tx>
            <c:strRef>
              <c:f>Sheet1!$B$1</c:f>
              <c:strCache>
                <c:ptCount val="1"/>
                <c:pt idx="0">
                  <c:v>Series 1</c:v>
                </c:pt>
              </c:strCache>
            </c:strRef>
          </c:tx>
          <c:spPr>
            <a:solidFill>
              <a:srgbClr val="EF80BB"/>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0.06</c:v>
                </c:pt>
                <c:pt idx="1">
                  <c:v>0.24</c:v>
                </c:pt>
                <c:pt idx="2">
                  <c:v>0.82</c:v>
                </c:pt>
                <c:pt idx="3">
                  <c:v>0.9</c:v>
                </c:pt>
                <c:pt idx="4">
                  <c:v>1.17</c:v>
                </c:pt>
                <c:pt idx="5">
                  <c:v>1.87</c:v>
                </c:pt>
                <c:pt idx="6">
                  <c:v>2.4300000000000002</c:v>
                </c:pt>
                <c:pt idx="7">
                  <c:v>2.62</c:v>
                </c:pt>
                <c:pt idx="8">
                  <c:v>2.86</c:v>
                </c:pt>
                <c:pt idx="9">
                  <c:v>3.7</c:v>
                </c:pt>
                <c:pt idx="10">
                  <c:v>4.41</c:v>
                </c:pt>
                <c:pt idx="11">
                  <c:v>4.8600000000000003</c:v>
                </c:pt>
              </c:numCache>
            </c:numRef>
          </c:val>
          <c:extLst>
            <c:ext xmlns:c16="http://schemas.microsoft.com/office/drawing/2014/chart" uri="{C3380CC4-5D6E-409C-BE32-E72D297353CC}">
              <c16:uniqueId val="{00000000-0378-4C74-B93E-F856655B082D}"/>
            </c:ext>
          </c:extLst>
        </c:ser>
        <c:ser>
          <c:idx val="1"/>
          <c:order val="1"/>
          <c:tx>
            <c:strRef>
              <c:f>Sheet1!$C$1</c:f>
              <c:strCache>
                <c:ptCount val="1"/>
                <c:pt idx="0">
                  <c:v>Series 2</c:v>
                </c:pt>
              </c:strCache>
            </c:strRef>
          </c:tx>
          <c:spPr>
            <a:solidFill>
              <a:schemeClr val="accent6"/>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8.2200000000000006</c:v>
                </c:pt>
                <c:pt idx="1">
                  <c:v>9.2100000000000009</c:v>
                </c:pt>
                <c:pt idx="2">
                  <c:v>10.11</c:v>
                </c:pt>
                <c:pt idx="3">
                  <c:v>11.06</c:v>
                </c:pt>
                <c:pt idx="4">
                  <c:v>11.33</c:v>
                </c:pt>
                <c:pt idx="5">
                  <c:v>11.83</c:v>
                </c:pt>
                <c:pt idx="6">
                  <c:v>12.58</c:v>
                </c:pt>
                <c:pt idx="7">
                  <c:v>13.03</c:v>
                </c:pt>
                <c:pt idx="8">
                  <c:v>13.43</c:v>
                </c:pt>
                <c:pt idx="9">
                  <c:v>14.14</c:v>
                </c:pt>
                <c:pt idx="10">
                  <c:v>14.47</c:v>
                </c:pt>
                <c:pt idx="11">
                  <c:v>15.34</c:v>
                </c:pt>
              </c:numCache>
            </c:numRef>
          </c:val>
          <c:extLst>
            <c:ext xmlns:c16="http://schemas.microsoft.com/office/drawing/2014/chart" uri="{C3380CC4-5D6E-409C-BE32-E72D297353CC}">
              <c16:uniqueId val="{00000001-0378-4C74-B93E-F856655B082D}"/>
            </c:ext>
          </c:extLst>
        </c:ser>
        <c:ser>
          <c:idx val="2"/>
          <c:order val="2"/>
          <c:tx>
            <c:strRef>
              <c:f>Sheet1!$D$1</c:f>
              <c:strCache>
                <c:ptCount val="1"/>
                <c:pt idx="0">
                  <c:v>Series 3</c:v>
                </c:pt>
              </c:strCache>
            </c:strRef>
          </c:tx>
          <c:spPr>
            <a:solidFill>
              <a:srgbClr val="7D70EF"/>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2.5</c:v>
                </c:pt>
                <c:pt idx="1">
                  <c:v>3.37</c:v>
                </c:pt>
                <c:pt idx="2">
                  <c:v>3.68</c:v>
                </c:pt>
                <c:pt idx="3">
                  <c:v>4.38</c:v>
                </c:pt>
                <c:pt idx="4">
                  <c:v>4.5199999999999996</c:v>
                </c:pt>
                <c:pt idx="5">
                  <c:v>4.5199999999999996</c:v>
                </c:pt>
                <c:pt idx="6">
                  <c:v>5.01</c:v>
                </c:pt>
                <c:pt idx="7">
                  <c:v>5.64</c:v>
                </c:pt>
                <c:pt idx="8">
                  <c:v>5.91</c:v>
                </c:pt>
                <c:pt idx="9">
                  <c:v>6.79</c:v>
                </c:pt>
                <c:pt idx="10">
                  <c:v>7.11</c:v>
                </c:pt>
                <c:pt idx="11">
                  <c:v>7.27</c:v>
                </c:pt>
              </c:numCache>
            </c:numRef>
          </c:val>
          <c:extLst>
            <c:ext xmlns:c16="http://schemas.microsoft.com/office/drawing/2014/chart" uri="{C3380CC4-5D6E-409C-BE32-E72D297353CC}">
              <c16:uniqueId val="{00000002-0378-4C74-B93E-F856655B082D}"/>
            </c:ext>
          </c:extLst>
        </c:ser>
        <c:ser>
          <c:idx val="3"/>
          <c:order val="3"/>
          <c:tx>
            <c:strRef>
              <c:f>Sheet1!$E$1</c:f>
              <c:strCache>
                <c:ptCount val="1"/>
                <c:pt idx="0">
                  <c:v>Series 4</c:v>
                </c:pt>
              </c:strCache>
            </c:strRef>
          </c:tx>
          <c:spPr>
            <a:solidFill>
              <a:schemeClr val="accent5"/>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6.46</c:v>
                </c:pt>
                <c:pt idx="1">
                  <c:v>7.4</c:v>
                </c:pt>
                <c:pt idx="2">
                  <c:v>7.51</c:v>
                </c:pt>
                <c:pt idx="3">
                  <c:v>7.54</c:v>
                </c:pt>
                <c:pt idx="4">
                  <c:v>8.36</c:v>
                </c:pt>
                <c:pt idx="5">
                  <c:v>8.5399999999999991</c:v>
                </c:pt>
                <c:pt idx="6">
                  <c:v>9.0500000000000007</c:v>
                </c:pt>
                <c:pt idx="7">
                  <c:v>9.77</c:v>
                </c:pt>
                <c:pt idx="8">
                  <c:v>10.39</c:v>
                </c:pt>
                <c:pt idx="9">
                  <c:v>10.6</c:v>
                </c:pt>
                <c:pt idx="10">
                  <c:v>11.35</c:v>
                </c:pt>
                <c:pt idx="11">
                  <c:v>11.99</c:v>
                </c:pt>
              </c:numCache>
            </c:numRef>
          </c:val>
          <c:extLst>
            <c:ext xmlns:c16="http://schemas.microsoft.com/office/drawing/2014/chart" uri="{C3380CC4-5D6E-409C-BE32-E72D297353CC}">
              <c16:uniqueId val="{00000003-0378-4C74-B93E-F856655B082D}"/>
            </c:ext>
          </c:extLst>
        </c:ser>
        <c:dLbls>
          <c:showLegendKey val="0"/>
          <c:showVal val="0"/>
          <c:showCatName val="0"/>
          <c:showSerName val="0"/>
          <c:showPercent val="0"/>
          <c:showBubbleSize val="0"/>
        </c:dLbls>
        <c:gapWidth val="119"/>
        <c:axId val="546558504"/>
        <c:axId val="546558896"/>
      </c:barChart>
      <c:catAx>
        <c:axId val="546558504"/>
        <c:scaling>
          <c:orientation val="minMax"/>
        </c:scaling>
        <c:delete val="0"/>
        <c:axPos val="l"/>
        <c:numFmt formatCode="General" sourceLinked="1"/>
        <c:majorTickMark val="out"/>
        <c:minorTickMark val="none"/>
        <c:tickLblPos val="nextTo"/>
        <c:spPr>
          <a:ln w="6350">
            <a:solidFill>
              <a:srgbClr val="D2D1D9"/>
            </a:solidFill>
            <a:prstDash val="solid"/>
          </a:ln>
        </c:spPr>
        <c:txPr>
          <a:bodyPr rot="0" vert="horz"/>
          <a:lstStyle/>
          <a:p>
            <a:pPr>
              <a:defRPr/>
            </a:pPr>
            <a:endParaRPr lang="en-US"/>
          </a:p>
        </c:txPr>
        <c:crossAx val="546558896"/>
        <c:crosses val="autoZero"/>
        <c:auto val="1"/>
        <c:lblAlgn val="ctr"/>
        <c:lblOffset val="100"/>
        <c:tickLblSkip val="1"/>
        <c:tickMarkSkip val="1"/>
        <c:noMultiLvlLbl val="0"/>
      </c:catAx>
      <c:valAx>
        <c:axId val="546558896"/>
        <c:scaling>
          <c:orientation val="minMax"/>
        </c:scaling>
        <c:delete val="0"/>
        <c:axPos val="b"/>
        <c:majorGridlines>
          <c:spPr>
            <a:ln w="6350">
              <a:solidFill>
                <a:schemeClr val="bg1">
                  <a:lumMod val="95000"/>
                </a:schemeClr>
              </a:solidFill>
              <a:prstDash val="solid"/>
            </a:ln>
          </c:spPr>
        </c:majorGridlines>
        <c:numFmt formatCode="General" sourceLinked="1"/>
        <c:majorTickMark val="out"/>
        <c:minorTickMark val="none"/>
        <c:tickLblPos val="nextTo"/>
        <c:spPr>
          <a:ln w="6350">
            <a:solidFill>
              <a:srgbClr val="D2D1D9"/>
            </a:solidFill>
          </a:ln>
        </c:spPr>
        <c:txPr>
          <a:bodyPr rot="0" vert="horz"/>
          <a:lstStyle/>
          <a:p>
            <a:pPr>
              <a:defRPr/>
            </a:pPr>
            <a:endParaRPr lang="en-US"/>
          </a:p>
        </c:txPr>
        <c:crossAx val="546558504"/>
        <c:crosses val="autoZero"/>
        <c:crossBetween val="between"/>
      </c:valAx>
      <c:spPr>
        <a:noFill/>
        <a:ln w="22931">
          <a:noFill/>
        </a:ln>
      </c:spPr>
    </c:plotArea>
    <c:plotVisOnly val="1"/>
    <c:dispBlanksAs val="gap"/>
    <c:showDLblsOverMax val="0"/>
  </c:chart>
  <c:spPr>
    <a:noFill/>
    <a:ln>
      <a:noFill/>
    </a:ln>
  </c:spPr>
  <c:txPr>
    <a:bodyPr/>
    <a:lstStyle/>
    <a:p>
      <a:pPr>
        <a:defRPr sz="1000" b="0" i="0" u="none" strike="noStrike" baseline="0">
          <a:solidFill>
            <a:schemeClr val="tx1"/>
          </a:solidFill>
          <a:latin typeface="+mn-lt"/>
          <a:ea typeface="Trebuchet MS"/>
          <a:cs typeface="Trebuchet M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428571428571425E-2"/>
          <c:y val="5.5045068207816794E-2"/>
          <c:w val="0.90438919132604734"/>
          <c:h val="0.83841084876807426"/>
        </c:manualLayout>
      </c:layout>
      <c:barChart>
        <c:barDir val="bar"/>
        <c:grouping val="clustered"/>
        <c:varyColors val="0"/>
        <c:ser>
          <c:idx val="0"/>
          <c:order val="0"/>
          <c:tx>
            <c:strRef>
              <c:f>Sheet1!$B$1</c:f>
              <c:strCache>
                <c:ptCount val="1"/>
                <c:pt idx="0">
                  <c:v>Series 1</c:v>
                </c:pt>
              </c:strCache>
            </c:strRef>
          </c:tx>
          <c:spPr>
            <a:solidFill>
              <a:srgbClr val="FFA4A3"/>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0.06</c:v>
                </c:pt>
                <c:pt idx="1">
                  <c:v>0.24</c:v>
                </c:pt>
                <c:pt idx="2">
                  <c:v>0.82</c:v>
                </c:pt>
                <c:pt idx="3">
                  <c:v>0.9</c:v>
                </c:pt>
                <c:pt idx="4">
                  <c:v>1.17</c:v>
                </c:pt>
                <c:pt idx="5">
                  <c:v>1.87</c:v>
                </c:pt>
                <c:pt idx="6">
                  <c:v>2.4300000000000002</c:v>
                </c:pt>
                <c:pt idx="7">
                  <c:v>2.62</c:v>
                </c:pt>
                <c:pt idx="8">
                  <c:v>2.86</c:v>
                </c:pt>
                <c:pt idx="9">
                  <c:v>3.7</c:v>
                </c:pt>
                <c:pt idx="10">
                  <c:v>4.41</c:v>
                </c:pt>
                <c:pt idx="11">
                  <c:v>4.8600000000000003</c:v>
                </c:pt>
              </c:numCache>
            </c:numRef>
          </c:val>
          <c:extLst>
            <c:ext xmlns:c16="http://schemas.microsoft.com/office/drawing/2014/chart" uri="{C3380CC4-5D6E-409C-BE32-E72D297353CC}">
              <c16:uniqueId val="{00000000-0378-4C74-B93E-F856655B082D}"/>
            </c:ext>
          </c:extLst>
        </c:ser>
        <c:ser>
          <c:idx val="1"/>
          <c:order val="1"/>
          <c:tx>
            <c:strRef>
              <c:f>Sheet1!$C$1</c:f>
              <c:strCache>
                <c:ptCount val="1"/>
                <c:pt idx="0">
                  <c:v>Series 2</c:v>
                </c:pt>
              </c:strCache>
            </c:strRef>
          </c:tx>
          <c:spPr>
            <a:solidFill>
              <a:srgbClr val="7D70EF"/>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8.2200000000000006</c:v>
                </c:pt>
                <c:pt idx="1">
                  <c:v>9.2100000000000009</c:v>
                </c:pt>
                <c:pt idx="2">
                  <c:v>10.11</c:v>
                </c:pt>
                <c:pt idx="3">
                  <c:v>11.06</c:v>
                </c:pt>
                <c:pt idx="4">
                  <c:v>11.33</c:v>
                </c:pt>
                <c:pt idx="5">
                  <c:v>11.83</c:v>
                </c:pt>
                <c:pt idx="6">
                  <c:v>12.58</c:v>
                </c:pt>
                <c:pt idx="7">
                  <c:v>13.03</c:v>
                </c:pt>
                <c:pt idx="8">
                  <c:v>13.43</c:v>
                </c:pt>
                <c:pt idx="9">
                  <c:v>14.14</c:v>
                </c:pt>
                <c:pt idx="10">
                  <c:v>14.47</c:v>
                </c:pt>
                <c:pt idx="11">
                  <c:v>15.34</c:v>
                </c:pt>
              </c:numCache>
            </c:numRef>
          </c:val>
          <c:extLst>
            <c:ext xmlns:c16="http://schemas.microsoft.com/office/drawing/2014/chart" uri="{C3380CC4-5D6E-409C-BE32-E72D297353CC}">
              <c16:uniqueId val="{00000001-0378-4C74-B93E-F856655B082D}"/>
            </c:ext>
          </c:extLst>
        </c:ser>
        <c:ser>
          <c:idx val="2"/>
          <c:order val="2"/>
          <c:tx>
            <c:strRef>
              <c:f>Sheet1!$D$1</c:f>
              <c:strCache>
                <c:ptCount val="1"/>
                <c:pt idx="0">
                  <c:v>Series 3</c:v>
                </c:pt>
              </c:strCache>
            </c:strRef>
          </c:tx>
          <c:spPr>
            <a:solidFill>
              <a:srgbClr val="D5BFED"/>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2.5</c:v>
                </c:pt>
                <c:pt idx="1">
                  <c:v>3.37</c:v>
                </c:pt>
                <c:pt idx="2">
                  <c:v>3.68</c:v>
                </c:pt>
                <c:pt idx="3">
                  <c:v>4.38</c:v>
                </c:pt>
                <c:pt idx="4">
                  <c:v>4.5199999999999996</c:v>
                </c:pt>
                <c:pt idx="5">
                  <c:v>4.5199999999999996</c:v>
                </c:pt>
                <c:pt idx="6">
                  <c:v>5.01</c:v>
                </c:pt>
                <c:pt idx="7">
                  <c:v>5.64</c:v>
                </c:pt>
                <c:pt idx="8">
                  <c:v>5.91</c:v>
                </c:pt>
                <c:pt idx="9">
                  <c:v>6.79</c:v>
                </c:pt>
                <c:pt idx="10">
                  <c:v>7.11</c:v>
                </c:pt>
                <c:pt idx="11">
                  <c:v>7.27</c:v>
                </c:pt>
              </c:numCache>
            </c:numRef>
          </c:val>
          <c:extLst>
            <c:ext xmlns:c16="http://schemas.microsoft.com/office/drawing/2014/chart" uri="{C3380CC4-5D6E-409C-BE32-E72D297353CC}">
              <c16:uniqueId val="{00000002-0378-4C74-B93E-F856655B082D}"/>
            </c:ext>
          </c:extLst>
        </c:ser>
        <c:ser>
          <c:idx val="3"/>
          <c:order val="3"/>
          <c:tx>
            <c:strRef>
              <c:f>Sheet1!$E$1</c:f>
              <c:strCache>
                <c:ptCount val="1"/>
                <c:pt idx="0">
                  <c:v>Series 4</c:v>
                </c:pt>
              </c:strCache>
            </c:strRef>
          </c:tx>
          <c:spPr>
            <a:solidFill>
              <a:srgbClr val="722BC3"/>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6.46</c:v>
                </c:pt>
                <c:pt idx="1">
                  <c:v>7.4</c:v>
                </c:pt>
                <c:pt idx="2">
                  <c:v>7.51</c:v>
                </c:pt>
                <c:pt idx="3">
                  <c:v>7.54</c:v>
                </c:pt>
                <c:pt idx="4">
                  <c:v>8.36</c:v>
                </c:pt>
                <c:pt idx="5">
                  <c:v>8.5399999999999991</c:v>
                </c:pt>
                <c:pt idx="6">
                  <c:v>9.0500000000000007</c:v>
                </c:pt>
                <c:pt idx="7">
                  <c:v>9.77</c:v>
                </c:pt>
                <c:pt idx="8">
                  <c:v>10.39</c:v>
                </c:pt>
                <c:pt idx="9">
                  <c:v>10.6</c:v>
                </c:pt>
                <c:pt idx="10">
                  <c:v>11.35</c:v>
                </c:pt>
                <c:pt idx="11">
                  <c:v>11.99</c:v>
                </c:pt>
              </c:numCache>
            </c:numRef>
          </c:val>
          <c:extLst>
            <c:ext xmlns:c16="http://schemas.microsoft.com/office/drawing/2014/chart" uri="{C3380CC4-5D6E-409C-BE32-E72D297353CC}">
              <c16:uniqueId val="{00000003-0378-4C74-B93E-F856655B082D}"/>
            </c:ext>
          </c:extLst>
        </c:ser>
        <c:dLbls>
          <c:showLegendKey val="0"/>
          <c:showVal val="0"/>
          <c:showCatName val="0"/>
          <c:showSerName val="0"/>
          <c:showPercent val="0"/>
          <c:showBubbleSize val="0"/>
        </c:dLbls>
        <c:gapWidth val="119"/>
        <c:axId val="546558504"/>
        <c:axId val="546558896"/>
      </c:barChart>
      <c:catAx>
        <c:axId val="546558504"/>
        <c:scaling>
          <c:orientation val="minMax"/>
        </c:scaling>
        <c:delete val="0"/>
        <c:axPos val="l"/>
        <c:numFmt formatCode="General" sourceLinked="1"/>
        <c:majorTickMark val="out"/>
        <c:minorTickMark val="none"/>
        <c:tickLblPos val="nextTo"/>
        <c:spPr>
          <a:ln w="6350">
            <a:solidFill>
              <a:srgbClr val="D2D1D9"/>
            </a:solidFill>
            <a:prstDash val="solid"/>
          </a:ln>
        </c:spPr>
        <c:txPr>
          <a:bodyPr rot="0" vert="horz"/>
          <a:lstStyle/>
          <a:p>
            <a:pPr>
              <a:defRPr/>
            </a:pPr>
            <a:endParaRPr lang="en-US"/>
          </a:p>
        </c:txPr>
        <c:crossAx val="546558896"/>
        <c:crosses val="autoZero"/>
        <c:auto val="1"/>
        <c:lblAlgn val="ctr"/>
        <c:lblOffset val="100"/>
        <c:tickLblSkip val="1"/>
        <c:tickMarkSkip val="1"/>
        <c:noMultiLvlLbl val="0"/>
      </c:catAx>
      <c:valAx>
        <c:axId val="546558896"/>
        <c:scaling>
          <c:orientation val="minMax"/>
        </c:scaling>
        <c:delete val="0"/>
        <c:axPos val="b"/>
        <c:majorGridlines>
          <c:spPr>
            <a:ln w="6350">
              <a:solidFill>
                <a:schemeClr val="bg1">
                  <a:lumMod val="95000"/>
                </a:schemeClr>
              </a:solidFill>
              <a:prstDash val="solid"/>
            </a:ln>
          </c:spPr>
        </c:majorGridlines>
        <c:numFmt formatCode="General" sourceLinked="1"/>
        <c:majorTickMark val="out"/>
        <c:minorTickMark val="none"/>
        <c:tickLblPos val="nextTo"/>
        <c:spPr>
          <a:ln w="6350">
            <a:solidFill>
              <a:srgbClr val="D2D1D9"/>
            </a:solidFill>
          </a:ln>
        </c:spPr>
        <c:txPr>
          <a:bodyPr rot="0" vert="horz"/>
          <a:lstStyle/>
          <a:p>
            <a:pPr>
              <a:defRPr/>
            </a:pPr>
            <a:endParaRPr lang="en-US"/>
          </a:p>
        </c:txPr>
        <c:crossAx val="546558504"/>
        <c:crosses val="autoZero"/>
        <c:crossBetween val="between"/>
      </c:valAx>
      <c:spPr>
        <a:noFill/>
        <a:ln w="22931">
          <a:noFill/>
        </a:ln>
      </c:spPr>
    </c:plotArea>
    <c:plotVisOnly val="1"/>
    <c:dispBlanksAs val="gap"/>
    <c:showDLblsOverMax val="0"/>
  </c:chart>
  <c:spPr>
    <a:noFill/>
    <a:ln>
      <a:noFill/>
    </a:ln>
  </c:spPr>
  <c:txPr>
    <a:bodyPr/>
    <a:lstStyle/>
    <a:p>
      <a:pPr>
        <a:defRPr sz="1000" b="0" i="0" u="none" strike="noStrike" baseline="0">
          <a:solidFill>
            <a:schemeClr val="tx1"/>
          </a:solidFill>
          <a:latin typeface="+mn-lt"/>
          <a:ea typeface="Trebuchet MS"/>
          <a:cs typeface="Trebuchet M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428571428571425E-2"/>
          <c:y val="5.5045068207816794E-2"/>
          <c:w val="0.90438919132604734"/>
          <c:h val="0.83841084876807426"/>
        </c:manualLayout>
      </c:layout>
      <c:barChart>
        <c:barDir val="bar"/>
        <c:grouping val="clustered"/>
        <c:varyColors val="0"/>
        <c:ser>
          <c:idx val="0"/>
          <c:order val="0"/>
          <c:tx>
            <c:strRef>
              <c:f>Sheet1!$B$1</c:f>
              <c:strCache>
                <c:ptCount val="1"/>
                <c:pt idx="0">
                  <c:v>Series 1</c:v>
                </c:pt>
              </c:strCache>
            </c:strRef>
          </c:tx>
          <c:spPr>
            <a:solidFill>
              <a:srgbClr val="D5BFED"/>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0.06</c:v>
                </c:pt>
                <c:pt idx="1">
                  <c:v>0.24</c:v>
                </c:pt>
                <c:pt idx="2">
                  <c:v>0.82</c:v>
                </c:pt>
                <c:pt idx="3">
                  <c:v>0.9</c:v>
                </c:pt>
                <c:pt idx="4">
                  <c:v>1.17</c:v>
                </c:pt>
                <c:pt idx="5">
                  <c:v>1.87</c:v>
                </c:pt>
                <c:pt idx="6">
                  <c:v>2.4300000000000002</c:v>
                </c:pt>
                <c:pt idx="7">
                  <c:v>2.62</c:v>
                </c:pt>
                <c:pt idx="8">
                  <c:v>2.86</c:v>
                </c:pt>
                <c:pt idx="9">
                  <c:v>3.7</c:v>
                </c:pt>
                <c:pt idx="10">
                  <c:v>4.41</c:v>
                </c:pt>
                <c:pt idx="11">
                  <c:v>4.8600000000000003</c:v>
                </c:pt>
              </c:numCache>
            </c:numRef>
          </c:val>
          <c:extLst>
            <c:ext xmlns:c16="http://schemas.microsoft.com/office/drawing/2014/chart" uri="{C3380CC4-5D6E-409C-BE32-E72D297353CC}">
              <c16:uniqueId val="{00000000-0378-4C74-B93E-F856655B082D}"/>
            </c:ext>
          </c:extLst>
        </c:ser>
        <c:ser>
          <c:idx val="1"/>
          <c:order val="1"/>
          <c:tx>
            <c:strRef>
              <c:f>Sheet1!$C$1</c:f>
              <c:strCache>
                <c:ptCount val="1"/>
                <c:pt idx="0">
                  <c:v>Series 2</c:v>
                </c:pt>
              </c:strCache>
            </c:strRef>
          </c:tx>
          <c:spPr>
            <a:solidFill>
              <a:srgbClr val="722BC3"/>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8.2200000000000006</c:v>
                </c:pt>
                <c:pt idx="1">
                  <c:v>9.2100000000000009</c:v>
                </c:pt>
                <c:pt idx="2">
                  <c:v>10.11</c:v>
                </c:pt>
                <c:pt idx="3">
                  <c:v>11.06</c:v>
                </c:pt>
                <c:pt idx="4">
                  <c:v>11.33</c:v>
                </c:pt>
                <c:pt idx="5">
                  <c:v>11.83</c:v>
                </c:pt>
                <c:pt idx="6">
                  <c:v>12.58</c:v>
                </c:pt>
                <c:pt idx="7">
                  <c:v>13.03</c:v>
                </c:pt>
                <c:pt idx="8">
                  <c:v>13.43</c:v>
                </c:pt>
                <c:pt idx="9">
                  <c:v>14.14</c:v>
                </c:pt>
                <c:pt idx="10">
                  <c:v>14.47</c:v>
                </c:pt>
                <c:pt idx="11">
                  <c:v>15.34</c:v>
                </c:pt>
              </c:numCache>
            </c:numRef>
          </c:val>
          <c:extLst>
            <c:ext xmlns:c16="http://schemas.microsoft.com/office/drawing/2014/chart" uri="{C3380CC4-5D6E-409C-BE32-E72D297353CC}">
              <c16:uniqueId val="{00000001-0378-4C74-B93E-F856655B082D}"/>
            </c:ext>
          </c:extLst>
        </c:ser>
        <c:ser>
          <c:idx val="2"/>
          <c:order val="2"/>
          <c:tx>
            <c:strRef>
              <c:f>Sheet1!$D$1</c:f>
              <c:strCache>
                <c:ptCount val="1"/>
                <c:pt idx="0">
                  <c:v>Series 3</c:v>
                </c:pt>
              </c:strCache>
            </c:strRef>
          </c:tx>
          <c:spPr>
            <a:solidFill>
              <a:srgbClr val="ACC4FE"/>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2.5</c:v>
                </c:pt>
                <c:pt idx="1">
                  <c:v>3.37</c:v>
                </c:pt>
                <c:pt idx="2">
                  <c:v>3.68</c:v>
                </c:pt>
                <c:pt idx="3">
                  <c:v>4.38</c:v>
                </c:pt>
                <c:pt idx="4">
                  <c:v>4.5199999999999996</c:v>
                </c:pt>
                <c:pt idx="5">
                  <c:v>4.5199999999999996</c:v>
                </c:pt>
                <c:pt idx="6">
                  <c:v>5.01</c:v>
                </c:pt>
                <c:pt idx="7">
                  <c:v>5.64</c:v>
                </c:pt>
                <c:pt idx="8">
                  <c:v>5.91</c:v>
                </c:pt>
                <c:pt idx="9">
                  <c:v>6.79</c:v>
                </c:pt>
                <c:pt idx="10">
                  <c:v>7.11</c:v>
                </c:pt>
                <c:pt idx="11">
                  <c:v>7.27</c:v>
                </c:pt>
              </c:numCache>
            </c:numRef>
          </c:val>
          <c:extLst>
            <c:ext xmlns:c16="http://schemas.microsoft.com/office/drawing/2014/chart" uri="{C3380CC4-5D6E-409C-BE32-E72D297353CC}">
              <c16:uniqueId val="{00000002-0378-4C74-B93E-F856655B082D}"/>
            </c:ext>
          </c:extLst>
        </c:ser>
        <c:ser>
          <c:idx val="3"/>
          <c:order val="3"/>
          <c:tx>
            <c:strRef>
              <c:f>Sheet1!$E$1</c:f>
              <c:strCache>
                <c:ptCount val="1"/>
                <c:pt idx="0">
                  <c:v>Series 4</c:v>
                </c:pt>
              </c:strCache>
            </c:strRef>
          </c:tx>
          <c:spPr>
            <a:solidFill>
              <a:srgbClr val="EF80BB"/>
            </a:solidFill>
            <a:ln w="6350">
              <a:noFill/>
            </a:ln>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6.46</c:v>
                </c:pt>
                <c:pt idx="1">
                  <c:v>7.4</c:v>
                </c:pt>
                <c:pt idx="2">
                  <c:v>7.51</c:v>
                </c:pt>
                <c:pt idx="3">
                  <c:v>7.54</c:v>
                </c:pt>
                <c:pt idx="4">
                  <c:v>8.36</c:v>
                </c:pt>
                <c:pt idx="5">
                  <c:v>8.5399999999999991</c:v>
                </c:pt>
                <c:pt idx="6">
                  <c:v>9.0500000000000007</c:v>
                </c:pt>
                <c:pt idx="7">
                  <c:v>9.77</c:v>
                </c:pt>
                <c:pt idx="8">
                  <c:v>10.39</c:v>
                </c:pt>
                <c:pt idx="9">
                  <c:v>10.6</c:v>
                </c:pt>
                <c:pt idx="10">
                  <c:v>11.35</c:v>
                </c:pt>
                <c:pt idx="11">
                  <c:v>11.99</c:v>
                </c:pt>
              </c:numCache>
            </c:numRef>
          </c:val>
          <c:extLst>
            <c:ext xmlns:c16="http://schemas.microsoft.com/office/drawing/2014/chart" uri="{C3380CC4-5D6E-409C-BE32-E72D297353CC}">
              <c16:uniqueId val="{00000003-0378-4C74-B93E-F856655B082D}"/>
            </c:ext>
          </c:extLst>
        </c:ser>
        <c:dLbls>
          <c:showLegendKey val="0"/>
          <c:showVal val="0"/>
          <c:showCatName val="0"/>
          <c:showSerName val="0"/>
          <c:showPercent val="0"/>
          <c:showBubbleSize val="0"/>
        </c:dLbls>
        <c:gapWidth val="119"/>
        <c:axId val="546558504"/>
        <c:axId val="546558896"/>
      </c:barChart>
      <c:catAx>
        <c:axId val="546558504"/>
        <c:scaling>
          <c:orientation val="minMax"/>
        </c:scaling>
        <c:delete val="0"/>
        <c:axPos val="l"/>
        <c:numFmt formatCode="General" sourceLinked="1"/>
        <c:majorTickMark val="out"/>
        <c:minorTickMark val="none"/>
        <c:tickLblPos val="nextTo"/>
        <c:spPr>
          <a:ln w="6350">
            <a:solidFill>
              <a:srgbClr val="D2D1D9"/>
            </a:solidFill>
            <a:prstDash val="solid"/>
          </a:ln>
        </c:spPr>
        <c:txPr>
          <a:bodyPr rot="0" vert="horz"/>
          <a:lstStyle/>
          <a:p>
            <a:pPr>
              <a:defRPr/>
            </a:pPr>
            <a:endParaRPr lang="en-US"/>
          </a:p>
        </c:txPr>
        <c:crossAx val="546558896"/>
        <c:crosses val="autoZero"/>
        <c:auto val="1"/>
        <c:lblAlgn val="ctr"/>
        <c:lblOffset val="100"/>
        <c:tickLblSkip val="1"/>
        <c:tickMarkSkip val="1"/>
        <c:noMultiLvlLbl val="0"/>
      </c:catAx>
      <c:valAx>
        <c:axId val="546558896"/>
        <c:scaling>
          <c:orientation val="minMax"/>
        </c:scaling>
        <c:delete val="0"/>
        <c:axPos val="b"/>
        <c:majorGridlines>
          <c:spPr>
            <a:ln w="6350">
              <a:solidFill>
                <a:schemeClr val="bg1">
                  <a:lumMod val="95000"/>
                </a:schemeClr>
              </a:solidFill>
              <a:prstDash val="solid"/>
            </a:ln>
          </c:spPr>
        </c:majorGridlines>
        <c:numFmt formatCode="General" sourceLinked="1"/>
        <c:majorTickMark val="out"/>
        <c:minorTickMark val="none"/>
        <c:tickLblPos val="nextTo"/>
        <c:spPr>
          <a:ln w="6350">
            <a:solidFill>
              <a:srgbClr val="D2D1D9"/>
            </a:solidFill>
          </a:ln>
        </c:spPr>
        <c:txPr>
          <a:bodyPr rot="0" vert="horz"/>
          <a:lstStyle/>
          <a:p>
            <a:pPr>
              <a:defRPr/>
            </a:pPr>
            <a:endParaRPr lang="en-US"/>
          </a:p>
        </c:txPr>
        <c:crossAx val="546558504"/>
        <c:crosses val="autoZero"/>
        <c:crossBetween val="between"/>
      </c:valAx>
      <c:spPr>
        <a:noFill/>
        <a:ln w="22931">
          <a:noFill/>
        </a:ln>
      </c:spPr>
    </c:plotArea>
    <c:plotVisOnly val="1"/>
    <c:dispBlanksAs val="gap"/>
    <c:showDLblsOverMax val="0"/>
  </c:chart>
  <c:spPr>
    <a:noFill/>
    <a:ln>
      <a:noFill/>
    </a:ln>
  </c:spPr>
  <c:txPr>
    <a:bodyPr/>
    <a:lstStyle/>
    <a:p>
      <a:pPr>
        <a:defRPr sz="1000" b="0" i="0" u="none" strike="noStrike" baseline="0">
          <a:solidFill>
            <a:schemeClr val="tx1"/>
          </a:solidFill>
          <a:latin typeface="+mn-lt"/>
          <a:ea typeface="Trebuchet MS"/>
          <a:cs typeface="Trebuchet M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06561870893955E-2"/>
          <c:y val="8.8815225866910028E-2"/>
          <c:w val="0.94438687625821205"/>
          <c:h val="0.91118477413308996"/>
        </c:manualLayout>
      </c:layout>
      <c:barChart>
        <c:barDir val="bar"/>
        <c:grouping val="clustered"/>
        <c:varyColors val="0"/>
        <c:ser>
          <c:idx val="0"/>
          <c:order val="0"/>
          <c:tx>
            <c:strRef>
              <c:f>Лист1!$B$1</c:f>
              <c:strCache>
                <c:ptCount val="1"/>
                <c:pt idx="0">
                  <c:v>Ряд 1</c:v>
                </c:pt>
              </c:strCache>
            </c:strRef>
          </c:tx>
          <c:spPr>
            <a:solidFill>
              <a:srgbClr val="ECB5E5"/>
            </a:solidFill>
            <a:ln>
              <a:noFill/>
            </a:ln>
            <a:effectLst/>
          </c:spPr>
          <c:invertIfNegative val="0"/>
          <c:dPt>
            <c:idx val="0"/>
            <c:invertIfNegative val="0"/>
            <c:bubble3D val="0"/>
            <c:spPr>
              <a:solidFill>
                <a:srgbClr val="EF80BB"/>
              </a:solidFill>
              <a:ln>
                <a:noFill/>
              </a:ln>
              <a:effectLst/>
            </c:spPr>
            <c:extLst>
              <c:ext xmlns:c16="http://schemas.microsoft.com/office/drawing/2014/chart" uri="{C3380CC4-5D6E-409C-BE32-E72D297353CC}">
                <c16:uniqueId val="{00000001-DCB4-4CBD-8BC3-665B1275C709}"/>
              </c:ext>
            </c:extLst>
          </c:dPt>
          <c:cat>
            <c:strRef>
              <c:f>Лист1!$A$2</c:f>
              <c:strCache>
                <c:ptCount val="1"/>
                <c:pt idx="0">
                  <c:v>Категория 1</c:v>
                </c:pt>
              </c:strCache>
            </c:strRef>
          </c:cat>
          <c:val>
            <c:numRef>
              <c:f>Лист1!$B$2</c:f>
              <c:numCache>
                <c:formatCode>General</c:formatCode>
                <c:ptCount val="1"/>
                <c:pt idx="0">
                  <c:v>-88</c:v>
                </c:pt>
              </c:numCache>
            </c:numRef>
          </c:val>
          <c:extLst>
            <c:ext xmlns:c16="http://schemas.microsoft.com/office/drawing/2014/chart" uri="{C3380CC4-5D6E-409C-BE32-E72D297353CC}">
              <c16:uniqueId val="{00000002-DCB4-4CBD-8BC3-665B1275C709}"/>
            </c:ext>
          </c:extLst>
        </c:ser>
        <c:ser>
          <c:idx val="1"/>
          <c:order val="1"/>
          <c:tx>
            <c:strRef>
              <c:f>Лист1!$C$1</c:f>
              <c:strCache>
                <c:ptCount val="1"/>
                <c:pt idx="0">
                  <c:v>Ряд 2</c:v>
                </c:pt>
              </c:strCache>
            </c:strRef>
          </c:tx>
          <c:spPr>
            <a:solidFill>
              <a:schemeClr val="accent6"/>
            </a:solidFill>
            <a:ln>
              <a:noFill/>
            </a:ln>
            <a:effectLst/>
          </c:spPr>
          <c:invertIfNegative val="0"/>
          <c:cat>
            <c:strRef>
              <c:f>Лист1!$A$2</c:f>
              <c:strCache>
                <c:ptCount val="1"/>
                <c:pt idx="0">
                  <c:v>Категория 1</c:v>
                </c:pt>
              </c:strCache>
            </c:strRef>
          </c:cat>
          <c:val>
            <c:numRef>
              <c:f>Лист1!$C$2</c:f>
              <c:numCache>
                <c:formatCode>General</c:formatCode>
                <c:ptCount val="1"/>
                <c:pt idx="0">
                  <c:v>-32</c:v>
                </c:pt>
              </c:numCache>
            </c:numRef>
          </c:val>
          <c:extLst>
            <c:ext xmlns:c16="http://schemas.microsoft.com/office/drawing/2014/chart" uri="{C3380CC4-5D6E-409C-BE32-E72D297353CC}">
              <c16:uniqueId val="{00000003-DCB4-4CBD-8BC3-665B1275C709}"/>
            </c:ext>
          </c:extLst>
        </c:ser>
        <c:dLbls>
          <c:showLegendKey val="0"/>
          <c:showVal val="0"/>
          <c:showCatName val="0"/>
          <c:showSerName val="0"/>
          <c:showPercent val="0"/>
          <c:showBubbleSize val="0"/>
        </c:dLbls>
        <c:gapWidth val="250"/>
        <c:overlap val="-60"/>
        <c:axId val="546242159"/>
        <c:axId val="666651695"/>
      </c:barChart>
      <c:catAx>
        <c:axId val="546242159"/>
        <c:scaling>
          <c:orientation val="minMax"/>
        </c:scaling>
        <c:delete val="1"/>
        <c:axPos val="l"/>
        <c:numFmt formatCode="General" sourceLinked="1"/>
        <c:majorTickMark val="out"/>
        <c:minorTickMark val="none"/>
        <c:tickLblPos val="nextTo"/>
        <c:crossAx val="666651695"/>
        <c:crosses val="autoZero"/>
        <c:auto val="1"/>
        <c:lblAlgn val="ctr"/>
        <c:lblOffset val="100"/>
        <c:noMultiLvlLbl val="0"/>
      </c:catAx>
      <c:valAx>
        <c:axId val="666651695"/>
        <c:scaling>
          <c:orientation val="minMax"/>
        </c:scaling>
        <c:delete val="1"/>
        <c:axPos val="b"/>
        <c:numFmt formatCode="General" sourceLinked="1"/>
        <c:majorTickMark val="out"/>
        <c:minorTickMark val="none"/>
        <c:tickLblPos val="nextTo"/>
        <c:crossAx val="54624215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06561870893955E-2"/>
          <c:y val="8.8815225866910028E-2"/>
          <c:w val="0.94438687625821205"/>
          <c:h val="0.91118477413308996"/>
        </c:manualLayout>
      </c:layout>
      <c:barChart>
        <c:barDir val="bar"/>
        <c:grouping val="clustered"/>
        <c:varyColors val="0"/>
        <c:ser>
          <c:idx val="0"/>
          <c:order val="0"/>
          <c:tx>
            <c:strRef>
              <c:f>Лист1!$B$1</c:f>
              <c:strCache>
                <c:ptCount val="1"/>
                <c:pt idx="0">
                  <c:v>Ряд 1</c:v>
                </c:pt>
              </c:strCache>
            </c:strRef>
          </c:tx>
          <c:spPr>
            <a:solidFill>
              <a:srgbClr val="7D70EF"/>
            </a:solidFill>
            <a:ln>
              <a:noFill/>
            </a:ln>
            <a:effectLst/>
          </c:spPr>
          <c:invertIfNegative val="0"/>
          <c:cat>
            <c:strRef>
              <c:f>Лист1!$A$2</c:f>
              <c:strCache>
                <c:ptCount val="1"/>
                <c:pt idx="0">
                  <c:v>Категория 1</c:v>
                </c:pt>
              </c:strCache>
            </c:strRef>
          </c:cat>
          <c:val>
            <c:numRef>
              <c:f>Лист1!$B$2</c:f>
              <c:numCache>
                <c:formatCode>General</c:formatCode>
                <c:ptCount val="1"/>
                <c:pt idx="0">
                  <c:v>80</c:v>
                </c:pt>
              </c:numCache>
            </c:numRef>
          </c:val>
          <c:extLst>
            <c:ext xmlns:c16="http://schemas.microsoft.com/office/drawing/2014/chart" uri="{C3380CC4-5D6E-409C-BE32-E72D297353CC}">
              <c16:uniqueId val="{00000000-8F20-448C-B734-297E6EE13B12}"/>
            </c:ext>
          </c:extLst>
        </c:ser>
        <c:ser>
          <c:idx val="1"/>
          <c:order val="1"/>
          <c:tx>
            <c:strRef>
              <c:f>Лист1!$C$1</c:f>
              <c:strCache>
                <c:ptCount val="1"/>
                <c:pt idx="0">
                  <c:v>Ряд 2</c:v>
                </c:pt>
              </c:strCache>
            </c:strRef>
          </c:tx>
          <c:spPr>
            <a:solidFill>
              <a:schemeClr val="accent6"/>
            </a:solidFill>
            <a:ln>
              <a:noFill/>
            </a:ln>
            <a:effectLst/>
          </c:spPr>
          <c:invertIfNegative val="0"/>
          <c:cat>
            <c:strRef>
              <c:f>Лист1!$A$2</c:f>
              <c:strCache>
                <c:ptCount val="1"/>
                <c:pt idx="0">
                  <c:v>Категория 1</c:v>
                </c:pt>
              </c:strCache>
            </c:strRef>
          </c:cat>
          <c:val>
            <c:numRef>
              <c:f>Лист1!$C$2</c:f>
              <c:numCache>
                <c:formatCode>General</c:formatCode>
                <c:ptCount val="1"/>
                <c:pt idx="0">
                  <c:v>100</c:v>
                </c:pt>
              </c:numCache>
            </c:numRef>
          </c:val>
          <c:extLst>
            <c:ext xmlns:c16="http://schemas.microsoft.com/office/drawing/2014/chart" uri="{C3380CC4-5D6E-409C-BE32-E72D297353CC}">
              <c16:uniqueId val="{00000001-8F20-448C-B734-297E6EE13B12}"/>
            </c:ext>
          </c:extLst>
        </c:ser>
        <c:dLbls>
          <c:showLegendKey val="0"/>
          <c:showVal val="0"/>
          <c:showCatName val="0"/>
          <c:showSerName val="0"/>
          <c:showPercent val="0"/>
          <c:showBubbleSize val="0"/>
        </c:dLbls>
        <c:gapWidth val="250"/>
        <c:overlap val="-60"/>
        <c:axId val="546242159"/>
        <c:axId val="666651695"/>
      </c:barChart>
      <c:catAx>
        <c:axId val="546242159"/>
        <c:scaling>
          <c:orientation val="minMax"/>
        </c:scaling>
        <c:delete val="1"/>
        <c:axPos val="l"/>
        <c:numFmt formatCode="General" sourceLinked="1"/>
        <c:majorTickMark val="out"/>
        <c:minorTickMark val="none"/>
        <c:tickLblPos val="nextTo"/>
        <c:crossAx val="666651695"/>
        <c:crosses val="autoZero"/>
        <c:auto val="1"/>
        <c:lblAlgn val="ctr"/>
        <c:lblOffset val="100"/>
        <c:noMultiLvlLbl val="0"/>
      </c:catAx>
      <c:valAx>
        <c:axId val="666651695"/>
        <c:scaling>
          <c:orientation val="minMax"/>
        </c:scaling>
        <c:delete val="1"/>
        <c:axPos val="b"/>
        <c:numFmt formatCode="General" sourceLinked="1"/>
        <c:majorTickMark val="out"/>
        <c:minorTickMark val="none"/>
        <c:tickLblPos val="nextTo"/>
        <c:crossAx val="54624215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331440303817463E-3"/>
          <c:y val="0.11043220583785289"/>
          <c:w val="0.98273371193923653"/>
          <c:h val="0.77234859565491454"/>
        </c:manualLayout>
      </c:layout>
      <c:barChart>
        <c:barDir val="col"/>
        <c:grouping val="clustered"/>
        <c:varyColors val="0"/>
        <c:ser>
          <c:idx val="0"/>
          <c:order val="0"/>
          <c:tx>
            <c:strRef>
              <c:f>Лист1!$B$1</c:f>
              <c:strCache>
                <c:ptCount val="1"/>
                <c:pt idx="0">
                  <c:v>Ряд 1</c:v>
                </c:pt>
              </c:strCache>
            </c:strRef>
          </c:tx>
          <c:spPr>
            <a:solidFill>
              <a:schemeClr val="accent6"/>
            </a:solidFill>
            <a:ln>
              <a:no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Лист1!$B$2:$B$13</c:f>
              <c:numCache>
                <c:formatCode>General</c:formatCode>
                <c:ptCount val="12"/>
                <c:pt idx="0">
                  <c:v>4.3</c:v>
                </c:pt>
                <c:pt idx="1">
                  <c:v>-1</c:v>
                </c:pt>
                <c:pt idx="2">
                  <c:v>-3.3</c:v>
                </c:pt>
                <c:pt idx="3">
                  <c:v>-3.3</c:v>
                </c:pt>
                <c:pt idx="4">
                  <c:v>4.2</c:v>
                </c:pt>
                <c:pt idx="5">
                  <c:v>4</c:v>
                </c:pt>
                <c:pt idx="6">
                  <c:v>-3</c:v>
                </c:pt>
                <c:pt idx="7">
                  <c:v>-2.65</c:v>
                </c:pt>
                <c:pt idx="8">
                  <c:v>-0.7</c:v>
                </c:pt>
                <c:pt idx="9">
                  <c:v>3</c:v>
                </c:pt>
                <c:pt idx="10">
                  <c:v>-0.8</c:v>
                </c:pt>
                <c:pt idx="11">
                  <c:v>-0.6</c:v>
                </c:pt>
              </c:numCache>
            </c:numRef>
          </c:val>
          <c:extLst>
            <c:ext xmlns:c16="http://schemas.microsoft.com/office/drawing/2014/chart" uri="{C3380CC4-5D6E-409C-BE32-E72D297353CC}">
              <c16:uniqueId val="{00000000-FBA9-4B29-BFE2-D51C7A733981}"/>
            </c:ext>
          </c:extLst>
        </c:ser>
        <c:ser>
          <c:idx val="1"/>
          <c:order val="1"/>
          <c:tx>
            <c:strRef>
              <c:f>Лист1!$C$1</c:f>
              <c:strCache>
                <c:ptCount val="1"/>
                <c:pt idx="0">
                  <c:v>Ряд 2</c:v>
                </c:pt>
              </c:strCache>
            </c:strRef>
          </c:tx>
          <c:spPr>
            <a:solidFill>
              <a:srgbClr val="EF80BB"/>
            </a:solidFill>
            <a:ln>
              <a:noFill/>
            </a:ln>
            <a:effectLst/>
          </c:spPr>
          <c:invertIfNegative val="0"/>
          <c:dPt>
            <c:idx val="0"/>
            <c:invertIfNegative val="0"/>
            <c:bubble3D val="0"/>
            <c:spPr>
              <a:solidFill>
                <a:srgbClr val="7D70EF"/>
              </a:solidFill>
              <a:ln>
                <a:noFill/>
              </a:ln>
              <a:effectLst/>
            </c:spPr>
            <c:extLst>
              <c:ext xmlns:c16="http://schemas.microsoft.com/office/drawing/2014/chart" uri="{C3380CC4-5D6E-409C-BE32-E72D297353CC}">
                <c16:uniqueId val="{00000002-FBA9-4B29-BFE2-D51C7A733981}"/>
              </c:ext>
            </c:extLst>
          </c:dPt>
          <c:dPt>
            <c:idx val="4"/>
            <c:invertIfNegative val="0"/>
            <c:bubble3D val="0"/>
            <c:spPr>
              <a:solidFill>
                <a:srgbClr val="7D70EF"/>
              </a:solidFill>
              <a:ln>
                <a:noFill/>
              </a:ln>
              <a:effectLst/>
            </c:spPr>
            <c:extLst>
              <c:ext xmlns:c16="http://schemas.microsoft.com/office/drawing/2014/chart" uri="{C3380CC4-5D6E-409C-BE32-E72D297353CC}">
                <c16:uniqueId val="{00000004-FBA9-4B29-BFE2-D51C7A733981}"/>
              </c:ext>
            </c:extLst>
          </c:dPt>
          <c:dPt>
            <c:idx val="5"/>
            <c:invertIfNegative val="0"/>
            <c:bubble3D val="0"/>
            <c:spPr>
              <a:solidFill>
                <a:srgbClr val="7D70EF"/>
              </a:solidFill>
              <a:ln>
                <a:noFill/>
              </a:ln>
              <a:effectLst/>
            </c:spPr>
            <c:extLst>
              <c:ext xmlns:c16="http://schemas.microsoft.com/office/drawing/2014/chart" uri="{C3380CC4-5D6E-409C-BE32-E72D297353CC}">
                <c16:uniqueId val="{00000006-FBA9-4B29-BFE2-D51C7A733981}"/>
              </c:ext>
            </c:extLst>
          </c:dPt>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Лист1!$C$2:$C$13</c:f>
              <c:numCache>
                <c:formatCode>General</c:formatCode>
                <c:ptCount val="12"/>
                <c:pt idx="0">
                  <c:v>1.4</c:v>
                </c:pt>
                <c:pt idx="1">
                  <c:v>-0.8</c:v>
                </c:pt>
                <c:pt idx="2">
                  <c:v>-0.2</c:v>
                </c:pt>
                <c:pt idx="3">
                  <c:v>-0.2</c:v>
                </c:pt>
                <c:pt idx="4">
                  <c:v>3.7</c:v>
                </c:pt>
                <c:pt idx="5">
                  <c:v>3.7</c:v>
                </c:pt>
                <c:pt idx="6">
                  <c:v>-2.6</c:v>
                </c:pt>
                <c:pt idx="7">
                  <c:v>-2.1</c:v>
                </c:pt>
                <c:pt idx="8">
                  <c:v>-1.7</c:v>
                </c:pt>
                <c:pt idx="9">
                  <c:v>-3</c:v>
                </c:pt>
                <c:pt idx="10">
                  <c:v>-4.2</c:v>
                </c:pt>
                <c:pt idx="11">
                  <c:v>-0.9</c:v>
                </c:pt>
              </c:numCache>
            </c:numRef>
          </c:val>
          <c:extLst>
            <c:ext xmlns:c16="http://schemas.microsoft.com/office/drawing/2014/chart" uri="{C3380CC4-5D6E-409C-BE32-E72D297353CC}">
              <c16:uniqueId val="{00000007-FBA9-4B29-BFE2-D51C7A733981}"/>
            </c:ext>
          </c:extLst>
        </c:ser>
        <c:dLbls>
          <c:showLegendKey val="0"/>
          <c:showVal val="0"/>
          <c:showCatName val="0"/>
          <c:showSerName val="0"/>
          <c:showPercent val="0"/>
          <c:showBubbleSize val="0"/>
        </c:dLbls>
        <c:gapWidth val="50"/>
        <c:axId val="667025295"/>
        <c:axId val="667023855"/>
      </c:barChart>
      <c:catAx>
        <c:axId val="667025295"/>
        <c:scaling>
          <c:orientation val="minMax"/>
        </c:scaling>
        <c:delete val="0"/>
        <c:axPos val="b"/>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alpha val="45000"/>
                  </a:schemeClr>
                </a:solidFill>
                <a:latin typeface="+mn-lt"/>
                <a:ea typeface="+mn-ea"/>
                <a:cs typeface="+mn-cs"/>
              </a:defRPr>
            </a:pPr>
            <a:endParaRPr lang="en-US"/>
          </a:p>
        </c:txPr>
        <c:crossAx val="667023855"/>
        <c:crosses val="autoZero"/>
        <c:auto val="1"/>
        <c:lblAlgn val="ctr"/>
        <c:lblOffset val="100"/>
        <c:noMultiLvlLbl val="0"/>
      </c:catAx>
      <c:valAx>
        <c:axId val="66702385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66702529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331440303817463E-3"/>
          <c:y val="0.11043220583785289"/>
          <c:w val="0.98273371193923653"/>
          <c:h val="0.77234859565491454"/>
        </c:manualLayout>
      </c:layout>
      <c:barChart>
        <c:barDir val="col"/>
        <c:grouping val="clustered"/>
        <c:varyColors val="0"/>
        <c:ser>
          <c:idx val="0"/>
          <c:order val="0"/>
          <c:tx>
            <c:strRef>
              <c:f>Лист1!$B$1</c:f>
              <c:strCache>
                <c:ptCount val="1"/>
                <c:pt idx="0">
                  <c:v>Ряд 1</c:v>
                </c:pt>
              </c:strCache>
            </c:strRef>
          </c:tx>
          <c:spPr>
            <a:solidFill>
              <a:schemeClr val="accent6"/>
            </a:solidFill>
            <a:ln>
              <a:no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Лист1!$B$2:$B$13</c:f>
              <c:numCache>
                <c:formatCode>General</c:formatCode>
                <c:ptCount val="12"/>
                <c:pt idx="0">
                  <c:v>1.5</c:v>
                </c:pt>
                <c:pt idx="1">
                  <c:v>1.1499999999999999</c:v>
                </c:pt>
                <c:pt idx="2">
                  <c:v>1.1499999999999999</c:v>
                </c:pt>
                <c:pt idx="3">
                  <c:v>1.1499999999999999</c:v>
                </c:pt>
                <c:pt idx="4">
                  <c:v>1.3</c:v>
                </c:pt>
                <c:pt idx="5">
                  <c:v>1.45</c:v>
                </c:pt>
                <c:pt idx="6">
                  <c:v>0.85</c:v>
                </c:pt>
                <c:pt idx="7">
                  <c:v>0.9</c:v>
                </c:pt>
                <c:pt idx="8">
                  <c:v>1.1000000000000001</c:v>
                </c:pt>
                <c:pt idx="9">
                  <c:v>1.62</c:v>
                </c:pt>
                <c:pt idx="10">
                  <c:v>1.1499999999999999</c:v>
                </c:pt>
                <c:pt idx="11">
                  <c:v>1.22</c:v>
                </c:pt>
              </c:numCache>
            </c:numRef>
          </c:val>
          <c:extLst>
            <c:ext xmlns:c16="http://schemas.microsoft.com/office/drawing/2014/chart" uri="{C3380CC4-5D6E-409C-BE32-E72D297353CC}">
              <c16:uniqueId val="{00000000-711D-494A-AF11-8BF44248B7CD}"/>
            </c:ext>
          </c:extLst>
        </c:ser>
        <c:ser>
          <c:idx val="1"/>
          <c:order val="1"/>
          <c:tx>
            <c:strRef>
              <c:f>Лист1!$C$1</c:f>
              <c:strCache>
                <c:ptCount val="1"/>
                <c:pt idx="0">
                  <c:v>Ряд 2</c:v>
                </c:pt>
              </c:strCache>
            </c:strRef>
          </c:tx>
          <c:spPr>
            <a:solidFill>
              <a:srgbClr val="7D70EF"/>
            </a:solidFill>
            <a:ln>
              <a:no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Лист1!$C$2:$C$13</c:f>
              <c:numCache>
                <c:formatCode>General</c:formatCode>
                <c:ptCount val="12"/>
                <c:pt idx="0">
                  <c:v>1.05</c:v>
                </c:pt>
                <c:pt idx="1">
                  <c:v>0.95</c:v>
                </c:pt>
                <c:pt idx="2">
                  <c:v>0.95</c:v>
                </c:pt>
                <c:pt idx="3">
                  <c:v>1</c:v>
                </c:pt>
                <c:pt idx="4">
                  <c:v>1.2</c:v>
                </c:pt>
                <c:pt idx="5">
                  <c:v>1.9</c:v>
                </c:pt>
                <c:pt idx="6">
                  <c:v>0.8</c:v>
                </c:pt>
                <c:pt idx="7">
                  <c:v>0.95</c:v>
                </c:pt>
                <c:pt idx="8">
                  <c:v>1</c:v>
                </c:pt>
                <c:pt idx="9">
                  <c:v>0.95</c:v>
                </c:pt>
                <c:pt idx="10">
                  <c:v>0.85</c:v>
                </c:pt>
                <c:pt idx="11">
                  <c:v>1.22</c:v>
                </c:pt>
              </c:numCache>
            </c:numRef>
          </c:val>
          <c:extLst>
            <c:ext xmlns:c16="http://schemas.microsoft.com/office/drawing/2014/chart" uri="{C3380CC4-5D6E-409C-BE32-E72D297353CC}">
              <c16:uniqueId val="{00000001-711D-494A-AF11-8BF44248B7CD}"/>
            </c:ext>
          </c:extLst>
        </c:ser>
        <c:dLbls>
          <c:showLegendKey val="0"/>
          <c:showVal val="0"/>
          <c:showCatName val="0"/>
          <c:showSerName val="0"/>
          <c:showPercent val="0"/>
          <c:showBubbleSize val="0"/>
        </c:dLbls>
        <c:gapWidth val="50"/>
        <c:axId val="667025295"/>
        <c:axId val="667023855"/>
      </c:barChart>
      <c:catAx>
        <c:axId val="667025295"/>
        <c:scaling>
          <c:orientation val="minMax"/>
        </c:scaling>
        <c:delete val="0"/>
        <c:axPos val="b"/>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alpha val="45000"/>
                  </a:schemeClr>
                </a:solidFill>
                <a:latin typeface="+mn-lt"/>
                <a:ea typeface="+mn-ea"/>
                <a:cs typeface="+mn-cs"/>
              </a:defRPr>
            </a:pPr>
            <a:endParaRPr lang="en-US"/>
          </a:p>
        </c:txPr>
        <c:crossAx val="667023855"/>
        <c:crosses val="autoZero"/>
        <c:auto val="1"/>
        <c:lblAlgn val="ctr"/>
        <c:lblOffset val="100"/>
        <c:noMultiLvlLbl val="0"/>
      </c:catAx>
      <c:valAx>
        <c:axId val="66702385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6670252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06561870893955E-2"/>
          <c:y val="8.8815225866910028E-2"/>
          <c:w val="0.94438687625821205"/>
          <c:h val="0.91118477413308996"/>
        </c:manualLayout>
      </c:layout>
      <c:barChart>
        <c:barDir val="bar"/>
        <c:grouping val="clustered"/>
        <c:varyColors val="0"/>
        <c:ser>
          <c:idx val="0"/>
          <c:order val="0"/>
          <c:tx>
            <c:strRef>
              <c:f>Лист1!$B$1</c:f>
              <c:strCache>
                <c:ptCount val="1"/>
                <c:pt idx="0">
                  <c:v>Ряд 1</c:v>
                </c:pt>
              </c:strCache>
            </c:strRef>
          </c:tx>
          <c:spPr>
            <a:solidFill>
              <a:srgbClr val="8F0D6B"/>
            </a:solidFill>
            <a:ln>
              <a:noFill/>
            </a:ln>
            <a:effectLst/>
          </c:spPr>
          <c:invertIfNegative val="0"/>
          <c:dPt>
            <c:idx val="0"/>
            <c:invertIfNegative val="0"/>
            <c:bubble3D val="0"/>
            <c:spPr>
              <a:solidFill>
                <a:srgbClr val="8F0D6B"/>
              </a:solidFill>
              <a:ln>
                <a:noFill/>
              </a:ln>
              <a:effectLst/>
            </c:spPr>
            <c:extLst>
              <c:ext xmlns:c16="http://schemas.microsoft.com/office/drawing/2014/chart" uri="{C3380CC4-5D6E-409C-BE32-E72D297353CC}">
                <c16:uniqueId val="{00000001-DCB4-4CBD-8BC3-665B1275C709}"/>
              </c:ext>
            </c:extLst>
          </c:dPt>
          <c:cat>
            <c:strRef>
              <c:f>Лист1!$A$2</c:f>
              <c:strCache>
                <c:ptCount val="1"/>
                <c:pt idx="0">
                  <c:v>Категория 1</c:v>
                </c:pt>
              </c:strCache>
            </c:strRef>
          </c:cat>
          <c:val>
            <c:numRef>
              <c:f>Лист1!$B$2</c:f>
              <c:numCache>
                <c:formatCode>General</c:formatCode>
                <c:ptCount val="1"/>
                <c:pt idx="0">
                  <c:v>-88</c:v>
                </c:pt>
              </c:numCache>
            </c:numRef>
          </c:val>
          <c:extLst>
            <c:ext xmlns:c16="http://schemas.microsoft.com/office/drawing/2014/chart" uri="{C3380CC4-5D6E-409C-BE32-E72D297353CC}">
              <c16:uniqueId val="{00000002-DCB4-4CBD-8BC3-665B1275C709}"/>
            </c:ext>
          </c:extLst>
        </c:ser>
        <c:ser>
          <c:idx val="1"/>
          <c:order val="1"/>
          <c:tx>
            <c:strRef>
              <c:f>Лист1!$C$1</c:f>
              <c:strCache>
                <c:ptCount val="1"/>
                <c:pt idx="0">
                  <c:v>Ряд 2</c:v>
                </c:pt>
              </c:strCache>
            </c:strRef>
          </c:tx>
          <c:spPr>
            <a:solidFill>
              <a:srgbClr val="F9CCE4"/>
            </a:solidFill>
            <a:ln>
              <a:noFill/>
            </a:ln>
            <a:effectLst/>
          </c:spPr>
          <c:invertIfNegative val="0"/>
          <c:cat>
            <c:strRef>
              <c:f>Лист1!$A$2</c:f>
              <c:strCache>
                <c:ptCount val="1"/>
                <c:pt idx="0">
                  <c:v>Категория 1</c:v>
                </c:pt>
              </c:strCache>
            </c:strRef>
          </c:cat>
          <c:val>
            <c:numRef>
              <c:f>Лист1!$C$2</c:f>
              <c:numCache>
                <c:formatCode>General</c:formatCode>
                <c:ptCount val="1"/>
                <c:pt idx="0">
                  <c:v>-32</c:v>
                </c:pt>
              </c:numCache>
            </c:numRef>
          </c:val>
          <c:extLst>
            <c:ext xmlns:c16="http://schemas.microsoft.com/office/drawing/2014/chart" uri="{C3380CC4-5D6E-409C-BE32-E72D297353CC}">
              <c16:uniqueId val="{00000003-DCB4-4CBD-8BC3-665B1275C709}"/>
            </c:ext>
          </c:extLst>
        </c:ser>
        <c:dLbls>
          <c:showLegendKey val="0"/>
          <c:showVal val="0"/>
          <c:showCatName val="0"/>
          <c:showSerName val="0"/>
          <c:showPercent val="0"/>
          <c:showBubbleSize val="0"/>
        </c:dLbls>
        <c:gapWidth val="250"/>
        <c:overlap val="-60"/>
        <c:axId val="546242159"/>
        <c:axId val="666651695"/>
      </c:barChart>
      <c:catAx>
        <c:axId val="546242159"/>
        <c:scaling>
          <c:orientation val="minMax"/>
        </c:scaling>
        <c:delete val="1"/>
        <c:axPos val="l"/>
        <c:numFmt formatCode="General" sourceLinked="1"/>
        <c:majorTickMark val="out"/>
        <c:minorTickMark val="none"/>
        <c:tickLblPos val="nextTo"/>
        <c:crossAx val="666651695"/>
        <c:crosses val="autoZero"/>
        <c:auto val="1"/>
        <c:lblAlgn val="ctr"/>
        <c:lblOffset val="100"/>
        <c:noMultiLvlLbl val="0"/>
      </c:catAx>
      <c:valAx>
        <c:axId val="666651695"/>
        <c:scaling>
          <c:orientation val="minMax"/>
        </c:scaling>
        <c:delete val="1"/>
        <c:axPos val="b"/>
        <c:numFmt formatCode="General" sourceLinked="1"/>
        <c:majorTickMark val="out"/>
        <c:minorTickMark val="none"/>
        <c:tickLblPos val="nextTo"/>
        <c:crossAx val="54624215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06561870893955E-2"/>
          <c:y val="8.8815225866910028E-2"/>
          <c:w val="0.94438687625821205"/>
          <c:h val="0.91118477413308996"/>
        </c:manualLayout>
      </c:layout>
      <c:barChart>
        <c:barDir val="bar"/>
        <c:grouping val="clustered"/>
        <c:varyColors val="0"/>
        <c:ser>
          <c:idx val="0"/>
          <c:order val="0"/>
          <c:tx>
            <c:strRef>
              <c:f>Лист1!$B$1</c:f>
              <c:strCache>
                <c:ptCount val="1"/>
                <c:pt idx="0">
                  <c:v>Ряд 1</c:v>
                </c:pt>
              </c:strCache>
            </c:strRef>
          </c:tx>
          <c:spPr>
            <a:solidFill>
              <a:srgbClr val="8F0D6B"/>
            </a:solidFill>
            <a:ln>
              <a:noFill/>
            </a:ln>
            <a:effectLst/>
          </c:spPr>
          <c:invertIfNegative val="0"/>
          <c:cat>
            <c:strRef>
              <c:f>Лист1!$A$2</c:f>
              <c:strCache>
                <c:ptCount val="1"/>
                <c:pt idx="0">
                  <c:v>Категория 1</c:v>
                </c:pt>
              </c:strCache>
            </c:strRef>
          </c:cat>
          <c:val>
            <c:numRef>
              <c:f>Лист1!$B$2</c:f>
              <c:numCache>
                <c:formatCode>General</c:formatCode>
                <c:ptCount val="1"/>
                <c:pt idx="0">
                  <c:v>80</c:v>
                </c:pt>
              </c:numCache>
            </c:numRef>
          </c:val>
          <c:extLst>
            <c:ext xmlns:c16="http://schemas.microsoft.com/office/drawing/2014/chart" uri="{C3380CC4-5D6E-409C-BE32-E72D297353CC}">
              <c16:uniqueId val="{00000000-8F20-448C-B734-297E6EE13B12}"/>
            </c:ext>
          </c:extLst>
        </c:ser>
        <c:ser>
          <c:idx val="1"/>
          <c:order val="1"/>
          <c:tx>
            <c:strRef>
              <c:f>Лист1!$C$1</c:f>
              <c:strCache>
                <c:ptCount val="1"/>
                <c:pt idx="0">
                  <c:v>Ряд 2</c:v>
                </c:pt>
              </c:strCache>
            </c:strRef>
          </c:tx>
          <c:spPr>
            <a:solidFill>
              <a:srgbClr val="F9CCE4"/>
            </a:solidFill>
            <a:ln>
              <a:noFill/>
            </a:ln>
            <a:effectLst/>
          </c:spPr>
          <c:invertIfNegative val="0"/>
          <c:cat>
            <c:strRef>
              <c:f>Лист1!$A$2</c:f>
              <c:strCache>
                <c:ptCount val="1"/>
                <c:pt idx="0">
                  <c:v>Категория 1</c:v>
                </c:pt>
              </c:strCache>
            </c:strRef>
          </c:cat>
          <c:val>
            <c:numRef>
              <c:f>Лист1!$C$2</c:f>
              <c:numCache>
                <c:formatCode>General</c:formatCode>
                <c:ptCount val="1"/>
                <c:pt idx="0">
                  <c:v>100</c:v>
                </c:pt>
              </c:numCache>
            </c:numRef>
          </c:val>
          <c:extLst>
            <c:ext xmlns:c16="http://schemas.microsoft.com/office/drawing/2014/chart" uri="{C3380CC4-5D6E-409C-BE32-E72D297353CC}">
              <c16:uniqueId val="{00000001-8F20-448C-B734-297E6EE13B12}"/>
            </c:ext>
          </c:extLst>
        </c:ser>
        <c:dLbls>
          <c:showLegendKey val="0"/>
          <c:showVal val="0"/>
          <c:showCatName val="0"/>
          <c:showSerName val="0"/>
          <c:showPercent val="0"/>
          <c:showBubbleSize val="0"/>
        </c:dLbls>
        <c:gapWidth val="250"/>
        <c:overlap val="-60"/>
        <c:axId val="546242159"/>
        <c:axId val="666651695"/>
      </c:barChart>
      <c:catAx>
        <c:axId val="546242159"/>
        <c:scaling>
          <c:orientation val="minMax"/>
        </c:scaling>
        <c:delete val="1"/>
        <c:axPos val="l"/>
        <c:numFmt formatCode="General" sourceLinked="1"/>
        <c:majorTickMark val="out"/>
        <c:minorTickMark val="none"/>
        <c:tickLblPos val="nextTo"/>
        <c:crossAx val="666651695"/>
        <c:crosses val="autoZero"/>
        <c:auto val="1"/>
        <c:lblAlgn val="ctr"/>
        <c:lblOffset val="100"/>
        <c:noMultiLvlLbl val="0"/>
      </c:catAx>
      <c:valAx>
        <c:axId val="666651695"/>
        <c:scaling>
          <c:orientation val="minMax"/>
        </c:scaling>
        <c:delete val="1"/>
        <c:axPos val="b"/>
        <c:numFmt formatCode="General" sourceLinked="1"/>
        <c:majorTickMark val="out"/>
        <c:minorTickMark val="none"/>
        <c:tickLblPos val="nextTo"/>
        <c:crossAx val="54624215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331440303817463E-3"/>
          <c:y val="0.11043220583785289"/>
          <c:w val="0.98273371193923653"/>
          <c:h val="0.77234859565491454"/>
        </c:manualLayout>
      </c:layout>
      <c:barChart>
        <c:barDir val="col"/>
        <c:grouping val="clustered"/>
        <c:varyColors val="0"/>
        <c:ser>
          <c:idx val="0"/>
          <c:order val="0"/>
          <c:tx>
            <c:strRef>
              <c:f>Лист1!$B$1</c:f>
              <c:strCache>
                <c:ptCount val="1"/>
                <c:pt idx="0">
                  <c:v>Ряд 1</c:v>
                </c:pt>
              </c:strCache>
            </c:strRef>
          </c:tx>
          <c:spPr>
            <a:solidFill>
              <a:srgbClr val="F9CCE4"/>
            </a:solidFill>
            <a:ln>
              <a:no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Лист1!$B$2:$B$13</c:f>
              <c:numCache>
                <c:formatCode>General</c:formatCode>
                <c:ptCount val="12"/>
                <c:pt idx="0">
                  <c:v>4.3</c:v>
                </c:pt>
                <c:pt idx="1">
                  <c:v>-1</c:v>
                </c:pt>
                <c:pt idx="2">
                  <c:v>-3.3</c:v>
                </c:pt>
                <c:pt idx="3">
                  <c:v>-3.3</c:v>
                </c:pt>
                <c:pt idx="4">
                  <c:v>4.2</c:v>
                </c:pt>
                <c:pt idx="5">
                  <c:v>4</c:v>
                </c:pt>
                <c:pt idx="6">
                  <c:v>-3</c:v>
                </c:pt>
                <c:pt idx="7">
                  <c:v>-2.65</c:v>
                </c:pt>
                <c:pt idx="8">
                  <c:v>-0.7</c:v>
                </c:pt>
                <c:pt idx="9">
                  <c:v>3</c:v>
                </c:pt>
                <c:pt idx="10">
                  <c:v>-0.8</c:v>
                </c:pt>
                <c:pt idx="11">
                  <c:v>-0.6</c:v>
                </c:pt>
              </c:numCache>
            </c:numRef>
          </c:val>
          <c:extLst>
            <c:ext xmlns:c16="http://schemas.microsoft.com/office/drawing/2014/chart" uri="{C3380CC4-5D6E-409C-BE32-E72D297353CC}">
              <c16:uniqueId val="{00000000-FBA9-4B29-BFE2-D51C7A733981}"/>
            </c:ext>
          </c:extLst>
        </c:ser>
        <c:ser>
          <c:idx val="1"/>
          <c:order val="1"/>
          <c:tx>
            <c:strRef>
              <c:f>Лист1!$C$1</c:f>
              <c:strCache>
                <c:ptCount val="1"/>
                <c:pt idx="0">
                  <c:v>Ряд 2</c:v>
                </c:pt>
              </c:strCache>
            </c:strRef>
          </c:tx>
          <c:spPr>
            <a:solidFill>
              <a:srgbClr val="8F0D6B"/>
            </a:solidFill>
            <a:ln>
              <a:noFill/>
            </a:ln>
            <a:effectLst/>
          </c:spPr>
          <c:invertIfNegative val="0"/>
          <c:dPt>
            <c:idx val="0"/>
            <c:invertIfNegative val="0"/>
            <c:bubble3D val="0"/>
            <c:spPr>
              <a:solidFill>
                <a:srgbClr val="8F0D6B"/>
              </a:solidFill>
              <a:ln>
                <a:noFill/>
              </a:ln>
              <a:effectLst/>
            </c:spPr>
            <c:extLst>
              <c:ext xmlns:c16="http://schemas.microsoft.com/office/drawing/2014/chart" uri="{C3380CC4-5D6E-409C-BE32-E72D297353CC}">
                <c16:uniqueId val="{00000002-FBA9-4B29-BFE2-D51C7A733981}"/>
              </c:ext>
            </c:extLst>
          </c:dPt>
          <c:dPt>
            <c:idx val="4"/>
            <c:invertIfNegative val="0"/>
            <c:bubble3D val="0"/>
            <c:spPr>
              <a:solidFill>
                <a:srgbClr val="8F0D6B"/>
              </a:solidFill>
              <a:ln>
                <a:noFill/>
              </a:ln>
              <a:effectLst/>
            </c:spPr>
            <c:extLst>
              <c:ext xmlns:c16="http://schemas.microsoft.com/office/drawing/2014/chart" uri="{C3380CC4-5D6E-409C-BE32-E72D297353CC}">
                <c16:uniqueId val="{00000004-FBA9-4B29-BFE2-D51C7A733981}"/>
              </c:ext>
            </c:extLst>
          </c:dPt>
          <c:dPt>
            <c:idx val="5"/>
            <c:invertIfNegative val="0"/>
            <c:bubble3D val="0"/>
            <c:spPr>
              <a:solidFill>
                <a:srgbClr val="8F0D6B"/>
              </a:solidFill>
              <a:ln>
                <a:noFill/>
              </a:ln>
              <a:effectLst/>
            </c:spPr>
            <c:extLst>
              <c:ext xmlns:c16="http://schemas.microsoft.com/office/drawing/2014/chart" uri="{C3380CC4-5D6E-409C-BE32-E72D297353CC}">
                <c16:uniqueId val="{00000006-FBA9-4B29-BFE2-D51C7A733981}"/>
              </c:ext>
            </c:extLst>
          </c:dPt>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Лист1!$C$2:$C$13</c:f>
              <c:numCache>
                <c:formatCode>General</c:formatCode>
                <c:ptCount val="12"/>
                <c:pt idx="0">
                  <c:v>1.4</c:v>
                </c:pt>
                <c:pt idx="1">
                  <c:v>-0.8</c:v>
                </c:pt>
                <c:pt idx="2">
                  <c:v>-0.2</c:v>
                </c:pt>
                <c:pt idx="3">
                  <c:v>-0.2</c:v>
                </c:pt>
                <c:pt idx="4">
                  <c:v>3.7</c:v>
                </c:pt>
                <c:pt idx="5">
                  <c:v>3.7</c:v>
                </c:pt>
                <c:pt idx="6">
                  <c:v>-2.6</c:v>
                </c:pt>
                <c:pt idx="7">
                  <c:v>-2.1</c:v>
                </c:pt>
                <c:pt idx="8">
                  <c:v>-1.7</c:v>
                </c:pt>
                <c:pt idx="9">
                  <c:v>-3</c:v>
                </c:pt>
                <c:pt idx="10">
                  <c:v>-4.2</c:v>
                </c:pt>
                <c:pt idx="11">
                  <c:v>-0.9</c:v>
                </c:pt>
              </c:numCache>
            </c:numRef>
          </c:val>
          <c:extLst>
            <c:ext xmlns:c16="http://schemas.microsoft.com/office/drawing/2014/chart" uri="{C3380CC4-5D6E-409C-BE32-E72D297353CC}">
              <c16:uniqueId val="{00000007-FBA9-4B29-BFE2-D51C7A733981}"/>
            </c:ext>
          </c:extLst>
        </c:ser>
        <c:dLbls>
          <c:showLegendKey val="0"/>
          <c:showVal val="0"/>
          <c:showCatName val="0"/>
          <c:showSerName val="0"/>
          <c:showPercent val="0"/>
          <c:showBubbleSize val="0"/>
        </c:dLbls>
        <c:gapWidth val="50"/>
        <c:axId val="667025295"/>
        <c:axId val="667023855"/>
      </c:barChart>
      <c:catAx>
        <c:axId val="667025295"/>
        <c:scaling>
          <c:orientation val="minMax"/>
        </c:scaling>
        <c:delete val="0"/>
        <c:axPos val="b"/>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alpha val="45000"/>
                  </a:schemeClr>
                </a:solidFill>
                <a:latin typeface="+mn-lt"/>
                <a:ea typeface="+mn-ea"/>
                <a:cs typeface="+mn-cs"/>
              </a:defRPr>
            </a:pPr>
            <a:endParaRPr lang="en-US"/>
          </a:p>
        </c:txPr>
        <c:crossAx val="667023855"/>
        <c:crosses val="autoZero"/>
        <c:auto val="1"/>
        <c:lblAlgn val="ctr"/>
        <c:lblOffset val="100"/>
        <c:noMultiLvlLbl val="0"/>
      </c:catAx>
      <c:valAx>
        <c:axId val="66702385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66702529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331440303817463E-3"/>
          <c:y val="0.11043220583785289"/>
          <c:w val="0.98273371193923653"/>
          <c:h val="0.77234859565491454"/>
        </c:manualLayout>
      </c:layout>
      <c:barChart>
        <c:barDir val="col"/>
        <c:grouping val="clustered"/>
        <c:varyColors val="0"/>
        <c:ser>
          <c:idx val="0"/>
          <c:order val="0"/>
          <c:tx>
            <c:strRef>
              <c:f>Лист1!$B$1</c:f>
              <c:strCache>
                <c:ptCount val="1"/>
                <c:pt idx="0">
                  <c:v>Ряд 1</c:v>
                </c:pt>
              </c:strCache>
            </c:strRef>
          </c:tx>
          <c:spPr>
            <a:solidFill>
              <a:srgbClr val="F9CCE4"/>
            </a:solidFill>
            <a:ln>
              <a:no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Лист1!$B$2:$B$13</c:f>
              <c:numCache>
                <c:formatCode>General</c:formatCode>
                <c:ptCount val="12"/>
                <c:pt idx="0">
                  <c:v>1.5</c:v>
                </c:pt>
                <c:pt idx="1">
                  <c:v>1.1499999999999999</c:v>
                </c:pt>
                <c:pt idx="2">
                  <c:v>1.1499999999999999</c:v>
                </c:pt>
                <c:pt idx="3">
                  <c:v>1.1499999999999999</c:v>
                </c:pt>
                <c:pt idx="4">
                  <c:v>1.3</c:v>
                </c:pt>
                <c:pt idx="5">
                  <c:v>1.45</c:v>
                </c:pt>
                <c:pt idx="6">
                  <c:v>0.85</c:v>
                </c:pt>
                <c:pt idx="7">
                  <c:v>0.9</c:v>
                </c:pt>
                <c:pt idx="8">
                  <c:v>1.1000000000000001</c:v>
                </c:pt>
                <c:pt idx="9">
                  <c:v>1.62</c:v>
                </c:pt>
                <c:pt idx="10">
                  <c:v>1.1499999999999999</c:v>
                </c:pt>
                <c:pt idx="11">
                  <c:v>1.22</c:v>
                </c:pt>
              </c:numCache>
            </c:numRef>
          </c:val>
          <c:extLst>
            <c:ext xmlns:c16="http://schemas.microsoft.com/office/drawing/2014/chart" uri="{C3380CC4-5D6E-409C-BE32-E72D297353CC}">
              <c16:uniqueId val="{00000000-711D-494A-AF11-8BF44248B7CD}"/>
            </c:ext>
          </c:extLst>
        </c:ser>
        <c:ser>
          <c:idx val="1"/>
          <c:order val="1"/>
          <c:tx>
            <c:strRef>
              <c:f>Лист1!$C$1</c:f>
              <c:strCache>
                <c:ptCount val="1"/>
                <c:pt idx="0">
                  <c:v>Ряд 2</c:v>
                </c:pt>
              </c:strCache>
            </c:strRef>
          </c:tx>
          <c:spPr>
            <a:solidFill>
              <a:srgbClr val="8F0D6B"/>
            </a:solidFill>
            <a:ln>
              <a:solidFill>
                <a:srgbClr val="DDB6D3"/>
              </a:solid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Лист1!$C$2:$C$13</c:f>
              <c:numCache>
                <c:formatCode>General</c:formatCode>
                <c:ptCount val="12"/>
                <c:pt idx="0">
                  <c:v>1.05</c:v>
                </c:pt>
                <c:pt idx="1">
                  <c:v>0.95</c:v>
                </c:pt>
                <c:pt idx="2">
                  <c:v>0.95</c:v>
                </c:pt>
                <c:pt idx="3">
                  <c:v>1</c:v>
                </c:pt>
                <c:pt idx="4">
                  <c:v>1.2</c:v>
                </c:pt>
                <c:pt idx="5">
                  <c:v>1.9</c:v>
                </c:pt>
                <c:pt idx="6">
                  <c:v>0.8</c:v>
                </c:pt>
                <c:pt idx="7">
                  <c:v>0.95</c:v>
                </c:pt>
                <c:pt idx="8">
                  <c:v>1</c:v>
                </c:pt>
                <c:pt idx="9">
                  <c:v>0.95</c:v>
                </c:pt>
                <c:pt idx="10">
                  <c:v>0.85</c:v>
                </c:pt>
                <c:pt idx="11">
                  <c:v>1.22</c:v>
                </c:pt>
              </c:numCache>
            </c:numRef>
          </c:val>
          <c:extLst>
            <c:ext xmlns:c16="http://schemas.microsoft.com/office/drawing/2014/chart" uri="{C3380CC4-5D6E-409C-BE32-E72D297353CC}">
              <c16:uniqueId val="{00000001-711D-494A-AF11-8BF44248B7CD}"/>
            </c:ext>
          </c:extLst>
        </c:ser>
        <c:dLbls>
          <c:showLegendKey val="0"/>
          <c:showVal val="0"/>
          <c:showCatName val="0"/>
          <c:showSerName val="0"/>
          <c:showPercent val="0"/>
          <c:showBubbleSize val="0"/>
        </c:dLbls>
        <c:gapWidth val="50"/>
        <c:axId val="667025295"/>
        <c:axId val="667023855"/>
      </c:barChart>
      <c:catAx>
        <c:axId val="667025295"/>
        <c:scaling>
          <c:orientation val="minMax"/>
        </c:scaling>
        <c:delete val="0"/>
        <c:axPos val="b"/>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alpha val="45000"/>
                  </a:schemeClr>
                </a:solidFill>
                <a:latin typeface="+mn-lt"/>
                <a:ea typeface="+mn-ea"/>
                <a:cs typeface="+mn-cs"/>
              </a:defRPr>
            </a:pPr>
            <a:endParaRPr lang="en-US"/>
          </a:p>
        </c:txPr>
        <c:crossAx val="667023855"/>
        <c:crosses val="autoZero"/>
        <c:auto val="1"/>
        <c:lblAlgn val="ctr"/>
        <c:lblOffset val="100"/>
        <c:noMultiLvlLbl val="0"/>
      </c:catAx>
      <c:valAx>
        <c:axId val="66702385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6670252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06561870893955E-2"/>
          <c:y val="8.8815225866910028E-2"/>
          <c:w val="0.94438687625821205"/>
          <c:h val="0.91118477413308996"/>
        </c:manualLayout>
      </c:layout>
      <c:barChart>
        <c:barDir val="bar"/>
        <c:grouping val="clustered"/>
        <c:varyColors val="0"/>
        <c:ser>
          <c:idx val="0"/>
          <c:order val="0"/>
          <c:tx>
            <c:strRef>
              <c:f>Лист1!$B$1</c:f>
              <c:strCache>
                <c:ptCount val="1"/>
                <c:pt idx="0">
                  <c:v>Ряд 1</c:v>
                </c:pt>
              </c:strCache>
            </c:strRef>
          </c:tx>
          <c:spPr>
            <a:solidFill>
              <a:srgbClr val="EF80BB"/>
            </a:solidFill>
            <a:ln>
              <a:noFill/>
            </a:ln>
            <a:effectLst/>
          </c:spPr>
          <c:invertIfNegative val="0"/>
          <c:dPt>
            <c:idx val="0"/>
            <c:invertIfNegative val="0"/>
            <c:bubble3D val="0"/>
            <c:spPr>
              <a:solidFill>
                <a:srgbClr val="EF80BB"/>
              </a:solidFill>
              <a:ln>
                <a:noFill/>
              </a:ln>
              <a:effectLst/>
            </c:spPr>
            <c:extLst>
              <c:ext xmlns:c16="http://schemas.microsoft.com/office/drawing/2014/chart" uri="{C3380CC4-5D6E-409C-BE32-E72D297353CC}">
                <c16:uniqueId val="{00000001-DCB4-4CBD-8BC3-665B1275C709}"/>
              </c:ext>
            </c:extLst>
          </c:dPt>
          <c:cat>
            <c:strRef>
              <c:f>Лист1!$A$2</c:f>
              <c:strCache>
                <c:ptCount val="1"/>
                <c:pt idx="0">
                  <c:v>Категория 1</c:v>
                </c:pt>
              </c:strCache>
            </c:strRef>
          </c:cat>
          <c:val>
            <c:numRef>
              <c:f>Лист1!$B$2</c:f>
              <c:numCache>
                <c:formatCode>General</c:formatCode>
                <c:ptCount val="1"/>
                <c:pt idx="0">
                  <c:v>-88</c:v>
                </c:pt>
              </c:numCache>
            </c:numRef>
          </c:val>
          <c:extLst>
            <c:ext xmlns:c16="http://schemas.microsoft.com/office/drawing/2014/chart" uri="{C3380CC4-5D6E-409C-BE32-E72D297353CC}">
              <c16:uniqueId val="{00000002-DCB4-4CBD-8BC3-665B1275C709}"/>
            </c:ext>
          </c:extLst>
        </c:ser>
        <c:ser>
          <c:idx val="1"/>
          <c:order val="1"/>
          <c:tx>
            <c:strRef>
              <c:f>Лист1!$C$1</c:f>
              <c:strCache>
                <c:ptCount val="1"/>
                <c:pt idx="0">
                  <c:v>Ряд 2</c:v>
                </c:pt>
              </c:strCache>
            </c:strRef>
          </c:tx>
          <c:spPr>
            <a:solidFill>
              <a:srgbClr val="FFDBDA"/>
            </a:solidFill>
            <a:ln>
              <a:noFill/>
            </a:ln>
            <a:effectLst/>
          </c:spPr>
          <c:invertIfNegative val="0"/>
          <c:cat>
            <c:strRef>
              <c:f>Лист1!$A$2</c:f>
              <c:strCache>
                <c:ptCount val="1"/>
                <c:pt idx="0">
                  <c:v>Категория 1</c:v>
                </c:pt>
              </c:strCache>
            </c:strRef>
          </c:cat>
          <c:val>
            <c:numRef>
              <c:f>Лист1!$C$2</c:f>
              <c:numCache>
                <c:formatCode>General</c:formatCode>
                <c:ptCount val="1"/>
                <c:pt idx="0">
                  <c:v>-32</c:v>
                </c:pt>
              </c:numCache>
            </c:numRef>
          </c:val>
          <c:extLst>
            <c:ext xmlns:c16="http://schemas.microsoft.com/office/drawing/2014/chart" uri="{C3380CC4-5D6E-409C-BE32-E72D297353CC}">
              <c16:uniqueId val="{00000003-DCB4-4CBD-8BC3-665B1275C709}"/>
            </c:ext>
          </c:extLst>
        </c:ser>
        <c:dLbls>
          <c:showLegendKey val="0"/>
          <c:showVal val="0"/>
          <c:showCatName val="0"/>
          <c:showSerName val="0"/>
          <c:showPercent val="0"/>
          <c:showBubbleSize val="0"/>
        </c:dLbls>
        <c:gapWidth val="250"/>
        <c:overlap val="-60"/>
        <c:axId val="546242159"/>
        <c:axId val="666651695"/>
      </c:barChart>
      <c:catAx>
        <c:axId val="546242159"/>
        <c:scaling>
          <c:orientation val="minMax"/>
        </c:scaling>
        <c:delete val="1"/>
        <c:axPos val="l"/>
        <c:numFmt formatCode="General" sourceLinked="1"/>
        <c:majorTickMark val="out"/>
        <c:minorTickMark val="none"/>
        <c:tickLblPos val="nextTo"/>
        <c:crossAx val="666651695"/>
        <c:crosses val="autoZero"/>
        <c:auto val="1"/>
        <c:lblAlgn val="ctr"/>
        <c:lblOffset val="100"/>
        <c:noMultiLvlLbl val="0"/>
      </c:catAx>
      <c:valAx>
        <c:axId val="666651695"/>
        <c:scaling>
          <c:orientation val="minMax"/>
        </c:scaling>
        <c:delete val="1"/>
        <c:axPos val="b"/>
        <c:numFmt formatCode="General" sourceLinked="1"/>
        <c:majorTickMark val="out"/>
        <c:minorTickMark val="none"/>
        <c:tickLblPos val="nextTo"/>
        <c:crossAx val="54624215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06561870893955E-2"/>
          <c:y val="8.8815225866910028E-2"/>
          <c:w val="0.94438687625821205"/>
          <c:h val="0.91118477413308996"/>
        </c:manualLayout>
      </c:layout>
      <c:barChart>
        <c:barDir val="bar"/>
        <c:grouping val="clustered"/>
        <c:varyColors val="0"/>
        <c:ser>
          <c:idx val="0"/>
          <c:order val="0"/>
          <c:tx>
            <c:strRef>
              <c:f>Лист1!$B$1</c:f>
              <c:strCache>
                <c:ptCount val="1"/>
                <c:pt idx="0">
                  <c:v>Ряд 1</c:v>
                </c:pt>
              </c:strCache>
            </c:strRef>
          </c:tx>
          <c:spPr>
            <a:solidFill>
              <a:srgbClr val="EF80BB"/>
            </a:solidFill>
            <a:ln>
              <a:noFill/>
            </a:ln>
            <a:effectLst/>
          </c:spPr>
          <c:invertIfNegative val="0"/>
          <c:dPt>
            <c:idx val="0"/>
            <c:invertIfNegative val="0"/>
            <c:bubble3D val="0"/>
            <c:spPr>
              <a:solidFill>
                <a:srgbClr val="EF80BB"/>
              </a:solidFill>
              <a:ln>
                <a:noFill/>
              </a:ln>
              <a:effectLst/>
            </c:spPr>
            <c:extLst>
              <c:ext xmlns:c16="http://schemas.microsoft.com/office/drawing/2014/chart" uri="{C3380CC4-5D6E-409C-BE32-E72D297353CC}">
                <c16:uniqueId val="{00000000-A6A4-4ABA-8E1C-B76911924FAC}"/>
              </c:ext>
            </c:extLst>
          </c:dPt>
          <c:cat>
            <c:strRef>
              <c:f>Лист1!$A$2</c:f>
              <c:strCache>
                <c:ptCount val="1"/>
                <c:pt idx="0">
                  <c:v>Категория 1</c:v>
                </c:pt>
              </c:strCache>
            </c:strRef>
          </c:cat>
          <c:val>
            <c:numRef>
              <c:f>Лист1!$B$2</c:f>
              <c:numCache>
                <c:formatCode>General</c:formatCode>
                <c:ptCount val="1"/>
                <c:pt idx="0">
                  <c:v>80</c:v>
                </c:pt>
              </c:numCache>
            </c:numRef>
          </c:val>
          <c:extLst>
            <c:ext xmlns:c16="http://schemas.microsoft.com/office/drawing/2014/chart" uri="{C3380CC4-5D6E-409C-BE32-E72D297353CC}">
              <c16:uniqueId val="{00000000-8F20-448C-B734-297E6EE13B12}"/>
            </c:ext>
          </c:extLst>
        </c:ser>
        <c:ser>
          <c:idx val="1"/>
          <c:order val="1"/>
          <c:tx>
            <c:strRef>
              <c:f>Лист1!$C$1</c:f>
              <c:strCache>
                <c:ptCount val="1"/>
                <c:pt idx="0">
                  <c:v>Ряд 2</c:v>
                </c:pt>
              </c:strCache>
            </c:strRef>
          </c:tx>
          <c:spPr>
            <a:solidFill>
              <a:srgbClr val="FFDBDA"/>
            </a:solidFill>
            <a:ln>
              <a:noFill/>
            </a:ln>
            <a:effectLst/>
          </c:spPr>
          <c:invertIfNegative val="0"/>
          <c:cat>
            <c:strRef>
              <c:f>Лист1!$A$2</c:f>
              <c:strCache>
                <c:ptCount val="1"/>
                <c:pt idx="0">
                  <c:v>Категория 1</c:v>
                </c:pt>
              </c:strCache>
            </c:strRef>
          </c:cat>
          <c:val>
            <c:numRef>
              <c:f>Лист1!$C$2</c:f>
              <c:numCache>
                <c:formatCode>General</c:formatCode>
                <c:ptCount val="1"/>
                <c:pt idx="0">
                  <c:v>100</c:v>
                </c:pt>
              </c:numCache>
            </c:numRef>
          </c:val>
          <c:extLst>
            <c:ext xmlns:c16="http://schemas.microsoft.com/office/drawing/2014/chart" uri="{C3380CC4-5D6E-409C-BE32-E72D297353CC}">
              <c16:uniqueId val="{00000001-8F20-448C-B734-297E6EE13B12}"/>
            </c:ext>
          </c:extLst>
        </c:ser>
        <c:dLbls>
          <c:showLegendKey val="0"/>
          <c:showVal val="0"/>
          <c:showCatName val="0"/>
          <c:showSerName val="0"/>
          <c:showPercent val="0"/>
          <c:showBubbleSize val="0"/>
        </c:dLbls>
        <c:gapWidth val="250"/>
        <c:overlap val="-60"/>
        <c:axId val="546242159"/>
        <c:axId val="666651695"/>
      </c:barChart>
      <c:catAx>
        <c:axId val="546242159"/>
        <c:scaling>
          <c:orientation val="minMax"/>
        </c:scaling>
        <c:delete val="1"/>
        <c:axPos val="l"/>
        <c:numFmt formatCode="General" sourceLinked="1"/>
        <c:majorTickMark val="out"/>
        <c:minorTickMark val="none"/>
        <c:tickLblPos val="nextTo"/>
        <c:crossAx val="666651695"/>
        <c:crosses val="autoZero"/>
        <c:auto val="1"/>
        <c:lblAlgn val="ctr"/>
        <c:lblOffset val="100"/>
        <c:noMultiLvlLbl val="0"/>
      </c:catAx>
      <c:valAx>
        <c:axId val="666651695"/>
        <c:scaling>
          <c:orientation val="minMax"/>
        </c:scaling>
        <c:delete val="1"/>
        <c:axPos val="b"/>
        <c:numFmt formatCode="General" sourceLinked="1"/>
        <c:majorTickMark val="out"/>
        <c:minorTickMark val="none"/>
        <c:tickLblPos val="nextTo"/>
        <c:crossAx val="54624215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331440303817463E-3"/>
          <c:y val="0.11043220583785289"/>
          <c:w val="0.98273371193923653"/>
          <c:h val="0.77234859565491454"/>
        </c:manualLayout>
      </c:layout>
      <c:barChart>
        <c:barDir val="col"/>
        <c:grouping val="clustered"/>
        <c:varyColors val="0"/>
        <c:ser>
          <c:idx val="0"/>
          <c:order val="0"/>
          <c:tx>
            <c:strRef>
              <c:f>Лист1!$B$1</c:f>
              <c:strCache>
                <c:ptCount val="1"/>
                <c:pt idx="0">
                  <c:v>Ряд 1</c:v>
                </c:pt>
              </c:strCache>
            </c:strRef>
          </c:tx>
          <c:spPr>
            <a:solidFill>
              <a:srgbClr val="FFDBDA"/>
            </a:solidFill>
            <a:ln>
              <a:no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Лист1!$B$2:$B$13</c:f>
              <c:numCache>
                <c:formatCode>General</c:formatCode>
                <c:ptCount val="12"/>
                <c:pt idx="0">
                  <c:v>4.3</c:v>
                </c:pt>
                <c:pt idx="1">
                  <c:v>-1</c:v>
                </c:pt>
                <c:pt idx="2">
                  <c:v>-3.3</c:v>
                </c:pt>
                <c:pt idx="3">
                  <c:v>-3.3</c:v>
                </c:pt>
                <c:pt idx="4">
                  <c:v>4.2</c:v>
                </c:pt>
                <c:pt idx="5">
                  <c:v>4</c:v>
                </c:pt>
                <c:pt idx="6">
                  <c:v>-3</c:v>
                </c:pt>
                <c:pt idx="7">
                  <c:v>-2.65</c:v>
                </c:pt>
                <c:pt idx="8">
                  <c:v>-0.7</c:v>
                </c:pt>
                <c:pt idx="9">
                  <c:v>3</c:v>
                </c:pt>
                <c:pt idx="10">
                  <c:v>-0.8</c:v>
                </c:pt>
                <c:pt idx="11">
                  <c:v>-0.6</c:v>
                </c:pt>
              </c:numCache>
            </c:numRef>
          </c:val>
          <c:extLst>
            <c:ext xmlns:c16="http://schemas.microsoft.com/office/drawing/2014/chart" uri="{C3380CC4-5D6E-409C-BE32-E72D297353CC}">
              <c16:uniqueId val="{00000000-FBA9-4B29-BFE2-D51C7A733981}"/>
            </c:ext>
          </c:extLst>
        </c:ser>
        <c:ser>
          <c:idx val="1"/>
          <c:order val="1"/>
          <c:tx>
            <c:strRef>
              <c:f>Лист1!$C$1</c:f>
              <c:strCache>
                <c:ptCount val="1"/>
                <c:pt idx="0">
                  <c:v>Ряд 2</c:v>
                </c:pt>
              </c:strCache>
            </c:strRef>
          </c:tx>
          <c:spPr>
            <a:solidFill>
              <a:srgbClr val="EF80BB"/>
            </a:solidFill>
            <a:ln>
              <a:noFill/>
            </a:ln>
            <a:effectLst/>
          </c:spPr>
          <c:invertIfNegative val="0"/>
          <c:dPt>
            <c:idx val="0"/>
            <c:invertIfNegative val="0"/>
            <c:bubble3D val="0"/>
            <c:spPr>
              <a:solidFill>
                <a:srgbClr val="EF80BB"/>
              </a:solidFill>
              <a:ln>
                <a:noFill/>
              </a:ln>
              <a:effectLst/>
            </c:spPr>
            <c:extLst>
              <c:ext xmlns:c16="http://schemas.microsoft.com/office/drawing/2014/chart" uri="{C3380CC4-5D6E-409C-BE32-E72D297353CC}">
                <c16:uniqueId val="{00000002-FBA9-4B29-BFE2-D51C7A733981}"/>
              </c:ext>
            </c:extLst>
          </c:dPt>
          <c:dPt>
            <c:idx val="4"/>
            <c:invertIfNegative val="0"/>
            <c:bubble3D val="0"/>
            <c:spPr>
              <a:solidFill>
                <a:srgbClr val="EF80BB"/>
              </a:solidFill>
              <a:ln>
                <a:noFill/>
              </a:ln>
              <a:effectLst/>
            </c:spPr>
            <c:extLst>
              <c:ext xmlns:c16="http://schemas.microsoft.com/office/drawing/2014/chart" uri="{C3380CC4-5D6E-409C-BE32-E72D297353CC}">
                <c16:uniqueId val="{00000004-FBA9-4B29-BFE2-D51C7A733981}"/>
              </c:ext>
            </c:extLst>
          </c:dPt>
          <c:dPt>
            <c:idx val="5"/>
            <c:invertIfNegative val="0"/>
            <c:bubble3D val="0"/>
            <c:spPr>
              <a:solidFill>
                <a:srgbClr val="EF80BB"/>
              </a:solidFill>
              <a:ln>
                <a:noFill/>
              </a:ln>
              <a:effectLst/>
            </c:spPr>
            <c:extLst>
              <c:ext xmlns:c16="http://schemas.microsoft.com/office/drawing/2014/chart" uri="{C3380CC4-5D6E-409C-BE32-E72D297353CC}">
                <c16:uniqueId val="{00000006-FBA9-4B29-BFE2-D51C7A733981}"/>
              </c:ext>
            </c:extLst>
          </c:dPt>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Лист1!$C$2:$C$13</c:f>
              <c:numCache>
                <c:formatCode>General</c:formatCode>
                <c:ptCount val="12"/>
                <c:pt idx="0">
                  <c:v>1.4</c:v>
                </c:pt>
                <c:pt idx="1">
                  <c:v>-0.8</c:v>
                </c:pt>
                <c:pt idx="2">
                  <c:v>-0.2</c:v>
                </c:pt>
                <c:pt idx="3">
                  <c:v>-0.2</c:v>
                </c:pt>
                <c:pt idx="4">
                  <c:v>3.7</c:v>
                </c:pt>
                <c:pt idx="5">
                  <c:v>3.7</c:v>
                </c:pt>
                <c:pt idx="6">
                  <c:v>-2.6</c:v>
                </c:pt>
                <c:pt idx="7">
                  <c:v>-2.1</c:v>
                </c:pt>
                <c:pt idx="8">
                  <c:v>-1.7</c:v>
                </c:pt>
                <c:pt idx="9">
                  <c:v>-3</c:v>
                </c:pt>
                <c:pt idx="10">
                  <c:v>-4.2</c:v>
                </c:pt>
                <c:pt idx="11">
                  <c:v>-0.9</c:v>
                </c:pt>
              </c:numCache>
            </c:numRef>
          </c:val>
          <c:extLst>
            <c:ext xmlns:c16="http://schemas.microsoft.com/office/drawing/2014/chart" uri="{C3380CC4-5D6E-409C-BE32-E72D297353CC}">
              <c16:uniqueId val="{00000007-FBA9-4B29-BFE2-D51C7A733981}"/>
            </c:ext>
          </c:extLst>
        </c:ser>
        <c:dLbls>
          <c:showLegendKey val="0"/>
          <c:showVal val="0"/>
          <c:showCatName val="0"/>
          <c:showSerName val="0"/>
          <c:showPercent val="0"/>
          <c:showBubbleSize val="0"/>
        </c:dLbls>
        <c:gapWidth val="50"/>
        <c:axId val="667025295"/>
        <c:axId val="667023855"/>
      </c:barChart>
      <c:catAx>
        <c:axId val="667025295"/>
        <c:scaling>
          <c:orientation val="minMax"/>
        </c:scaling>
        <c:delete val="0"/>
        <c:axPos val="b"/>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alpha val="45000"/>
                  </a:schemeClr>
                </a:solidFill>
                <a:latin typeface="+mn-lt"/>
                <a:ea typeface="+mn-ea"/>
                <a:cs typeface="+mn-cs"/>
              </a:defRPr>
            </a:pPr>
            <a:endParaRPr lang="en-US"/>
          </a:p>
        </c:txPr>
        <c:crossAx val="667023855"/>
        <c:crosses val="autoZero"/>
        <c:auto val="1"/>
        <c:lblAlgn val="ctr"/>
        <c:lblOffset val="100"/>
        <c:noMultiLvlLbl val="0"/>
      </c:catAx>
      <c:valAx>
        <c:axId val="66702385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66702529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331440303817463E-3"/>
          <c:y val="0.11043220583785289"/>
          <c:w val="0.98273371193923653"/>
          <c:h val="0.77234859565491454"/>
        </c:manualLayout>
      </c:layout>
      <c:barChart>
        <c:barDir val="col"/>
        <c:grouping val="clustered"/>
        <c:varyColors val="0"/>
        <c:ser>
          <c:idx val="0"/>
          <c:order val="0"/>
          <c:tx>
            <c:strRef>
              <c:f>Лист1!$B$1</c:f>
              <c:strCache>
                <c:ptCount val="1"/>
                <c:pt idx="0">
                  <c:v>Ряд 1</c:v>
                </c:pt>
              </c:strCache>
            </c:strRef>
          </c:tx>
          <c:spPr>
            <a:solidFill>
              <a:srgbClr val="FFDBDA"/>
            </a:solidFill>
            <a:ln>
              <a:no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Лист1!$B$2:$B$13</c:f>
              <c:numCache>
                <c:formatCode>General</c:formatCode>
                <c:ptCount val="12"/>
                <c:pt idx="0">
                  <c:v>1.5</c:v>
                </c:pt>
                <c:pt idx="1">
                  <c:v>1.1499999999999999</c:v>
                </c:pt>
                <c:pt idx="2">
                  <c:v>1.1499999999999999</c:v>
                </c:pt>
                <c:pt idx="3">
                  <c:v>1.1499999999999999</c:v>
                </c:pt>
                <c:pt idx="4">
                  <c:v>1.3</c:v>
                </c:pt>
                <c:pt idx="5">
                  <c:v>1.45</c:v>
                </c:pt>
                <c:pt idx="6">
                  <c:v>0.85</c:v>
                </c:pt>
                <c:pt idx="7">
                  <c:v>0.9</c:v>
                </c:pt>
                <c:pt idx="8">
                  <c:v>1.1000000000000001</c:v>
                </c:pt>
                <c:pt idx="9">
                  <c:v>1.62</c:v>
                </c:pt>
                <c:pt idx="10">
                  <c:v>1.1499999999999999</c:v>
                </c:pt>
                <c:pt idx="11">
                  <c:v>1.22</c:v>
                </c:pt>
              </c:numCache>
            </c:numRef>
          </c:val>
          <c:extLst>
            <c:ext xmlns:c16="http://schemas.microsoft.com/office/drawing/2014/chart" uri="{C3380CC4-5D6E-409C-BE32-E72D297353CC}">
              <c16:uniqueId val="{00000000-711D-494A-AF11-8BF44248B7CD}"/>
            </c:ext>
          </c:extLst>
        </c:ser>
        <c:ser>
          <c:idx val="1"/>
          <c:order val="1"/>
          <c:tx>
            <c:strRef>
              <c:f>Лист1!$C$1</c:f>
              <c:strCache>
                <c:ptCount val="1"/>
                <c:pt idx="0">
                  <c:v>Ряд 2</c:v>
                </c:pt>
              </c:strCache>
            </c:strRef>
          </c:tx>
          <c:spPr>
            <a:solidFill>
              <a:srgbClr val="EF80BB"/>
            </a:solidFill>
            <a:ln>
              <a:solidFill>
                <a:srgbClr val="FAE6E9"/>
              </a:solid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Лист1!$C$2:$C$13</c:f>
              <c:numCache>
                <c:formatCode>General</c:formatCode>
                <c:ptCount val="12"/>
                <c:pt idx="0">
                  <c:v>1.05</c:v>
                </c:pt>
                <c:pt idx="1">
                  <c:v>0.95</c:v>
                </c:pt>
                <c:pt idx="2">
                  <c:v>0.95</c:v>
                </c:pt>
                <c:pt idx="3">
                  <c:v>1</c:v>
                </c:pt>
                <c:pt idx="4">
                  <c:v>1.2</c:v>
                </c:pt>
                <c:pt idx="5">
                  <c:v>1.9</c:v>
                </c:pt>
                <c:pt idx="6">
                  <c:v>0.8</c:v>
                </c:pt>
                <c:pt idx="7">
                  <c:v>0.95</c:v>
                </c:pt>
                <c:pt idx="8">
                  <c:v>1</c:v>
                </c:pt>
                <c:pt idx="9">
                  <c:v>0.95</c:v>
                </c:pt>
                <c:pt idx="10">
                  <c:v>0.85</c:v>
                </c:pt>
                <c:pt idx="11">
                  <c:v>1.22</c:v>
                </c:pt>
              </c:numCache>
            </c:numRef>
          </c:val>
          <c:extLst>
            <c:ext xmlns:c16="http://schemas.microsoft.com/office/drawing/2014/chart" uri="{C3380CC4-5D6E-409C-BE32-E72D297353CC}">
              <c16:uniqueId val="{00000001-711D-494A-AF11-8BF44248B7CD}"/>
            </c:ext>
          </c:extLst>
        </c:ser>
        <c:dLbls>
          <c:showLegendKey val="0"/>
          <c:showVal val="0"/>
          <c:showCatName val="0"/>
          <c:showSerName val="0"/>
          <c:showPercent val="0"/>
          <c:showBubbleSize val="0"/>
        </c:dLbls>
        <c:gapWidth val="50"/>
        <c:axId val="667025295"/>
        <c:axId val="667023855"/>
      </c:barChart>
      <c:catAx>
        <c:axId val="667025295"/>
        <c:scaling>
          <c:orientation val="minMax"/>
        </c:scaling>
        <c:delete val="0"/>
        <c:axPos val="b"/>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alpha val="45000"/>
                  </a:schemeClr>
                </a:solidFill>
                <a:latin typeface="+mn-lt"/>
                <a:ea typeface="+mn-ea"/>
                <a:cs typeface="+mn-cs"/>
              </a:defRPr>
            </a:pPr>
            <a:endParaRPr lang="en-US"/>
          </a:p>
        </c:txPr>
        <c:crossAx val="667023855"/>
        <c:crosses val="autoZero"/>
        <c:auto val="1"/>
        <c:lblAlgn val="ctr"/>
        <c:lblOffset val="100"/>
        <c:noMultiLvlLbl val="0"/>
      </c:catAx>
      <c:valAx>
        <c:axId val="66702385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6670252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06561870893955E-2"/>
          <c:y val="8.8815225866910028E-2"/>
          <c:w val="0.94438687625821205"/>
          <c:h val="0.91118477413308996"/>
        </c:manualLayout>
      </c:layout>
      <c:barChart>
        <c:barDir val="bar"/>
        <c:grouping val="clustered"/>
        <c:varyColors val="0"/>
        <c:ser>
          <c:idx val="0"/>
          <c:order val="0"/>
          <c:tx>
            <c:strRef>
              <c:f>Лист1!$B$1</c:f>
              <c:strCache>
                <c:ptCount val="1"/>
                <c:pt idx="0">
                  <c:v>Ряд 1</c:v>
                </c:pt>
              </c:strCache>
            </c:strRef>
          </c:tx>
          <c:spPr>
            <a:solidFill>
              <a:srgbClr val="722BC3"/>
            </a:solidFill>
            <a:ln>
              <a:noFill/>
            </a:ln>
            <a:effectLst/>
          </c:spPr>
          <c:invertIfNegative val="0"/>
          <c:dPt>
            <c:idx val="0"/>
            <c:invertIfNegative val="0"/>
            <c:bubble3D val="0"/>
            <c:spPr>
              <a:solidFill>
                <a:srgbClr val="722BC3"/>
              </a:solidFill>
              <a:ln>
                <a:noFill/>
              </a:ln>
              <a:effectLst/>
            </c:spPr>
            <c:extLst>
              <c:ext xmlns:c16="http://schemas.microsoft.com/office/drawing/2014/chart" uri="{C3380CC4-5D6E-409C-BE32-E72D297353CC}">
                <c16:uniqueId val="{00000001-DCB4-4CBD-8BC3-665B1275C709}"/>
              </c:ext>
            </c:extLst>
          </c:dPt>
          <c:cat>
            <c:strRef>
              <c:f>Лист1!$A$2</c:f>
              <c:strCache>
                <c:ptCount val="1"/>
                <c:pt idx="0">
                  <c:v>Категория 1</c:v>
                </c:pt>
              </c:strCache>
            </c:strRef>
          </c:cat>
          <c:val>
            <c:numRef>
              <c:f>Лист1!$B$2</c:f>
              <c:numCache>
                <c:formatCode>General</c:formatCode>
                <c:ptCount val="1"/>
                <c:pt idx="0">
                  <c:v>-88</c:v>
                </c:pt>
              </c:numCache>
            </c:numRef>
          </c:val>
          <c:extLst>
            <c:ext xmlns:c16="http://schemas.microsoft.com/office/drawing/2014/chart" uri="{C3380CC4-5D6E-409C-BE32-E72D297353CC}">
              <c16:uniqueId val="{00000002-DCB4-4CBD-8BC3-665B1275C709}"/>
            </c:ext>
          </c:extLst>
        </c:ser>
        <c:ser>
          <c:idx val="1"/>
          <c:order val="1"/>
          <c:tx>
            <c:strRef>
              <c:f>Лист1!$C$1</c:f>
              <c:strCache>
                <c:ptCount val="1"/>
                <c:pt idx="0">
                  <c:v>Ряд 2</c:v>
                </c:pt>
              </c:strCache>
            </c:strRef>
          </c:tx>
          <c:spPr>
            <a:solidFill>
              <a:srgbClr val="ECB5E5"/>
            </a:solidFill>
            <a:ln>
              <a:noFill/>
            </a:ln>
            <a:effectLst/>
          </c:spPr>
          <c:invertIfNegative val="0"/>
          <c:cat>
            <c:strRef>
              <c:f>Лист1!$A$2</c:f>
              <c:strCache>
                <c:ptCount val="1"/>
                <c:pt idx="0">
                  <c:v>Категория 1</c:v>
                </c:pt>
              </c:strCache>
            </c:strRef>
          </c:cat>
          <c:val>
            <c:numRef>
              <c:f>Лист1!$C$2</c:f>
              <c:numCache>
                <c:formatCode>General</c:formatCode>
                <c:ptCount val="1"/>
                <c:pt idx="0">
                  <c:v>-32</c:v>
                </c:pt>
              </c:numCache>
            </c:numRef>
          </c:val>
          <c:extLst>
            <c:ext xmlns:c16="http://schemas.microsoft.com/office/drawing/2014/chart" uri="{C3380CC4-5D6E-409C-BE32-E72D297353CC}">
              <c16:uniqueId val="{00000003-DCB4-4CBD-8BC3-665B1275C709}"/>
            </c:ext>
          </c:extLst>
        </c:ser>
        <c:dLbls>
          <c:showLegendKey val="0"/>
          <c:showVal val="0"/>
          <c:showCatName val="0"/>
          <c:showSerName val="0"/>
          <c:showPercent val="0"/>
          <c:showBubbleSize val="0"/>
        </c:dLbls>
        <c:gapWidth val="250"/>
        <c:overlap val="-60"/>
        <c:axId val="546242159"/>
        <c:axId val="666651695"/>
      </c:barChart>
      <c:catAx>
        <c:axId val="546242159"/>
        <c:scaling>
          <c:orientation val="minMax"/>
        </c:scaling>
        <c:delete val="1"/>
        <c:axPos val="l"/>
        <c:numFmt formatCode="General" sourceLinked="1"/>
        <c:majorTickMark val="out"/>
        <c:minorTickMark val="none"/>
        <c:tickLblPos val="nextTo"/>
        <c:crossAx val="666651695"/>
        <c:crosses val="autoZero"/>
        <c:auto val="1"/>
        <c:lblAlgn val="ctr"/>
        <c:lblOffset val="100"/>
        <c:noMultiLvlLbl val="0"/>
      </c:catAx>
      <c:valAx>
        <c:axId val="666651695"/>
        <c:scaling>
          <c:orientation val="minMax"/>
        </c:scaling>
        <c:delete val="1"/>
        <c:axPos val="b"/>
        <c:numFmt formatCode="General" sourceLinked="1"/>
        <c:majorTickMark val="out"/>
        <c:minorTickMark val="none"/>
        <c:tickLblPos val="nextTo"/>
        <c:crossAx val="54624215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06561870893955E-2"/>
          <c:y val="8.8815225866910028E-2"/>
          <c:w val="0.94438687625821205"/>
          <c:h val="0.91118477413308996"/>
        </c:manualLayout>
      </c:layout>
      <c:barChart>
        <c:barDir val="bar"/>
        <c:grouping val="clustered"/>
        <c:varyColors val="0"/>
        <c:ser>
          <c:idx val="0"/>
          <c:order val="0"/>
          <c:tx>
            <c:strRef>
              <c:f>Лист1!$B$1</c:f>
              <c:strCache>
                <c:ptCount val="1"/>
                <c:pt idx="0">
                  <c:v>Ряд 1</c:v>
                </c:pt>
              </c:strCache>
            </c:strRef>
          </c:tx>
          <c:spPr>
            <a:solidFill>
              <a:srgbClr val="722BC3"/>
            </a:solidFill>
            <a:ln>
              <a:noFill/>
            </a:ln>
            <a:effectLst/>
          </c:spPr>
          <c:invertIfNegative val="0"/>
          <c:cat>
            <c:strRef>
              <c:f>Лист1!$A$2</c:f>
              <c:strCache>
                <c:ptCount val="1"/>
                <c:pt idx="0">
                  <c:v>Категория 1</c:v>
                </c:pt>
              </c:strCache>
            </c:strRef>
          </c:cat>
          <c:val>
            <c:numRef>
              <c:f>Лист1!$B$2</c:f>
              <c:numCache>
                <c:formatCode>General</c:formatCode>
                <c:ptCount val="1"/>
                <c:pt idx="0">
                  <c:v>80</c:v>
                </c:pt>
              </c:numCache>
            </c:numRef>
          </c:val>
          <c:extLst>
            <c:ext xmlns:c16="http://schemas.microsoft.com/office/drawing/2014/chart" uri="{C3380CC4-5D6E-409C-BE32-E72D297353CC}">
              <c16:uniqueId val="{00000000-8F20-448C-B734-297E6EE13B12}"/>
            </c:ext>
          </c:extLst>
        </c:ser>
        <c:ser>
          <c:idx val="1"/>
          <c:order val="1"/>
          <c:tx>
            <c:strRef>
              <c:f>Лист1!$C$1</c:f>
              <c:strCache>
                <c:ptCount val="1"/>
                <c:pt idx="0">
                  <c:v>Ряд 2</c:v>
                </c:pt>
              </c:strCache>
            </c:strRef>
          </c:tx>
          <c:spPr>
            <a:solidFill>
              <a:schemeClr val="accent6"/>
            </a:solidFill>
            <a:ln>
              <a:noFill/>
            </a:ln>
            <a:effectLst/>
          </c:spPr>
          <c:invertIfNegative val="0"/>
          <c:dPt>
            <c:idx val="0"/>
            <c:invertIfNegative val="0"/>
            <c:bubble3D val="0"/>
            <c:spPr>
              <a:solidFill>
                <a:srgbClr val="ECB5E5"/>
              </a:solidFill>
              <a:ln>
                <a:noFill/>
              </a:ln>
              <a:effectLst/>
            </c:spPr>
            <c:extLst>
              <c:ext xmlns:c16="http://schemas.microsoft.com/office/drawing/2014/chart" uri="{C3380CC4-5D6E-409C-BE32-E72D297353CC}">
                <c16:uniqueId val="{00000000-ECB5-1747-8286-953E8461B6AE}"/>
              </c:ext>
            </c:extLst>
          </c:dPt>
          <c:cat>
            <c:strRef>
              <c:f>Лист1!$A$2</c:f>
              <c:strCache>
                <c:ptCount val="1"/>
                <c:pt idx="0">
                  <c:v>Категория 1</c:v>
                </c:pt>
              </c:strCache>
            </c:strRef>
          </c:cat>
          <c:val>
            <c:numRef>
              <c:f>Лист1!$C$2</c:f>
              <c:numCache>
                <c:formatCode>General</c:formatCode>
                <c:ptCount val="1"/>
                <c:pt idx="0">
                  <c:v>100</c:v>
                </c:pt>
              </c:numCache>
            </c:numRef>
          </c:val>
          <c:extLst>
            <c:ext xmlns:c16="http://schemas.microsoft.com/office/drawing/2014/chart" uri="{C3380CC4-5D6E-409C-BE32-E72D297353CC}">
              <c16:uniqueId val="{00000001-8F20-448C-B734-297E6EE13B12}"/>
            </c:ext>
          </c:extLst>
        </c:ser>
        <c:dLbls>
          <c:showLegendKey val="0"/>
          <c:showVal val="0"/>
          <c:showCatName val="0"/>
          <c:showSerName val="0"/>
          <c:showPercent val="0"/>
          <c:showBubbleSize val="0"/>
        </c:dLbls>
        <c:gapWidth val="250"/>
        <c:overlap val="-60"/>
        <c:axId val="546242159"/>
        <c:axId val="666651695"/>
      </c:barChart>
      <c:catAx>
        <c:axId val="546242159"/>
        <c:scaling>
          <c:orientation val="minMax"/>
        </c:scaling>
        <c:delete val="1"/>
        <c:axPos val="l"/>
        <c:numFmt formatCode="General" sourceLinked="1"/>
        <c:majorTickMark val="out"/>
        <c:minorTickMark val="none"/>
        <c:tickLblPos val="nextTo"/>
        <c:crossAx val="666651695"/>
        <c:crosses val="autoZero"/>
        <c:auto val="1"/>
        <c:lblAlgn val="ctr"/>
        <c:lblOffset val="100"/>
        <c:noMultiLvlLbl val="0"/>
      </c:catAx>
      <c:valAx>
        <c:axId val="666651695"/>
        <c:scaling>
          <c:orientation val="minMax"/>
        </c:scaling>
        <c:delete val="1"/>
        <c:axPos val="b"/>
        <c:numFmt formatCode="General" sourceLinked="1"/>
        <c:majorTickMark val="out"/>
        <c:minorTickMark val="none"/>
        <c:tickLblPos val="nextTo"/>
        <c:crossAx val="54624215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331440303817463E-3"/>
          <c:y val="0.11043220583785289"/>
          <c:w val="0.98273371193923653"/>
          <c:h val="0.77234859565491454"/>
        </c:manualLayout>
      </c:layout>
      <c:barChart>
        <c:barDir val="col"/>
        <c:grouping val="clustered"/>
        <c:varyColors val="0"/>
        <c:ser>
          <c:idx val="0"/>
          <c:order val="0"/>
          <c:tx>
            <c:strRef>
              <c:f>Лист1!$B$1</c:f>
              <c:strCache>
                <c:ptCount val="1"/>
                <c:pt idx="0">
                  <c:v>Ряд 1</c:v>
                </c:pt>
              </c:strCache>
            </c:strRef>
          </c:tx>
          <c:spPr>
            <a:solidFill>
              <a:srgbClr val="ECB5E5"/>
            </a:solidFill>
            <a:ln>
              <a:no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Лист1!$B$2:$B$13</c:f>
              <c:numCache>
                <c:formatCode>General</c:formatCode>
                <c:ptCount val="12"/>
                <c:pt idx="0">
                  <c:v>4.3</c:v>
                </c:pt>
                <c:pt idx="1">
                  <c:v>-1</c:v>
                </c:pt>
                <c:pt idx="2">
                  <c:v>-3.3</c:v>
                </c:pt>
                <c:pt idx="3">
                  <c:v>-3.3</c:v>
                </c:pt>
                <c:pt idx="4">
                  <c:v>4.2</c:v>
                </c:pt>
                <c:pt idx="5">
                  <c:v>4</c:v>
                </c:pt>
                <c:pt idx="6">
                  <c:v>-3</c:v>
                </c:pt>
                <c:pt idx="7">
                  <c:v>-2.65</c:v>
                </c:pt>
                <c:pt idx="8">
                  <c:v>-0.7</c:v>
                </c:pt>
                <c:pt idx="9">
                  <c:v>3</c:v>
                </c:pt>
                <c:pt idx="10">
                  <c:v>-0.8</c:v>
                </c:pt>
                <c:pt idx="11">
                  <c:v>-0.6</c:v>
                </c:pt>
              </c:numCache>
            </c:numRef>
          </c:val>
          <c:extLst>
            <c:ext xmlns:c16="http://schemas.microsoft.com/office/drawing/2014/chart" uri="{C3380CC4-5D6E-409C-BE32-E72D297353CC}">
              <c16:uniqueId val="{00000000-FBA9-4B29-BFE2-D51C7A733981}"/>
            </c:ext>
          </c:extLst>
        </c:ser>
        <c:ser>
          <c:idx val="1"/>
          <c:order val="1"/>
          <c:tx>
            <c:strRef>
              <c:f>Лист1!$C$1</c:f>
              <c:strCache>
                <c:ptCount val="1"/>
                <c:pt idx="0">
                  <c:v>Ряд 2</c:v>
                </c:pt>
              </c:strCache>
            </c:strRef>
          </c:tx>
          <c:spPr>
            <a:solidFill>
              <a:srgbClr val="722BC3"/>
            </a:solidFill>
            <a:ln>
              <a:noFill/>
            </a:ln>
            <a:effectLst/>
          </c:spPr>
          <c:invertIfNegative val="0"/>
          <c:dPt>
            <c:idx val="0"/>
            <c:invertIfNegative val="0"/>
            <c:bubble3D val="0"/>
            <c:spPr>
              <a:solidFill>
                <a:srgbClr val="722BC3"/>
              </a:solidFill>
              <a:ln>
                <a:noFill/>
              </a:ln>
              <a:effectLst/>
            </c:spPr>
            <c:extLst>
              <c:ext xmlns:c16="http://schemas.microsoft.com/office/drawing/2014/chart" uri="{C3380CC4-5D6E-409C-BE32-E72D297353CC}">
                <c16:uniqueId val="{00000002-FBA9-4B29-BFE2-D51C7A733981}"/>
              </c:ext>
            </c:extLst>
          </c:dPt>
          <c:dPt>
            <c:idx val="4"/>
            <c:invertIfNegative val="0"/>
            <c:bubble3D val="0"/>
            <c:spPr>
              <a:solidFill>
                <a:srgbClr val="722BC3"/>
              </a:solidFill>
              <a:ln>
                <a:noFill/>
              </a:ln>
              <a:effectLst/>
            </c:spPr>
            <c:extLst>
              <c:ext xmlns:c16="http://schemas.microsoft.com/office/drawing/2014/chart" uri="{C3380CC4-5D6E-409C-BE32-E72D297353CC}">
                <c16:uniqueId val="{00000004-FBA9-4B29-BFE2-D51C7A733981}"/>
              </c:ext>
            </c:extLst>
          </c:dPt>
          <c:dPt>
            <c:idx val="5"/>
            <c:invertIfNegative val="0"/>
            <c:bubble3D val="0"/>
            <c:spPr>
              <a:solidFill>
                <a:srgbClr val="722BC3"/>
              </a:solidFill>
              <a:ln>
                <a:noFill/>
              </a:ln>
              <a:effectLst/>
            </c:spPr>
            <c:extLst>
              <c:ext xmlns:c16="http://schemas.microsoft.com/office/drawing/2014/chart" uri="{C3380CC4-5D6E-409C-BE32-E72D297353CC}">
                <c16:uniqueId val="{00000006-FBA9-4B29-BFE2-D51C7A733981}"/>
              </c:ext>
            </c:extLst>
          </c:dPt>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Лист1!$C$2:$C$13</c:f>
              <c:numCache>
                <c:formatCode>General</c:formatCode>
                <c:ptCount val="12"/>
                <c:pt idx="0">
                  <c:v>1.4</c:v>
                </c:pt>
                <c:pt idx="1">
                  <c:v>-0.8</c:v>
                </c:pt>
                <c:pt idx="2">
                  <c:v>-0.2</c:v>
                </c:pt>
                <c:pt idx="3">
                  <c:v>-0.2</c:v>
                </c:pt>
                <c:pt idx="4">
                  <c:v>3.7</c:v>
                </c:pt>
                <c:pt idx="5">
                  <c:v>3.7</c:v>
                </c:pt>
                <c:pt idx="6">
                  <c:v>-2.6</c:v>
                </c:pt>
                <c:pt idx="7">
                  <c:v>-2.1</c:v>
                </c:pt>
                <c:pt idx="8">
                  <c:v>-1.7</c:v>
                </c:pt>
                <c:pt idx="9">
                  <c:v>-3</c:v>
                </c:pt>
                <c:pt idx="10">
                  <c:v>-4.2</c:v>
                </c:pt>
                <c:pt idx="11">
                  <c:v>-0.9</c:v>
                </c:pt>
              </c:numCache>
            </c:numRef>
          </c:val>
          <c:extLst>
            <c:ext xmlns:c16="http://schemas.microsoft.com/office/drawing/2014/chart" uri="{C3380CC4-5D6E-409C-BE32-E72D297353CC}">
              <c16:uniqueId val="{00000007-FBA9-4B29-BFE2-D51C7A733981}"/>
            </c:ext>
          </c:extLst>
        </c:ser>
        <c:dLbls>
          <c:showLegendKey val="0"/>
          <c:showVal val="0"/>
          <c:showCatName val="0"/>
          <c:showSerName val="0"/>
          <c:showPercent val="0"/>
          <c:showBubbleSize val="0"/>
        </c:dLbls>
        <c:gapWidth val="50"/>
        <c:axId val="667025295"/>
        <c:axId val="667023855"/>
      </c:barChart>
      <c:catAx>
        <c:axId val="667025295"/>
        <c:scaling>
          <c:orientation val="minMax"/>
        </c:scaling>
        <c:delete val="0"/>
        <c:axPos val="b"/>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alpha val="45000"/>
                  </a:schemeClr>
                </a:solidFill>
                <a:latin typeface="+mn-lt"/>
                <a:ea typeface="+mn-ea"/>
                <a:cs typeface="+mn-cs"/>
              </a:defRPr>
            </a:pPr>
            <a:endParaRPr lang="en-US"/>
          </a:p>
        </c:txPr>
        <c:crossAx val="667023855"/>
        <c:crosses val="autoZero"/>
        <c:auto val="1"/>
        <c:lblAlgn val="ctr"/>
        <c:lblOffset val="100"/>
        <c:noMultiLvlLbl val="0"/>
      </c:catAx>
      <c:valAx>
        <c:axId val="66702385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66702529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331440303817463E-3"/>
          <c:y val="0.11043220583785289"/>
          <c:w val="0.98273371193923653"/>
          <c:h val="0.77234859565491454"/>
        </c:manualLayout>
      </c:layout>
      <c:barChart>
        <c:barDir val="col"/>
        <c:grouping val="clustered"/>
        <c:varyColors val="0"/>
        <c:ser>
          <c:idx val="0"/>
          <c:order val="0"/>
          <c:tx>
            <c:strRef>
              <c:f>Лист1!$B$1</c:f>
              <c:strCache>
                <c:ptCount val="1"/>
                <c:pt idx="0">
                  <c:v>Ряд 1</c:v>
                </c:pt>
              </c:strCache>
            </c:strRef>
          </c:tx>
          <c:spPr>
            <a:solidFill>
              <a:srgbClr val="ECB5E5"/>
            </a:solidFill>
            <a:ln>
              <a:no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Лист1!$B$2:$B$13</c:f>
              <c:numCache>
                <c:formatCode>General</c:formatCode>
                <c:ptCount val="12"/>
                <c:pt idx="0">
                  <c:v>1.5</c:v>
                </c:pt>
                <c:pt idx="1">
                  <c:v>1.1499999999999999</c:v>
                </c:pt>
                <c:pt idx="2">
                  <c:v>1.1499999999999999</c:v>
                </c:pt>
                <c:pt idx="3">
                  <c:v>1.1499999999999999</c:v>
                </c:pt>
                <c:pt idx="4">
                  <c:v>1.3</c:v>
                </c:pt>
                <c:pt idx="5">
                  <c:v>1.45</c:v>
                </c:pt>
                <c:pt idx="6">
                  <c:v>0.85</c:v>
                </c:pt>
                <c:pt idx="7">
                  <c:v>0.9</c:v>
                </c:pt>
                <c:pt idx="8">
                  <c:v>1.1000000000000001</c:v>
                </c:pt>
                <c:pt idx="9">
                  <c:v>1.62</c:v>
                </c:pt>
                <c:pt idx="10">
                  <c:v>1.1499999999999999</c:v>
                </c:pt>
                <c:pt idx="11">
                  <c:v>1.22</c:v>
                </c:pt>
              </c:numCache>
            </c:numRef>
          </c:val>
          <c:extLst>
            <c:ext xmlns:c16="http://schemas.microsoft.com/office/drawing/2014/chart" uri="{C3380CC4-5D6E-409C-BE32-E72D297353CC}">
              <c16:uniqueId val="{00000000-711D-494A-AF11-8BF44248B7CD}"/>
            </c:ext>
          </c:extLst>
        </c:ser>
        <c:ser>
          <c:idx val="1"/>
          <c:order val="1"/>
          <c:tx>
            <c:strRef>
              <c:f>Лист1!$C$1</c:f>
              <c:strCache>
                <c:ptCount val="1"/>
                <c:pt idx="0">
                  <c:v>Ряд 2</c:v>
                </c:pt>
              </c:strCache>
            </c:strRef>
          </c:tx>
          <c:spPr>
            <a:solidFill>
              <a:srgbClr val="722BC3"/>
            </a:solidFill>
            <a:ln>
              <a:no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Лист1!$C$2:$C$13</c:f>
              <c:numCache>
                <c:formatCode>General</c:formatCode>
                <c:ptCount val="12"/>
                <c:pt idx="0">
                  <c:v>1.05</c:v>
                </c:pt>
                <c:pt idx="1">
                  <c:v>0.95</c:v>
                </c:pt>
                <c:pt idx="2">
                  <c:v>0.95</c:v>
                </c:pt>
                <c:pt idx="3">
                  <c:v>1</c:v>
                </c:pt>
                <c:pt idx="4">
                  <c:v>1.2</c:v>
                </c:pt>
                <c:pt idx="5">
                  <c:v>1.9</c:v>
                </c:pt>
                <c:pt idx="6">
                  <c:v>0.8</c:v>
                </c:pt>
                <c:pt idx="7">
                  <c:v>0.95</c:v>
                </c:pt>
                <c:pt idx="8">
                  <c:v>1</c:v>
                </c:pt>
                <c:pt idx="9">
                  <c:v>0.95</c:v>
                </c:pt>
                <c:pt idx="10">
                  <c:v>0.85</c:v>
                </c:pt>
                <c:pt idx="11">
                  <c:v>1.22</c:v>
                </c:pt>
              </c:numCache>
            </c:numRef>
          </c:val>
          <c:extLst>
            <c:ext xmlns:c16="http://schemas.microsoft.com/office/drawing/2014/chart" uri="{C3380CC4-5D6E-409C-BE32-E72D297353CC}">
              <c16:uniqueId val="{00000001-711D-494A-AF11-8BF44248B7CD}"/>
            </c:ext>
          </c:extLst>
        </c:ser>
        <c:dLbls>
          <c:showLegendKey val="0"/>
          <c:showVal val="0"/>
          <c:showCatName val="0"/>
          <c:showSerName val="0"/>
          <c:showPercent val="0"/>
          <c:showBubbleSize val="0"/>
        </c:dLbls>
        <c:gapWidth val="50"/>
        <c:axId val="667025295"/>
        <c:axId val="667023855"/>
      </c:barChart>
      <c:catAx>
        <c:axId val="667025295"/>
        <c:scaling>
          <c:orientation val="minMax"/>
        </c:scaling>
        <c:delete val="0"/>
        <c:axPos val="b"/>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alpha val="45000"/>
                  </a:schemeClr>
                </a:solidFill>
                <a:latin typeface="+mn-lt"/>
                <a:ea typeface="+mn-ea"/>
                <a:cs typeface="+mn-cs"/>
              </a:defRPr>
            </a:pPr>
            <a:endParaRPr lang="en-US"/>
          </a:p>
        </c:txPr>
        <c:crossAx val="667023855"/>
        <c:crosses val="autoZero"/>
        <c:auto val="1"/>
        <c:lblAlgn val="ctr"/>
        <c:lblOffset val="100"/>
        <c:noMultiLvlLbl val="0"/>
      </c:catAx>
      <c:valAx>
        <c:axId val="66702385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6670252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06561870893955E-2"/>
          <c:y val="8.8815225866910028E-2"/>
          <c:w val="0.94438687625821205"/>
          <c:h val="0.91118477413308996"/>
        </c:manualLayout>
      </c:layout>
      <c:barChart>
        <c:barDir val="bar"/>
        <c:grouping val="clustered"/>
        <c:varyColors val="0"/>
        <c:ser>
          <c:idx val="0"/>
          <c:order val="0"/>
          <c:tx>
            <c:strRef>
              <c:f>Лист1!$B$1</c:f>
              <c:strCache>
                <c:ptCount val="1"/>
                <c:pt idx="0">
                  <c:v>Ряд 1</c:v>
                </c:pt>
              </c:strCache>
            </c:strRef>
          </c:tx>
          <c:spPr>
            <a:solidFill>
              <a:srgbClr val="C007A7"/>
            </a:solidFill>
            <a:ln>
              <a:noFill/>
            </a:ln>
            <a:effectLst/>
          </c:spPr>
          <c:invertIfNegative val="0"/>
          <c:dPt>
            <c:idx val="0"/>
            <c:invertIfNegative val="0"/>
            <c:bubble3D val="0"/>
            <c:spPr>
              <a:solidFill>
                <a:srgbClr val="C007A7"/>
              </a:solidFill>
              <a:ln>
                <a:noFill/>
              </a:ln>
              <a:effectLst/>
            </c:spPr>
            <c:extLst>
              <c:ext xmlns:c16="http://schemas.microsoft.com/office/drawing/2014/chart" uri="{C3380CC4-5D6E-409C-BE32-E72D297353CC}">
                <c16:uniqueId val="{00000001-DCB4-4CBD-8BC3-665B1275C709}"/>
              </c:ext>
            </c:extLst>
          </c:dPt>
          <c:cat>
            <c:strRef>
              <c:f>Лист1!$A$2</c:f>
              <c:strCache>
                <c:ptCount val="1"/>
                <c:pt idx="0">
                  <c:v>Категория 1</c:v>
                </c:pt>
              </c:strCache>
            </c:strRef>
          </c:cat>
          <c:val>
            <c:numRef>
              <c:f>Лист1!$B$2</c:f>
              <c:numCache>
                <c:formatCode>General</c:formatCode>
                <c:ptCount val="1"/>
                <c:pt idx="0">
                  <c:v>-88</c:v>
                </c:pt>
              </c:numCache>
            </c:numRef>
          </c:val>
          <c:extLst>
            <c:ext xmlns:c16="http://schemas.microsoft.com/office/drawing/2014/chart" uri="{C3380CC4-5D6E-409C-BE32-E72D297353CC}">
              <c16:uniqueId val="{00000002-DCB4-4CBD-8BC3-665B1275C709}"/>
            </c:ext>
          </c:extLst>
        </c:ser>
        <c:ser>
          <c:idx val="1"/>
          <c:order val="1"/>
          <c:tx>
            <c:strRef>
              <c:f>Лист1!$C$1</c:f>
              <c:strCache>
                <c:ptCount val="1"/>
                <c:pt idx="0">
                  <c:v>Ряд 2</c:v>
                </c:pt>
              </c:strCache>
            </c:strRef>
          </c:tx>
          <c:spPr>
            <a:solidFill>
              <a:srgbClr val="DDB6D3"/>
            </a:solidFill>
            <a:ln>
              <a:noFill/>
            </a:ln>
            <a:effectLst/>
          </c:spPr>
          <c:invertIfNegative val="0"/>
          <c:cat>
            <c:strRef>
              <c:f>Лист1!$A$2</c:f>
              <c:strCache>
                <c:ptCount val="1"/>
                <c:pt idx="0">
                  <c:v>Категория 1</c:v>
                </c:pt>
              </c:strCache>
            </c:strRef>
          </c:cat>
          <c:val>
            <c:numRef>
              <c:f>Лист1!$C$2</c:f>
              <c:numCache>
                <c:formatCode>General</c:formatCode>
                <c:ptCount val="1"/>
                <c:pt idx="0">
                  <c:v>-32</c:v>
                </c:pt>
              </c:numCache>
            </c:numRef>
          </c:val>
          <c:extLst>
            <c:ext xmlns:c16="http://schemas.microsoft.com/office/drawing/2014/chart" uri="{C3380CC4-5D6E-409C-BE32-E72D297353CC}">
              <c16:uniqueId val="{00000003-DCB4-4CBD-8BC3-665B1275C709}"/>
            </c:ext>
          </c:extLst>
        </c:ser>
        <c:dLbls>
          <c:showLegendKey val="0"/>
          <c:showVal val="0"/>
          <c:showCatName val="0"/>
          <c:showSerName val="0"/>
          <c:showPercent val="0"/>
          <c:showBubbleSize val="0"/>
        </c:dLbls>
        <c:gapWidth val="250"/>
        <c:overlap val="-60"/>
        <c:axId val="546242159"/>
        <c:axId val="666651695"/>
      </c:barChart>
      <c:catAx>
        <c:axId val="546242159"/>
        <c:scaling>
          <c:orientation val="minMax"/>
        </c:scaling>
        <c:delete val="1"/>
        <c:axPos val="l"/>
        <c:numFmt formatCode="General" sourceLinked="1"/>
        <c:majorTickMark val="out"/>
        <c:minorTickMark val="none"/>
        <c:tickLblPos val="nextTo"/>
        <c:crossAx val="666651695"/>
        <c:crosses val="autoZero"/>
        <c:auto val="1"/>
        <c:lblAlgn val="ctr"/>
        <c:lblOffset val="100"/>
        <c:noMultiLvlLbl val="0"/>
      </c:catAx>
      <c:valAx>
        <c:axId val="666651695"/>
        <c:scaling>
          <c:orientation val="minMax"/>
        </c:scaling>
        <c:delete val="1"/>
        <c:axPos val="b"/>
        <c:numFmt formatCode="General" sourceLinked="1"/>
        <c:majorTickMark val="out"/>
        <c:minorTickMark val="none"/>
        <c:tickLblPos val="nextTo"/>
        <c:crossAx val="54624215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06561870893955E-2"/>
          <c:y val="8.8815225866910028E-2"/>
          <c:w val="0.94438687625821205"/>
          <c:h val="0.91118477413308996"/>
        </c:manualLayout>
      </c:layout>
      <c:barChart>
        <c:barDir val="bar"/>
        <c:grouping val="clustered"/>
        <c:varyColors val="0"/>
        <c:ser>
          <c:idx val="0"/>
          <c:order val="0"/>
          <c:tx>
            <c:strRef>
              <c:f>Лист1!$B$1</c:f>
              <c:strCache>
                <c:ptCount val="1"/>
                <c:pt idx="0">
                  <c:v>Ряд 1</c:v>
                </c:pt>
              </c:strCache>
            </c:strRef>
          </c:tx>
          <c:spPr>
            <a:solidFill>
              <a:srgbClr val="C007A7"/>
            </a:solidFill>
            <a:ln>
              <a:noFill/>
            </a:ln>
            <a:effectLst/>
          </c:spPr>
          <c:invertIfNegative val="0"/>
          <c:cat>
            <c:strRef>
              <c:f>Лист1!$A$2</c:f>
              <c:strCache>
                <c:ptCount val="1"/>
                <c:pt idx="0">
                  <c:v>Категория 1</c:v>
                </c:pt>
              </c:strCache>
            </c:strRef>
          </c:cat>
          <c:val>
            <c:numRef>
              <c:f>Лист1!$B$2</c:f>
              <c:numCache>
                <c:formatCode>General</c:formatCode>
                <c:ptCount val="1"/>
                <c:pt idx="0">
                  <c:v>80</c:v>
                </c:pt>
              </c:numCache>
            </c:numRef>
          </c:val>
          <c:extLst>
            <c:ext xmlns:c16="http://schemas.microsoft.com/office/drawing/2014/chart" uri="{C3380CC4-5D6E-409C-BE32-E72D297353CC}">
              <c16:uniqueId val="{00000000-8F20-448C-B734-297E6EE13B12}"/>
            </c:ext>
          </c:extLst>
        </c:ser>
        <c:ser>
          <c:idx val="1"/>
          <c:order val="1"/>
          <c:tx>
            <c:strRef>
              <c:f>Лист1!$C$1</c:f>
              <c:strCache>
                <c:ptCount val="1"/>
                <c:pt idx="0">
                  <c:v>Ряд 2</c:v>
                </c:pt>
              </c:strCache>
            </c:strRef>
          </c:tx>
          <c:spPr>
            <a:solidFill>
              <a:srgbClr val="DDB6D3"/>
            </a:solidFill>
            <a:ln>
              <a:noFill/>
            </a:ln>
            <a:effectLst/>
          </c:spPr>
          <c:invertIfNegative val="0"/>
          <c:cat>
            <c:strRef>
              <c:f>Лист1!$A$2</c:f>
              <c:strCache>
                <c:ptCount val="1"/>
                <c:pt idx="0">
                  <c:v>Категория 1</c:v>
                </c:pt>
              </c:strCache>
            </c:strRef>
          </c:cat>
          <c:val>
            <c:numRef>
              <c:f>Лист1!$C$2</c:f>
              <c:numCache>
                <c:formatCode>General</c:formatCode>
                <c:ptCount val="1"/>
                <c:pt idx="0">
                  <c:v>100</c:v>
                </c:pt>
              </c:numCache>
            </c:numRef>
          </c:val>
          <c:extLst>
            <c:ext xmlns:c16="http://schemas.microsoft.com/office/drawing/2014/chart" uri="{C3380CC4-5D6E-409C-BE32-E72D297353CC}">
              <c16:uniqueId val="{00000001-8F20-448C-B734-297E6EE13B12}"/>
            </c:ext>
          </c:extLst>
        </c:ser>
        <c:dLbls>
          <c:showLegendKey val="0"/>
          <c:showVal val="0"/>
          <c:showCatName val="0"/>
          <c:showSerName val="0"/>
          <c:showPercent val="0"/>
          <c:showBubbleSize val="0"/>
        </c:dLbls>
        <c:gapWidth val="250"/>
        <c:overlap val="-60"/>
        <c:axId val="546242159"/>
        <c:axId val="666651695"/>
      </c:barChart>
      <c:catAx>
        <c:axId val="546242159"/>
        <c:scaling>
          <c:orientation val="minMax"/>
        </c:scaling>
        <c:delete val="1"/>
        <c:axPos val="l"/>
        <c:numFmt formatCode="General" sourceLinked="1"/>
        <c:majorTickMark val="out"/>
        <c:minorTickMark val="none"/>
        <c:tickLblPos val="nextTo"/>
        <c:crossAx val="666651695"/>
        <c:crosses val="autoZero"/>
        <c:auto val="1"/>
        <c:lblAlgn val="ctr"/>
        <c:lblOffset val="100"/>
        <c:noMultiLvlLbl val="0"/>
      </c:catAx>
      <c:valAx>
        <c:axId val="666651695"/>
        <c:scaling>
          <c:orientation val="minMax"/>
        </c:scaling>
        <c:delete val="1"/>
        <c:axPos val="b"/>
        <c:numFmt formatCode="General" sourceLinked="1"/>
        <c:majorTickMark val="out"/>
        <c:minorTickMark val="none"/>
        <c:tickLblPos val="nextTo"/>
        <c:crossAx val="54624215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331440303817463E-3"/>
          <c:y val="0.11043220583785289"/>
          <c:w val="0.98273371193923653"/>
          <c:h val="0.77234859565491454"/>
        </c:manualLayout>
      </c:layout>
      <c:barChart>
        <c:barDir val="col"/>
        <c:grouping val="clustered"/>
        <c:varyColors val="0"/>
        <c:ser>
          <c:idx val="0"/>
          <c:order val="0"/>
          <c:tx>
            <c:strRef>
              <c:f>Лист1!$B$1</c:f>
              <c:strCache>
                <c:ptCount val="1"/>
                <c:pt idx="0">
                  <c:v>Ряд 1</c:v>
                </c:pt>
              </c:strCache>
            </c:strRef>
          </c:tx>
          <c:spPr>
            <a:solidFill>
              <a:srgbClr val="DDB6D3"/>
            </a:solidFill>
            <a:ln>
              <a:no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Лист1!$B$2:$B$13</c:f>
              <c:numCache>
                <c:formatCode>General</c:formatCode>
                <c:ptCount val="12"/>
                <c:pt idx="0">
                  <c:v>4.3</c:v>
                </c:pt>
                <c:pt idx="1">
                  <c:v>-1</c:v>
                </c:pt>
                <c:pt idx="2">
                  <c:v>-3.3</c:v>
                </c:pt>
                <c:pt idx="3">
                  <c:v>-3.3</c:v>
                </c:pt>
                <c:pt idx="4">
                  <c:v>4.2</c:v>
                </c:pt>
                <c:pt idx="5">
                  <c:v>4</c:v>
                </c:pt>
                <c:pt idx="6">
                  <c:v>-3</c:v>
                </c:pt>
                <c:pt idx="7">
                  <c:v>-2.65</c:v>
                </c:pt>
                <c:pt idx="8">
                  <c:v>-0.7</c:v>
                </c:pt>
                <c:pt idx="9">
                  <c:v>3</c:v>
                </c:pt>
                <c:pt idx="10">
                  <c:v>-0.8</c:v>
                </c:pt>
                <c:pt idx="11">
                  <c:v>-0.6</c:v>
                </c:pt>
              </c:numCache>
            </c:numRef>
          </c:val>
          <c:extLst>
            <c:ext xmlns:c16="http://schemas.microsoft.com/office/drawing/2014/chart" uri="{C3380CC4-5D6E-409C-BE32-E72D297353CC}">
              <c16:uniqueId val="{00000000-FBA9-4B29-BFE2-D51C7A733981}"/>
            </c:ext>
          </c:extLst>
        </c:ser>
        <c:ser>
          <c:idx val="1"/>
          <c:order val="1"/>
          <c:tx>
            <c:strRef>
              <c:f>Лист1!$C$1</c:f>
              <c:strCache>
                <c:ptCount val="1"/>
                <c:pt idx="0">
                  <c:v>Ряд 2</c:v>
                </c:pt>
              </c:strCache>
            </c:strRef>
          </c:tx>
          <c:spPr>
            <a:solidFill>
              <a:srgbClr val="C007A7"/>
            </a:solidFill>
            <a:ln>
              <a:noFill/>
            </a:ln>
            <a:effectLst/>
          </c:spPr>
          <c:invertIfNegative val="0"/>
          <c:dPt>
            <c:idx val="0"/>
            <c:invertIfNegative val="0"/>
            <c:bubble3D val="0"/>
            <c:spPr>
              <a:solidFill>
                <a:srgbClr val="C007A7"/>
              </a:solidFill>
              <a:ln>
                <a:noFill/>
              </a:ln>
              <a:effectLst/>
            </c:spPr>
            <c:extLst>
              <c:ext xmlns:c16="http://schemas.microsoft.com/office/drawing/2014/chart" uri="{C3380CC4-5D6E-409C-BE32-E72D297353CC}">
                <c16:uniqueId val="{00000002-FBA9-4B29-BFE2-D51C7A733981}"/>
              </c:ext>
            </c:extLst>
          </c:dPt>
          <c:dPt>
            <c:idx val="4"/>
            <c:invertIfNegative val="0"/>
            <c:bubble3D val="0"/>
            <c:spPr>
              <a:solidFill>
                <a:srgbClr val="C007A7"/>
              </a:solidFill>
              <a:ln>
                <a:noFill/>
              </a:ln>
              <a:effectLst/>
            </c:spPr>
            <c:extLst>
              <c:ext xmlns:c16="http://schemas.microsoft.com/office/drawing/2014/chart" uri="{C3380CC4-5D6E-409C-BE32-E72D297353CC}">
                <c16:uniqueId val="{00000004-FBA9-4B29-BFE2-D51C7A733981}"/>
              </c:ext>
            </c:extLst>
          </c:dPt>
          <c:dPt>
            <c:idx val="5"/>
            <c:invertIfNegative val="0"/>
            <c:bubble3D val="0"/>
            <c:spPr>
              <a:solidFill>
                <a:srgbClr val="C007A7"/>
              </a:solidFill>
              <a:ln>
                <a:noFill/>
              </a:ln>
              <a:effectLst/>
            </c:spPr>
            <c:extLst>
              <c:ext xmlns:c16="http://schemas.microsoft.com/office/drawing/2014/chart" uri="{C3380CC4-5D6E-409C-BE32-E72D297353CC}">
                <c16:uniqueId val="{00000006-FBA9-4B29-BFE2-D51C7A733981}"/>
              </c:ext>
            </c:extLst>
          </c:dPt>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Лист1!$C$2:$C$13</c:f>
              <c:numCache>
                <c:formatCode>General</c:formatCode>
                <c:ptCount val="12"/>
                <c:pt idx="0">
                  <c:v>1.4</c:v>
                </c:pt>
                <c:pt idx="1">
                  <c:v>-0.8</c:v>
                </c:pt>
                <c:pt idx="2">
                  <c:v>-0.2</c:v>
                </c:pt>
                <c:pt idx="3">
                  <c:v>-0.2</c:v>
                </c:pt>
                <c:pt idx="4">
                  <c:v>3.7</c:v>
                </c:pt>
                <c:pt idx="5">
                  <c:v>3.7</c:v>
                </c:pt>
                <c:pt idx="6">
                  <c:v>-2.6</c:v>
                </c:pt>
                <c:pt idx="7">
                  <c:v>-2.1</c:v>
                </c:pt>
                <c:pt idx="8">
                  <c:v>-1.7</c:v>
                </c:pt>
                <c:pt idx="9">
                  <c:v>-3</c:v>
                </c:pt>
                <c:pt idx="10">
                  <c:v>-4.2</c:v>
                </c:pt>
                <c:pt idx="11">
                  <c:v>-0.9</c:v>
                </c:pt>
              </c:numCache>
            </c:numRef>
          </c:val>
          <c:extLst>
            <c:ext xmlns:c16="http://schemas.microsoft.com/office/drawing/2014/chart" uri="{C3380CC4-5D6E-409C-BE32-E72D297353CC}">
              <c16:uniqueId val="{00000007-FBA9-4B29-BFE2-D51C7A733981}"/>
            </c:ext>
          </c:extLst>
        </c:ser>
        <c:dLbls>
          <c:showLegendKey val="0"/>
          <c:showVal val="0"/>
          <c:showCatName val="0"/>
          <c:showSerName val="0"/>
          <c:showPercent val="0"/>
          <c:showBubbleSize val="0"/>
        </c:dLbls>
        <c:gapWidth val="50"/>
        <c:axId val="667025295"/>
        <c:axId val="667023855"/>
      </c:barChart>
      <c:catAx>
        <c:axId val="667025295"/>
        <c:scaling>
          <c:orientation val="minMax"/>
        </c:scaling>
        <c:delete val="0"/>
        <c:axPos val="b"/>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alpha val="45000"/>
                  </a:schemeClr>
                </a:solidFill>
                <a:latin typeface="+mn-lt"/>
                <a:ea typeface="+mn-ea"/>
                <a:cs typeface="+mn-cs"/>
              </a:defRPr>
            </a:pPr>
            <a:endParaRPr lang="en-US"/>
          </a:p>
        </c:txPr>
        <c:crossAx val="667023855"/>
        <c:crosses val="autoZero"/>
        <c:auto val="1"/>
        <c:lblAlgn val="ctr"/>
        <c:lblOffset val="100"/>
        <c:noMultiLvlLbl val="0"/>
      </c:catAx>
      <c:valAx>
        <c:axId val="66702385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66702529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331440303817463E-3"/>
          <c:y val="0.11043220583785289"/>
          <c:w val="0.98273371193923653"/>
          <c:h val="0.77234859565491454"/>
        </c:manualLayout>
      </c:layout>
      <c:barChart>
        <c:barDir val="col"/>
        <c:grouping val="clustered"/>
        <c:varyColors val="0"/>
        <c:ser>
          <c:idx val="0"/>
          <c:order val="0"/>
          <c:tx>
            <c:strRef>
              <c:f>Лист1!$B$1</c:f>
              <c:strCache>
                <c:ptCount val="1"/>
                <c:pt idx="0">
                  <c:v>Ряд 1</c:v>
                </c:pt>
              </c:strCache>
            </c:strRef>
          </c:tx>
          <c:spPr>
            <a:solidFill>
              <a:srgbClr val="DDB6D3"/>
            </a:solidFill>
            <a:ln>
              <a:no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Лист1!$B$2:$B$13</c:f>
              <c:numCache>
                <c:formatCode>General</c:formatCode>
                <c:ptCount val="12"/>
                <c:pt idx="0">
                  <c:v>1.5</c:v>
                </c:pt>
                <c:pt idx="1">
                  <c:v>1.1499999999999999</c:v>
                </c:pt>
                <c:pt idx="2">
                  <c:v>1.1499999999999999</c:v>
                </c:pt>
                <c:pt idx="3">
                  <c:v>1.1499999999999999</c:v>
                </c:pt>
                <c:pt idx="4">
                  <c:v>1.3</c:v>
                </c:pt>
                <c:pt idx="5">
                  <c:v>1.45</c:v>
                </c:pt>
                <c:pt idx="6">
                  <c:v>0.85</c:v>
                </c:pt>
                <c:pt idx="7">
                  <c:v>0.9</c:v>
                </c:pt>
                <c:pt idx="8">
                  <c:v>1.1000000000000001</c:v>
                </c:pt>
                <c:pt idx="9">
                  <c:v>1.62</c:v>
                </c:pt>
                <c:pt idx="10">
                  <c:v>1.1499999999999999</c:v>
                </c:pt>
                <c:pt idx="11">
                  <c:v>1.22</c:v>
                </c:pt>
              </c:numCache>
            </c:numRef>
          </c:val>
          <c:extLst>
            <c:ext xmlns:c16="http://schemas.microsoft.com/office/drawing/2014/chart" uri="{C3380CC4-5D6E-409C-BE32-E72D297353CC}">
              <c16:uniqueId val="{00000000-711D-494A-AF11-8BF44248B7CD}"/>
            </c:ext>
          </c:extLst>
        </c:ser>
        <c:ser>
          <c:idx val="1"/>
          <c:order val="1"/>
          <c:tx>
            <c:strRef>
              <c:f>Лист1!$C$1</c:f>
              <c:strCache>
                <c:ptCount val="1"/>
                <c:pt idx="0">
                  <c:v>Ряд 2</c:v>
                </c:pt>
              </c:strCache>
            </c:strRef>
          </c:tx>
          <c:spPr>
            <a:solidFill>
              <a:srgbClr val="C007A7"/>
            </a:solidFill>
            <a:ln>
              <a:noFill/>
            </a:ln>
            <a:effectLst/>
          </c:spPr>
          <c:invertIfNegative val="0"/>
          <c:cat>
            <c:strRef>
              <c:f>Лист1!$A$2:$A$13</c:f>
              <c:strCache>
                <c:ptCount val="12"/>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strCache>
            </c:strRef>
          </c:cat>
          <c:val>
            <c:numRef>
              <c:f>Лист1!$C$2:$C$13</c:f>
              <c:numCache>
                <c:formatCode>General</c:formatCode>
                <c:ptCount val="12"/>
                <c:pt idx="0">
                  <c:v>1.05</c:v>
                </c:pt>
                <c:pt idx="1">
                  <c:v>0.95</c:v>
                </c:pt>
                <c:pt idx="2">
                  <c:v>0.95</c:v>
                </c:pt>
                <c:pt idx="3">
                  <c:v>1</c:v>
                </c:pt>
                <c:pt idx="4">
                  <c:v>1.2</c:v>
                </c:pt>
                <c:pt idx="5">
                  <c:v>1.9</c:v>
                </c:pt>
                <c:pt idx="6">
                  <c:v>0.8</c:v>
                </c:pt>
                <c:pt idx="7">
                  <c:v>0.95</c:v>
                </c:pt>
                <c:pt idx="8">
                  <c:v>1</c:v>
                </c:pt>
                <c:pt idx="9">
                  <c:v>0.95</c:v>
                </c:pt>
                <c:pt idx="10">
                  <c:v>0.85</c:v>
                </c:pt>
                <c:pt idx="11">
                  <c:v>1.22</c:v>
                </c:pt>
              </c:numCache>
            </c:numRef>
          </c:val>
          <c:extLst>
            <c:ext xmlns:c16="http://schemas.microsoft.com/office/drawing/2014/chart" uri="{C3380CC4-5D6E-409C-BE32-E72D297353CC}">
              <c16:uniqueId val="{00000001-711D-494A-AF11-8BF44248B7CD}"/>
            </c:ext>
          </c:extLst>
        </c:ser>
        <c:dLbls>
          <c:showLegendKey val="0"/>
          <c:showVal val="0"/>
          <c:showCatName val="0"/>
          <c:showSerName val="0"/>
          <c:showPercent val="0"/>
          <c:showBubbleSize val="0"/>
        </c:dLbls>
        <c:gapWidth val="50"/>
        <c:axId val="667025295"/>
        <c:axId val="667023855"/>
      </c:barChart>
      <c:catAx>
        <c:axId val="667025295"/>
        <c:scaling>
          <c:orientation val="minMax"/>
        </c:scaling>
        <c:delete val="0"/>
        <c:axPos val="b"/>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alpha val="45000"/>
                  </a:schemeClr>
                </a:solidFill>
                <a:latin typeface="+mn-lt"/>
                <a:ea typeface="+mn-ea"/>
                <a:cs typeface="+mn-cs"/>
              </a:defRPr>
            </a:pPr>
            <a:endParaRPr lang="en-US"/>
          </a:p>
        </c:txPr>
        <c:crossAx val="667023855"/>
        <c:crosses val="autoZero"/>
        <c:auto val="1"/>
        <c:lblAlgn val="ctr"/>
        <c:lblOffset val="100"/>
        <c:noMultiLvlLbl val="0"/>
      </c:catAx>
      <c:valAx>
        <c:axId val="66702385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6670252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Лист1!$B$1</c:f>
              <c:strCache>
                <c:ptCount val="1"/>
                <c:pt idx="0">
                  <c:v>ЮС ФЛ</c:v>
                </c:pt>
              </c:strCache>
            </c:strRef>
          </c:tx>
          <c:spPr>
            <a:solidFill>
              <a:schemeClr val="accent5"/>
            </a:solidFill>
            <a:ln>
              <a:noFill/>
            </a:ln>
            <a:effectLst/>
          </c:spPr>
          <c:invertIfNegative val="0"/>
          <c:cat>
            <c:strRef>
              <c:f>Лист1!$A$2:$A$5</c:f>
              <c:strCache>
                <c:ptCount val="4"/>
                <c:pt idx="0">
                  <c:v>2018</c:v>
                </c:pt>
                <c:pt idx="1">
                  <c:v>2019</c:v>
                </c:pt>
                <c:pt idx="2">
                  <c:v>9М 2019</c:v>
                </c:pt>
                <c:pt idx="3">
                  <c:v>9М 2020</c:v>
                </c:pt>
              </c:strCache>
            </c:strRef>
          </c:cat>
          <c:val>
            <c:numRef>
              <c:f>Лист1!$B$2:$B$5</c:f>
              <c:numCache>
                <c:formatCode>General</c:formatCode>
                <c:ptCount val="4"/>
                <c:pt idx="0">
                  <c:v>410</c:v>
                </c:pt>
                <c:pt idx="1">
                  <c:v>600</c:v>
                </c:pt>
                <c:pt idx="2">
                  <c:v>420</c:v>
                </c:pt>
                <c:pt idx="3">
                  <c:v>690</c:v>
                </c:pt>
              </c:numCache>
            </c:numRef>
          </c:val>
          <c:extLst>
            <c:ext xmlns:c16="http://schemas.microsoft.com/office/drawing/2014/chart" uri="{C3380CC4-5D6E-409C-BE32-E72D297353CC}">
              <c16:uniqueId val="{00000000-5D4D-4C19-8C7D-56708B00B766}"/>
            </c:ext>
          </c:extLst>
        </c:ser>
        <c:ser>
          <c:idx val="1"/>
          <c:order val="1"/>
          <c:tx>
            <c:strRef>
              <c:f>Лист1!$C$1</c:f>
              <c:strCache>
                <c:ptCount val="1"/>
                <c:pt idx="0">
                  <c:v>НВ</c:v>
                </c:pt>
              </c:strCache>
            </c:strRef>
          </c:tx>
          <c:spPr>
            <a:solidFill>
              <a:schemeClr val="accent1"/>
            </a:solidFill>
            <a:ln>
              <a:noFill/>
            </a:ln>
            <a:effectLst/>
          </c:spPr>
          <c:invertIfNegative val="0"/>
          <c:cat>
            <c:strRef>
              <c:f>Лист1!$A$2:$A$5</c:f>
              <c:strCache>
                <c:ptCount val="4"/>
                <c:pt idx="0">
                  <c:v>2018</c:v>
                </c:pt>
                <c:pt idx="1">
                  <c:v>2019</c:v>
                </c:pt>
                <c:pt idx="2">
                  <c:v>9М 2019</c:v>
                </c:pt>
                <c:pt idx="3">
                  <c:v>9М 2020</c:v>
                </c:pt>
              </c:strCache>
            </c:strRef>
          </c:cat>
          <c:val>
            <c:numRef>
              <c:f>Лист1!$C$2:$C$5</c:f>
              <c:numCache>
                <c:formatCode>General</c:formatCode>
                <c:ptCount val="4"/>
                <c:pt idx="0">
                  <c:v>480</c:v>
                </c:pt>
                <c:pt idx="1">
                  <c:v>590</c:v>
                </c:pt>
                <c:pt idx="2">
                  <c:v>440</c:v>
                </c:pt>
                <c:pt idx="3">
                  <c:v>340</c:v>
                </c:pt>
              </c:numCache>
            </c:numRef>
          </c:val>
          <c:extLst>
            <c:ext xmlns:c16="http://schemas.microsoft.com/office/drawing/2014/chart" uri="{C3380CC4-5D6E-409C-BE32-E72D297353CC}">
              <c16:uniqueId val="{00000001-5D4D-4C19-8C7D-56708B00B766}"/>
            </c:ext>
          </c:extLst>
        </c:ser>
        <c:ser>
          <c:idx val="2"/>
          <c:order val="2"/>
          <c:tx>
            <c:strRef>
              <c:f>Лист1!$D$1</c:f>
              <c:strCache>
                <c:ptCount val="1"/>
                <c:pt idx="0">
                  <c:v>АС</c:v>
                </c:pt>
              </c:strCache>
            </c:strRef>
          </c:tx>
          <c:spPr>
            <a:solidFill>
              <a:schemeClr val="accent2"/>
            </a:solidFill>
            <a:ln>
              <a:noFill/>
            </a:ln>
            <a:effectLst/>
          </c:spPr>
          <c:invertIfNegative val="0"/>
          <c:cat>
            <c:strRef>
              <c:f>Лист1!$A$2:$A$5</c:f>
              <c:strCache>
                <c:ptCount val="4"/>
                <c:pt idx="0">
                  <c:v>2018</c:v>
                </c:pt>
                <c:pt idx="1">
                  <c:v>2019</c:v>
                </c:pt>
                <c:pt idx="2">
                  <c:v>9М 2019</c:v>
                </c:pt>
                <c:pt idx="3">
                  <c:v>9М 2020</c:v>
                </c:pt>
              </c:strCache>
            </c:strRef>
          </c:cat>
          <c:val>
            <c:numRef>
              <c:f>Лист1!$D$2:$D$5</c:f>
              <c:numCache>
                <c:formatCode>General</c:formatCode>
                <c:ptCount val="4"/>
                <c:pt idx="0">
                  <c:v>160</c:v>
                </c:pt>
                <c:pt idx="1">
                  <c:v>270</c:v>
                </c:pt>
                <c:pt idx="2">
                  <c:v>200</c:v>
                </c:pt>
                <c:pt idx="3">
                  <c:v>160</c:v>
                </c:pt>
              </c:numCache>
            </c:numRef>
          </c:val>
          <c:extLst>
            <c:ext xmlns:c16="http://schemas.microsoft.com/office/drawing/2014/chart" uri="{C3380CC4-5D6E-409C-BE32-E72D297353CC}">
              <c16:uniqueId val="{00000002-5D4D-4C19-8C7D-56708B00B766}"/>
            </c:ext>
          </c:extLst>
        </c:ser>
        <c:ser>
          <c:idx val="3"/>
          <c:order val="3"/>
          <c:tx>
            <c:strRef>
              <c:f>Лист1!$E$1</c:f>
              <c:strCache>
                <c:ptCount val="1"/>
                <c:pt idx="0">
                  <c:v>МС</c:v>
                </c:pt>
              </c:strCache>
            </c:strRef>
          </c:tx>
          <c:spPr>
            <a:solidFill>
              <a:schemeClr val="accent3"/>
            </a:solidFill>
            <a:ln>
              <a:noFill/>
            </a:ln>
            <a:effectLst/>
          </c:spPr>
          <c:invertIfNegative val="0"/>
          <c:cat>
            <c:strRef>
              <c:f>Лист1!$A$2:$A$5</c:f>
              <c:strCache>
                <c:ptCount val="4"/>
                <c:pt idx="0">
                  <c:v>2018</c:v>
                </c:pt>
                <c:pt idx="1">
                  <c:v>2019</c:v>
                </c:pt>
                <c:pt idx="2">
                  <c:v>9М 2019</c:v>
                </c:pt>
                <c:pt idx="3">
                  <c:v>9М 2020</c:v>
                </c:pt>
              </c:strCache>
            </c:strRef>
          </c:cat>
          <c:val>
            <c:numRef>
              <c:f>Лист1!$E$2:$E$5</c:f>
              <c:numCache>
                <c:formatCode>General</c:formatCode>
                <c:ptCount val="4"/>
                <c:pt idx="0">
                  <c:v>40</c:v>
                </c:pt>
                <c:pt idx="1">
                  <c:v>120</c:v>
                </c:pt>
                <c:pt idx="2">
                  <c:v>80</c:v>
                </c:pt>
                <c:pt idx="3">
                  <c:v>160</c:v>
                </c:pt>
              </c:numCache>
            </c:numRef>
          </c:val>
          <c:extLst>
            <c:ext xmlns:c16="http://schemas.microsoft.com/office/drawing/2014/chart" uri="{C3380CC4-5D6E-409C-BE32-E72D297353CC}">
              <c16:uniqueId val="{00000003-5D4D-4C19-8C7D-56708B00B766}"/>
            </c:ext>
          </c:extLst>
        </c:ser>
        <c:ser>
          <c:idx val="4"/>
          <c:order val="4"/>
          <c:tx>
            <c:strRef>
              <c:f>Лист1!$F$1</c:f>
              <c:strCache>
                <c:ptCount val="1"/>
                <c:pt idx="0">
                  <c:v>Прочие</c:v>
                </c:pt>
              </c:strCache>
            </c:strRef>
          </c:tx>
          <c:spPr>
            <a:solidFill>
              <a:schemeClr val="accent4"/>
            </a:solidFill>
            <a:ln>
              <a:noFill/>
            </a:ln>
            <a:effectLst/>
          </c:spPr>
          <c:invertIfNegative val="0"/>
          <c:cat>
            <c:strRef>
              <c:f>Лист1!$A$2:$A$5</c:f>
              <c:strCache>
                <c:ptCount val="4"/>
                <c:pt idx="0">
                  <c:v>2018</c:v>
                </c:pt>
                <c:pt idx="1">
                  <c:v>2019</c:v>
                </c:pt>
                <c:pt idx="2">
                  <c:v>9М 2019</c:v>
                </c:pt>
                <c:pt idx="3">
                  <c:v>9М 2020</c:v>
                </c:pt>
              </c:strCache>
            </c:strRef>
          </c:cat>
          <c:val>
            <c:numRef>
              <c:f>Лист1!$F$2:$F$5</c:f>
              <c:numCache>
                <c:formatCode>General</c:formatCode>
                <c:ptCount val="4"/>
                <c:pt idx="0">
                  <c:v>90</c:v>
                </c:pt>
                <c:pt idx="1">
                  <c:v>90</c:v>
                </c:pt>
                <c:pt idx="2">
                  <c:v>70</c:v>
                </c:pt>
                <c:pt idx="3">
                  <c:v>130</c:v>
                </c:pt>
              </c:numCache>
            </c:numRef>
          </c:val>
          <c:extLst>
            <c:ext xmlns:c16="http://schemas.microsoft.com/office/drawing/2014/chart" uri="{C3380CC4-5D6E-409C-BE32-E72D297353CC}">
              <c16:uniqueId val="{00000004-5D4D-4C19-8C7D-56708B00B766}"/>
            </c:ext>
          </c:extLst>
        </c:ser>
        <c:dLbls>
          <c:showLegendKey val="0"/>
          <c:showVal val="0"/>
          <c:showCatName val="0"/>
          <c:showSerName val="0"/>
          <c:showPercent val="0"/>
          <c:showBubbleSize val="0"/>
        </c:dLbls>
        <c:gapWidth val="40"/>
        <c:overlap val="100"/>
        <c:axId val="1129210767"/>
        <c:axId val="1129209327"/>
      </c:barChart>
      <c:catAx>
        <c:axId val="1129210767"/>
        <c:scaling>
          <c:orientation val="minMax"/>
        </c:scaling>
        <c:delete val="1"/>
        <c:axPos val="b"/>
        <c:numFmt formatCode="General" sourceLinked="1"/>
        <c:majorTickMark val="none"/>
        <c:minorTickMark val="none"/>
        <c:tickLblPos val="nextTo"/>
        <c:crossAx val="1129209327"/>
        <c:crosses val="autoZero"/>
        <c:auto val="1"/>
        <c:lblAlgn val="ctr"/>
        <c:lblOffset val="100"/>
        <c:noMultiLvlLbl val="0"/>
      </c:catAx>
      <c:valAx>
        <c:axId val="1129209327"/>
        <c:scaling>
          <c:orientation val="minMax"/>
        </c:scaling>
        <c:delete val="1"/>
        <c:axPos val="l"/>
        <c:numFmt formatCode="General" sourceLinked="1"/>
        <c:majorTickMark val="none"/>
        <c:minorTickMark val="none"/>
        <c:tickLblPos val="nextTo"/>
        <c:crossAx val="112921076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Лист1!$B$1</c:f>
              <c:strCache>
                <c:ptCount val="1"/>
                <c:pt idx="0">
                  <c:v>Ряд 1</c:v>
                </c:pt>
              </c:strCache>
            </c:strRef>
          </c:tx>
          <c:spPr>
            <a:solidFill>
              <a:schemeClr val="accent5"/>
            </a:solidFill>
            <a:ln>
              <a:noFill/>
            </a:ln>
            <a:effectLst/>
          </c:spPr>
          <c:invertIfNegative val="0"/>
          <c:cat>
            <c:strRef>
              <c:f>Лист1!$A$2:$A$5</c:f>
              <c:strCache>
                <c:ptCount val="4"/>
                <c:pt idx="0">
                  <c:v>Нетто-выручка банки</c:v>
                </c:pt>
                <c:pt idx="1">
                  <c:v>Нетто-выручка СК</c:v>
                </c:pt>
                <c:pt idx="2">
                  <c:v>Нетто-выручка прочие каналы</c:v>
                </c:pt>
                <c:pt idx="3">
                  <c:v>Комиссии</c:v>
                </c:pt>
              </c:strCache>
            </c:strRef>
          </c:cat>
          <c:val>
            <c:numRef>
              <c:f>Лист1!$B$2:$B$5</c:f>
              <c:numCache>
                <c:formatCode>General</c:formatCode>
                <c:ptCount val="4"/>
                <c:pt idx="0">
                  <c:v>100</c:v>
                </c:pt>
                <c:pt idx="1">
                  <c:v>190</c:v>
                </c:pt>
                <c:pt idx="2">
                  <c:v>120</c:v>
                </c:pt>
                <c:pt idx="3">
                  <c:v>255</c:v>
                </c:pt>
              </c:numCache>
            </c:numRef>
          </c:val>
          <c:extLst>
            <c:ext xmlns:c16="http://schemas.microsoft.com/office/drawing/2014/chart" uri="{C3380CC4-5D6E-409C-BE32-E72D297353CC}">
              <c16:uniqueId val="{00000000-BB59-4291-9F70-01B0A03093D7}"/>
            </c:ext>
          </c:extLst>
        </c:ser>
        <c:ser>
          <c:idx val="1"/>
          <c:order val="1"/>
          <c:tx>
            <c:strRef>
              <c:f>Лист1!$C$1</c:f>
              <c:strCache>
                <c:ptCount val="1"/>
                <c:pt idx="0">
                  <c:v>Ряд 2</c:v>
                </c:pt>
              </c:strCache>
            </c:strRef>
          </c:tx>
          <c:spPr>
            <a:solidFill>
              <a:srgbClr val="7D70EF"/>
            </a:solidFill>
            <a:ln>
              <a:noFill/>
            </a:ln>
            <a:effectLst/>
          </c:spPr>
          <c:invertIfNegative val="0"/>
          <c:cat>
            <c:strRef>
              <c:f>Лист1!$A$2:$A$5</c:f>
              <c:strCache>
                <c:ptCount val="4"/>
                <c:pt idx="0">
                  <c:v>Нетто-выручка банки</c:v>
                </c:pt>
                <c:pt idx="1">
                  <c:v>Нетто-выручка СК</c:v>
                </c:pt>
                <c:pt idx="2">
                  <c:v>Нетто-выручка прочие каналы</c:v>
                </c:pt>
                <c:pt idx="3">
                  <c:v>Комиссии</c:v>
                </c:pt>
              </c:strCache>
            </c:strRef>
          </c:cat>
          <c:val>
            <c:numRef>
              <c:f>Лист1!$C$2:$C$5</c:f>
              <c:numCache>
                <c:formatCode>General</c:formatCode>
                <c:ptCount val="4"/>
                <c:pt idx="0">
                  <c:v>270</c:v>
                </c:pt>
                <c:pt idx="1">
                  <c:v>360</c:v>
                </c:pt>
                <c:pt idx="2">
                  <c:v>280</c:v>
                </c:pt>
                <c:pt idx="3">
                  <c:v>220</c:v>
                </c:pt>
              </c:numCache>
            </c:numRef>
          </c:val>
          <c:extLst>
            <c:ext xmlns:c16="http://schemas.microsoft.com/office/drawing/2014/chart" uri="{C3380CC4-5D6E-409C-BE32-E72D297353CC}">
              <c16:uniqueId val="{00000001-BB59-4291-9F70-01B0A03093D7}"/>
            </c:ext>
          </c:extLst>
        </c:ser>
        <c:ser>
          <c:idx val="2"/>
          <c:order val="2"/>
          <c:tx>
            <c:strRef>
              <c:f>Лист1!$D$1</c:f>
              <c:strCache>
                <c:ptCount val="1"/>
                <c:pt idx="0">
                  <c:v>Ряд 3</c:v>
                </c:pt>
              </c:strCache>
            </c:strRef>
          </c:tx>
          <c:spPr>
            <a:solidFill>
              <a:schemeClr val="accent4"/>
            </a:solidFill>
            <a:ln>
              <a:noFill/>
            </a:ln>
            <a:effectLst/>
          </c:spPr>
          <c:invertIfNegative val="0"/>
          <c:cat>
            <c:strRef>
              <c:f>Лист1!$A$2:$A$5</c:f>
              <c:strCache>
                <c:ptCount val="4"/>
                <c:pt idx="0">
                  <c:v>Нетто-выручка банки</c:v>
                </c:pt>
                <c:pt idx="1">
                  <c:v>Нетто-выручка СК</c:v>
                </c:pt>
                <c:pt idx="2">
                  <c:v>Нетто-выручка прочие каналы</c:v>
                </c:pt>
                <c:pt idx="3">
                  <c:v>Комиссии</c:v>
                </c:pt>
              </c:strCache>
            </c:strRef>
          </c:cat>
          <c:val>
            <c:numRef>
              <c:f>Лист1!$D$2:$D$5</c:f>
              <c:numCache>
                <c:formatCode>General</c:formatCode>
                <c:ptCount val="4"/>
                <c:pt idx="0">
                  <c:v>40</c:v>
                </c:pt>
                <c:pt idx="1">
                  <c:v>30</c:v>
                </c:pt>
                <c:pt idx="2">
                  <c:v>20</c:v>
                </c:pt>
                <c:pt idx="3">
                  <c:v>50</c:v>
                </c:pt>
              </c:numCache>
            </c:numRef>
          </c:val>
          <c:extLst>
            <c:ext xmlns:c16="http://schemas.microsoft.com/office/drawing/2014/chart" uri="{C3380CC4-5D6E-409C-BE32-E72D297353CC}">
              <c16:uniqueId val="{00000002-BB59-4291-9F70-01B0A03093D7}"/>
            </c:ext>
          </c:extLst>
        </c:ser>
        <c:ser>
          <c:idx val="3"/>
          <c:order val="3"/>
          <c:tx>
            <c:strRef>
              <c:f>Лист1!$E$1</c:f>
              <c:strCache>
                <c:ptCount val="1"/>
                <c:pt idx="0">
                  <c:v>Ряд 4</c:v>
                </c:pt>
              </c:strCache>
            </c:strRef>
          </c:tx>
          <c:spPr>
            <a:solidFill>
              <a:schemeClr val="accent6"/>
            </a:solidFill>
            <a:ln>
              <a:noFill/>
            </a:ln>
            <a:effectLst/>
          </c:spPr>
          <c:invertIfNegative val="0"/>
          <c:cat>
            <c:strRef>
              <c:f>Лист1!$A$2:$A$5</c:f>
              <c:strCache>
                <c:ptCount val="4"/>
                <c:pt idx="0">
                  <c:v>Нетто-выручка банки</c:v>
                </c:pt>
                <c:pt idx="1">
                  <c:v>Нетто-выручка СК</c:v>
                </c:pt>
                <c:pt idx="2">
                  <c:v>Нетто-выручка прочие каналы</c:v>
                </c:pt>
                <c:pt idx="3">
                  <c:v>Комиссии</c:v>
                </c:pt>
              </c:strCache>
            </c:strRef>
          </c:cat>
          <c:val>
            <c:numRef>
              <c:f>Лист1!$E$2:$E$5</c:f>
              <c:numCache>
                <c:formatCode>General</c:formatCode>
                <c:ptCount val="4"/>
                <c:pt idx="0">
                  <c:v>420</c:v>
                </c:pt>
                <c:pt idx="1">
                  <c:v>700</c:v>
                </c:pt>
                <c:pt idx="2">
                  <c:v>470</c:v>
                </c:pt>
                <c:pt idx="3">
                  <c:v>790</c:v>
                </c:pt>
              </c:numCache>
            </c:numRef>
          </c:val>
          <c:extLst>
            <c:ext xmlns:c16="http://schemas.microsoft.com/office/drawing/2014/chart" uri="{C3380CC4-5D6E-409C-BE32-E72D297353CC}">
              <c16:uniqueId val="{00000003-BB59-4291-9F70-01B0A03093D7}"/>
            </c:ext>
          </c:extLst>
        </c:ser>
        <c:dLbls>
          <c:showLegendKey val="0"/>
          <c:showVal val="0"/>
          <c:showCatName val="0"/>
          <c:showSerName val="0"/>
          <c:showPercent val="0"/>
          <c:showBubbleSize val="0"/>
        </c:dLbls>
        <c:gapWidth val="40"/>
        <c:overlap val="100"/>
        <c:axId val="1129210767"/>
        <c:axId val="1129209327"/>
      </c:barChart>
      <c:catAx>
        <c:axId val="1129210767"/>
        <c:scaling>
          <c:orientation val="minMax"/>
        </c:scaling>
        <c:delete val="1"/>
        <c:axPos val="b"/>
        <c:numFmt formatCode="General" sourceLinked="1"/>
        <c:majorTickMark val="none"/>
        <c:minorTickMark val="none"/>
        <c:tickLblPos val="nextTo"/>
        <c:crossAx val="1129209327"/>
        <c:crosses val="autoZero"/>
        <c:auto val="1"/>
        <c:lblAlgn val="ctr"/>
        <c:lblOffset val="100"/>
        <c:noMultiLvlLbl val="0"/>
      </c:catAx>
      <c:valAx>
        <c:axId val="1129209327"/>
        <c:scaling>
          <c:orientation val="minMax"/>
        </c:scaling>
        <c:delete val="1"/>
        <c:axPos val="l"/>
        <c:numFmt formatCode="General" sourceLinked="1"/>
        <c:majorTickMark val="none"/>
        <c:minorTickMark val="none"/>
        <c:tickLblPos val="nextTo"/>
        <c:crossAx val="112921076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Нетто-выручка</c:v>
                </c:pt>
              </c:strCache>
            </c:strRef>
          </c:tx>
          <c:spPr>
            <a:solidFill>
              <a:schemeClr val="accent5"/>
            </a:solidFill>
            <a:ln>
              <a:noFill/>
            </a:ln>
            <a:effectLst/>
          </c:spPr>
          <c:invertIfNegative val="0"/>
          <c:cat>
            <c:strRef>
              <c:f>Лист1!$A$2:$A$5</c:f>
              <c:strCache>
                <c:ptCount val="4"/>
                <c:pt idx="0">
                  <c:v>2018</c:v>
                </c:pt>
                <c:pt idx="1">
                  <c:v>2019</c:v>
                </c:pt>
                <c:pt idx="2">
                  <c:v>9М 2019</c:v>
                </c:pt>
                <c:pt idx="3">
                  <c:v>9М 2020</c:v>
                </c:pt>
              </c:strCache>
            </c:strRef>
          </c:cat>
          <c:val>
            <c:numRef>
              <c:f>Лист1!$B$2:$B$5</c:f>
              <c:numCache>
                <c:formatCode>General</c:formatCode>
                <c:ptCount val="4"/>
                <c:pt idx="0">
                  <c:v>3.2</c:v>
                </c:pt>
                <c:pt idx="1">
                  <c:v>4.5</c:v>
                </c:pt>
                <c:pt idx="2">
                  <c:v>3.35</c:v>
                </c:pt>
                <c:pt idx="3">
                  <c:v>4.0999999999999996</c:v>
                </c:pt>
              </c:numCache>
            </c:numRef>
          </c:val>
          <c:extLst>
            <c:ext xmlns:c16="http://schemas.microsoft.com/office/drawing/2014/chart" uri="{C3380CC4-5D6E-409C-BE32-E72D297353CC}">
              <c16:uniqueId val="{00000000-8914-4AD8-A715-210B1AAC778C}"/>
            </c:ext>
          </c:extLst>
        </c:ser>
        <c:ser>
          <c:idx val="1"/>
          <c:order val="1"/>
          <c:tx>
            <c:strRef>
              <c:f>Лист1!$C$1</c:f>
              <c:strCache>
                <c:ptCount val="1"/>
                <c:pt idx="0">
                  <c:v>Ряд 2</c:v>
                </c:pt>
              </c:strCache>
            </c:strRef>
          </c:tx>
          <c:spPr>
            <a:solidFill>
              <a:schemeClr val="accent2"/>
            </a:solidFill>
            <a:ln>
              <a:noFill/>
            </a:ln>
            <a:effectLst/>
          </c:spPr>
          <c:invertIfNegative val="0"/>
          <c:cat>
            <c:strRef>
              <c:f>Лист1!$A$2:$A$5</c:f>
              <c:strCache>
                <c:ptCount val="4"/>
                <c:pt idx="0">
                  <c:v>2018</c:v>
                </c:pt>
                <c:pt idx="1">
                  <c:v>2019</c:v>
                </c:pt>
                <c:pt idx="2">
                  <c:v>9М 2019</c:v>
                </c:pt>
                <c:pt idx="3">
                  <c:v>9М 2020</c:v>
                </c:pt>
              </c:strCache>
            </c:strRef>
          </c:cat>
          <c:val>
            <c:numRef>
              <c:f>Лист1!$C$2:$C$5</c:f>
              <c:numCache>
                <c:formatCode>General</c:formatCode>
                <c:ptCount val="4"/>
              </c:numCache>
            </c:numRef>
          </c:val>
          <c:extLst>
            <c:ext xmlns:c16="http://schemas.microsoft.com/office/drawing/2014/chart" uri="{C3380CC4-5D6E-409C-BE32-E72D297353CC}">
              <c16:uniqueId val="{00000001-8914-4AD8-A715-210B1AAC778C}"/>
            </c:ext>
          </c:extLst>
        </c:ser>
        <c:dLbls>
          <c:showLegendKey val="0"/>
          <c:showVal val="0"/>
          <c:showCatName val="0"/>
          <c:showSerName val="0"/>
          <c:showPercent val="0"/>
          <c:showBubbleSize val="0"/>
        </c:dLbls>
        <c:gapWidth val="38"/>
        <c:overlap val="100"/>
        <c:axId val="664895455"/>
        <c:axId val="664896895"/>
      </c:barChart>
      <c:lineChart>
        <c:grouping val="standard"/>
        <c:varyColors val="0"/>
        <c:ser>
          <c:idx val="2"/>
          <c:order val="2"/>
          <c:tx>
            <c:strRef>
              <c:f>Лист1!$D$1</c:f>
              <c:strCache>
                <c:ptCount val="1"/>
                <c:pt idx="0">
                  <c:v>EBITDA с учетом дивидендов</c:v>
                </c:pt>
              </c:strCache>
            </c:strRef>
          </c:tx>
          <c:spPr>
            <a:ln w="28575" cap="rnd">
              <a:solidFill>
                <a:schemeClr val="accent1"/>
              </a:solidFill>
              <a:round/>
            </a:ln>
            <a:effectLst/>
          </c:spPr>
          <c:marker>
            <c:symbol val="none"/>
          </c:marker>
          <c:cat>
            <c:strRef>
              <c:f>Лист1!$A$2:$A$5</c:f>
              <c:strCache>
                <c:ptCount val="4"/>
                <c:pt idx="0">
                  <c:v>2018</c:v>
                </c:pt>
                <c:pt idx="1">
                  <c:v>2019</c:v>
                </c:pt>
                <c:pt idx="2">
                  <c:v>9М 2019</c:v>
                </c:pt>
                <c:pt idx="3">
                  <c:v>9М 2020</c:v>
                </c:pt>
              </c:strCache>
            </c:strRef>
          </c:cat>
          <c:val>
            <c:numRef>
              <c:f>Лист1!$D$2:$D$5</c:f>
              <c:numCache>
                <c:formatCode>General</c:formatCode>
                <c:ptCount val="4"/>
                <c:pt idx="0">
                  <c:v>2.2999999999999998</c:v>
                </c:pt>
                <c:pt idx="1">
                  <c:v>2.4</c:v>
                </c:pt>
                <c:pt idx="2">
                  <c:v>2.5</c:v>
                </c:pt>
                <c:pt idx="3">
                  <c:v>1</c:v>
                </c:pt>
              </c:numCache>
            </c:numRef>
          </c:val>
          <c:smooth val="0"/>
          <c:extLst>
            <c:ext xmlns:c16="http://schemas.microsoft.com/office/drawing/2014/chart" uri="{C3380CC4-5D6E-409C-BE32-E72D297353CC}">
              <c16:uniqueId val="{00000002-8914-4AD8-A715-210B1AAC778C}"/>
            </c:ext>
          </c:extLst>
        </c:ser>
        <c:ser>
          <c:idx val="3"/>
          <c:order val="3"/>
          <c:tx>
            <c:strRef>
              <c:f>Лист1!$E$1</c:f>
              <c:strCache>
                <c:ptCount val="1"/>
                <c:pt idx="0">
                  <c:v>EBITDA без учета дивидендов</c:v>
                </c:pt>
              </c:strCache>
            </c:strRef>
          </c:tx>
          <c:spPr>
            <a:ln w="28575" cap="rnd">
              <a:solidFill>
                <a:schemeClr val="accent6"/>
              </a:solidFill>
              <a:round/>
            </a:ln>
            <a:effectLst/>
          </c:spPr>
          <c:marker>
            <c:symbol val="none"/>
          </c:marker>
          <c:cat>
            <c:strRef>
              <c:f>Лист1!$A$2:$A$5</c:f>
              <c:strCache>
                <c:ptCount val="4"/>
                <c:pt idx="0">
                  <c:v>2018</c:v>
                </c:pt>
                <c:pt idx="1">
                  <c:v>2019</c:v>
                </c:pt>
                <c:pt idx="2">
                  <c:v>9М 2019</c:v>
                </c:pt>
                <c:pt idx="3">
                  <c:v>9М 2020</c:v>
                </c:pt>
              </c:strCache>
            </c:strRef>
          </c:cat>
          <c:val>
            <c:numRef>
              <c:f>Лист1!$E$2:$E$5</c:f>
              <c:numCache>
                <c:formatCode>General</c:formatCode>
                <c:ptCount val="4"/>
                <c:pt idx="0">
                  <c:v>3</c:v>
                </c:pt>
                <c:pt idx="1">
                  <c:v>3.2</c:v>
                </c:pt>
                <c:pt idx="2">
                  <c:v>3.3</c:v>
                </c:pt>
                <c:pt idx="3">
                  <c:v>3.2</c:v>
                </c:pt>
              </c:numCache>
            </c:numRef>
          </c:val>
          <c:smooth val="0"/>
          <c:extLst>
            <c:ext xmlns:c16="http://schemas.microsoft.com/office/drawing/2014/chart" uri="{C3380CC4-5D6E-409C-BE32-E72D297353CC}">
              <c16:uniqueId val="{00000003-8914-4AD8-A715-210B1AAC778C}"/>
            </c:ext>
          </c:extLst>
        </c:ser>
        <c:dLbls>
          <c:showLegendKey val="0"/>
          <c:showVal val="0"/>
          <c:showCatName val="0"/>
          <c:showSerName val="0"/>
          <c:showPercent val="0"/>
          <c:showBubbleSize val="0"/>
        </c:dLbls>
        <c:marker val="1"/>
        <c:smooth val="0"/>
        <c:axId val="664895455"/>
        <c:axId val="664896895"/>
      </c:lineChart>
      <c:catAx>
        <c:axId val="664895455"/>
        <c:scaling>
          <c:orientation val="minMax"/>
        </c:scaling>
        <c:delete val="1"/>
        <c:axPos val="b"/>
        <c:numFmt formatCode="General" sourceLinked="1"/>
        <c:majorTickMark val="none"/>
        <c:minorTickMark val="none"/>
        <c:tickLblPos val="nextTo"/>
        <c:crossAx val="664896895"/>
        <c:crosses val="autoZero"/>
        <c:auto val="1"/>
        <c:lblAlgn val="ctr"/>
        <c:lblOffset val="100"/>
        <c:noMultiLvlLbl val="0"/>
      </c:catAx>
      <c:valAx>
        <c:axId val="66489689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66489545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2019</c:v>
                </c:pt>
              </c:strCache>
            </c:strRef>
          </c:tx>
          <c:spPr>
            <a:solidFill>
              <a:schemeClr val="accent5"/>
            </a:solidFill>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3DFF-4C26-94DF-C391310AE9BD}"/>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3DFF-4C26-94DF-C391310AE9BD}"/>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5-3DFF-4C26-94DF-C391310AE9BD}"/>
              </c:ext>
            </c:extLst>
          </c:dPt>
          <c:dPt>
            <c:idx val="3"/>
            <c:bubble3D val="0"/>
            <c:spPr>
              <a:solidFill>
                <a:srgbClr val="7D70EF"/>
              </a:solidFill>
              <a:ln w="19050">
                <a:solidFill>
                  <a:schemeClr val="lt1"/>
                </a:solidFill>
              </a:ln>
              <a:effectLst/>
            </c:spPr>
            <c:extLst>
              <c:ext xmlns:c16="http://schemas.microsoft.com/office/drawing/2014/chart" uri="{C3380CC4-5D6E-409C-BE32-E72D297353CC}">
                <c16:uniqueId val="{00000007-3DFF-4C26-94DF-C391310AE9BD}"/>
              </c:ext>
            </c:extLst>
          </c:dPt>
          <c:dPt>
            <c:idx val="4"/>
            <c:bubble3D val="0"/>
            <c:spPr>
              <a:solidFill>
                <a:schemeClr val="accent4"/>
              </a:solidFill>
              <a:ln w="19050">
                <a:solidFill>
                  <a:schemeClr val="lt1"/>
                </a:solidFill>
              </a:ln>
              <a:effectLst/>
            </c:spPr>
            <c:extLst>
              <c:ext xmlns:c16="http://schemas.microsoft.com/office/drawing/2014/chart" uri="{C3380CC4-5D6E-409C-BE32-E72D297353CC}">
                <c16:uniqueId val="{00000009-3DFF-4C26-94DF-C391310AE9BD}"/>
              </c:ext>
            </c:extLst>
          </c:dPt>
          <c:cat>
            <c:strRef>
              <c:f>Лист1!$A$2:$A$6</c:f>
              <c:strCache>
                <c:ptCount val="5"/>
                <c:pt idx="0">
                  <c:v>Зарплата</c:v>
                </c:pt>
                <c:pt idx="1">
                  <c:v>Агентские вознаграждения</c:v>
                </c:pt>
                <c:pt idx="2">
                  <c:v>Маркетинговые расходы</c:v>
                </c:pt>
                <c:pt idx="3">
                  <c:v>Админ. Расходы</c:v>
                </c:pt>
                <c:pt idx="4">
                  <c:v>Прочее</c:v>
                </c:pt>
              </c:strCache>
            </c:strRef>
          </c:cat>
          <c:val>
            <c:numRef>
              <c:f>Лист1!$B$2:$B$6</c:f>
              <c:numCache>
                <c:formatCode>General</c:formatCode>
                <c:ptCount val="5"/>
                <c:pt idx="0">
                  <c:v>4.0999999999999996</c:v>
                </c:pt>
                <c:pt idx="1">
                  <c:v>2</c:v>
                </c:pt>
                <c:pt idx="2">
                  <c:v>1.4</c:v>
                </c:pt>
                <c:pt idx="3">
                  <c:v>1.6</c:v>
                </c:pt>
                <c:pt idx="4">
                  <c:v>2</c:v>
                </c:pt>
              </c:numCache>
            </c:numRef>
          </c:val>
          <c:extLst>
            <c:ext xmlns:c16="http://schemas.microsoft.com/office/drawing/2014/chart" uri="{C3380CC4-5D6E-409C-BE32-E72D297353CC}">
              <c16:uniqueId val="{0000000A-3DFF-4C26-94DF-C391310AE9BD}"/>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2019</c:v>
                </c:pt>
              </c:strCache>
            </c:strRef>
          </c:tx>
          <c:spPr>
            <a:solidFill>
              <a:schemeClr val="accent5"/>
            </a:solidFill>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52A0-4163-AB25-4295C95D51B0}"/>
              </c:ext>
            </c:extLst>
          </c:dPt>
          <c:dPt>
            <c:idx val="1"/>
            <c:bubble3D val="0"/>
            <c:spPr>
              <a:solidFill>
                <a:srgbClr val="7D70EF"/>
              </a:solidFill>
              <a:ln w="19050">
                <a:solidFill>
                  <a:schemeClr val="lt1"/>
                </a:solidFill>
              </a:ln>
              <a:effectLst/>
            </c:spPr>
            <c:extLst>
              <c:ext xmlns:c16="http://schemas.microsoft.com/office/drawing/2014/chart" uri="{C3380CC4-5D6E-409C-BE32-E72D297353CC}">
                <c16:uniqueId val="{00000003-52A0-4163-AB25-4295C95D51B0}"/>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52A0-4163-AB25-4295C95D51B0}"/>
              </c:ext>
            </c:extLst>
          </c:dPt>
          <c:dPt>
            <c:idx val="3"/>
            <c:bubble3D val="0"/>
            <c:spPr>
              <a:solidFill>
                <a:schemeClr val="accent2"/>
              </a:solidFill>
              <a:ln w="19050">
                <a:solidFill>
                  <a:schemeClr val="lt1"/>
                </a:solidFill>
              </a:ln>
              <a:effectLst/>
            </c:spPr>
            <c:extLst>
              <c:ext xmlns:c16="http://schemas.microsoft.com/office/drawing/2014/chart" uri="{C3380CC4-5D6E-409C-BE32-E72D297353CC}">
                <c16:uniqueId val="{00000007-52A0-4163-AB25-4295C95D51B0}"/>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52A0-4163-AB25-4295C95D51B0}"/>
              </c:ext>
            </c:extLst>
          </c:dPt>
          <c:cat>
            <c:strRef>
              <c:f>Лист1!$A$2:$A$6</c:f>
              <c:strCache>
                <c:ptCount val="5"/>
                <c:pt idx="0">
                  <c:v>Зарплата</c:v>
                </c:pt>
                <c:pt idx="1">
                  <c:v>Агентские вознаграждения</c:v>
                </c:pt>
                <c:pt idx="2">
                  <c:v>Маркетинговые расходы</c:v>
                </c:pt>
                <c:pt idx="3">
                  <c:v>Админ. Расходы</c:v>
                </c:pt>
                <c:pt idx="4">
                  <c:v>Прочее</c:v>
                </c:pt>
              </c:strCache>
            </c:strRef>
          </c:cat>
          <c:val>
            <c:numRef>
              <c:f>Лист1!$B$2:$B$6</c:f>
              <c:numCache>
                <c:formatCode>General</c:formatCode>
                <c:ptCount val="5"/>
                <c:pt idx="0">
                  <c:v>4.0999999999999996</c:v>
                </c:pt>
                <c:pt idx="1">
                  <c:v>2</c:v>
                </c:pt>
                <c:pt idx="2">
                  <c:v>1.4</c:v>
                </c:pt>
                <c:pt idx="3">
                  <c:v>1.6</c:v>
                </c:pt>
                <c:pt idx="4">
                  <c:v>2</c:v>
                </c:pt>
              </c:numCache>
            </c:numRef>
          </c:val>
          <c:extLst>
            <c:ext xmlns:c16="http://schemas.microsoft.com/office/drawing/2014/chart" uri="{C3380CC4-5D6E-409C-BE32-E72D297353CC}">
              <c16:uniqueId val="{0000000A-52A0-4163-AB25-4295C95D51B0}"/>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Лист1!$B$1</c:f>
              <c:strCache>
                <c:ptCount val="1"/>
                <c:pt idx="0">
                  <c:v>ЮС ФЛ</c:v>
                </c:pt>
              </c:strCache>
            </c:strRef>
          </c:tx>
          <c:spPr>
            <a:solidFill>
              <a:srgbClr val="DDB6D3"/>
            </a:solidFill>
            <a:ln>
              <a:noFill/>
            </a:ln>
            <a:effectLst/>
          </c:spPr>
          <c:invertIfNegative val="0"/>
          <c:cat>
            <c:strRef>
              <c:f>Лист1!$A$2:$A$5</c:f>
              <c:strCache>
                <c:ptCount val="4"/>
                <c:pt idx="0">
                  <c:v>2018</c:v>
                </c:pt>
                <c:pt idx="1">
                  <c:v>2019</c:v>
                </c:pt>
                <c:pt idx="2">
                  <c:v>9М 2019</c:v>
                </c:pt>
                <c:pt idx="3">
                  <c:v>9М 2020</c:v>
                </c:pt>
              </c:strCache>
            </c:strRef>
          </c:cat>
          <c:val>
            <c:numRef>
              <c:f>Лист1!$B$2:$B$5</c:f>
              <c:numCache>
                <c:formatCode>General</c:formatCode>
                <c:ptCount val="4"/>
                <c:pt idx="0">
                  <c:v>410</c:v>
                </c:pt>
                <c:pt idx="1">
                  <c:v>600</c:v>
                </c:pt>
                <c:pt idx="2">
                  <c:v>420</c:v>
                </c:pt>
                <c:pt idx="3">
                  <c:v>690</c:v>
                </c:pt>
              </c:numCache>
            </c:numRef>
          </c:val>
          <c:extLst>
            <c:ext xmlns:c16="http://schemas.microsoft.com/office/drawing/2014/chart" uri="{C3380CC4-5D6E-409C-BE32-E72D297353CC}">
              <c16:uniqueId val="{00000000-5D4D-4C19-8C7D-56708B00B766}"/>
            </c:ext>
          </c:extLst>
        </c:ser>
        <c:ser>
          <c:idx val="1"/>
          <c:order val="1"/>
          <c:tx>
            <c:strRef>
              <c:f>Лист1!$C$1</c:f>
              <c:strCache>
                <c:ptCount val="1"/>
                <c:pt idx="0">
                  <c:v>НВ</c:v>
                </c:pt>
              </c:strCache>
            </c:strRef>
          </c:tx>
          <c:spPr>
            <a:solidFill>
              <a:srgbClr val="F9CCE4"/>
            </a:solidFill>
            <a:ln>
              <a:noFill/>
            </a:ln>
            <a:effectLst/>
          </c:spPr>
          <c:invertIfNegative val="0"/>
          <c:cat>
            <c:strRef>
              <c:f>Лист1!$A$2:$A$5</c:f>
              <c:strCache>
                <c:ptCount val="4"/>
                <c:pt idx="0">
                  <c:v>2018</c:v>
                </c:pt>
                <c:pt idx="1">
                  <c:v>2019</c:v>
                </c:pt>
                <c:pt idx="2">
                  <c:v>9М 2019</c:v>
                </c:pt>
                <c:pt idx="3">
                  <c:v>9М 2020</c:v>
                </c:pt>
              </c:strCache>
            </c:strRef>
          </c:cat>
          <c:val>
            <c:numRef>
              <c:f>Лист1!$C$2:$C$5</c:f>
              <c:numCache>
                <c:formatCode>General</c:formatCode>
                <c:ptCount val="4"/>
                <c:pt idx="0">
                  <c:v>480</c:v>
                </c:pt>
                <c:pt idx="1">
                  <c:v>590</c:v>
                </c:pt>
                <c:pt idx="2">
                  <c:v>440</c:v>
                </c:pt>
                <c:pt idx="3">
                  <c:v>340</c:v>
                </c:pt>
              </c:numCache>
            </c:numRef>
          </c:val>
          <c:extLst>
            <c:ext xmlns:c16="http://schemas.microsoft.com/office/drawing/2014/chart" uri="{C3380CC4-5D6E-409C-BE32-E72D297353CC}">
              <c16:uniqueId val="{00000001-5D4D-4C19-8C7D-56708B00B766}"/>
            </c:ext>
          </c:extLst>
        </c:ser>
        <c:ser>
          <c:idx val="2"/>
          <c:order val="2"/>
          <c:tx>
            <c:strRef>
              <c:f>Лист1!$D$1</c:f>
              <c:strCache>
                <c:ptCount val="1"/>
                <c:pt idx="0">
                  <c:v>АС</c:v>
                </c:pt>
              </c:strCache>
            </c:strRef>
          </c:tx>
          <c:spPr>
            <a:solidFill>
              <a:schemeClr val="accent2"/>
            </a:solidFill>
            <a:ln>
              <a:noFill/>
            </a:ln>
            <a:effectLst/>
          </c:spPr>
          <c:invertIfNegative val="0"/>
          <c:cat>
            <c:strRef>
              <c:f>Лист1!$A$2:$A$5</c:f>
              <c:strCache>
                <c:ptCount val="4"/>
                <c:pt idx="0">
                  <c:v>2018</c:v>
                </c:pt>
                <c:pt idx="1">
                  <c:v>2019</c:v>
                </c:pt>
                <c:pt idx="2">
                  <c:v>9М 2019</c:v>
                </c:pt>
                <c:pt idx="3">
                  <c:v>9М 2020</c:v>
                </c:pt>
              </c:strCache>
            </c:strRef>
          </c:cat>
          <c:val>
            <c:numRef>
              <c:f>Лист1!$D$2:$D$5</c:f>
              <c:numCache>
                <c:formatCode>General</c:formatCode>
                <c:ptCount val="4"/>
                <c:pt idx="0">
                  <c:v>160</c:v>
                </c:pt>
                <c:pt idx="1">
                  <c:v>270</c:v>
                </c:pt>
                <c:pt idx="2">
                  <c:v>200</c:v>
                </c:pt>
                <c:pt idx="3">
                  <c:v>160</c:v>
                </c:pt>
              </c:numCache>
            </c:numRef>
          </c:val>
          <c:extLst>
            <c:ext xmlns:c16="http://schemas.microsoft.com/office/drawing/2014/chart" uri="{C3380CC4-5D6E-409C-BE32-E72D297353CC}">
              <c16:uniqueId val="{00000002-5D4D-4C19-8C7D-56708B00B766}"/>
            </c:ext>
          </c:extLst>
        </c:ser>
        <c:ser>
          <c:idx val="3"/>
          <c:order val="3"/>
          <c:tx>
            <c:strRef>
              <c:f>Лист1!$E$1</c:f>
              <c:strCache>
                <c:ptCount val="1"/>
                <c:pt idx="0">
                  <c:v>МС</c:v>
                </c:pt>
              </c:strCache>
            </c:strRef>
          </c:tx>
          <c:spPr>
            <a:solidFill>
              <a:schemeClr val="accent3"/>
            </a:solidFill>
            <a:ln>
              <a:noFill/>
            </a:ln>
            <a:effectLst/>
          </c:spPr>
          <c:invertIfNegative val="0"/>
          <c:cat>
            <c:strRef>
              <c:f>Лист1!$A$2:$A$5</c:f>
              <c:strCache>
                <c:ptCount val="4"/>
                <c:pt idx="0">
                  <c:v>2018</c:v>
                </c:pt>
                <c:pt idx="1">
                  <c:v>2019</c:v>
                </c:pt>
                <c:pt idx="2">
                  <c:v>9М 2019</c:v>
                </c:pt>
                <c:pt idx="3">
                  <c:v>9М 2020</c:v>
                </c:pt>
              </c:strCache>
            </c:strRef>
          </c:cat>
          <c:val>
            <c:numRef>
              <c:f>Лист1!$E$2:$E$5</c:f>
              <c:numCache>
                <c:formatCode>General</c:formatCode>
                <c:ptCount val="4"/>
                <c:pt idx="0">
                  <c:v>40</c:v>
                </c:pt>
                <c:pt idx="1">
                  <c:v>120</c:v>
                </c:pt>
                <c:pt idx="2">
                  <c:v>80</c:v>
                </c:pt>
                <c:pt idx="3">
                  <c:v>160</c:v>
                </c:pt>
              </c:numCache>
            </c:numRef>
          </c:val>
          <c:extLst>
            <c:ext xmlns:c16="http://schemas.microsoft.com/office/drawing/2014/chart" uri="{C3380CC4-5D6E-409C-BE32-E72D297353CC}">
              <c16:uniqueId val="{00000003-5D4D-4C19-8C7D-56708B00B766}"/>
            </c:ext>
          </c:extLst>
        </c:ser>
        <c:ser>
          <c:idx val="4"/>
          <c:order val="4"/>
          <c:tx>
            <c:strRef>
              <c:f>Лист1!$F$1</c:f>
              <c:strCache>
                <c:ptCount val="1"/>
                <c:pt idx="0">
                  <c:v>Прочие</c:v>
                </c:pt>
              </c:strCache>
            </c:strRef>
          </c:tx>
          <c:spPr>
            <a:solidFill>
              <a:schemeClr val="accent4"/>
            </a:solidFill>
            <a:ln>
              <a:noFill/>
            </a:ln>
            <a:effectLst/>
          </c:spPr>
          <c:invertIfNegative val="0"/>
          <c:cat>
            <c:strRef>
              <c:f>Лист1!$A$2:$A$5</c:f>
              <c:strCache>
                <c:ptCount val="4"/>
                <c:pt idx="0">
                  <c:v>2018</c:v>
                </c:pt>
                <c:pt idx="1">
                  <c:v>2019</c:v>
                </c:pt>
                <c:pt idx="2">
                  <c:v>9М 2019</c:v>
                </c:pt>
                <c:pt idx="3">
                  <c:v>9М 2020</c:v>
                </c:pt>
              </c:strCache>
            </c:strRef>
          </c:cat>
          <c:val>
            <c:numRef>
              <c:f>Лист1!$F$2:$F$5</c:f>
              <c:numCache>
                <c:formatCode>General</c:formatCode>
                <c:ptCount val="4"/>
                <c:pt idx="0">
                  <c:v>90</c:v>
                </c:pt>
                <c:pt idx="1">
                  <c:v>90</c:v>
                </c:pt>
                <c:pt idx="2">
                  <c:v>70</c:v>
                </c:pt>
                <c:pt idx="3">
                  <c:v>130</c:v>
                </c:pt>
              </c:numCache>
            </c:numRef>
          </c:val>
          <c:extLst>
            <c:ext xmlns:c16="http://schemas.microsoft.com/office/drawing/2014/chart" uri="{C3380CC4-5D6E-409C-BE32-E72D297353CC}">
              <c16:uniqueId val="{00000004-5D4D-4C19-8C7D-56708B00B766}"/>
            </c:ext>
          </c:extLst>
        </c:ser>
        <c:dLbls>
          <c:showLegendKey val="0"/>
          <c:showVal val="0"/>
          <c:showCatName val="0"/>
          <c:showSerName val="0"/>
          <c:showPercent val="0"/>
          <c:showBubbleSize val="0"/>
        </c:dLbls>
        <c:gapWidth val="40"/>
        <c:overlap val="100"/>
        <c:axId val="1129210767"/>
        <c:axId val="1129209327"/>
      </c:barChart>
      <c:catAx>
        <c:axId val="1129210767"/>
        <c:scaling>
          <c:orientation val="minMax"/>
        </c:scaling>
        <c:delete val="1"/>
        <c:axPos val="b"/>
        <c:numFmt formatCode="General" sourceLinked="1"/>
        <c:majorTickMark val="none"/>
        <c:minorTickMark val="none"/>
        <c:tickLblPos val="nextTo"/>
        <c:crossAx val="1129209327"/>
        <c:crosses val="autoZero"/>
        <c:auto val="1"/>
        <c:lblAlgn val="ctr"/>
        <c:lblOffset val="100"/>
        <c:noMultiLvlLbl val="0"/>
      </c:catAx>
      <c:valAx>
        <c:axId val="1129209327"/>
        <c:scaling>
          <c:orientation val="minMax"/>
        </c:scaling>
        <c:delete val="1"/>
        <c:axPos val="l"/>
        <c:numFmt formatCode="General" sourceLinked="1"/>
        <c:majorTickMark val="none"/>
        <c:minorTickMark val="none"/>
        <c:tickLblPos val="nextTo"/>
        <c:crossAx val="112921076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Лист1!$B$1</c:f>
              <c:strCache>
                <c:ptCount val="1"/>
                <c:pt idx="0">
                  <c:v>Ряд 1</c:v>
                </c:pt>
              </c:strCache>
            </c:strRef>
          </c:tx>
          <c:spPr>
            <a:solidFill>
              <a:srgbClr val="EF80BB"/>
            </a:solidFill>
            <a:ln>
              <a:noFill/>
            </a:ln>
            <a:effectLst/>
          </c:spPr>
          <c:invertIfNegative val="0"/>
          <c:cat>
            <c:strRef>
              <c:f>Лист1!$A$2:$A$5</c:f>
              <c:strCache>
                <c:ptCount val="4"/>
                <c:pt idx="0">
                  <c:v>Нетто-выручка банки</c:v>
                </c:pt>
                <c:pt idx="1">
                  <c:v>Нетто-выручка СК</c:v>
                </c:pt>
                <c:pt idx="2">
                  <c:v>Нетто-выручка прочие каналы</c:v>
                </c:pt>
                <c:pt idx="3">
                  <c:v>Комиссии</c:v>
                </c:pt>
              </c:strCache>
            </c:strRef>
          </c:cat>
          <c:val>
            <c:numRef>
              <c:f>Лист1!$B$2:$B$5</c:f>
              <c:numCache>
                <c:formatCode>General</c:formatCode>
                <c:ptCount val="4"/>
                <c:pt idx="0">
                  <c:v>100</c:v>
                </c:pt>
                <c:pt idx="1">
                  <c:v>190</c:v>
                </c:pt>
                <c:pt idx="2">
                  <c:v>120</c:v>
                </c:pt>
                <c:pt idx="3">
                  <c:v>255</c:v>
                </c:pt>
              </c:numCache>
            </c:numRef>
          </c:val>
          <c:extLst>
            <c:ext xmlns:c16="http://schemas.microsoft.com/office/drawing/2014/chart" uri="{C3380CC4-5D6E-409C-BE32-E72D297353CC}">
              <c16:uniqueId val="{00000000-BB59-4291-9F70-01B0A03093D7}"/>
            </c:ext>
          </c:extLst>
        </c:ser>
        <c:ser>
          <c:idx val="1"/>
          <c:order val="1"/>
          <c:tx>
            <c:strRef>
              <c:f>Лист1!$C$1</c:f>
              <c:strCache>
                <c:ptCount val="1"/>
                <c:pt idx="0">
                  <c:v>Ряд 2</c:v>
                </c:pt>
              </c:strCache>
            </c:strRef>
          </c:tx>
          <c:spPr>
            <a:solidFill>
              <a:srgbClr val="DDB6D3"/>
            </a:solidFill>
            <a:ln>
              <a:noFill/>
            </a:ln>
            <a:effectLst/>
          </c:spPr>
          <c:invertIfNegative val="0"/>
          <c:cat>
            <c:strRef>
              <c:f>Лист1!$A$2:$A$5</c:f>
              <c:strCache>
                <c:ptCount val="4"/>
                <c:pt idx="0">
                  <c:v>Нетто-выручка банки</c:v>
                </c:pt>
                <c:pt idx="1">
                  <c:v>Нетто-выручка СК</c:v>
                </c:pt>
                <c:pt idx="2">
                  <c:v>Нетто-выручка прочие каналы</c:v>
                </c:pt>
                <c:pt idx="3">
                  <c:v>Комиссии</c:v>
                </c:pt>
              </c:strCache>
            </c:strRef>
          </c:cat>
          <c:val>
            <c:numRef>
              <c:f>Лист1!$C$2:$C$5</c:f>
              <c:numCache>
                <c:formatCode>General</c:formatCode>
                <c:ptCount val="4"/>
                <c:pt idx="0">
                  <c:v>270</c:v>
                </c:pt>
                <c:pt idx="1">
                  <c:v>360</c:v>
                </c:pt>
                <c:pt idx="2">
                  <c:v>280</c:v>
                </c:pt>
                <c:pt idx="3">
                  <c:v>220</c:v>
                </c:pt>
              </c:numCache>
            </c:numRef>
          </c:val>
          <c:extLst>
            <c:ext xmlns:c16="http://schemas.microsoft.com/office/drawing/2014/chart" uri="{C3380CC4-5D6E-409C-BE32-E72D297353CC}">
              <c16:uniqueId val="{00000001-BB59-4291-9F70-01B0A03093D7}"/>
            </c:ext>
          </c:extLst>
        </c:ser>
        <c:ser>
          <c:idx val="2"/>
          <c:order val="2"/>
          <c:tx>
            <c:strRef>
              <c:f>Лист1!$D$1</c:f>
              <c:strCache>
                <c:ptCount val="1"/>
                <c:pt idx="0">
                  <c:v>Ряд 3</c:v>
                </c:pt>
              </c:strCache>
            </c:strRef>
          </c:tx>
          <c:spPr>
            <a:solidFill>
              <a:schemeClr val="accent4"/>
            </a:solidFill>
            <a:ln>
              <a:noFill/>
            </a:ln>
            <a:effectLst/>
          </c:spPr>
          <c:invertIfNegative val="0"/>
          <c:cat>
            <c:strRef>
              <c:f>Лист1!$A$2:$A$5</c:f>
              <c:strCache>
                <c:ptCount val="4"/>
                <c:pt idx="0">
                  <c:v>Нетто-выручка банки</c:v>
                </c:pt>
                <c:pt idx="1">
                  <c:v>Нетто-выручка СК</c:v>
                </c:pt>
                <c:pt idx="2">
                  <c:v>Нетто-выручка прочие каналы</c:v>
                </c:pt>
                <c:pt idx="3">
                  <c:v>Комиссии</c:v>
                </c:pt>
              </c:strCache>
            </c:strRef>
          </c:cat>
          <c:val>
            <c:numRef>
              <c:f>Лист1!$D$2:$D$5</c:f>
              <c:numCache>
                <c:formatCode>General</c:formatCode>
                <c:ptCount val="4"/>
                <c:pt idx="0">
                  <c:v>40</c:v>
                </c:pt>
                <c:pt idx="1">
                  <c:v>30</c:v>
                </c:pt>
                <c:pt idx="2">
                  <c:v>20</c:v>
                </c:pt>
                <c:pt idx="3">
                  <c:v>50</c:v>
                </c:pt>
              </c:numCache>
            </c:numRef>
          </c:val>
          <c:extLst>
            <c:ext xmlns:c16="http://schemas.microsoft.com/office/drawing/2014/chart" uri="{C3380CC4-5D6E-409C-BE32-E72D297353CC}">
              <c16:uniqueId val="{00000002-BB59-4291-9F70-01B0A03093D7}"/>
            </c:ext>
          </c:extLst>
        </c:ser>
        <c:ser>
          <c:idx val="3"/>
          <c:order val="3"/>
          <c:tx>
            <c:strRef>
              <c:f>Лист1!$E$1</c:f>
              <c:strCache>
                <c:ptCount val="1"/>
                <c:pt idx="0">
                  <c:v>Ряд 4</c:v>
                </c:pt>
              </c:strCache>
            </c:strRef>
          </c:tx>
          <c:spPr>
            <a:solidFill>
              <a:srgbClr val="FFA4A3"/>
            </a:solidFill>
            <a:ln>
              <a:noFill/>
            </a:ln>
            <a:effectLst/>
          </c:spPr>
          <c:invertIfNegative val="0"/>
          <c:cat>
            <c:strRef>
              <c:f>Лист1!$A$2:$A$5</c:f>
              <c:strCache>
                <c:ptCount val="4"/>
                <c:pt idx="0">
                  <c:v>Нетто-выручка банки</c:v>
                </c:pt>
                <c:pt idx="1">
                  <c:v>Нетто-выручка СК</c:v>
                </c:pt>
                <c:pt idx="2">
                  <c:v>Нетто-выручка прочие каналы</c:v>
                </c:pt>
                <c:pt idx="3">
                  <c:v>Комиссии</c:v>
                </c:pt>
              </c:strCache>
            </c:strRef>
          </c:cat>
          <c:val>
            <c:numRef>
              <c:f>Лист1!$E$2:$E$5</c:f>
              <c:numCache>
                <c:formatCode>General</c:formatCode>
                <c:ptCount val="4"/>
                <c:pt idx="0">
                  <c:v>420</c:v>
                </c:pt>
                <c:pt idx="1">
                  <c:v>700</c:v>
                </c:pt>
                <c:pt idx="2">
                  <c:v>470</c:v>
                </c:pt>
                <c:pt idx="3">
                  <c:v>790</c:v>
                </c:pt>
              </c:numCache>
            </c:numRef>
          </c:val>
          <c:extLst>
            <c:ext xmlns:c16="http://schemas.microsoft.com/office/drawing/2014/chart" uri="{C3380CC4-5D6E-409C-BE32-E72D297353CC}">
              <c16:uniqueId val="{00000003-BB59-4291-9F70-01B0A03093D7}"/>
            </c:ext>
          </c:extLst>
        </c:ser>
        <c:dLbls>
          <c:showLegendKey val="0"/>
          <c:showVal val="0"/>
          <c:showCatName val="0"/>
          <c:showSerName val="0"/>
          <c:showPercent val="0"/>
          <c:showBubbleSize val="0"/>
        </c:dLbls>
        <c:gapWidth val="40"/>
        <c:overlap val="100"/>
        <c:axId val="1129210767"/>
        <c:axId val="1129209327"/>
      </c:barChart>
      <c:catAx>
        <c:axId val="1129210767"/>
        <c:scaling>
          <c:orientation val="minMax"/>
        </c:scaling>
        <c:delete val="1"/>
        <c:axPos val="b"/>
        <c:numFmt formatCode="General" sourceLinked="1"/>
        <c:majorTickMark val="none"/>
        <c:minorTickMark val="none"/>
        <c:tickLblPos val="nextTo"/>
        <c:crossAx val="1129209327"/>
        <c:crosses val="autoZero"/>
        <c:auto val="1"/>
        <c:lblAlgn val="ctr"/>
        <c:lblOffset val="100"/>
        <c:noMultiLvlLbl val="0"/>
      </c:catAx>
      <c:valAx>
        <c:axId val="1129209327"/>
        <c:scaling>
          <c:orientation val="minMax"/>
        </c:scaling>
        <c:delete val="1"/>
        <c:axPos val="l"/>
        <c:numFmt formatCode="General" sourceLinked="1"/>
        <c:majorTickMark val="none"/>
        <c:minorTickMark val="none"/>
        <c:tickLblPos val="nextTo"/>
        <c:crossAx val="112921076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Нетто-выручка</c:v>
                </c:pt>
              </c:strCache>
            </c:strRef>
          </c:tx>
          <c:spPr>
            <a:solidFill>
              <a:srgbClr val="FFA4A3"/>
            </a:solidFill>
            <a:ln>
              <a:noFill/>
            </a:ln>
            <a:effectLst/>
          </c:spPr>
          <c:invertIfNegative val="0"/>
          <c:cat>
            <c:strRef>
              <c:f>Лист1!$A$2:$A$5</c:f>
              <c:strCache>
                <c:ptCount val="4"/>
                <c:pt idx="0">
                  <c:v>2018</c:v>
                </c:pt>
                <c:pt idx="1">
                  <c:v>2019</c:v>
                </c:pt>
                <c:pt idx="2">
                  <c:v>9М 2019</c:v>
                </c:pt>
                <c:pt idx="3">
                  <c:v>9М 2020</c:v>
                </c:pt>
              </c:strCache>
            </c:strRef>
          </c:cat>
          <c:val>
            <c:numRef>
              <c:f>Лист1!$B$2:$B$5</c:f>
              <c:numCache>
                <c:formatCode>General</c:formatCode>
                <c:ptCount val="4"/>
                <c:pt idx="0">
                  <c:v>3.2</c:v>
                </c:pt>
                <c:pt idx="1">
                  <c:v>4.5</c:v>
                </c:pt>
                <c:pt idx="2">
                  <c:v>3.35</c:v>
                </c:pt>
                <c:pt idx="3">
                  <c:v>4.0999999999999996</c:v>
                </c:pt>
              </c:numCache>
            </c:numRef>
          </c:val>
          <c:extLst>
            <c:ext xmlns:c16="http://schemas.microsoft.com/office/drawing/2014/chart" uri="{C3380CC4-5D6E-409C-BE32-E72D297353CC}">
              <c16:uniqueId val="{00000000-8914-4AD8-A715-210B1AAC778C}"/>
            </c:ext>
          </c:extLst>
        </c:ser>
        <c:ser>
          <c:idx val="1"/>
          <c:order val="1"/>
          <c:tx>
            <c:strRef>
              <c:f>Лист1!$C$1</c:f>
              <c:strCache>
                <c:ptCount val="1"/>
                <c:pt idx="0">
                  <c:v>Ряд 2</c:v>
                </c:pt>
              </c:strCache>
            </c:strRef>
          </c:tx>
          <c:spPr>
            <a:solidFill>
              <a:schemeClr val="accent2"/>
            </a:solidFill>
            <a:ln>
              <a:noFill/>
            </a:ln>
            <a:effectLst/>
          </c:spPr>
          <c:invertIfNegative val="0"/>
          <c:cat>
            <c:strRef>
              <c:f>Лист1!$A$2:$A$5</c:f>
              <c:strCache>
                <c:ptCount val="4"/>
                <c:pt idx="0">
                  <c:v>2018</c:v>
                </c:pt>
                <c:pt idx="1">
                  <c:v>2019</c:v>
                </c:pt>
                <c:pt idx="2">
                  <c:v>9М 2019</c:v>
                </c:pt>
                <c:pt idx="3">
                  <c:v>9М 2020</c:v>
                </c:pt>
              </c:strCache>
            </c:strRef>
          </c:cat>
          <c:val>
            <c:numRef>
              <c:f>Лист1!$C$2:$C$5</c:f>
              <c:numCache>
                <c:formatCode>General</c:formatCode>
                <c:ptCount val="4"/>
              </c:numCache>
            </c:numRef>
          </c:val>
          <c:extLst>
            <c:ext xmlns:c16="http://schemas.microsoft.com/office/drawing/2014/chart" uri="{C3380CC4-5D6E-409C-BE32-E72D297353CC}">
              <c16:uniqueId val="{00000001-8914-4AD8-A715-210B1AAC778C}"/>
            </c:ext>
          </c:extLst>
        </c:ser>
        <c:dLbls>
          <c:showLegendKey val="0"/>
          <c:showVal val="0"/>
          <c:showCatName val="0"/>
          <c:showSerName val="0"/>
          <c:showPercent val="0"/>
          <c:showBubbleSize val="0"/>
        </c:dLbls>
        <c:gapWidth val="38"/>
        <c:overlap val="100"/>
        <c:axId val="664895455"/>
        <c:axId val="664896895"/>
      </c:barChart>
      <c:lineChart>
        <c:grouping val="standard"/>
        <c:varyColors val="0"/>
        <c:ser>
          <c:idx val="2"/>
          <c:order val="2"/>
          <c:tx>
            <c:strRef>
              <c:f>Лист1!$D$1</c:f>
              <c:strCache>
                <c:ptCount val="1"/>
                <c:pt idx="0">
                  <c:v>EBITDA с учетом дивидендов</c:v>
                </c:pt>
              </c:strCache>
            </c:strRef>
          </c:tx>
          <c:spPr>
            <a:ln w="28575" cap="rnd">
              <a:solidFill>
                <a:srgbClr val="C007A7"/>
              </a:solidFill>
              <a:round/>
            </a:ln>
            <a:effectLst/>
          </c:spPr>
          <c:marker>
            <c:symbol val="none"/>
          </c:marker>
          <c:cat>
            <c:strRef>
              <c:f>Лист1!$A$2:$A$5</c:f>
              <c:strCache>
                <c:ptCount val="4"/>
                <c:pt idx="0">
                  <c:v>2018</c:v>
                </c:pt>
                <c:pt idx="1">
                  <c:v>2019</c:v>
                </c:pt>
                <c:pt idx="2">
                  <c:v>9М 2019</c:v>
                </c:pt>
                <c:pt idx="3">
                  <c:v>9М 2020</c:v>
                </c:pt>
              </c:strCache>
            </c:strRef>
          </c:cat>
          <c:val>
            <c:numRef>
              <c:f>Лист1!$D$2:$D$5</c:f>
              <c:numCache>
                <c:formatCode>General</c:formatCode>
                <c:ptCount val="4"/>
                <c:pt idx="0">
                  <c:v>2.2999999999999998</c:v>
                </c:pt>
                <c:pt idx="1">
                  <c:v>2.4</c:v>
                </c:pt>
                <c:pt idx="2">
                  <c:v>2.5</c:v>
                </c:pt>
                <c:pt idx="3">
                  <c:v>1</c:v>
                </c:pt>
              </c:numCache>
            </c:numRef>
          </c:val>
          <c:smooth val="0"/>
          <c:extLst>
            <c:ext xmlns:c16="http://schemas.microsoft.com/office/drawing/2014/chart" uri="{C3380CC4-5D6E-409C-BE32-E72D297353CC}">
              <c16:uniqueId val="{00000002-8914-4AD8-A715-210B1AAC778C}"/>
            </c:ext>
          </c:extLst>
        </c:ser>
        <c:ser>
          <c:idx val="3"/>
          <c:order val="3"/>
          <c:tx>
            <c:strRef>
              <c:f>Лист1!$E$1</c:f>
              <c:strCache>
                <c:ptCount val="1"/>
                <c:pt idx="0">
                  <c:v>EBITDA без учета дивидендов</c:v>
                </c:pt>
              </c:strCache>
            </c:strRef>
          </c:tx>
          <c:spPr>
            <a:ln w="28575" cap="rnd">
              <a:solidFill>
                <a:srgbClr val="722BC3"/>
              </a:solidFill>
              <a:round/>
            </a:ln>
            <a:effectLst/>
          </c:spPr>
          <c:marker>
            <c:symbol val="none"/>
          </c:marker>
          <c:cat>
            <c:strRef>
              <c:f>Лист1!$A$2:$A$5</c:f>
              <c:strCache>
                <c:ptCount val="4"/>
                <c:pt idx="0">
                  <c:v>2018</c:v>
                </c:pt>
                <c:pt idx="1">
                  <c:v>2019</c:v>
                </c:pt>
                <c:pt idx="2">
                  <c:v>9М 2019</c:v>
                </c:pt>
                <c:pt idx="3">
                  <c:v>9М 2020</c:v>
                </c:pt>
              </c:strCache>
            </c:strRef>
          </c:cat>
          <c:val>
            <c:numRef>
              <c:f>Лист1!$E$2:$E$5</c:f>
              <c:numCache>
                <c:formatCode>General</c:formatCode>
                <c:ptCount val="4"/>
                <c:pt idx="0">
                  <c:v>3</c:v>
                </c:pt>
                <c:pt idx="1">
                  <c:v>3.2</c:v>
                </c:pt>
                <c:pt idx="2">
                  <c:v>3.3</c:v>
                </c:pt>
                <c:pt idx="3">
                  <c:v>3.2</c:v>
                </c:pt>
              </c:numCache>
            </c:numRef>
          </c:val>
          <c:smooth val="0"/>
          <c:extLst>
            <c:ext xmlns:c16="http://schemas.microsoft.com/office/drawing/2014/chart" uri="{C3380CC4-5D6E-409C-BE32-E72D297353CC}">
              <c16:uniqueId val="{00000003-8914-4AD8-A715-210B1AAC778C}"/>
            </c:ext>
          </c:extLst>
        </c:ser>
        <c:dLbls>
          <c:showLegendKey val="0"/>
          <c:showVal val="0"/>
          <c:showCatName val="0"/>
          <c:showSerName val="0"/>
          <c:showPercent val="0"/>
          <c:showBubbleSize val="0"/>
        </c:dLbls>
        <c:marker val="1"/>
        <c:smooth val="0"/>
        <c:axId val="664895455"/>
        <c:axId val="664896895"/>
      </c:lineChart>
      <c:catAx>
        <c:axId val="664895455"/>
        <c:scaling>
          <c:orientation val="minMax"/>
        </c:scaling>
        <c:delete val="1"/>
        <c:axPos val="b"/>
        <c:numFmt formatCode="General" sourceLinked="1"/>
        <c:majorTickMark val="none"/>
        <c:minorTickMark val="none"/>
        <c:tickLblPos val="nextTo"/>
        <c:crossAx val="664896895"/>
        <c:crosses val="autoZero"/>
        <c:auto val="1"/>
        <c:lblAlgn val="ctr"/>
        <c:lblOffset val="100"/>
        <c:noMultiLvlLbl val="0"/>
      </c:catAx>
      <c:valAx>
        <c:axId val="66489689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66489545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2019</c:v>
                </c:pt>
              </c:strCache>
            </c:strRef>
          </c:tx>
          <c:spPr>
            <a:solidFill>
              <a:schemeClr val="accent5"/>
            </a:solidFill>
          </c:spPr>
          <c:dPt>
            <c:idx val="0"/>
            <c:bubble3D val="0"/>
            <c:spPr>
              <a:solidFill>
                <a:srgbClr val="F9CAE3"/>
              </a:solidFill>
              <a:ln w="19050">
                <a:solidFill>
                  <a:schemeClr val="lt1"/>
                </a:solidFill>
              </a:ln>
              <a:effectLst/>
            </c:spPr>
            <c:extLst>
              <c:ext xmlns:c16="http://schemas.microsoft.com/office/drawing/2014/chart" uri="{C3380CC4-5D6E-409C-BE32-E72D297353CC}">
                <c16:uniqueId val="{00000001-3DFF-4C26-94DF-C391310AE9BD}"/>
              </c:ext>
            </c:extLst>
          </c:dPt>
          <c:dPt>
            <c:idx val="1"/>
            <c:bubble3D val="0"/>
            <c:spPr>
              <a:solidFill>
                <a:srgbClr val="EF80BB"/>
              </a:solidFill>
              <a:ln w="19050">
                <a:solidFill>
                  <a:schemeClr val="lt1"/>
                </a:solidFill>
              </a:ln>
              <a:effectLst/>
            </c:spPr>
            <c:extLst>
              <c:ext xmlns:c16="http://schemas.microsoft.com/office/drawing/2014/chart" uri="{C3380CC4-5D6E-409C-BE32-E72D297353CC}">
                <c16:uniqueId val="{00000003-3DFF-4C26-94DF-C391310AE9BD}"/>
              </c:ext>
            </c:extLst>
          </c:dPt>
          <c:dPt>
            <c:idx val="2"/>
            <c:bubble3D val="0"/>
            <c:spPr>
              <a:solidFill>
                <a:srgbClr val="FFDBDA"/>
              </a:solidFill>
              <a:ln w="19050">
                <a:solidFill>
                  <a:schemeClr val="lt1"/>
                </a:solidFill>
              </a:ln>
              <a:effectLst/>
            </c:spPr>
            <c:extLst>
              <c:ext xmlns:c16="http://schemas.microsoft.com/office/drawing/2014/chart" uri="{C3380CC4-5D6E-409C-BE32-E72D297353CC}">
                <c16:uniqueId val="{00000005-3DFF-4C26-94DF-C391310AE9BD}"/>
              </c:ext>
            </c:extLst>
          </c:dPt>
          <c:dPt>
            <c:idx val="3"/>
            <c:bubble3D val="0"/>
            <c:spPr>
              <a:solidFill>
                <a:srgbClr val="FFA4A3"/>
              </a:solidFill>
              <a:ln w="19050">
                <a:solidFill>
                  <a:schemeClr val="lt1"/>
                </a:solidFill>
              </a:ln>
              <a:effectLst/>
            </c:spPr>
            <c:extLst>
              <c:ext xmlns:c16="http://schemas.microsoft.com/office/drawing/2014/chart" uri="{C3380CC4-5D6E-409C-BE32-E72D297353CC}">
                <c16:uniqueId val="{00000007-3DFF-4C26-94DF-C391310AE9BD}"/>
              </c:ext>
            </c:extLst>
          </c:dPt>
          <c:dPt>
            <c:idx val="4"/>
            <c:bubble3D val="0"/>
            <c:spPr>
              <a:solidFill>
                <a:schemeClr val="accent4"/>
              </a:solidFill>
              <a:ln w="19050">
                <a:solidFill>
                  <a:schemeClr val="lt1"/>
                </a:solidFill>
              </a:ln>
              <a:effectLst/>
            </c:spPr>
            <c:extLst>
              <c:ext xmlns:c16="http://schemas.microsoft.com/office/drawing/2014/chart" uri="{C3380CC4-5D6E-409C-BE32-E72D297353CC}">
                <c16:uniqueId val="{00000009-3DFF-4C26-94DF-C391310AE9BD}"/>
              </c:ext>
            </c:extLst>
          </c:dPt>
          <c:cat>
            <c:strRef>
              <c:f>Лист1!$A$2:$A$6</c:f>
              <c:strCache>
                <c:ptCount val="5"/>
                <c:pt idx="0">
                  <c:v>Зарплата</c:v>
                </c:pt>
                <c:pt idx="1">
                  <c:v>Агентские вознаграждения</c:v>
                </c:pt>
                <c:pt idx="2">
                  <c:v>Маркетинговые расходы</c:v>
                </c:pt>
                <c:pt idx="3">
                  <c:v>Админ. Расходы</c:v>
                </c:pt>
                <c:pt idx="4">
                  <c:v>Прочее</c:v>
                </c:pt>
              </c:strCache>
            </c:strRef>
          </c:cat>
          <c:val>
            <c:numRef>
              <c:f>Лист1!$B$2:$B$6</c:f>
              <c:numCache>
                <c:formatCode>General</c:formatCode>
                <c:ptCount val="5"/>
                <c:pt idx="0">
                  <c:v>4.0999999999999996</c:v>
                </c:pt>
                <c:pt idx="1">
                  <c:v>2</c:v>
                </c:pt>
                <c:pt idx="2">
                  <c:v>1.4</c:v>
                </c:pt>
                <c:pt idx="3">
                  <c:v>1.6</c:v>
                </c:pt>
                <c:pt idx="4">
                  <c:v>2</c:v>
                </c:pt>
              </c:numCache>
            </c:numRef>
          </c:val>
          <c:extLst>
            <c:ext xmlns:c16="http://schemas.microsoft.com/office/drawing/2014/chart" uri="{C3380CC4-5D6E-409C-BE32-E72D297353CC}">
              <c16:uniqueId val="{0000000A-3DFF-4C26-94DF-C391310AE9BD}"/>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2019</c:v>
                </c:pt>
              </c:strCache>
            </c:strRef>
          </c:tx>
          <c:spPr>
            <a:solidFill>
              <a:schemeClr val="accent5"/>
            </a:solidFill>
          </c:spPr>
          <c:dPt>
            <c:idx val="0"/>
            <c:bubble3D val="0"/>
            <c:spPr>
              <a:solidFill>
                <a:srgbClr val="C007A7"/>
              </a:solidFill>
              <a:ln w="19050">
                <a:solidFill>
                  <a:schemeClr val="lt1"/>
                </a:solidFill>
              </a:ln>
              <a:effectLst/>
            </c:spPr>
            <c:extLst>
              <c:ext xmlns:c16="http://schemas.microsoft.com/office/drawing/2014/chart" uri="{C3380CC4-5D6E-409C-BE32-E72D297353CC}">
                <c16:uniqueId val="{00000001-52A0-4163-AB25-4295C95D51B0}"/>
              </c:ext>
            </c:extLst>
          </c:dPt>
          <c:dPt>
            <c:idx val="1"/>
            <c:bubble3D val="0"/>
            <c:spPr>
              <a:solidFill>
                <a:srgbClr val="F9CCE4"/>
              </a:solidFill>
              <a:ln w="19050">
                <a:solidFill>
                  <a:schemeClr val="lt1"/>
                </a:solidFill>
              </a:ln>
              <a:effectLst/>
            </c:spPr>
            <c:extLst>
              <c:ext xmlns:c16="http://schemas.microsoft.com/office/drawing/2014/chart" uri="{C3380CC4-5D6E-409C-BE32-E72D297353CC}">
                <c16:uniqueId val="{00000003-52A0-4163-AB25-4295C95D51B0}"/>
              </c:ext>
            </c:extLst>
          </c:dPt>
          <c:dPt>
            <c:idx val="2"/>
            <c:bubble3D val="0"/>
            <c:spPr>
              <a:solidFill>
                <a:srgbClr val="EF80BB"/>
              </a:solidFill>
              <a:ln w="19050">
                <a:solidFill>
                  <a:schemeClr val="lt1"/>
                </a:solidFill>
              </a:ln>
              <a:effectLst/>
            </c:spPr>
            <c:extLst>
              <c:ext xmlns:c16="http://schemas.microsoft.com/office/drawing/2014/chart" uri="{C3380CC4-5D6E-409C-BE32-E72D297353CC}">
                <c16:uniqueId val="{00000005-52A0-4163-AB25-4295C95D51B0}"/>
              </c:ext>
            </c:extLst>
          </c:dPt>
          <c:dPt>
            <c:idx val="3"/>
            <c:bubble3D val="0"/>
            <c:spPr>
              <a:solidFill>
                <a:srgbClr val="FFDBDA"/>
              </a:solidFill>
              <a:ln w="19050">
                <a:solidFill>
                  <a:schemeClr val="lt1"/>
                </a:solidFill>
              </a:ln>
              <a:effectLst/>
            </c:spPr>
            <c:extLst>
              <c:ext xmlns:c16="http://schemas.microsoft.com/office/drawing/2014/chart" uri="{C3380CC4-5D6E-409C-BE32-E72D297353CC}">
                <c16:uniqueId val="{00000007-52A0-4163-AB25-4295C95D51B0}"/>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52A0-4163-AB25-4295C95D51B0}"/>
              </c:ext>
            </c:extLst>
          </c:dPt>
          <c:cat>
            <c:strRef>
              <c:f>Лист1!$A$2:$A$6</c:f>
              <c:strCache>
                <c:ptCount val="5"/>
                <c:pt idx="0">
                  <c:v>Зарплата</c:v>
                </c:pt>
                <c:pt idx="1">
                  <c:v>Агентские вознаграждения</c:v>
                </c:pt>
                <c:pt idx="2">
                  <c:v>Маркетинговые расходы</c:v>
                </c:pt>
                <c:pt idx="3">
                  <c:v>Админ. Расходы</c:v>
                </c:pt>
                <c:pt idx="4">
                  <c:v>Прочее</c:v>
                </c:pt>
              </c:strCache>
            </c:strRef>
          </c:cat>
          <c:val>
            <c:numRef>
              <c:f>Лист1!$B$2:$B$6</c:f>
              <c:numCache>
                <c:formatCode>General</c:formatCode>
                <c:ptCount val="5"/>
                <c:pt idx="0">
                  <c:v>4.0999999999999996</c:v>
                </c:pt>
                <c:pt idx="1">
                  <c:v>2</c:v>
                </c:pt>
                <c:pt idx="2">
                  <c:v>1.4</c:v>
                </c:pt>
                <c:pt idx="3">
                  <c:v>1.6</c:v>
                </c:pt>
                <c:pt idx="4">
                  <c:v>2</c:v>
                </c:pt>
              </c:numCache>
            </c:numRef>
          </c:val>
          <c:extLst>
            <c:ext xmlns:c16="http://schemas.microsoft.com/office/drawing/2014/chart" uri="{C3380CC4-5D6E-409C-BE32-E72D297353CC}">
              <c16:uniqueId val="{0000000A-52A0-4163-AB25-4295C95D51B0}"/>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Лист1!$B$1</c:f>
              <c:strCache>
                <c:ptCount val="1"/>
                <c:pt idx="0">
                  <c:v>ЮС ФЛ</c:v>
                </c:pt>
              </c:strCache>
            </c:strRef>
          </c:tx>
          <c:spPr>
            <a:solidFill>
              <a:srgbClr val="FFA4A3"/>
            </a:solidFill>
            <a:ln>
              <a:noFill/>
            </a:ln>
            <a:effectLst/>
          </c:spPr>
          <c:invertIfNegative val="0"/>
          <c:cat>
            <c:strRef>
              <c:f>Лист1!$A$2:$A$5</c:f>
              <c:strCache>
                <c:ptCount val="4"/>
                <c:pt idx="0">
                  <c:v>2018</c:v>
                </c:pt>
                <c:pt idx="1">
                  <c:v>2019</c:v>
                </c:pt>
                <c:pt idx="2">
                  <c:v>9М 2019</c:v>
                </c:pt>
                <c:pt idx="3">
                  <c:v>9М 2020</c:v>
                </c:pt>
              </c:strCache>
            </c:strRef>
          </c:cat>
          <c:val>
            <c:numRef>
              <c:f>Лист1!$B$2:$B$5</c:f>
              <c:numCache>
                <c:formatCode>General</c:formatCode>
                <c:ptCount val="4"/>
                <c:pt idx="0">
                  <c:v>410</c:v>
                </c:pt>
                <c:pt idx="1">
                  <c:v>600</c:v>
                </c:pt>
                <c:pt idx="2">
                  <c:v>420</c:v>
                </c:pt>
                <c:pt idx="3">
                  <c:v>690</c:v>
                </c:pt>
              </c:numCache>
            </c:numRef>
          </c:val>
          <c:extLst>
            <c:ext xmlns:c16="http://schemas.microsoft.com/office/drawing/2014/chart" uri="{C3380CC4-5D6E-409C-BE32-E72D297353CC}">
              <c16:uniqueId val="{00000000-5D4D-4C19-8C7D-56708B00B766}"/>
            </c:ext>
          </c:extLst>
        </c:ser>
        <c:ser>
          <c:idx val="1"/>
          <c:order val="1"/>
          <c:tx>
            <c:strRef>
              <c:f>Лист1!$C$1</c:f>
              <c:strCache>
                <c:ptCount val="1"/>
                <c:pt idx="0">
                  <c:v>НВ</c:v>
                </c:pt>
              </c:strCache>
            </c:strRef>
          </c:tx>
          <c:spPr>
            <a:solidFill>
              <a:srgbClr val="FFDBDA"/>
            </a:solidFill>
            <a:ln>
              <a:noFill/>
            </a:ln>
            <a:effectLst/>
          </c:spPr>
          <c:invertIfNegative val="0"/>
          <c:cat>
            <c:strRef>
              <c:f>Лист1!$A$2:$A$5</c:f>
              <c:strCache>
                <c:ptCount val="4"/>
                <c:pt idx="0">
                  <c:v>2018</c:v>
                </c:pt>
                <c:pt idx="1">
                  <c:v>2019</c:v>
                </c:pt>
                <c:pt idx="2">
                  <c:v>9М 2019</c:v>
                </c:pt>
                <c:pt idx="3">
                  <c:v>9М 2020</c:v>
                </c:pt>
              </c:strCache>
            </c:strRef>
          </c:cat>
          <c:val>
            <c:numRef>
              <c:f>Лист1!$C$2:$C$5</c:f>
              <c:numCache>
                <c:formatCode>General</c:formatCode>
                <c:ptCount val="4"/>
                <c:pt idx="0">
                  <c:v>480</c:v>
                </c:pt>
                <c:pt idx="1">
                  <c:v>590</c:v>
                </c:pt>
                <c:pt idx="2">
                  <c:v>440</c:v>
                </c:pt>
                <c:pt idx="3">
                  <c:v>340</c:v>
                </c:pt>
              </c:numCache>
            </c:numRef>
          </c:val>
          <c:extLst>
            <c:ext xmlns:c16="http://schemas.microsoft.com/office/drawing/2014/chart" uri="{C3380CC4-5D6E-409C-BE32-E72D297353CC}">
              <c16:uniqueId val="{00000001-5D4D-4C19-8C7D-56708B00B766}"/>
            </c:ext>
          </c:extLst>
        </c:ser>
        <c:ser>
          <c:idx val="2"/>
          <c:order val="2"/>
          <c:tx>
            <c:strRef>
              <c:f>Лист1!$D$1</c:f>
              <c:strCache>
                <c:ptCount val="1"/>
                <c:pt idx="0">
                  <c:v>АС</c:v>
                </c:pt>
              </c:strCache>
            </c:strRef>
          </c:tx>
          <c:spPr>
            <a:solidFill>
              <a:srgbClr val="ECB5E5"/>
            </a:solidFill>
            <a:ln>
              <a:noFill/>
            </a:ln>
            <a:effectLst/>
          </c:spPr>
          <c:invertIfNegative val="0"/>
          <c:cat>
            <c:strRef>
              <c:f>Лист1!$A$2:$A$5</c:f>
              <c:strCache>
                <c:ptCount val="4"/>
                <c:pt idx="0">
                  <c:v>2018</c:v>
                </c:pt>
                <c:pt idx="1">
                  <c:v>2019</c:v>
                </c:pt>
                <c:pt idx="2">
                  <c:v>9М 2019</c:v>
                </c:pt>
                <c:pt idx="3">
                  <c:v>9М 2020</c:v>
                </c:pt>
              </c:strCache>
            </c:strRef>
          </c:cat>
          <c:val>
            <c:numRef>
              <c:f>Лист1!$D$2:$D$5</c:f>
              <c:numCache>
                <c:formatCode>General</c:formatCode>
                <c:ptCount val="4"/>
                <c:pt idx="0">
                  <c:v>160</c:v>
                </c:pt>
                <c:pt idx="1">
                  <c:v>270</c:v>
                </c:pt>
                <c:pt idx="2">
                  <c:v>200</c:v>
                </c:pt>
                <c:pt idx="3">
                  <c:v>160</c:v>
                </c:pt>
              </c:numCache>
            </c:numRef>
          </c:val>
          <c:extLst>
            <c:ext xmlns:c16="http://schemas.microsoft.com/office/drawing/2014/chart" uri="{C3380CC4-5D6E-409C-BE32-E72D297353CC}">
              <c16:uniqueId val="{00000002-5D4D-4C19-8C7D-56708B00B766}"/>
            </c:ext>
          </c:extLst>
        </c:ser>
        <c:ser>
          <c:idx val="3"/>
          <c:order val="3"/>
          <c:tx>
            <c:strRef>
              <c:f>Лист1!$E$1</c:f>
              <c:strCache>
                <c:ptCount val="1"/>
                <c:pt idx="0">
                  <c:v>МС</c:v>
                </c:pt>
              </c:strCache>
            </c:strRef>
          </c:tx>
          <c:spPr>
            <a:solidFill>
              <a:srgbClr val="EF80BB"/>
            </a:solidFill>
            <a:ln>
              <a:noFill/>
            </a:ln>
            <a:effectLst/>
          </c:spPr>
          <c:invertIfNegative val="0"/>
          <c:cat>
            <c:strRef>
              <c:f>Лист1!$A$2:$A$5</c:f>
              <c:strCache>
                <c:ptCount val="4"/>
                <c:pt idx="0">
                  <c:v>2018</c:v>
                </c:pt>
                <c:pt idx="1">
                  <c:v>2019</c:v>
                </c:pt>
                <c:pt idx="2">
                  <c:v>9М 2019</c:v>
                </c:pt>
                <c:pt idx="3">
                  <c:v>9М 2020</c:v>
                </c:pt>
              </c:strCache>
            </c:strRef>
          </c:cat>
          <c:val>
            <c:numRef>
              <c:f>Лист1!$E$2:$E$5</c:f>
              <c:numCache>
                <c:formatCode>General</c:formatCode>
                <c:ptCount val="4"/>
                <c:pt idx="0">
                  <c:v>40</c:v>
                </c:pt>
                <c:pt idx="1">
                  <c:v>120</c:v>
                </c:pt>
                <c:pt idx="2">
                  <c:v>80</c:v>
                </c:pt>
                <c:pt idx="3">
                  <c:v>160</c:v>
                </c:pt>
              </c:numCache>
            </c:numRef>
          </c:val>
          <c:extLst>
            <c:ext xmlns:c16="http://schemas.microsoft.com/office/drawing/2014/chart" uri="{C3380CC4-5D6E-409C-BE32-E72D297353CC}">
              <c16:uniqueId val="{00000003-5D4D-4C19-8C7D-56708B00B766}"/>
            </c:ext>
          </c:extLst>
        </c:ser>
        <c:ser>
          <c:idx val="4"/>
          <c:order val="4"/>
          <c:tx>
            <c:strRef>
              <c:f>Лист1!$F$1</c:f>
              <c:strCache>
                <c:ptCount val="1"/>
                <c:pt idx="0">
                  <c:v>Прочие</c:v>
                </c:pt>
              </c:strCache>
            </c:strRef>
          </c:tx>
          <c:spPr>
            <a:solidFill>
              <a:srgbClr val="8F0D6B"/>
            </a:solidFill>
            <a:ln>
              <a:noFill/>
            </a:ln>
            <a:effectLst/>
          </c:spPr>
          <c:invertIfNegative val="0"/>
          <c:cat>
            <c:strRef>
              <c:f>Лист1!$A$2:$A$5</c:f>
              <c:strCache>
                <c:ptCount val="4"/>
                <c:pt idx="0">
                  <c:v>2018</c:v>
                </c:pt>
                <c:pt idx="1">
                  <c:v>2019</c:v>
                </c:pt>
                <c:pt idx="2">
                  <c:v>9М 2019</c:v>
                </c:pt>
                <c:pt idx="3">
                  <c:v>9М 2020</c:v>
                </c:pt>
              </c:strCache>
            </c:strRef>
          </c:cat>
          <c:val>
            <c:numRef>
              <c:f>Лист1!$F$2:$F$5</c:f>
              <c:numCache>
                <c:formatCode>General</c:formatCode>
                <c:ptCount val="4"/>
                <c:pt idx="0">
                  <c:v>90</c:v>
                </c:pt>
                <c:pt idx="1">
                  <c:v>90</c:v>
                </c:pt>
                <c:pt idx="2">
                  <c:v>70</c:v>
                </c:pt>
                <c:pt idx="3">
                  <c:v>130</c:v>
                </c:pt>
              </c:numCache>
            </c:numRef>
          </c:val>
          <c:extLst>
            <c:ext xmlns:c16="http://schemas.microsoft.com/office/drawing/2014/chart" uri="{C3380CC4-5D6E-409C-BE32-E72D297353CC}">
              <c16:uniqueId val="{00000004-5D4D-4C19-8C7D-56708B00B766}"/>
            </c:ext>
          </c:extLst>
        </c:ser>
        <c:dLbls>
          <c:showLegendKey val="0"/>
          <c:showVal val="0"/>
          <c:showCatName val="0"/>
          <c:showSerName val="0"/>
          <c:showPercent val="0"/>
          <c:showBubbleSize val="0"/>
        </c:dLbls>
        <c:gapWidth val="40"/>
        <c:overlap val="100"/>
        <c:axId val="1129210767"/>
        <c:axId val="1129209327"/>
      </c:barChart>
      <c:catAx>
        <c:axId val="1129210767"/>
        <c:scaling>
          <c:orientation val="minMax"/>
        </c:scaling>
        <c:delete val="1"/>
        <c:axPos val="b"/>
        <c:numFmt formatCode="General" sourceLinked="1"/>
        <c:majorTickMark val="none"/>
        <c:minorTickMark val="none"/>
        <c:tickLblPos val="nextTo"/>
        <c:crossAx val="1129209327"/>
        <c:crosses val="autoZero"/>
        <c:auto val="1"/>
        <c:lblAlgn val="ctr"/>
        <c:lblOffset val="100"/>
        <c:noMultiLvlLbl val="0"/>
      </c:catAx>
      <c:valAx>
        <c:axId val="1129209327"/>
        <c:scaling>
          <c:orientation val="minMax"/>
        </c:scaling>
        <c:delete val="1"/>
        <c:axPos val="l"/>
        <c:numFmt formatCode="General" sourceLinked="1"/>
        <c:majorTickMark val="none"/>
        <c:minorTickMark val="none"/>
        <c:tickLblPos val="nextTo"/>
        <c:crossAx val="112921076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Лист1!$B$1</c:f>
              <c:strCache>
                <c:ptCount val="1"/>
                <c:pt idx="0">
                  <c:v>Ряд 1</c:v>
                </c:pt>
              </c:strCache>
            </c:strRef>
          </c:tx>
          <c:spPr>
            <a:solidFill>
              <a:srgbClr val="8F0D6B"/>
            </a:solidFill>
            <a:ln>
              <a:noFill/>
            </a:ln>
            <a:effectLst/>
          </c:spPr>
          <c:invertIfNegative val="0"/>
          <c:cat>
            <c:strRef>
              <c:f>Лист1!$A$2:$A$5</c:f>
              <c:strCache>
                <c:ptCount val="4"/>
                <c:pt idx="0">
                  <c:v>Нетто-выручка банки</c:v>
                </c:pt>
                <c:pt idx="1">
                  <c:v>Нетто-выручка СК</c:v>
                </c:pt>
                <c:pt idx="2">
                  <c:v>Нетто-выручка прочие каналы</c:v>
                </c:pt>
                <c:pt idx="3">
                  <c:v>Комиссии</c:v>
                </c:pt>
              </c:strCache>
            </c:strRef>
          </c:cat>
          <c:val>
            <c:numRef>
              <c:f>Лист1!$B$2:$B$5</c:f>
              <c:numCache>
                <c:formatCode>General</c:formatCode>
                <c:ptCount val="4"/>
                <c:pt idx="0">
                  <c:v>100</c:v>
                </c:pt>
                <c:pt idx="1">
                  <c:v>190</c:v>
                </c:pt>
                <c:pt idx="2">
                  <c:v>120</c:v>
                </c:pt>
                <c:pt idx="3">
                  <c:v>255</c:v>
                </c:pt>
              </c:numCache>
            </c:numRef>
          </c:val>
          <c:extLst>
            <c:ext xmlns:c16="http://schemas.microsoft.com/office/drawing/2014/chart" uri="{C3380CC4-5D6E-409C-BE32-E72D297353CC}">
              <c16:uniqueId val="{00000000-BB59-4291-9F70-01B0A03093D7}"/>
            </c:ext>
          </c:extLst>
        </c:ser>
        <c:ser>
          <c:idx val="1"/>
          <c:order val="1"/>
          <c:tx>
            <c:strRef>
              <c:f>Лист1!$C$1</c:f>
              <c:strCache>
                <c:ptCount val="1"/>
                <c:pt idx="0">
                  <c:v>Ряд 2</c:v>
                </c:pt>
              </c:strCache>
            </c:strRef>
          </c:tx>
          <c:spPr>
            <a:solidFill>
              <a:srgbClr val="F9CCE4"/>
            </a:solidFill>
            <a:ln>
              <a:noFill/>
            </a:ln>
            <a:effectLst/>
          </c:spPr>
          <c:invertIfNegative val="0"/>
          <c:cat>
            <c:strRef>
              <c:f>Лист1!$A$2:$A$5</c:f>
              <c:strCache>
                <c:ptCount val="4"/>
                <c:pt idx="0">
                  <c:v>Нетто-выручка банки</c:v>
                </c:pt>
                <c:pt idx="1">
                  <c:v>Нетто-выручка СК</c:v>
                </c:pt>
                <c:pt idx="2">
                  <c:v>Нетто-выручка прочие каналы</c:v>
                </c:pt>
                <c:pt idx="3">
                  <c:v>Комиссии</c:v>
                </c:pt>
              </c:strCache>
            </c:strRef>
          </c:cat>
          <c:val>
            <c:numRef>
              <c:f>Лист1!$C$2:$C$5</c:f>
              <c:numCache>
                <c:formatCode>General</c:formatCode>
                <c:ptCount val="4"/>
                <c:pt idx="0">
                  <c:v>270</c:v>
                </c:pt>
                <c:pt idx="1">
                  <c:v>360</c:v>
                </c:pt>
                <c:pt idx="2">
                  <c:v>280</c:v>
                </c:pt>
                <c:pt idx="3">
                  <c:v>220</c:v>
                </c:pt>
              </c:numCache>
            </c:numRef>
          </c:val>
          <c:extLst>
            <c:ext xmlns:c16="http://schemas.microsoft.com/office/drawing/2014/chart" uri="{C3380CC4-5D6E-409C-BE32-E72D297353CC}">
              <c16:uniqueId val="{00000001-BB59-4291-9F70-01B0A03093D7}"/>
            </c:ext>
          </c:extLst>
        </c:ser>
        <c:ser>
          <c:idx val="2"/>
          <c:order val="2"/>
          <c:tx>
            <c:strRef>
              <c:f>Лист1!$D$1</c:f>
              <c:strCache>
                <c:ptCount val="1"/>
                <c:pt idx="0">
                  <c:v>Ряд 3</c:v>
                </c:pt>
              </c:strCache>
            </c:strRef>
          </c:tx>
          <c:spPr>
            <a:solidFill>
              <a:schemeClr val="accent4"/>
            </a:solidFill>
            <a:ln>
              <a:noFill/>
            </a:ln>
            <a:effectLst/>
          </c:spPr>
          <c:invertIfNegative val="0"/>
          <c:cat>
            <c:strRef>
              <c:f>Лист1!$A$2:$A$5</c:f>
              <c:strCache>
                <c:ptCount val="4"/>
                <c:pt idx="0">
                  <c:v>Нетто-выручка банки</c:v>
                </c:pt>
                <c:pt idx="1">
                  <c:v>Нетто-выручка СК</c:v>
                </c:pt>
                <c:pt idx="2">
                  <c:v>Нетто-выручка прочие каналы</c:v>
                </c:pt>
                <c:pt idx="3">
                  <c:v>Комиссии</c:v>
                </c:pt>
              </c:strCache>
            </c:strRef>
          </c:cat>
          <c:val>
            <c:numRef>
              <c:f>Лист1!$D$2:$D$5</c:f>
              <c:numCache>
                <c:formatCode>General</c:formatCode>
                <c:ptCount val="4"/>
                <c:pt idx="0">
                  <c:v>40</c:v>
                </c:pt>
                <c:pt idx="1">
                  <c:v>30</c:v>
                </c:pt>
                <c:pt idx="2">
                  <c:v>20</c:v>
                </c:pt>
                <c:pt idx="3">
                  <c:v>50</c:v>
                </c:pt>
              </c:numCache>
            </c:numRef>
          </c:val>
          <c:extLst>
            <c:ext xmlns:c16="http://schemas.microsoft.com/office/drawing/2014/chart" uri="{C3380CC4-5D6E-409C-BE32-E72D297353CC}">
              <c16:uniqueId val="{00000002-BB59-4291-9F70-01B0A03093D7}"/>
            </c:ext>
          </c:extLst>
        </c:ser>
        <c:ser>
          <c:idx val="3"/>
          <c:order val="3"/>
          <c:tx>
            <c:strRef>
              <c:f>Лист1!$E$1</c:f>
              <c:strCache>
                <c:ptCount val="1"/>
                <c:pt idx="0">
                  <c:v>Ряд 4</c:v>
                </c:pt>
              </c:strCache>
            </c:strRef>
          </c:tx>
          <c:spPr>
            <a:solidFill>
              <a:srgbClr val="D5BFED"/>
            </a:solidFill>
            <a:ln>
              <a:noFill/>
            </a:ln>
            <a:effectLst/>
          </c:spPr>
          <c:invertIfNegative val="0"/>
          <c:cat>
            <c:strRef>
              <c:f>Лист1!$A$2:$A$5</c:f>
              <c:strCache>
                <c:ptCount val="4"/>
                <c:pt idx="0">
                  <c:v>Нетто-выручка банки</c:v>
                </c:pt>
                <c:pt idx="1">
                  <c:v>Нетто-выручка СК</c:v>
                </c:pt>
                <c:pt idx="2">
                  <c:v>Нетто-выручка прочие каналы</c:v>
                </c:pt>
                <c:pt idx="3">
                  <c:v>Комиссии</c:v>
                </c:pt>
              </c:strCache>
            </c:strRef>
          </c:cat>
          <c:val>
            <c:numRef>
              <c:f>Лист1!$E$2:$E$5</c:f>
              <c:numCache>
                <c:formatCode>General</c:formatCode>
                <c:ptCount val="4"/>
                <c:pt idx="0">
                  <c:v>420</c:v>
                </c:pt>
                <c:pt idx="1">
                  <c:v>700</c:v>
                </c:pt>
                <c:pt idx="2">
                  <c:v>470</c:v>
                </c:pt>
                <c:pt idx="3">
                  <c:v>790</c:v>
                </c:pt>
              </c:numCache>
            </c:numRef>
          </c:val>
          <c:extLst>
            <c:ext xmlns:c16="http://schemas.microsoft.com/office/drawing/2014/chart" uri="{C3380CC4-5D6E-409C-BE32-E72D297353CC}">
              <c16:uniqueId val="{00000003-BB59-4291-9F70-01B0A03093D7}"/>
            </c:ext>
          </c:extLst>
        </c:ser>
        <c:dLbls>
          <c:showLegendKey val="0"/>
          <c:showVal val="0"/>
          <c:showCatName val="0"/>
          <c:showSerName val="0"/>
          <c:showPercent val="0"/>
          <c:showBubbleSize val="0"/>
        </c:dLbls>
        <c:gapWidth val="40"/>
        <c:overlap val="100"/>
        <c:axId val="1129210767"/>
        <c:axId val="1129209327"/>
      </c:barChart>
      <c:catAx>
        <c:axId val="1129210767"/>
        <c:scaling>
          <c:orientation val="minMax"/>
        </c:scaling>
        <c:delete val="1"/>
        <c:axPos val="b"/>
        <c:numFmt formatCode="General" sourceLinked="1"/>
        <c:majorTickMark val="none"/>
        <c:minorTickMark val="none"/>
        <c:tickLblPos val="nextTo"/>
        <c:crossAx val="1129209327"/>
        <c:crosses val="autoZero"/>
        <c:auto val="1"/>
        <c:lblAlgn val="ctr"/>
        <c:lblOffset val="100"/>
        <c:noMultiLvlLbl val="0"/>
      </c:catAx>
      <c:valAx>
        <c:axId val="1129209327"/>
        <c:scaling>
          <c:orientation val="minMax"/>
        </c:scaling>
        <c:delete val="1"/>
        <c:axPos val="l"/>
        <c:numFmt formatCode="General" sourceLinked="1"/>
        <c:majorTickMark val="none"/>
        <c:minorTickMark val="none"/>
        <c:tickLblPos val="nextTo"/>
        <c:crossAx val="112921076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Нетто-выручка</c:v>
                </c:pt>
              </c:strCache>
            </c:strRef>
          </c:tx>
          <c:spPr>
            <a:solidFill>
              <a:srgbClr val="8F0D6B"/>
            </a:solidFill>
            <a:ln>
              <a:noFill/>
            </a:ln>
            <a:effectLst/>
          </c:spPr>
          <c:invertIfNegative val="0"/>
          <c:cat>
            <c:strRef>
              <c:f>Лист1!$A$2:$A$5</c:f>
              <c:strCache>
                <c:ptCount val="4"/>
                <c:pt idx="0">
                  <c:v>2018</c:v>
                </c:pt>
                <c:pt idx="1">
                  <c:v>2019</c:v>
                </c:pt>
                <c:pt idx="2">
                  <c:v>9М 2019</c:v>
                </c:pt>
                <c:pt idx="3">
                  <c:v>9М 2020</c:v>
                </c:pt>
              </c:strCache>
            </c:strRef>
          </c:cat>
          <c:val>
            <c:numRef>
              <c:f>Лист1!$B$2:$B$5</c:f>
              <c:numCache>
                <c:formatCode>General</c:formatCode>
                <c:ptCount val="4"/>
                <c:pt idx="0">
                  <c:v>3.2</c:v>
                </c:pt>
                <c:pt idx="1">
                  <c:v>4.5</c:v>
                </c:pt>
                <c:pt idx="2">
                  <c:v>3.35</c:v>
                </c:pt>
                <c:pt idx="3">
                  <c:v>4.0999999999999996</c:v>
                </c:pt>
              </c:numCache>
            </c:numRef>
          </c:val>
          <c:extLst>
            <c:ext xmlns:c16="http://schemas.microsoft.com/office/drawing/2014/chart" uri="{C3380CC4-5D6E-409C-BE32-E72D297353CC}">
              <c16:uniqueId val="{00000000-8914-4AD8-A715-210B1AAC778C}"/>
            </c:ext>
          </c:extLst>
        </c:ser>
        <c:ser>
          <c:idx val="1"/>
          <c:order val="1"/>
          <c:tx>
            <c:strRef>
              <c:f>Лист1!$C$1</c:f>
              <c:strCache>
                <c:ptCount val="1"/>
                <c:pt idx="0">
                  <c:v>Ряд 2</c:v>
                </c:pt>
              </c:strCache>
            </c:strRef>
          </c:tx>
          <c:spPr>
            <a:solidFill>
              <a:schemeClr val="accent2"/>
            </a:solidFill>
            <a:ln>
              <a:noFill/>
            </a:ln>
            <a:effectLst/>
          </c:spPr>
          <c:invertIfNegative val="0"/>
          <c:cat>
            <c:strRef>
              <c:f>Лист1!$A$2:$A$5</c:f>
              <c:strCache>
                <c:ptCount val="4"/>
                <c:pt idx="0">
                  <c:v>2018</c:v>
                </c:pt>
                <c:pt idx="1">
                  <c:v>2019</c:v>
                </c:pt>
                <c:pt idx="2">
                  <c:v>9М 2019</c:v>
                </c:pt>
                <c:pt idx="3">
                  <c:v>9М 2020</c:v>
                </c:pt>
              </c:strCache>
            </c:strRef>
          </c:cat>
          <c:val>
            <c:numRef>
              <c:f>Лист1!$C$2:$C$5</c:f>
              <c:numCache>
                <c:formatCode>General</c:formatCode>
                <c:ptCount val="4"/>
              </c:numCache>
            </c:numRef>
          </c:val>
          <c:extLst>
            <c:ext xmlns:c16="http://schemas.microsoft.com/office/drawing/2014/chart" uri="{C3380CC4-5D6E-409C-BE32-E72D297353CC}">
              <c16:uniqueId val="{00000001-8914-4AD8-A715-210B1AAC778C}"/>
            </c:ext>
          </c:extLst>
        </c:ser>
        <c:dLbls>
          <c:showLegendKey val="0"/>
          <c:showVal val="0"/>
          <c:showCatName val="0"/>
          <c:showSerName val="0"/>
          <c:showPercent val="0"/>
          <c:showBubbleSize val="0"/>
        </c:dLbls>
        <c:gapWidth val="38"/>
        <c:overlap val="100"/>
        <c:axId val="664895455"/>
        <c:axId val="664896895"/>
      </c:barChart>
      <c:lineChart>
        <c:grouping val="standard"/>
        <c:varyColors val="0"/>
        <c:ser>
          <c:idx val="2"/>
          <c:order val="2"/>
          <c:tx>
            <c:strRef>
              <c:f>Лист1!$D$1</c:f>
              <c:strCache>
                <c:ptCount val="1"/>
                <c:pt idx="0">
                  <c:v>EBITDA с учетом дивидендов</c:v>
                </c:pt>
              </c:strCache>
            </c:strRef>
          </c:tx>
          <c:spPr>
            <a:ln w="28575" cap="rnd">
              <a:solidFill>
                <a:srgbClr val="722BC3"/>
              </a:solidFill>
              <a:round/>
            </a:ln>
            <a:effectLst/>
          </c:spPr>
          <c:marker>
            <c:symbol val="none"/>
          </c:marker>
          <c:cat>
            <c:strRef>
              <c:f>Лист1!$A$2:$A$5</c:f>
              <c:strCache>
                <c:ptCount val="4"/>
                <c:pt idx="0">
                  <c:v>2018</c:v>
                </c:pt>
                <c:pt idx="1">
                  <c:v>2019</c:v>
                </c:pt>
                <c:pt idx="2">
                  <c:v>9М 2019</c:v>
                </c:pt>
                <c:pt idx="3">
                  <c:v>9М 2020</c:v>
                </c:pt>
              </c:strCache>
            </c:strRef>
          </c:cat>
          <c:val>
            <c:numRef>
              <c:f>Лист1!$D$2:$D$5</c:f>
              <c:numCache>
                <c:formatCode>General</c:formatCode>
                <c:ptCount val="4"/>
                <c:pt idx="0">
                  <c:v>2.2999999999999998</c:v>
                </c:pt>
                <c:pt idx="1">
                  <c:v>2.4</c:v>
                </c:pt>
                <c:pt idx="2">
                  <c:v>2.5</c:v>
                </c:pt>
                <c:pt idx="3">
                  <c:v>1</c:v>
                </c:pt>
              </c:numCache>
            </c:numRef>
          </c:val>
          <c:smooth val="0"/>
          <c:extLst>
            <c:ext xmlns:c16="http://schemas.microsoft.com/office/drawing/2014/chart" uri="{C3380CC4-5D6E-409C-BE32-E72D297353CC}">
              <c16:uniqueId val="{00000002-8914-4AD8-A715-210B1AAC778C}"/>
            </c:ext>
          </c:extLst>
        </c:ser>
        <c:ser>
          <c:idx val="3"/>
          <c:order val="3"/>
          <c:tx>
            <c:strRef>
              <c:f>Лист1!$E$1</c:f>
              <c:strCache>
                <c:ptCount val="1"/>
                <c:pt idx="0">
                  <c:v>EBITDA без учета дивидендов</c:v>
                </c:pt>
              </c:strCache>
            </c:strRef>
          </c:tx>
          <c:spPr>
            <a:ln w="28575" cap="rnd">
              <a:solidFill>
                <a:srgbClr val="ACC4FE"/>
              </a:solidFill>
              <a:round/>
            </a:ln>
            <a:effectLst/>
          </c:spPr>
          <c:marker>
            <c:symbol val="none"/>
          </c:marker>
          <c:cat>
            <c:strRef>
              <c:f>Лист1!$A$2:$A$5</c:f>
              <c:strCache>
                <c:ptCount val="4"/>
                <c:pt idx="0">
                  <c:v>2018</c:v>
                </c:pt>
                <c:pt idx="1">
                  <c:v>2019</c:v>
                </c:pt>
                <c:pt idx="2">
                  <c:v>9М 2019</c:v>
                </c:pt>
                <c:pt idx="3">
                  <c:v>9М 2020</c:v>
                </c:pt>
              </c:strCache>
            </c:strRef>
          </c:cat>
          <c:val>
            <c:numRef>
              <c:f>Лист1!$E$2:$E$5</c:f>
              <c:numCache>
                <c:formatCode>General</c:formatCode>
                <c:ptCount val="4"/>
                <c:pt idx="0">
                  <c:v>3</c:v>
                </c:pt>
                <c:pt idx="1">
                  <c:v>3.2</c:v>
                </c:pt>
                <c:pt idx="2">
                  <c:v>3.3</c:v>
                </c:pt>
                <c:pt idx="3">
                  <c:v>3.2</c:v>
                </c:pt>
              </c:numCache>
            </c:numRef>
          </c:val>
          <c:smooth val="0"/>
          <c:extLst>
            <c:ext xmlns:c16="http://schemas.microsoft.com/office/drawing/2014/chart" uri="{C3380CC4-5D6E-409C-BE32-E72D297353CC}">
              <c16:uniqueId val="{00000003-8914-4AD8-A715-210B1AAC778C}"/>
            </c:ext>
          </c:extLst>
        </c:ser>
        <c:dLbls>
          <c:showLegendKey val="0"/>
          <c:showVal val="0"/>
          <c:showCatName val="0"/>
          <c:showSerName val="0"/>
          <c:showPercent val="0"/>
          <c:showBubbleSize val="0"/>
        </c:dLbls>
        <c:marker val="1"/>
        <c:smooth val="0"/>
        <c:axId val="664895455"/>
        <c:axId val="664896895"/>
      </c:lineChart>
      <c:catAx>
        <c:axId val="664895455"/>
        <c:scaling>
          <c:orientation val="minMax"/>
        </c:scaling>
        <c:delete val="1"/>
        <c:axPos val="b"/>
        <c:numFmt formatCode="General" sourceLinked="1"/>
        <c:majorTickMark val="none"/>
        <c:minorTickMark val="none"/>
        <c:tickLblPos val="nextTo"/>
        <c:crossAx val="664896895"/>
        <c:crosses val="autoZero"/>
        <c:auto val="1"/>
        <c:lblAlgn val="ctr"/>
        <c:lblOffset val="100"/>
        <c:noMultiLvlLbl val="0"/>
      </c:catAx>
      <c:valAx>
        <c:axId val="66489689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66489545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2019</c:v>
                </c:pt>
              </c:strCache>
            </c:strRef>
          </c:tx>
          <c:spPr>
            <a:solidFill>
              <a:schemeClr val="accent5"/>
            </a:solidFill>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3DFF-4C26-94DF-C391310AE9BD}"/>
              </c:ext>
            </c:extLst>
          </c:dPt>
          <c:dPt>
            <c:idx val="1"/>
            <c:bubble3D val="0"/>
            <c:spPr>
              <a:solidFill>
                <a:srgbClr val="D5BFED"/>
              </a:solidFill>
              <a:ln w="19050">
                <a:solidFill>
                  <a:schemeClr val="lt1"/>
                </a:solidFill>
              </a:ln>
              <a:effectLst/>
            </c:spPr>
            <c:extLst>
              <c:ext xmlns:c16="http://schemas.microsoft.com/office/drawing/2014/chart" uri="{C3380CC4-5D6E-409C-BE32-E72D297353CC}">
                <c16:uniqueId val="{00000003-3DFF-4C26-94DF-C391310AE9BD}"/>
              </c:ext>
            </c:extLst>
          </c:dPt>
          <c:dPt>
            <c:idx val="2"/>
            <c:bubble3D val="0"/>
            <c:spPr>
              <a:solidFill>
                <a:srgbClr val="C007A7"/>
              </a:solidFill>
              <a:ln w="19050">
                <a:solidFill>
                  <a:schemeClr val="lt1"/>
                </a:solidFill>
              </a:ln>
              <a:effectLst/>
            </c:spPr>
            <c:extLst>
              <c:ext xmlns:c16="http://schemas.microsoft.com/office/drawing/2014/chart" uri="{C3380CC4-5D6E-409C-BE32-E72D297353CC}">
                <c16:uniqueId val="{00000005-3DFF-4C26-94DF-C391310AE9BD}"/>
              </c:ext>
            </c:extLst>
          </c:dPt>
          <c:dPt>
            <c:idx val="3"/>
            <c:bubble3D val="0"/>
            <c:spPr>
              <a:solidFill>
                <a:srgbClr val="FFA4A3"/>
              </a:solidFill>
              <a:ln w="19050">
                <a:solidFill>
                  <a:schemeClr val="lt1"/>
                </a:solidFill>
              </a:ln>
              <a:effectLst/>
            </c:spPr>
            <c:extLst>
              <c:ext xmlns:c16="http://schemas.microsoft.com/office/drawing/2014/chart" uri="{C3380CC4-5D6E-409C-BE32-E72D297353CC}">
                <c16:uniqueId val="{00000007-3DFF-4C26-94DF-C391310AE9BD}"/>
              </c:ext>
            </c:extLst>
          </c:dPt>
          <c:dPt>
            <c:idx val="4"/>
            <c:bubble3D val="0"/>
            <c:spPr>
              <a:solidFill>
                <a:srgbClr val="DDB6D3"/>
              </a:solidFill>
              <a:ln w="19050">
                <a:solidFill>
                  <a:schemeClr val="lt1"/>
                </a:solidFill>
              </a:ln>
              <a:effectLst/>
            </c:spPr>
            <c:extLst>
              <c:ext xmlns:c16="http://schemas.microsoft.com/office/drawing/2014/chart" uri="{C3380CC4-5D6E-409C-BE32-E72D297353CC}">
                <c16:uniqueId val="{00000009-3DFF-4C26-94DF-C391310AE9BD}"/>
              </c:ext>
            </c:extLst>
          </c:dPt>
          <c:cat>
            <c:strRef>
              <c:f>Лист1!$A$2:$A$6</c:f>
              <c:strCache>
                <c:ptCount val="5"/>
                <c:pt idx="0">
                  <c:v>Зарплата</c:v>
                </c:pt>
                <c:pt idx="1">
                  <c:v>Агентские вознаграждения</c:v>
                </c:pt>
                <c:pt idx="2">
                  <c:v>Маркетинговые расходы</c:v>
                </c:pt>
                <c:pt idx="3">
                  <c:v>Админ. Расходы</c:v>
                </c:pt>
                <c:pt idx="4">
                  <c:v>Прочее</c:v>
                </c:pt>
              </c:strCache>
            </c:strRef>
          </c:cat>
          <c:val>
            <c:numRef>
              <c:f>Лист1!$B$2:$B$6</c:f>
              <c:numCache>
                <c:formatCode>General</c:formatCode>
                <c:ptCount val="5"/>
                <c:pt idx="0">
                  <c:v>4.0999999999999996</c:v>
                </c:pt>
                <c:pt idx="1">
                  <c:v>2</c:v>
                </c:pt>
                <c:pt idx="2">
                  <c:v>1.4</c:v>
                </c:pt>
                <c:pt idx="3">
                  <c:v>1.6</c:v>
                </c:pt>
                <c:pt idx="4">
                  <c:v>2</c:v>
                </c:pt>
              </c:numCache>
            </c:numRef>
          </c:val>
          <c:extLst>
            <c:ext xmlns:c16="http://schemas.microsoft.com/office/drawing/2014/chart" uri="{C3380CC4-5D6E-409C-BE32-E72D297353CC}">
              <c16:uniqueId val="{0000000A-3DFF-4C26-94DF-C391310AE9BD}"/>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2019</c:v>
                </c:pt>
              </c:strCache>
            </c:strRef>
          </c:tx>
          <c:spPr>
            <a:solidFill>
              <a:srgbClr val="EF80BB"/>
            </a:solidFill>
          </c:spPr>
          <c:dPt>
            <c:idx val="0"/>
            <c:bubble3D val="0"/>
            <c:spPr>
              <a:solidFill>
                <a:srgbClr val="EF80BB"/>
              </a:solidFill>
              <a:ln w="19050">
                <a:solidFill>
                  <a:schemeClr val="lt1"/>
                </a:solidFill>
              </a:ln>
              <a:effectLst/>
            </c:spPr>
            <c:extLst>
              <c:ext xmlns:c16="http://schemas.microsoft.com/office/drawing/2014/chart" uri="{C3380CC4-5D6E-409C-BE32-E72D297353CC}">
                <c16:uniqueId val="{00000001-52A0-4163-AB25-4295C95D51B0}"/>
              </c:ext>
            </c:extLst>
          </c:dPt>
          <c:dPt>
            <c:idx val="1"/>
            <c:bubble3D val="0"/>
            <c:spPr>
              <a:solidFill>
                <a:srgbClr val="D5BFED"/>
              </a:solidFill>
              <a:ln w="19050">
                <a:solidFill>
                  <a:schemeClr val="lt1"/>
                </a:solidFill>
              </a:ln>
              <a:effectLst/>
            </c:spPr>
            <c:extLst>
              <c:ext xmlns:c16="http://schemas.microsoft.com/office/drawing/2014/chart" uri="{C3380CC4-5D6E-409C-BE32-E72D297353CC}">
                <c16:uniqueId val="{00000003-52A0-4163-AB25-4295C95D51B0}"/>
              </c:ext>
            </c:extLst>
          </c:dPt>
          <c:dPt>
            <c:idx val="2"/>
            <c:bubble3D val="0"/>
            <c:spPr>
              <a:solidFill>
                <a:srgbClr val="C007A7"/>
              </a:solidFill>
              <a:ln w="19050">
                <a:solidFill>
                  <a:schemeClr val="lt1"/>
                </a:solidFill>
              </a:ln>
              <a:effectLst/>
            </c:spPr>
            <c:extLst>
              <c:ext xmlns:c16="http://schemas.microsoft.com/office/drawing/2014/chart" uri="{C3380CC4-5D6E-409C-BE32-E72D297353CC}">
                <c16:uniqueId val="{00000005-52A0-4163-AB25-4295C95D51B0}"/>
              </c:ext>
            </c:extLst>
          </c:dPt>
          <c:dPt>
            <c:idx val="3"/>
            <c:bubble3D val="0"/>
            <c:spPr>
              <a:solidFill>
                <a:srgbClr val="FFA4A3"/>
              </a:solidFill>
              <a:ln w="19050">
                <a:solidFill>
                  <a:schemeClr val="lt1"/>
                </a:solidFill>
              </a:ln>
              <a:effectLst/>
            </c:spPr>
            <c:extLst>
              <c:ext xmlns:c16="http://schemas.microsoft.com/office/drawing/2014/chart" uri="{C3380CC4-5D6E-409C-BE32-E72D297353CC}">
                <c16:uniqueId val="{00000007-52A0-4163-AB25-4295C95D51B0}"/>
              </c:ext>
            </c:extLst>
          </c:dPt>
          <c:dPt>
            <c:idx val="4"/>
            <c:bubble3D val="0"/>
            <c:spPr>
              <a:solidFill>
                <a:srgbClr val="DDB6D3"/>
              </a:solidFill>
              <a:ln w="19050">
                <a:solidFill>
                  <a:schemeClr val="lt1"/>
                </a:solidFill>
              </a:ln>
              <a:effectLst/>
            </c:spPr>
            <c:extLst>
              <c:ext xmlns:c16="http://schemas.microsoft.com/office/drawing/2014/chart" uri="{C3380CC4-5D6E-409C-BE32-E72D297353CC}">
                <c16:uniqueId val="{00000009-52A0-4163-AB25-4295C95D51B0}"/>
              </c:ext>
            </c:extLst>
          </c:dPt>
          <c:cat>
            <c:strRef>
              <c:f>Лист1!$A$2:$A$6</c:f>
              <c:strCache>
                <c:ptCount val="5"/>
                <c:pt idx="0">
                  <c:v>Зарплата</c:v>
                </c:pt>
                <c:pt idx="1">
                  <c:v>Агентские вознаграждения</c:v>
                </c:pt>
                <c:pt idx="2">
                  <c:v>Маркетинговые расходы</c:v>
                </c:pt>
                <c:pt idx="3">
                  <c:v>Админ. Расходы</c:v>
                </c:pt>
                <c:pt idx="4">
                  <c:v>Прочее</c:v>
                </c:pt>
              </c:strCache>
            </c:strRef>
          </c:cat>
          <c:val>
            <c:numRef>
              <c:f>Лист1!$B$2:$B$6</c:f>
              <c:numCache>
                <c:formatCode>General</c:formatCode>
                <c:ptCount val="5"/>
                <c:pt idx="0">
                  <c:v>4.0999999999999996</c:v>
                </c:pt>
                <c:pt idx="1">
                  <c:v>2</c:v>
                </c:pt>
                <c:pt idx="2">
                  <c:v>1.4</c:v>
                </c:pt>
                <c:pt idx="3">
                  <c:v>1.6</c:v>
                </c:pt>
                <c:pt idx="4">
                  <c:v>2</c:v>
                </c:pt>
              </c:numCache>
            </c:numRef>
          </c:val>
          <c:extLst>
            <c:ext xmlns:c16="http://schemas.microsoft.com/office/drawing/2014/chart" uri="{C3380CC4-5D6E-409C-BE32-E72D297353CC}">
              <c16:uniqueId val="{0000000A-52A0-4163-AB25-4295C95D51B0}"/>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F60CAB-9E5A-4B95-9625-746E689E9B7C}" type="doc">
      <dgm:prSet loTypeId="urn:microsoft.com/office/officeart/2005/8/layout/chevron1" loCatId="process" qsTypeId="urn:microsoft.com/office/officeart/2005/8/quickstyle/simple1" qsCatId="simple" csTypeId="urn:microsoft.com/office/officeart/2005/8/colors/accent1_2" csCatId="accent1" phldr="1"/>
      <dgm:spPr/>
    </dgm:pt>
    <dgm:pt modelId="{5C06C91B-19D3-4899-B963-890392B9FF67}">
      <dgm:prSet phldrT="[Текст]" custT="1"/>
      <dgm:spPr>
        <a:solidFill>
          <a:schemeClr val="bg2"/>
        </a:solidFill>
        <a:ln w="57150">
          <a:solidFill>
            <a:schemeClr val="bg1"/>
          </a:solidFill>
        </a:ln>
      </dgm:spPr>
      <dgm:t>
        <a:bodyPr/>
        <a:lstStyle/>
        <a:p>
          <a:r>
            <a:rPr lang="ru-RU" sz="1200" dirty="0">
              <a:solidFill>
                <a:schemeClr val="tx1"/>
              </a:solidFill>
            </a:rPr>
            <a:t>Этап 3</a:t>
          </a:r>
        </a:p>
      </dgm:t>
    </dgm:pt>
    <dgm:pt modelId="{BE88F975-EAF8-4CA6-B1EF-535E305507E1}" type="parTrans" cxnId="{17C5B48B-914B-4DFF-860F-5E6C09249A81}">
      <dgm:prSet/>
      <dgm:spPr/>
      <dgm:t>
        <a:bodyPr/>
        <a:lstStyle/>
        <a:p>
          <a:endParaRPr lang="ru-RU" sz="1200"/>
        </a:p>
      </dgm:t>
    </dgm:pt>
    <dgm:pt modelId="{3E001FB3-3239-44A5-B9BD-421DC655FE3F}" type="sibTrans" cxnId="{17C5B48B-914B-4DFF-860F-5E6C09249A81}">
      <dgm:prSet/>
      <dgm:spPr/>
      <dgm:t>
        <a:bodyPr/>
        <a:lstStyle/>
        <a:p>
          <a:endParaRPr lang="ru-RU" sz="1200"/>
        </a:p>
      </dgm:t>
    </dgm:pt>
    <dgm:pt modelId="{38461002-0E0F-4D26-99C8-B84E89F7B2BA}">
      <dgm:prSet phldrT="[Текст]" custT="1"/>
      <dgm:spPr>
        <a:solidFill>
          <a:schemeClr val="bg2"/>
        </a:solidFill>
        <a:ln w="57150">
          <a:solidFill>
            <a:schemeClr val="bg1"/>
          </a:solidFill>
        </a:ln>
      </dgm:spPr>
      <dgm:t>
        <a:bodyPr/>
        <a:lstStyle/>
        <a:p>
          <a:r>
            <a:rPr lang="ru-RU" sz="1200" dirty="0">
              <a:solidFill>
                <a:schemeClr val="tx1"/>
              </a:solidFill>
            </a:rPr>
            <a:t>Этап 4</a:t>
          </a:r>
        </a:p>
      </dgm:t>
    </dgm:pt>
    <dgm:pt modelId="{DAC3C0A2-4B3A-48CC-8CD0-470822FC09C4}" type="parTrans" cxnId="{09BA8F16-0787-498B-9B4F-9A9F8F6308B0}">
      <dgm:prSet/>
      <dgm:spPr/>
      <dgm:t>
        <a:bodyPr/>
        <a:lstStyle/>
        <a:p>
          <a:endParaRPr lang="ru-RU" sz="1200"/>
        </a:p>
      </dgm:t>
    </dgm:pt>
    <dgm:pt modelId="{CF1A6A59-F205-4B9F-BA6B-82DE2B82F733}" type="sibTrans" cxnId="{09BA8F16-0787-498B-9B4F-9A9F8F6308B0}">
      <dgm:prSet/>
      <dgm:spPr/>
      <dgm:t>
        <a:bodyPr/>
        <a:lstStyle/>
        <a:p>
          <a:endParaRPr lang="ru-RU" sz="1200"/>
        </a:p>
      </dgm:t>
    </dgm:pt>
    <dgm:pt modelId="{18D93679-4360-426F-AA21-3212161775BA}">
      <dgm:prSet phldrT="[Текст]" custT="1"/>
      <dgm:spPr>
        <a:solidFill>
          <a:schemeClr val="bg2"/>
        </a:solidFill>
        <a:ln w="57150">
          <a:solidFill>
            <a:schemeClr val="bg1"/>
          </a:solidFill>
        </a:ln>
      </dgm:spPr>
      <dgm:t>
        <a:bodyPr/>
        <a:lstStyle/>
        <a:p>
          <a:r>
            <a:rPr lang="ru-RU" sz="1200" dirty="0">
              <a:solidFill>
                <a:schemeClr val="tx1"/>
              </a:solidFill>
            </a:rPr>
            <a:t>Этап 5</a:t>
          </a:r>
        </a:p>
      </dgm:t>
    </dgm:pt>
    <dgm:pt modelId="{4A0591BD-823E-4002-93AE-16A779F15F84}" type="parTrans" cxnId="{1775C754-CE14-4164-B917-93A0B3BC07B7}">
      <dgm:prSet/>
      <dgm:spPr/>
      <dgm:t>
        <a:bodyPr/>
        <a:lstStyle/>
        <a:p>
          <a:endParaRPr lang="ru-RU" sz="1200"/>
        </a:p>
      </dgm:t>
    </dgm:pt>
    <dgm:pt modelId="{3E336D06-D14E-48F3-AE81-EAEA4BF20843}" type="sibTrans" cxnId="{1775C754-CE14-4164-B917-93A0B3BC07B7}">
      <dgm:prSet/>
      <dgm:spPr/>
      <dgm:t>
        <a:bodyPr/>
        <a:lstStyle/>
        <a:p>
          <a:endParaRPr lang="ru-RU" sz="1200"/>
        </a:p>
      </dgm:t>
    </dgm:pt>
    <dgm:pt modelId="{F7DD7CC8-CA9B-45FD-A91B-ECED4AFEECF0}">
      <dgm:prSet phldrT="[Текст]" custT="1"/>
      <dgm:spPr>
        <a:solidFill>
          <a:schemeClr val="bg2"/>
        </a:solidFill>
        <a:ln w="57150">
          <a:solidFill>
            <a:schemeClr val="bg1"/>
          </a:solidFill>
        </a:ln>
      </dgm:spPr>
      <dgm:t>
        <a:bodyPr/>
        <a:lstStyle/>
        <a:p>
          <a:r>
            <a:rPr lang="ru-RU" sz="1200" dirty="0">
              <a:solidFill>
                <a:schemeClr val="tx1"/>
              </a:solidFill>
            </a:rPr>
            <a:t>Этап 2</a:t>
          </a:r>
        </a:p>
      </dgm:t>
    </dgm:pt>
    <dgm:pt modelId="{58DEDF40-63ED-480D-BC5B-8C91EF179169}" type="parTrans" cxnId="{9185C067-0A65-4CDD-87CB-CC3AD02F5AFB}">
      <dgm:prSet/>
      <dgm:spPr/>
      <dgm:t>
        <a:bodyPr/>
        <a:lstStyle/>
        <a:p>
          <a:endParaRPr lang="ru-RU"/>
        </a:p>
      </dgm:t>
    </dgm:pt>
    <dgm:pt modelId="{CED76F1E-E238-4F4B-A1BC-5362C9CA5587}" type="sibTrans" cxnId="{9185C067-0A65-4CDD-87CB-CC3AD02F5AFB}">
      <dgm:prSet/>
      <dgm:spPr/>
      <dgm:t>
        <a:bodyPr/>
        <a:lstStyle/>
        <a:p>
          <a:endParaRPr lang="ru-RU"/>
        </a:p>
      </dgm:t>
    </dgm:pt>
    <dgm:pt modelId="{925EB6D7-5FFE-446E-9F16-BC9543A04D09}">
      <dgm:prSet custT="1"/>
      <dgm:spPr>
        <a:solidFill>
          <a:srgbClr val="FAE6E9"/>
        </a:solidFill>
      </dgm:spPr>
      <dgm:t>
        <a:bodyPr/>
        <a:lstStyle/>
        <a:p>
          <a:r>
            <a:rPr lang="ru-RU" sz="1200" dirty="0">
              <a:solidFill>
                <a:schemeClr val="tx1"/>
              </a:solidFill>
            </a:rPr>
            <a:t>Этап 1</a:t>
          </a:r>
        </a:p>
      </dgm:t>
    </dgm:pt>
    <dgm:pt modelId="{14A91422-6689-4671-8ACE-601F8B68E545}" type="parTrans" cxnId="{B4AF5103-BA9B-4246-A62F-E6739759B835}">
      <dgm:prSet/>
      <dgm:spPr/>
      <dgm:t>
        <a:bodyPr/>
        <a:lstStyle/>
        <a:p>
          <a:endParaRPr lang="ru-RU"/>
        </a:p>
      </dgm:t>
    </dgm:pt>
    <dgm:pt modelId="{55EA9908-CB9A-4740-A85F-9867682503E1}" type="sibTrans" cxnId="{B4AF5103-BA9B-4246-A62F-E6739759B835}">
      <dgm:prSet/>
      <dgm:spPr/>
      <dgm:t>
        <a:bodyPr/>
        <a:lstStyle/>
        <a:p>
          <a:endParaRPr lang="ru-RU"/>
        </a:p>
      </dgm:t>
    </dgm:pt>
    <dgm:pt modelId="{6E68213B-3F62-45EC-9A8F-9A45D299D5B7}" type="pres">
      <dgm:prSet presAssocID="{21F60CAB-9E5A-4B95-9625-746E689E9B7C}" presName="Name0" presStyleCnt="0">
        <dgm:presLayoutVars>
          <dgm:dir/>
          <dgm:animLvl val="lvl"/>
          <dgm:resizeHandles val="exact"/>
        </dgm:presLayoutVars>
      </dgm:prSet>
      <dgm:spPr/>
    </dgm:pt>
    <dgm:pt modelId="{7168217C-FC4F-44A2-BE28-6FD97B675A3E}" type="pres">
      <dgm:prSet presAssocID="{925EB6D7-5FFE-446E-9F16-BC9543A04D09}" presName="parTxOnly" presStyleLbl="node1" presStyleIdx="0" presStyleCnt="5" custScaleX="133100">
        <dgm:presLayoutVars>
          <dgm:chMax val="0"/>
          <dgm:chPref val="0"/>
          <dgm:bulletEnabled val="1"/>
        </dgm:presLayoutVars>
      </dgm:prSet>
      <dgm:spPr>
        <a:prstGeom prst="homePlate">
          <a:avLst/>
        </a:prstGeom>
      </dgm:spPr>
    </dgm:pt>
    <dgm:pt modelId="{4C954A06-0051-4D2D-90C6-77DCA72674D4}" type="pres">
      <dgm:prSet presAssocID="{55EA9908-CB9A-4740-A85F-9867682503E1}" presName="parTxOnlySpace" presStyleCnt="0"/>
      <dgm:spPr/>
    </dgm:pt>
    <dgm:pt modelId="{5C3D1A5A-7AE1-419B-B8AB-C313F45B5A7B}" type="pres">
      <dgm:prSet presAssocID="{F7DD7CC8-CA9B-45FD-A91B-ECED4AFEECF0}" presName="parTxOnly" presStyleLbl="node1" presStyleIdx="1" presStyleCnt="5" custScaleX="130005" custLinFactNeighborY="-1979">
        <dgm:presLayoutVars>
          <dgm:chMax val="0"/>
          <dgm:chPref val="0"/>
          <dgm:bulletEnabled val="1"/>
        </dgm:presLayoutVars>
      </dgm:prSet>
      <dgm:spPr/>
    </dgm:pt>
    <dgm:pt modelId="{19B6D82E-1B6D-4D26-959B-C11A88F0B448}" type="pres">
      <dgm:prSet presAssocID="{CED76F1E-E238-4F4B-A1BC-5362C9CA5587}" presName="parTxOnlySpace" presStyleCnt="0"/>
      <dgm:spPr/>
    </dgm:pt>
    <dgm:pt modelId="{4E49E1E5-72ED-4FC0-8043-4F3AFF2D7328}" type="pres">
      <dgm:prSet presAssocID="{5C06C91B-19D3-4899-B963-890392B9FF67}" presName="parTxOnly" presStyleLbl="node1" presStyleIdx="2" presStyleCnt="5" custScaleX="132395">
        <dgm:presLayoutVars>
          <dgm:chMax val="0"/>
          <dgm:chPref val="0"/>
          <dgm:bulletEnabled val="1"/>
        </dgm:presLayoutVars>
      </dgm:prSet>
      <dgm:spPr/>
    </dgm:pt>
    <dgm:pt modelId="{1BC882AC-A42E-42FD-81EF-2F35CE28714C}" type="pres">
      <dgm:prSet presAssocID="{3E001FB3-3239-44A5-B9BD-421DC655FE3F}" presName="parTxOnlySpace" presStyleCnt="0"/>
      <dgm:spPr/>
    </dgm:pt>
    <dgm:pt modelId="{1F79B476-8B7C-46EE-B2A6-AC71D14C9A01}" type="pres">
      <dgm:prSet presAssocID="{38461002-0E0F-4D26-99C8-B84E89F7B2BA}" presName="parTxOnly" presStyleLbl="node1" presStyleIdx="3" presStyleCnt="5" custScaleX="92466">
        <dgm:presLayoutVars>
          <dgm:chMax val="0"/>
          <dgm:chPref val="0"/>
          <dgm:bulletEnabled val="1"/>
        </dgm:presLayoutVars>
      </dgm:prSet>
      <dgm:spPr/>
    </dgm:pt>
    <dgm:pt modelId="{FBD23B84-3EAD-4A24-A633-988909A156F4}" type="pres">
      <dgm:prSet presAssocID="{CF1A6A59-F205-4B9F-BA6B-82DE2B82F733}" presName="parTxOnlySpace" presStyleCnt="0"/>
      <dgm:spPr/>
    </dgm:pt>
    <dgm:pt modelId="{28C41460-AB95-442D-8725-662FF9427CCC}" type="pres">
      <dgm:prSet presAssocID="{18D93679-4360-426F-AA21-3212161775BA}" presName="parTxOnly" presStyleLbl="node1" presStyleIdx="4" presStyleCnt="5" custScaleX="54879" custLinFactNeighborY="-2611">
        <dgm:presLayoutVars>
          <dgm:chMax val="0"/>
          <dgm:chPref val="0"/>
          <dgm:bulletEnabled val="1"/>
        </dgm:presLayoutVars>
      </dgm:prSet>
      <dgm:spPr/>
    </dgm:pt>
  </dgm:ptLst>
  <dgm:cxnLst>
    <dgm:cxn modelId="{B4AF5103-BA9B-4246-A62F-E6739759B835}" srcId="{21F60CAB-9E5A-4B95-9625-746E689E9B7C}" destId="{925EB6D7-5FFE-446E-9F16-BC9543A04D09}" srcOrd="0" destOrd="0" parTransId="{14A91422-6689-4671-8ACE-601F8B68E545}" sibTransId="{55EA9908-CB9A-4740-A85F-9867682503E1}"/>
    <dgm:cxn modelId="{09BA8F16-0787-498B-9B4F-9A9F8F6308B0}" srcId="{21F60CAB-9E5A-4B95-9625-746E689E9B7C}" destId="{38461002-0E0F-4D26-99C8-B84E89F7B2BA}" srcOrd="3" destOrd="0" parTransId="{DAC3C0A2-4B3A-48CC-8CD0-470822FC09C4}" sibTransId="{CF1A6A59-F205-4B9F-BA6B-82DE2B82F733}"/>
    <dgm:cxn modelId="{9865E43D-5118-41B6-8A5F-B22520D6F38A}" type="presOf" srcId="{18D93679-4360-426F-AA21-3212161775BA}" destId="{28C41460-AB95-442D-8725-662FF9427CCC}" srcOrd="0" destOrd="0" presId="urn:microsoft.com/office/officeart/2005/8/layout/chevron1"/>
    <dgm:cxn modelId="{1775C754-CE14-4164-B917-93A0B3BC07B7}" srcId="{21F60CAB-9E5A-4B95-9625-746E689E9B7C}" destId="{18D93679-4360-426F-AA21-3212161775BA}" srcOrd="4" destOrd="0" parTransId="{4A0591BD-823E-4002-93AE-16A779F15F84}" sibTransId="{3E336D06-D14E-48F3-AE81-EAEA4BF20843}"/>
    <dgm:cxn modelId="{9185C067-0A65-4CDD-87CB-CC3AD02F5AFB}" srcId="{21F60CAB-9E5A-4B95-9625-746E689E9B7C}" destId="{F7DD7CC8-CA9B-45FD-A91B-ECED4AFEECF0}" srcOrd="1" destOrd="0" parTransId="{58DEDF40-63ED-480D-BC5B-8C91EF179169}" sibTransId="{CED76F1E-E238-4F4B-A1BC-5362C9CA5587}"/>
    <dgm:cxn modelId="{39146B69-9E05-40E7-8F84-0AEA9F80156D}" type="presOf" srcId="{38461002-0E0F-4D26-99C8-B84E89F7B2BA}" destId="{1F79B476-8B7C-46EE-B2A6-AC71D14C9A01}" srcOrd="0" destOrd="0" presId="urn:microsoft.com/office/officeart/2005/8/layout/chevron1"/>
    <dgm:cxn modelId="{11DE248A-FE73-49F2-AD06-F10AA6A2B27D}" type="presOf" srcId="{21F60CAB-9E5A-4B95-9625-746E689E9B7C}" destId="{6E68213B-3F62-45EC-9A8F-9A45D299D5B7}" srcOrd="0" destOrd="0" presId="urn:microsoft.com/office/officeart/2005/8/layout/chevron1"/>
    <dgm:cxn modelId="{17C5B48B-914B-4DFF-860F-5E6C09249A81}" srcId="{21F60CAB-9E5A-4B95-9625-746E689E9B7C}" destId="{5C06C91B-19D3-4899-B963-890392B9FF67}" srcOrd="2" destOrd="0" parTransId="{BE88F975-EAF8-4CA6-B1EF-535E305507E1}" sibTransId="{3E001FB3-3239-44A5-B9BD-421DC655FE3F}"/>
    <dgm:cxn modelId="{A87288A0-5015-4EEC-81E8-D2F69CB4B90A}" type="presOf" srcId="{5C06C91B-19D3-4899-B963-890392B9FF67}" destId="{4E49E1E5-72ED-4FC0-8043-4F3AFF2D7328}" srcOrd="0" destOrd="0" presId="urn:microsoft.com/office/officeart/2005/8/layout/chevron1"/>
    <dgm:cxn modelId="{C2A459BF-B66C-4D56-9445-864BA99B39FE}" type="presOf" srcId="{925EB6D7-5FFE-446E-9F16-BC9543A04D09}" destId="{7168217C-FC4F-44A2-BE28-6FD97B675A3E}" srcOrd="0" destOrd="0" presId="urn:microsoft.com/office/officeart/2005/8/layout/chevron1"/>
    <dgm:cxn modelId="{CDD1C7D5-F5FD-4B75-8391-9CC926CCA51E}" type="presOf" srcId="{F7DD7CC8-CA9B-45FD-A91B-ECED4AFEECF0}" destId="{5C3D1A5A-7AE1-419B-B8AB-C313F45B5A7B}" srcOrd="0" destOrd="0" presId="urn:microsoft.com/office/officeart/2005/8/layout/chevron1"/>
    <dgm:cxn modelId="{EF75772D-B9CC-419E-BFCB-4917E6DC4CCA}" type="presParOf" srcId="{6E68213B-3F62-45EC-9A8F-9A45D299D5B7}" destId="{7168217C-FC4F-44A2-BE28-6FD97B675A3E}" srcOrd="0" destOrd="0" presId="urn:microsoft.com/office/officeart/2005/8/layout/chevron1"/>
    <dgm:cxn modelId="{77432F3C-59F8-48FE-BCD3-4842D1C86E1C}" type="presParOf" srcId="{6E68213B-3F62-45EC-9A8F-9A45D299D5B7}" destId="{4C954A06-0051-4D2D-90C6-77DCA72674D4}" srcOrd="1" destOrd="0" presId="urn:microsoft.com/office/officeart/2005/8/layout/chevron1"/>
    <dgm:cxn modelId="{DB4A6F9B-2793-46C4-AB07-E4EC1E613706}" type="presParOf" srcId="{6E68213B-3F62-45EC-9A8F-9A45D299D5B7}" destId="{5C3D1A5A-7AE1-419B-B8AB-C313F45B5A7B}" srcOrd="2" destOrd="0" presId="urn:microsoft.com/office/officeart/2005/8/layout/chevron1"/>
    <dgm:cxn modelId="{D1D74711-F063-42BA-84E4-133293EB788A}" type="presParOf" srcId="{6E68213B-3F62-45EC-9A8F-9A45D299D5B7}" destId="{19B6D82E-1B6D-4D26-959B-C11A88F0B448}" srcOrd="3" destOrd="0" presId="urn:microsoft.com/office/officeart/2005/8/layout/chevron1"/>
    <dgm:cxn modelId="{0B192256-F34D-48D5-9B20-D4EB87239033}" type="presParOf" srcId="{6E68213B-3F62-45EC-9A8F-9A45D299D5B7}" destId="{4E49E1E5-72ED-4FC0-8043-4F3AFF2D7328}" srcOrd="4" destOrd="0" presId="urn:microsoft.com/office/officeart/2005/8/layout/chevron1"/>
    <dgm:cxn modelId="{3B3A7DE2-F1C9-4772-B700-562EBD46B0AF}" type="presParOf" srcId="{6E68213B-3F62-45EC-9A8F-9A45D299D5B7}" destId="{1BC882AC-A42E-42FD-81EF-2F35CE28714C}" srcOrd="5" destOrd="0" presId="urn:microsoft.com/office/officeart/2005/8/layout/chevron1"/>
    <dgm:cxn modelId="{4784A5E9-59A4-41BD-914B-12A61387C76D}" type="presParOf" srcId="{6E68213B-3F62-45EC-9A8F-9A45D299D5B7}" destId="{1F79B476-8B7C-46EE-B2A6-AC71D14C9A01}" srcOrd="6" destOrd="0" presId="urn:microsoft.com/office/officeart/2005/8/layout/chevron1"/>
    <dgm:cxn modelId="{2810252D-4E56-44AC-864A-17156EC28591}" type="presParOf" srcId="{6E68213B-3F62-45EC-9A8F-9A45D299D5B7}" destId="{FBD23B84-3EAD-4A24-A633-988909A156F4}" srcOrd="7" destOrd="0" presId="urn:microsoft.com/office/officeart/2005/8/layout/chevron1"/>
    <dgm:cxn modelId="{CA9FFFA8-34D3-43F0-8C13-C5392956F8AD}" type="presParOf" srcId="{6E68213B-3F62-45EC-9A8F-9A45D299D5B7}" destId="{28C41460-AB95-442D-8725-662FF9427CCC}" srcOrd="8" destOrd="0" presId="urn:microsoft.com/office/officeart/2005/8/layout/chevron1"/>
  </dgm:cxnLst>
  <dgm:bg/>
  <dgm:whole>
    <a:ln w="50800">
      <a:solidFill>
        <a:schemeClr val="bg1"/>
      </a:solidFill>
    </a:ln>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21F60CAB-9E5A-4B95-9625-746E689E9B7C}" type="doc">
      <dgm:prSet loTypeId="urn:microsoft.com/office/officeart/2005/8/layout/chevron1" loCatId="process" qsTypeId="urn:microsoft.com/office/officeart/2005/8/quickstyle/simple1" qsCatId="simple" csTypeId="urn:microsoft.com/office/officeart/2005/8/colors/accent1_2" csCatId="accent1" phldr="1"/>
      <dgm:spPr/>
    </dgm:pt>
    <dgm:pt modelId="{5C06C91B-19D3-4899-B963-890392B9FF67}">
      <dgm:prSet phldrT="[Текст]" custT="1"/>
      <dgm:spPr>
        <a:solidFill>
          <a:schemeClr val="bg2"/>
        </a:solidFill>
        <a:ln w="57150">
          <a:solidFill>
            <a:schemeClr val="bg1"/>
          </a:solidFill>
        </a:ln>
      </dgm:spPr>
      <dgm:t>
        <a:bodyPr/>
        <a:lstStyle/>
        <a:p>
          <a:r>
            <a:rPr lang="ru-RU" sz="1200" dirty="0">
              <a:solidFill>
                <a:schemeClr val="tx1"/>
              </a:solidFill>
            </a:rPr>
            <a:t>Этап 3</a:t>
          </a:r>
        </a:p>
      </dgm:t>
    </dgm:pt>
    <dgm:pt modelId="{BE88F975-EAF8-4CA6-B1EF-535E305507E1}" type="parTrans" cxnId="{17C5B48B-914B-4DFF-860F-5E6C09249A81}">
      <dgm:prSet/>
      <dgm:spPr/>
      <dgm:t>
        <a:bodyPr/>
        <a:lstStyle/>
        <a:p>
          <a:endParaRPr lang="ru-RU" sz="1200"/>
        </a:p>
      </dgm:t>
    </dgm:pt>
    <dgm:pt modelId="{3E001FB3-3239-44A5-B9BD-421DC655FE3F}" type="sibTrans" cxnId="{17C5B48B-914B-4DFF-860F-5E6C09249A81}">
      <dgm:prSet/>
      <dgm:spPr/>
      <dgm:t>
        <a:bodyPr/>
        <a:lstStyle/>
        <a:p>
          <a:endParaRPr lang="ru-RU" sz="1200"/>
        </a:p>
      </dgm:t>
    </dgm:pt>
    <dgm:pt modelId="{38461002-0E0F-4D26-99C8-B84E89F7B2BA}">
      <dgm:prSet phldrT="[Текст]" custT="1"/>
      <dgm:spPr>
        <a:solidFill>
          <a:schemeClr val="bg2"/>
        </a:solidFill>
        <a:ln w="57150">
          <a:solidFill>
            <a:schemeClr val="bg1"/>
          </a:solidFill>
        </a:ln>
      </dgm:spPr>
      <dgm:t>
        <a:bodyPr/>
        <a:lstStyle/>
        <a:p>
          <a:r>
            <a:rPr lang="ru-RU" sz="1200" dirty="0">
              <a:solidFill>
                <a:schemeClr val="tx1"/>
              </a:solidFill>
            </a:rPr>
            <a:t>Этап 4</a:t>
          </a:r>
        </a:p>
      </dgm:t>
    </dgm:pt>
    <dgm:pt modelId="{DAC3C0A2-4B3A-48CC-8CD0-470822FC09C4}" type="parTrans" cxnId="{09BA8F16-0787-498B-9B4F-9A9F8F6308B0}">
      <dgm:prSet/>
      <dgm:spPr/>
      <dgm:t>
        <a:bodyPr/>
        <a:lstStyle/>
        <a:p>
          <a:endParaRPr lang="ru-RU" sz="1200"/>
        </a:p>
      </dgm:t>
    </dgm:pt>
    <dgm:pt modelId="{CF1A6A59-F205-4B9F-BA6B-82DE2B82F733}" type="sibTrans" cxnId="{09BA8F16-0787-498B-9B4F-9A9F8F6308B0}">
      <dgm:prSet/>
      <dgm:spPr/>
      <dgm:t>
        <a:bodyPr/>
        <a:lstStyle/>
        <a:p>
          <a:endParaRPr lang="ru-RU" sz="1200"/>
        </a:p>
      </dgm:t>
    </dgm:pt>
    <dgm:pt modelId="{18D93679-4360-426F-AA21-3212161775BA}">
      <dgm:prSet phldrT="[Текст]" custT="1"/>
      <dgm:spPr>
        <a:solidFill>
          <a:schemeClr val="bg2"/>
        </a:solidFill>
        <a:ln w="57150">
          <a:solidFill>
            <a:schemeClr val="bg1"/>
          </a:solidFill>
        </a:ln>
      </dgm:spPr>
      <dgm:t>
        <a:bodyPr/>
        <a:lstStyle/>
        <a:p>
          <a:r>
            <a:rPr lang="ru-RU" sz="1200" dirty="0">
              <a:solidFill>
                <a:schemeClr val="tx1"/>
              </a:solidFill>
            </a:rPr>
            <a:t>Этап 5</a:t>
          </a:r>
        </a:p>
      </dgm:t>
    </dgm:pt>
    <dgm:pt modelId="{4A0591BD-823E-4002-93AE-16A779F15F84}" type="parTrans" cxnId="{1775C754-CE14-4164-B917-93A0B3BC07B7}">
      <dgm:prSet/>
      <dgm:spPr/>
      <dgm:t>
        <a:bodyPr/>
        <a:lstStyle/>
        <a:p>
          <a:endParaRPr lang="ru-RU" sz="1200"/>
        </a:p>
      </dgm:t>
    </dgm:pt>
    <dgm:pt modelId="{3E336D06-D14E-48F3-AE81-EAEA4BF20843}" type="sibTrans" cxnId="{1775C754-CE14-4164-B917-93A0B3BC07B7}">
      <dgm:prSet/>
      <dgm:spPr/>
      <dgm:t>
        <a:bodyPr/>
        <a:lstStyle/>
        <a:p>
          <a:endParaRPr lang="ru-RU" sz="1200"/>
        </a:p>
      </dgm:t>
    </dgm:pt>
    <dgm:pt modelId="{F7DD7CC8-CA9B-45FD-A91B-ECED4AFEECF0}">
      <dgm:prSet phldrT="[Текст]" custT="1"/>
      <dgm:spPr>
        <a:solidFill>
          <a:schemeClr val="bg2"/>
        </a:solidFill>
        <a:ln w="57150">
          <a:solidFill>
            <a:schemeClr val="bg1"/>
          </a:solidFill>
        </a:ln>
      </dgm:spPr>
      <dgm:t>
        <a:bodyPr/>
        <a:lstStyle/>
        <a:p>
          <a:r>
            <a:rPr lang="ru-RU" sz="1200" dirty="0">
              <a:solidFill>
                <a:schemeClr val="tx1"/>
              </a:solidFill>
            </a:rPr>
            <a:t>Этап 2</a:t>
          </a:r>
        </a:p>
      </dgm:t>
    </dgm:pt>
    <dgm:pt modelId="{58DEDF40-63ED-480D-BC5B-8C91EF179169}" type="parTrans" cxnId="{9185C067-0A65-4CDD-87CB-CC3AD02F5AFB}">
      <dgm:prSet/>
      <dgm:spPr/>
      <dgm:t>
        <a:bodyPr/>
        <a:lstStyle/>
        <a:p>
          <a:endParaRPr lang="ru-RU"/>
        </a:p>
      </dgm:t>
    </dgm:pt>
    <dgm:pt modelId="{CED76F1E-E238-4F4B-A1BC-5362C9CA5587}" type="sibTrans" cxnId="{9185C067-0A65-4CDD-87CB-CC3AD02F5AFB}">
      <dgm:prSet/>
      <dgm:spPr/>
      <dgm:t>
        <a:bodyPr/>
        <a:lstStyle/>
        <a:p>
          <a:endParaRPr lang="ru-RU"/>
        </a:p>
      </dgm:t>
    </dgm:pt>
    <dgm:pt modelId="{925EB6D7-5FFE-446E-9F16-BC9543A04D09}">
      <dgm:prSet custT="1"/>
      <dgm:spPr>
        <a:solidFill>
          <a:srgbClr val="FAE6E9"/>
        </a:solidFill>
      </dgm:spPr>
      <dgm:t>
        <a:bodyPr/>
        <a:lstStyle/>
        <a:p>
          <a:r>
            <a:rPr lang="ru-RU" sz="1200" dirty="0">
              <a:solidFill>
                <a:schemeClr val="tx1"/>
              </a:solidFill>
            </a:rPr>
            <a:t>Этап 1</a:t>
          </a:r>
        </a:p>
      </dgm:t>
    </dgm:pt>
    <dgm:pt modelId="{14A91422-6689-4671-8ACE-601F8B68E545}" type="parTrans" cxnId="{B4AF5103-BA9B-4246-A62F-E6739759B835}">
      <dgm:prSet/>
      <dgm:spPr/>
      <dgm:t>
        <a:bodyPr/>
        <a:lstStyle/>
        <a:p>
          <a:endParaRPr lang="ru-RU"/>
        </a:p>
      </dgm:t>
    </dgm:pt>
    <dgm:pt modelId="{55EA9908-CB9A-4740-A85F-9867682503E1}" type="sibTrans" cxnId="{B4AF5103-BA9B-4246-A62F-E6739759B835}">
      <dgm:prSet/>
      <dgm:spPr/>
      <dgm:t>
        <a:bodyPr/>
        <a:lstStyle/>
        <a:p>
          <a:endParaRPr lang="ru-RU"/>
        </a:p>
      </dgm:t>
    </dgm:pt>
    <dgm:pt modelId="{6E68213B-3F62-45EC-9A8F-9A45D299D5B7}" type="pres">
      <dgm:prSet presAssocID="{21F60CAB-9E5A-4B95-9625-746E689E9B7C}" presName="Name0" presStyleCnt="0">
        <dgm:presLayoutVars>
          <dgm:dir/>
          <dgm:animLvl val="lvl"/>
          <dgm:resizeHandles val="exact"/>
        </dgm:presLayoutVars>
      </dgm:prSet>
      <dgm:spPr/>
    </dgm:pt>
    <dgm:pt modelId="{7168217C-FC4F-44A2-BE28-6FD97B675A3E}" type="pres">
      <dgm:prSet presAssocID="{925EB6D7-5FFE-446E-9F16-BC9543A04D09}" presName="parTxOnly" presStyleLbl="node1" presStyleIdx="0" presStyleCnt="5" custScaleX="133100">
        <dgm:presLayoutVars>
          <dgm:chMax val="0"/>
          <dgm:chPref val="0"/>
          <dgm:bulletEnabled val="1"/>
        </dgm:presLayoutVars>
      </dgm:prSet>
      <dgm:spPr>
        <a:prstGeom prst="homePlate">
          <a:avLst/>
        </a:prstGeom>
      </dgm:spPr>
    </dgm:pt>
    <dgm:pt modelId="{4C954A06-0051-4D2D-90C6-77DCA72674D4}" type="pres">
      <dgm:prSet presAssocID="{55EA9908-CB9A-4740-A85F-9867682503E1}" presName="parTxOnlySpace" presStyleCnt="0"/>
      <dgm:spPr/>
    </dgm:pt>
    <dgm:pt modelId="{5C3D1A5A-7AE1-419B-B8AB-C313F45B5A7B}" type="pres">
      <dgm:prSet presAssocID="{F7DD7CC8-CA9B-45FD-A91B-ECED4AFEECF0}" presName="parTxOnly" presStyleLbl="node1" presStyleIdx="1" presStyleCnt="5" custScaleX="130005" custLinFactNeighborY="-1979">
        <dgm:presLayoutVars>
          <dgm:chMax val="0"/>
          <dgm:chPref val="0"/>
          <dgm:bulletEnabled val="1"/>
        </dgm:presLayoutVars>
      </dgm:prSet>
      <dgm:spPr/>
    </dgm:pt>
    <dgm:pt modelId="{19B6D82E-1B6D-4D26-959B-C11A88F0B448}" type="pres">
      <dgm:prSet presAssocID="{CED76F1E-E238-4F4B-A1BC-5362C9CA5587}" presName="parTxOnlySpace" presStyleCnt="0"/>
      <dgm:spPr/>
    </dgm:pt>
    <dgm:pt modelId="{4E49E1E5-72ED-4FC0-8043-4F3AFF2D7328}" type="pres">
      <dgm:prSet presAssocID="{5C06C91B-19D3-4899-B963-890392B9FF67}" presName="parTxOnly" presStyleLbl="node1" presStyleIdx="2" presStyleCnt="5" custScaleX="132395">
        <dgm:presLayoutVars>
          <dgm:chMax val="0"/>
          <dgm:chPref val="0"/>
          <dgm:bulletEnabled val="1"/>
        </dgm:presLayoutVars>
      </dgm:prSet>
      <dgm:spPr/>
    </dgm:pt>
    <dgm:pt modelId="{1BC882AC-A42E-42FD-81EF-2F35CE28714C}" type="pres">
      <dgm:prSet presAssocID="{3E001FB3-3239-44A5-B9BD-421DC655FE3F}" presName="parTxOnlySpace" presStyleCnt="0"/>
      <dgm:spPr/>
    </dgm:pt>
    <dgm:pt modelId="{1F79B476-8B7C-46EE-B2A6-AC71D14C9A01}" type="pres">
      <dgm:prSet presAssocID="{38461002-0E0F-4D26-99C8-B84E89F7B2BA}" presName="parTxOnly" presStyleLbl="node1" presStyleIdx="3" presStyleCnt="5" custScaleX="92466">
        <dgm:presLayoutVars>
          <dgm:chMax val="0"/>
          <dgm:chPref val="0"/>
          <dgm:bulletEnabled val="1"/>
        </dgm:presLayoutVars>
      </dgm:prSet>
      <dgm:spPr/>
    </dgm:pt>
    <dgm:pt modelId="{FBD23B84-3EAD-4A24-A633-988909A156F4}" type="pres">
      <dgm:prSet presAssocID="{CF1A6A59-F205-4B9F-BA6B-82DE2B82F733}" presName="parTxOnlySpace" presStyleCnt="0"/>
      <dgm:spPr/>
    </dgm:pt>
    <dgm:pt modelId="{28C41460-AB95-442D-8725-662FF9427CCC}" type="pres">
      <dgm:prSet presAssocID="{18D93679-4360-426F-AA21-3212161775BA}" presName="parTxOnly" presStyleLbl="node1" presStyleIdx="4" presStyleCnt="5" custScaleX="54879" custLinFactNeighborY="-2611">
        <dgm:presLayoutVars>
          <dgm:chMax val="0"/>
          <dgm:chPref val="0"/>
          <dgm:bulletEnabled val="1"/>
        </dgm:presLayoutVars>
      </dgm:prSet>
      <dgm:spPr/>
    </dgm:pt>
  </dgm:ptLst>
  <dgm:cxnLst>
    <dgm:cxn modelId="{B4AF5103-BA9B-4246-A62F-E6739759B835}" srcId="{21F60CAB-9E5A-4B95-9625-746E689E9B7C}" destId="{925EB6D7-5FFE-446E-9F16-BC9543A04D09}" srcOrd="0" destOrd="0" parTransId="{14A91422-6689-4671-8ACE-601F8B68E545}" sibTransId="{55EA9908-CB9A-4740-A85F-9867682503E1}"/>
    <dgm:cxn modelId="{09BA8F16-0787-498B-9B4F-9A9F8F6308B0}" srcId="{21F60CAB-9E5A-4B95-9625-746E689E9B7C}" destId="{38461002-0E0F-4D26-99C8-B84E89F7B2BA}" srcOrd="3" destOrd="0" parTransId="{DAC3C0A2-4B3A-48CC-8CD0-470822FC09C4}" sibTransId="{CF1A6A59-F205-4B9F-BA6B-82DE2B82F733}"/>
    <dgm:cxn modelId="{9865E43D-5118-41B6-8A5F-B22520D6F38A}" type="presOf" srcId="{18D93679-4360-426F-AA21-3212161775BA}" destId="{28C41460-AB95-442D-8725-662FF9427CCC}" srcOrd="0" destOrd="0" presId="urn:microsoft.com/office/officeart/2005/8/layout/chevron1"/>
    <dgm:cxn modelId="{1775C754-CE14-4164-B917-93A0B3BC07B7}" srcId="{21F60CAB-9E5A-4B95-9625-746E689E9B7C}" destId="{18D93679-4360-426F-AA21-3212161775BA}" srcOrd="4" destOrd="0" parTransId="{4A0591BD-823E-4002-93AE-16A779F15F84}" sibTransId="{3E336D06-D14E-48F3-AE81-EAEA4BF20843}"/>
    <dgm:cxn modelId="{9185C067-0A65-4CDD-87CB-CC3AD02F5AFB}" srcId="{21F60CAB-9E5A-4B95-9625-746E689E9B7C}" destId="{F7DD7CC8-CA9B-45FD-A91B-ECED4AFEECF0}" srcOrd="1" destOrd="0" parTransId="{58DEDF40-63ED-480D-BC5B-8C91EF179169}" sibTransId="{CED76F1E-E238-4F4B-A1BC-5362C9CA5587}"/>
    <dgm:cxn modelId="{39146B69-9E05-40E7-8F84-0AEA9F80156D}" type="presOf" srcId="{38461002-0E0F-4D26-99C8-B84E89F7B2BA}" destId="{1F79B476-8B7C-46EE-B2A6-AC71D14C9A01}" srcOrd="0" destOrd="0" presId="urn:microsoft.com/office/officeart/2005/8/layout/chevron1"/>
    <dgm:cxn modelId="{11DE248A-FE73-49F2-AD06-F10AA6A2B27D}" type="presOf" srcId="{21F60CAB-9E5A-4B95-9625-746E689E9B7C}" destId="{6E68213B-3F62-45EC-9A8F-9A45D299D5B7}" srcOrd="0" destOrd="0" presId="urn:microsoft.com/office/officeart/2005/8/layout/chevron1"/>
    <dgm:cxn modelId="{17C5B48B-914B-4DFF-860F-5E6C09249A81}" srcId="{21F60CAB-9E5A-4B95-9625-746E689E9B7C}" destId="{5C06C91B-19D3-4899-B963-890392B9FF67}" srcOrd="2" destOrd="0" parTransId="{BE88F975-EAF8-4CA6-B1EF-535E305507E1}" sibTransId="{3E001FB3-3239-44A5-B9BD-421DC655FE3F}"/>
    <dgm:cxn modelId="{A87288A0-5015-4EEC-81E8-D2F69CB4B90A}" type="presOf" srcId="{5C06C91B-19D3-4899-B963-890392B9FF67}" destId="{4E49E1E5-72ED-4FC0-8043-4F3AFF2D7328}" srcOrd="0" destOrd="0" presId="urn:microsoft.com/office/officeart/2005/8/layout/chevron1"/>
    <dgm:cxn modelId="{C2A459BF-B66C-4D56-9445-864BA99B39FE}" type="presOf" srcId="{925EB6D7-5FFE-446E-9F16-BC9543A04D09}" destId="{7168217C-FC4F-44A2-BE28-6FD97B675A3E}" srcOrd="0" destOrd="0" presId="urn:microsoft.com/office/officeart/2005/8/layout/chevron1"/>
    <dgm:cxn modelId="{CDD1C7D5-F5FD-4B75-8391-9CC926CCA51E}" type="presOf" srcId="{F7DD7CC8-CA9B-45FD-A91B-ECED4AFEECF0}" destId="{5C3D1A5A-7AE1-419B-B8AB-C313F45B5A7B}" srcOrd="0" destOrd="0" presId="urn:microsoft.com/office/officeart/2005/8/layout/chevron1"/>
    <dgm:cxn modelId="{EF75772D-B9CC-419E-BFCB-4917E6DC4CCA}" type="presParOf" srcId="{6E68213B-3F62-45EC-9A8F-9A45D299D5B7}" destId="{7168217C-FC4F-44A2-BE28-6FD97B675A3E}" srcOrd="0" destOrd="0" presId="urn:microsoft.com/office/officeart/2005/8/layout/chevron1"/>
    <dgm:cxn modelId="{77432F3C-59F8-48FE-BCD3-4842D1C86E1C}" type="presParOf" srcId="{6E68213B-3F62-45EC-9A8F-9A45D299D5B7}" destId="{4C954A06-0051-4D2D-90C6-77DCA72674D4}" srcOrd="1" destOrd="0" presId="urn:microsoft.com/office/officeart/2005/8/layout/chevron1"/>
    <dgm:cxn modelId="{DB4A6F9B-2793-46C4-AB07-E4EC1E613706}" type="presParOf" srcId="{6E68213B-3F62-45EC-9A8F-9A45D299D5B7}" destId="{5C3D1A5A-7AE1-419B-B8AB-C313F45B5A7B}" srcOrd="2" destOrd="0" presId="urn:microsoft.com/office/officeart/2005/8/layout/chevron1"/>
    <dgm:cxn modelId="{D1D74711-F063-42BA-84E4-133293EB788A}" type="presParOf" srcId="{6E68213B-3F62-45EC-9A8F-9A45D299D5B7}" destId="{19B6D82E-1B6D-4D26-959B-C11A88F0B448}" srcOrd="3" destOrd="0" presId="urn:microsoft.com/office/officeart/2005/8/layout/chevron1"/>
    <dgm:cxn modelId="{0B192256-F34D-48D5-9B20-D4EB87239033}" type="presParOf" srcId="{6E68213B-3F62-45EC-9A8F-9A45D299D5B7}" destId="{4E49E1E5-72ED-4FC0-8043-4F3AFF2D7328}" srcOrd="4" destOrd="0" presId="urn:microsoft.com/office/officeart/2005/8/layout/chevron1"/>
    <dgm:cxn modelId="{3B3A7DE2-F1C9-4772-B700-562EBD46B0AF}" type="presParOf" srcId="{6E68213B-3F62-45EC-9A8F-9A45D299D5B7}" destId="{1BC882AC-A42E-42FD-81EF-2F35CE28714C}" srcOrd="5" destOrd="0" presId="urn:microsoft.com/office/officeart/2005/8/layout/chevron1"/>
    <dgm:cxn modelId="{4784A5E9-59A4-41BD-914B-12A61387C76D}" type="presParOf" srcId="{6E68213B-3F62-45EC-9A8F-9A45D299D5B7}" destId="{1F79B476-8B7C-46EE-B2A6-AC71D14C9A01}" srcOrd="6" destOrd="0" presId="urn:microsoft.com/office/officeart/2005/8/layout/chevron1"/>
    <dgm:cxn modelId="{2810252D-4E56-44AC-864A-17156EC28591}" type="presParOf" srcId="{6E68213B-3F62-45EC-9A8F-9A45D299D5B7}" destId="{FBD23B84-3EAD-4A24-A633-988909A156F4}" srcOrd="7" destOrd="0" presId="urn:microsoft.com/office/officeart/2005/8/layout/chevron1"/>
    <dgm:cxn modelId="{CA9FFFA8-34D3-43F0-8C13-C5392956F8AD}" type="presParOf" srcId="{6E68213B-3F62-45EC-9A8F-9A45D299D5B7}" destId="{28C41460-AB95-442D-8725-662FF9427CCC}" srcOrd="8" destOrd="0" presId="urn:microsoft.com/office/officeart/2005/8/layout/chevron1"/>
  </dgm:cxnLst>
  <dgm:bg/>
  <dgm:whole>
    <a:ln w="50800">
      <a:solidFill>
        <a:schemeClr val="bg1"/>
      </a:solidFill>
    </a:ln>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21F60CAB-9E5A-4B95-9625-746E689E9B7C}" type="doc">
      <dgm:prSet loTypeId="urn:microsoft.com/office/officeart/2005/8/layout/chevron1" loCatId="process" qsTypeId="urn:microsoft.com/office/officeart/2005/8/quickstyle/simple1" qsCatId="simple" csTypeId="urn:microsoft.com/office/officeart/2005/8/colors/accent1_2" csCatId="accent1" phldr="1"/>
      <dgm:spPr/>
    </dgm:pt>
    <dgm:pt modelId="{5C06C91B-19D3-4899-B963-890392B9FF67}">
      <dgm:prSet phldrT="[Текст]" custT="1"/>
      <dgm:spPr>
        <a:solidFill>
          <a:schemeClr val="bg2"/>
        </a:solidFill>
        <a:ln w="57150">
          <a:solidFill>
            <a:schemeClr val="bg1"/>
          </a:solidFill>
        </a:ln>
      </dgm:spPr>
      <dgm:t>
        <a:bodyPr/>
        <a:lstStyle/>
        <a:p>
          <a:r>
            <a:rPr lang="ru-RU" sz="1200" dirty="0">
              <a:solidFill>
                <a:schemeClr val="tx1"/>
              </a:solidFill>
            </a:rPr>
            <a:t>Этап 3</a:t>
          </a:r>
        </a:p>
      </dgm:t>
    </dgm:pt>
    <dgm:pt modelId="{BE88F975-EAF8-4CA6-B1EF-535E305507E1}" type="parTrans" cxnId="{17C5B48B-914B-4DFF-860F-5E6C09249A81}">
      <dgm:prSet/>
      <dgm:spPr/>
      <dgm:t>
        <a:bodyPr/>
        <a:lstStyle/>
        <a:p>
          <a:endParaRPr lang="ru-RU" sz="1200"/>
        </a:p>
      </dgm:t>
    </dgm:pt>
    <dgm:pt modelId="{3E001FB3-3239-44A5-B9BD-421DC655FE3F}" type="sibTrans" cxnId="{17C5B48B-914B-4DFF-860F-5E6C09249A81}">
      <dgm:prSet/>
      <dgm:spPr/>
      <dgm:t>
        <a:bodyPr/>
        <a:lstStyle/>
        <a:p>
          <a:endParaRPr lang="ru-RU" sz="1200"/>
        </a:p>
      </dgm:t>
    </dgm:pt>
    <dgm:pt modelId="{38461002-0E0F-4D26-99C8-B84E89F7B2BA}">
      <dgm:prSet phldrT="[Текст]" custT="1"/>
      <dgm:spPr>
        <a:solidFill>
          <a:schemeClr val="bg2"/>
        </a:solidFill>
        <a:ln w="57150">
          <a:solidFill>
            <a:schemeClr val="bg1"/>
          </a:solidFill>
        </a:ln>
      </dgm:spPr>
      <dgm:t>
        <a:bodyPr/>
        <a:lstStyle/>
        <a:p>
          <a:r>
            <a:rPr lang="ru-RU" sz="1200" dirty="0">
              <a:solidFill>
                <a:schemeClr val="tx1"/>
              </a:solidFill>
            </a:rPr>
            <a:t>Этап 4</a:t>
          </a:r>
        </a:p>
      </dgm:t>
    </dgm:pt>
    <dgm:pt modelId="{DAC3C0A2-4B3A-48CC-8CD0-470822FC09C4}" type="parTrans" cxnId="{09BA8F16-0787-498B-9B4F-9A9F8F6308B0}">
      <dgm:prSet/>
      <dgm:spPr/>
      <dgm:t>
        <a:bodyPr/>
        <a:lstStyle/>
        <a:p>
          <a:endParaRPr lang="ru-RU" sz="1200"/>
        </a:p>
      </dgm:t>
    </dgm:pt>
    <dgm:pt modelId="{CF1A6A59-F205-4B9F-BA6B-82DE2B82F733}" type="sibTrans" cxnId="{09BA8F16-0787-498B-9B4F-9A9F8F6308B0}">
      <dgm:prSet/>
      <dgm:spPr/>
      <dgm:t>
        <a:bodyPr/>
        <a:lstStyle/>
        <a:p>
          <a:endParaRPr lang="ru-RU" sz="1200"/>
        </a:p>
      </dgm:t>
    </dgm:pt>
    <dgm:pt modelId="{18D93679-4360-426F-AA21-3212161775BA}">
      <dgm:prSet phldrT="[Текст]" custT="1"/>
      <dgm:spPr>
        <a:solidFill>
          <a:schemeClr val="bg2"/>
        </a:solidFill>
        <a:ln w="57150">
          <a:solidFill>
            <a:schemeClr val="bg1"/>
          </a:solidFill>
        </a:ln>
      </dgm:spPr>
      <dgm:t>
        <a:bodyPr/>
        <a:lstStyle/>
        <a:p>
          <a:r>
            <a:rPr lang="ru-RU" sz="1200" dirty="0">
              <a:solidFill>
                <a:schemeClr val="tx1"/>
              </a:solidFill>
            </a:rPr>
            <a:t>Этап 5</a:t>
          </a:r>
        </a:p>
      </dgm:t>
    </dgm:pt>
    <dgm:pt modelId="{4A0591BD-823E-4002-93AE-16A779F15F84}" type="parTrans" cxnId="{1775C754-CE14-4164-B917-93A0B3BC07B7}">
      <dgm:prSet/>
      <dgm:spPr/>
      <dgm:t>
        <a:bodyPr/>
        <a:lstStyle/>
        <a:p>
          <a:endParaRPr lang="ru-RU" sz="1200"/>
        </a:p>
      </dgm:t>
    </dgm:pt>
    <dgm:pt modelId="{3E336D06-D14E-48F3-AE81-EAEA4BF20843}" type="sibTrans" cxnId="{1775C754-CE14-4164-B917-93A0B3BC07B7}">
      <dgm:prSet/>
      <dgm:spPr/>
      <dgm:t>
        <a:bodyPr/>
        <a:lstStyle/>
        <a:p>
          <a:endParaRPr lang="ru-RU" sz="1200"/>
        </a:p>
      </dgm:t>
    </dgm:pt>
    <dgm:pt modelId="{F7DD7CC8-CA9B-45FD-A91B-ECED4AFEECF0}">
      <dgm:prSet phldrT="[Текст]" custT="1"/>
      <dgm:spPr>
        <a:solidFill>
          <a:schemeClr val="bg2"/>
        </a:solidFill>
        <a:ln w="57150">
          <a:solidFill>
            <a:schemeClr val="bg1"/>
          </a:solidFill>
        </a:ln>
      </dgm:spPr>
      <dgm:t>
        <a:bodyPr/>
        <a:lstStyle/>
        <a:p>
          <a:r>
            <a:rPr lang="ru-RU" sz="1200" dirty="0">
              <a:solidFill>
                <a:schemeClr val="tx1"/>
              </a:solidFill>
            </a:rPr>
            <a:t>Этап 2</a:t>
          </a:r>
        </a:p>
      </dgm:t>
    </dgm:pt>
    <dgm:pt modelId="{58DEDF40-63ED-480D-BC5B-8C91EF179169}" type="parTrans" cxnId="{9185C067-0A65-4CDD-87CB-CC3AD02F5AFB}">
      <dgm:prSet/>
      <dgm:spPr/>
      <dgm:t>
        <a:bodyPr/>
        <a:lstStyle/>
        <a:p>
          <a:endParaRPr lang="ru-RU"/>
        </a:p>
      </dgm:t>
    </dgm:pt>
    <dgm:pt modelId="{CED76F1E-E238-4F4B-A1BC-5362C9CA5587}" type="sibTrans" cxnId="{9185C067-0A65-4CDD-87CB-CC3AD02F5AFB}">
      <dgm:prSet/>
      <dgm:spPr/>
      <dgm:t>
        <a:bodyPr/>
        <a:lstStyle/>
        <a:p>
          <a:endParaRPr lang="ru-RU"/>
        </a:p>
      </dgm:t>
    </dgm:pt>
    <dgm:pt modelId="{925EB6D7-5FFE-446E-9F16-BC9543A04D09}">
      <dgm:prSet custT="1"/>
      <dgm:spPr>
        <a:solidFill>
          <a:srgbClr val="F9CCE4"/>
        </a:solidFill>
      </dgm:spPr>
      <dgm:t>
        <a:bodyPr/>
        <a:lstStyle/>
        <a:p>
          <a:r>
            <a:rPr lang="ru-RU" sz="1200" dirty="0">
              <a:solidFill>
                <a:schemeClr val="tx1"/>
              </a:solidFill>
            </a:rPr>
            <a:t>Этап 1</a:t>
          </a:r>
        </a:p>
      </dgm:t>
    </dgm:pt>
    <dgm:pt modelId="{14A91422-6689-4671-8ACE-601F8B68E545}" type="parTrans" cxnId="{B4AF5103-BA9B-4246-A62F-E6739759B835}">
      <dgm:prSet/>
      <dgm:spPr/>
      <dgm:t>
        <a:bodyPr/>
        <a:lstStyle/>
        <a:p>
          <a:endParaRPr lang="ru-RU"/>
        </a:p>
      </dgm:t>
    </dgm:pt>
    <dgm:pt modelId="{55EA9908-CB9A-4740-A85F-9867682503E1}" type="sibTrans" cxnId="{B4AF5103-BA9B-4246-A62F-E6739759B835}">
      <dgm:prSet/>
      <dgm:spPr/>
      <dgm:t>
        <a:bodyPr/>
        <a:lstStyle/>
        <a:p>
          <a:endParaRPr lang="ru-RU"/>
        </a:p>
      </dgm:t>
    </dgm:pt>
    <dgm:pt modelId="{6E68213B-3F62-45EC-9A8F-9A45D299D5B7}" type="pres">
      <dgm:prSet presAssocID="{21F60CAB-9E5A-4B95-9625-746E689E9B7C}" presName="Name0" presStyleCnt="0">
        <dgm:presLayoutVars>
          <dgm:dir/>
          <dgm:animLvl val="lvl"/>
          <dgm:resizeHandles val="exact"/>
        </dgm:presLayoutVars>
      </dgm:prSet>
      <dgm:spPr/>
    </dgm:pt>
    <dgm:pt modelId="{7168217C-FC4F-44A2-BE28-6FD97B675A3E}" type="pres">
      <dgm:prSet presAssocID="{925EB6D7-5FFE-446E-9F16-BC9543A04D09}" presName="parTxOnly" presStyleLbl="node1" presStyleIdx="0" presStyleCnt="5" custScaleX="133100">
        <dgm:presLayoutVars>
          <dgm:chMax val="0"/>
          <dgm:chPref val="0"/>
          <dgm:bulletEnabled val="1"/>
        </dgm:presLayoutVars>
      </dgm:prSet>
      <dgm:spPr>
        <a:prstGeom prst="homePlate">
          <a:avLst/>
        </a:prstGeom>
      </dgm:spPr>
    </dgm:pt>
    <dgm:pt modelId="{4C954A06-0051-4D2D-90C6-77DCA72674D4}" type="pres">
      <dgm:prSet presAssocID="{55EA9908-CB9A-4740-A85F-9867682503E1}" presName="parTxOnlySpace" presStyleCnt="0"/>
      <dgm:spPr/>
    </dgm:pt>
    <dgm:pt modelId="{5C3D1A5A-7AE1-419B-B8AB-C313F45B5A7B}" type="pres">
      <dgm:prSet presAssocID="{F7DD7CC8-CA9B-45FD-A91B-ECED4AFEECF0}" presName="parTxOnly" presStyleLbl="node1" presStyleIdx="1" presStyleCnt="5" custScaleX="130005" custLinFactNeighborY="-1979">
        <dgm:presLayoutVars>
          <dgm:chMax val="0"/>
          <dgm:chPref val="0"/>
          <dgm:bulletEnabled val="1"/>
        </dgm:presLayoutVars>
      </dgm:prSet>
      <dgm:spPr/>
    </dgm:pt>
    <dgm:pt modelId="{19B6D82E-1B6D-4D26-959B-C11A88F0B448}" type="pres">
      <dgm:prSet presAssocID="{CED76F1E-E238-4F4B-A1BC-5362C9CA5587}" presName="parTxOnlySpace" presStyleCnt="0"/>
      <dgm:spPr/>
    </dgm:pt>
    <dgm:pt modelId="{4E49E1E5-72ED-4FC0-8043-4F3AFF2D7328}" type="pres">
      <dgm:prSet presAssocID="{5C06C91B-19D3-4899-B963-890392B9FF67}" presName="parTxOnly" presStyleLbl="node1" presStyleIdx="2" presStyleCnt="5" custScaleX="132395">
        <dgm:presLayoutVars>
          <dgm:chMax val="0"/>
          <dgm:chPref val="0"/>
          <dgm:bulletEnabled val="1"/>
        </dgm:presLayoutVars>
      </dgm:prSet>
      <dgm:spPr/>
    </dgm:pt>
    <dgm:pt modelId="{1BC882AC-A42E-42FD-81EF-2F35CE28714C}" type="pres">
      <dgm:prSet presAssocID="{3E001FB3-3239-44A5-B9BD-421DC655FE3F}" presName="parTxOnlySpace" presStyleCnt="0"/>
      <dgm:spPr/>
    </dgm:pt>
    <dgm:pt modelId="{1F79B476-8B7C-46EE-B2A6-AC71D14C9A01}" type="pres">
      <dgm:prSet presAssocID="{38461002-0E0F-4D26-99C8-B84E89F7B2BA}" presName="parTxOnly" presStyleLbl="node1" presStyleIdx="3" presStyleCnt="5" custScaleX="92466">
        <dgm:presLayoutVars>
          <dgm:chMax val="0"/>
          <dgm:chPref val="0"/>
          <dgm:bulletEnabled val="1"/>
        </dgm:presLayoutVars>
      </dgm:prSet>
      <dgm:spPr/>
    </dgm:pt>
    <dgm:pt modelId="{FBD23B84-3EAD-4A24-A633-988909A156F4}" type="pres">
      <dgm:prSet presAssocID="{CF1A6A59-F205-4B9F-BA6B-82DE2B82F733}" presName="parTxOnlySpace" presStyleCnt="0"/>
      <dgm:spPr/>
    </dgm:pt>
    <dgm:pt modelId="{28C41460-AB95-442D-8725-662FF9427CCC}" type="pres">
      <dgm:prSet presAssocID="{18D93679-4360-426F-AA21-3212161775BA}" presName="parTxOnly" presStyleLbl="node1" presStyleIdx="4" presStyleCnt="5" custScaleX="54879" custLinFactNeighborY="-2611">
        <dgm:presLayoutVars>
          <dgm:chMax val="0"/>
          <dgm:chPref val="0"/>
          <dgm:bulletEnabled val="1"/>
        </dgm:presLayoutVars>
      </dgm:prSet>
      <dgm:spPr/>
    </dgm:pt>
  </dgm:ptLst>
  <dgm:cxnLst>
    <dgm:cxn modelId="{B4AF5103-BA9B-4246-A62F-E6739759B835}" srcId="{21F60CAB-9E5A-4B95-9625-746E689E9B7C}" destId="{925EB6D7-5FFE-446E-9F16-BC9543A04D09}" srcOrd="0" destOrd="0" parTransId="{14A91422-6689-4671-8ACE-601F8B68E545}" sibTransId="{55EA9908-CB9A-4740-A85F-9867682503E1}"/>
    <dgm:cxn modelId="{09BA8F16-0787-498B-9B4F-9A9F8F6308B0}" srcId="{21F60CAB-9E5A-4B95-9625-746E689E9B7C}" destId="{38461002-0E0F-4D26-99C8-B84E89F7B2BA}" srcOrd="3" destOrd="0" parTransId="{DAC3C0A2-4B3A-48CC-8CD0-470822FC09C4}" sibTransId="{CF1A6A59-F205-4B9F-BA6B-82DE2B82F733}"/>
    <dgm:cxn modelId="{9865E43D-5118-41B6-8A5F-B22520D6F38A}" type="presOf" srcId="{18D93679-4360-426F-AA21-3212161775BA}" destId="{28C41460-AB95-442D-8725-662FF9427CCC}" srcOrd="0" destOrd="0" presId="urn:microsoft.com/office/officeart/2005/8/layout/chevron1"/>
    <dgm:cxn modelId="{1775C754-CE14-4164-B917-93A0B3BC07B7}" srcId="{21F60CAB-9E5A-4B95-9625-746E689E9B7C}" destId="{18D93679-4360-426F-AA21-3212161775BA}" srcOrd="4" destOrd="0" parTransId="{4A0591BD-823E-4002-93AE-16A779F15F84}" sibTransId="{3E336D06-D14E-48F3-AE81-EAEA4BF20843}"/>
    <dgm:cxn modelId="{9185C067-0A65-4CDD-87CB-CC3AD02F5AFB}" srcId="{21F60CAB-9E5A-4B95-9625-746E689E9B7C}" destId="{F7DD7CC8-CA9B-45FD-A91B-ECED4AFEECF0}" srcOrd="1" destOrd="0" parTransId="{58DEDF40-63ED-480D-BC5B-8C91EF179169}" sibTransId="{CED76F1E-E238-4F4B-A1BC-5362C9CA5587}"/>
    <dgm:cxn modelId="{39146B69-9E05-40E7-8F84-0AEA9F80156D}" type="presOf" srcId="{38461002-0E0F-4D26-99C8-B84E89F7B2BA}" destId="{1F79B476-8B7C-46EE-B2A6-AC71D14C9A01}" srcOrd="0" destOrd="0" presId="urn:microsoft.com/office/officeart/2005/8/layout/chevron1"/>
    <dgm:cxn modelId="{11DE248A-FE73-49F2-AD06-F10AA6A2B27D}" type="presOf" srcId="{21F60CAB-9E5A-4B95-9625-746E689E9B7C}" destId="{6E68213B-3F62-45EC-9A8F-9A45D299D5B7}" srcOrd="0" destOrd="0" presId="urn:microsoft.com/office/officeart/2005/8/layout/chevron1"/>
    <dgm:cxn modelId="{17C5B48B-914B-4DFF-860F-5E6C09249A81}" srcId="{21F60CAB-9E5A-4B95-9625-746E689E9B7C}" destId="{5C06C91B-19D3-4899-B963-890392B9FF67}" srcOrd="2" destOrd="0" parTransId="{BE88F975-EAF8-4CA6-B1EF-535E305507E1}" sibTransId="{3E001FB3-3239-44A5-B9BD-421DC655FE3F}"/>
    <dgm:cxn modelId="{A87288A0-5015-4EEC-81E8-D2F69CB4B90A}" type="presOf" srcId="{5C06C91B-19D3-4899-B963-890392B9FF67}" destId="{4E49E1E5-72ED-4FC0-8043-4F3AFF2D7328}" srcOrd="0" destOrd="0" presId="urn:microsoft.com/office/officeart/2005/8/layout/chevron1"/>
    <dgm:cxn modelId="{C2A459BF-B66C-4D56-9445-864BA99B39FE}" type="presOf" srcId="{925EB6D7-5FFE-446E-9F16-BC9543A04D09}" destId="{7168217C-FC4F-44A2-BE28-6FD97B675A3E}" srcOrd="0" destOrd="0" presId="urn:microsoft.com/office/officeart/2005/8/layout/chevron1"/>
    <dgm:cxn modelId="{CDD1C7D5-F5FD-4B75-8391-9CC926CCA51E}" type="presOf" srcId="{F7DD7CC8-CA9B-45FD-A91B-ECED4AFEECF0}" destId="{5C3D1A5A-7AE1-419B-B8AB-C313F45B5A7B}" srcOrd="0" destOrd="0" presId="urn:microsoft.com/office/officeart/2005/8/layout/chevron1"/>
    <dgm:cxn modelId="{EF75772D-B9CC-419E-BFCB-4917E6DC4CCA}" type="presParOf" srcId="{6E68213B-3F62-45EC-9A8F-9A45D299D5B7}" destId="{7168217C-FC4F-44A2-BE28-6FD97B675A3E}" srcOrd="0" destOrd="0" presId="urn:microsoft.com/office/officeart/2005/8/layout/chevron1"/>
    <dgm:cxn modelId="{77432F3C-59F8-48FE-BCD3-4842D1C86E1C}" type="presParOf" srcId="{6E68213B-3F62-45EC-9A8F-9A45D299D5B7}" destId="{4C954A06-0051-4D2D-90C6-77DCA72674D4}" srcOrd="1" destOrd="0" presId="urn:microsoft.com/office/officeart/2005/8/layout/chevron1"/>
    <dgm:cxn modelId="{DB4A6F9B-2793-46C4-AB07-E4EC1E613706}" type="presParOf" srcId="{6E68213B-3F62-45EC-9A8F-9A45D299D5B7}" destId="{5C3D1A5A-7AE1-419B-B8AB-C313F45B5A7B}" srcOrd="2" destOrd="0" presId="urn:microsoft.com/office/officeart/2005/8/layout/chevron1"/>
    <dgm:cxn modelId="{D1D74711-F063-42BA-84E4-133293EB788A}" type="presParOf" srcId="{6E68213B-3F62-45EC-9A8F-9A45D299D5B7}" destId="{19B6D82E-1B6D-4D26-959B-C11A88F0B448}" srcOrd="3" destOrd="0" presId="urn:microsoft.com/office/officeart/2005/8/layout/chevron1"/>
    <dgm:cxn modelId="{0B192256-F34D-48D5-9B20-D4EB87239033}" type="presParOf" srcId="{6E68213B-3F62-45EC-9A8F-9A45D299D5B7}" destId="{4E49E1E5-72ED-4FC0-8043-4F3AFF2D7328}" srcOrd="4" destOrd="0" presId="urn:microsoft.com/office/officeart/2005/8/layout/chevron1"/>
    <dgm:cxn modelId="{3B3A7DE2-F1C9-4772-B700-562EBD46B0AF}" type="presParOf" srcId="{6E68213B-3F62-45EC-9A8F-9A45D299D5B7}" destId="{1BC882AC-A42E-42FD-81EF-2F35CE28714C}" srcOrd="5" destOrd="0" presId="urn:microsoft.com/office/officeart/2005/8/layout/chevron1"/>
    <dgm:cxn modelId="{4784A5E9-59A4-41BD-914B-12A61387C76D}" type="presParOf" srcId="{6E68213B-3F62-45EC-9A8F-9A45D299D5B7}" destId="{1F79B476-8B7C-46EE-B2A6-AC71D14C9A01}" srcOrd="6" destOrd="0" presId="urn:microsoft.com/office/officeart/2005/8/layout/chevron1"/>
    <dgm:cxn modelId="{2810252D-4E56-44AC-864A-17156EC28591}" type="presParOf" srcId="{6E68213B-3F62-45EC-9A8F-9A45D299D5B7}" destId="{FBD23B84-3EAD-4A24-A633-988909A156F4}" srcOrd="7" destOrd="0" presId="urn:microsoft.com/office/officeart/2005/8/layout/chevron1"/>
    <dgm:cxn modelId="{CA9FFFA8-34D3-43F0-8C13-C5392956F8AD}" type="presParOf" srcId="{6E68213B-3F62-45EC-9A8F-9A45D299D5B7}" destId="{28C41460-AB95-442D-8725-662FF9427CCC}" srcOrd="8" destOrd="0" presId="urn:microsoft.com/office/officeart/2005/8/layout/chevron1"/>
  </dgm:cxnLst>
  <dgm:bg/>
  <dgm:whole>
    <a:ln w="50800">
      <a:solidFill>
        <a:schemeClr val="bg1"/>
      </a:solidFill>
    </a:ln>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16C30B98-7F9F-450C-ABFC-25109F5C176D}" type="doc">
      <dgm:prSet loTypeId="urn:microsoft.com/office/officeart/2005/8/layout/pyramid3" loCatId="pyramid" qsTypeId="urn:microsoft.com/office/officeart/2005/8/quickstyle/simple1" qsCatId="simple" csTypeId="urn:microsoft.com/office/officeart/2005/8/colors/accent1_2" csCatId="accent1" phldr="1"/>
      <dgm:spPr/>
    </dgm:pt>
    <dgm:pt modelId="{0F3E1971-272A-4A61-B2BF-582ADC9B6533}">
      <dgm:prSet phldrT="[Текст]" custT="1"/>
      <dgm:spPr>
        <a:ln w="25400">
          <a:solidFill>
            <a:schemeClr val="bg1"/>
          </a:solidFill>
        </a:ln>
      </dgm:spPr>
      <dgm:t>
        <a:bodyPr/>
        <a:lstStyle/>
        <a:p>
          <a:r>
            <a:rPr lang="ru-RU" sz="800" dirty="0">
              <a:solidFill>
                <a:schemeClr val="tx1"/>
              </a:solidFill>
            </a:rPr>
            <a:t>Текст</a:t>
          </a:r>
          <a:endParaRPr lang="ru-RU" sz="800" dirty="0"/>
        </a:p>
      </dgm:t>
    </dgm:pt>
    <dgm:pt modelId="{18E5CC43-8C2B-47F3-88FB-7FE941E957CF}" type="parTrans" cxnId="{0624605D-E668-46EB-A556-C864283CF443}">
      <dgm:prSet/>
      <dgm:spPr/>
      <dgm:t>
        <a:bodyPr/>
        <a:lstStyle/>
        <a:p>
          <a:endParaRPr lang="ru-RU" sz="800"/>
        </a:p>
      </dgm:t>
    </dgm:pt>
    <dgm:pt modelId="{E98CBBE5-F678-4F86-BC01-BE133BCC88C1}" type="sibTrans" cxnId="{0624605D-E668-46EB-A556-C864283CF443}">
      <dgm:prSet/>
      <dgm:spPr/>
      <dgm:t>
        <a:bodyPr/>
        <a:lstStyle/>
        <a:p>
          <a:endParaRPr lang="ru-RU" sz="800"/>
        </a:p>
      </dgm:t>
    </dgm:pt>
    <dgm:pt modelId="{745B7D8D-0192-4826-B2C9-B78A23851DE0}">
      <dgm:prSet phldrT="[Текст]" custT="1"/>
      <dgm:spPr>
        <a:solidFill>
          <a:srgbClr val="EF80BB"/>
        </a:solidFill>
        <a:ln w="25400">
          <a:solidFill>
            <a:schemeClr val="bg1"/>
          </a:solidFill>
        </a:ln>
      </dgm:spPr>
      <dgm:t>
        <a:bodyPr/>
        <a:lstStyle/>
        <a:p>
          <a:r>
            <a:rPr lang="ru-RU" sz="800" dirty="0">
              <a:solidFill>
                <a:schemeClr val="tx1"/>
              </a:solidFill>
            </a:rPr>
            <a:t>Текст</a:t>
          </a:r>
          <a:endParaRPr lang="ru-RU" sz="800" dirty="0"/>
        </a:p>
      </dgm:t>
    </dgm:pt>
    <dgm:pt modelId="{DC72104C-105B-46EB-B2E8-5ADCC91C347E}" type="parTrans" cxnId="{7A5581EF-20C6-466F-97E3-021D4A2B1344}">
      <dgm:prSet/>
      <dgm:spPr/>
      <dgm:t>
        <a:bodyPr/>
        <a:lstStyle/>
        <a:p>
          <a:endParaRPr lang="ru-RU" sz="800"/>
        </a:p>
      </dgm:t>
    </dgm:pt>
    <dgm:pt modelId="{4D44D765-C54F-435F-BE6F-25FBA4A53DFD}" type="sibTrans" cxnId="{7A5581EF-20C6-466F-97E3-021D4A2B1344}">
      <dgm:prSet/>
      <dgm:spPr/>
      <dgm:t>
        <a:bodyPr/>
        <a:lstStyle/>
        <a:p>
          <a:endParaRPr lang="ru-RU" sz="800"/>
        </a:p>
      </dgm:t>
    </dgm:pt>
    <dgm:pt modelId="{55FAC72B-31BB-4BC0-A348-C7FD0634FDD7}">
      <dgm:prSet phldrT="[Текст]" custT="1"/>
      <dgm:spPr>
        <a:solidFill>
          <a:srgbClr val="C007A7"/>
        </a:solidFill>
        <a:ln w="25400">
          <a:solidFill>
            <a:schemeClr val="bg1"/>
          </a:solidFill>
        </a:ln>
      </dgm:spPr>
      <dgm:t>
        <a:bodyPr/>
        <a:lstStyle/>
        <a:p>
          <a:r>
            <a:rPr lang="ru-RU" sz="800" dirty="0">
              <a:solidFill>
                <a:schemeClr val="tx1"/>
              </a:solidFill>
            </a:rPr>
            <a:t>Текст</a:t>
          </a:r>
          <a:endParaRPr lang="ru-RU" sz="800" dirty="0"/>
        </a:p>
      </dgm:t>
    </dgm:pt>
    <dgm:pt modelId="{8A7A1950-EAD7-44C1-BDEA-6B054B77DC87}" type="parTrans" cxnId="{B8B1A061-F895-42DE-AE2F-6F91AA412729}">
      <dgm:prSet/>
      <dgm:spPr/>
      <dgm:t>
        <a:bodyPr/>
        <a:lstStyle/>
        <a:p>
          <a:endParaRPr lang="ru-RU" sz="800"/>
        </a:p>
      </dgm:t>
    </dgm:pt>
    <dgm:pt modelId="{172D1204-FCEF-4C6E-BC70-516F8E4B1F19}" type="sibTrans" cxnId="{B8B1A061-F895-42DE-AE2F-6F91AA412729}">
      <dgm:prSet/>
      <dgm:spPr/>
      <dgm:t>
        <a:bodyPr/>
        <a:lstStyle/>
        <a:p>
          <a:endParaRPr lang="ru-RU" sz="800"/>
        </a:p>
      </dgm:t>
    </dgm:pt>
    <dgm:pt modelId="{07D8E6C7-D71C-44B1-818F-922B372C9790}">
      <dgm:prSet phldrT="[Текст]" custT="1"/>
      <dgm:spPr>
        <a:solidFill>
          <a:srgbClr val="ACC4FE"/>
        </a:solidFill>
        <a:ln w="25400">
          <a:solidFill>
            <a:schemeClr val="bg1"/>
          </a:solidFill>
        </a:ln>
      </dgm:spPr>
      <dgm:t>
        <a:bodyPr/>
        <a:lstStyle/>
        <a:p>
          <a:r>
            <a:rPr lang="ru-RU" sz="800" dirty="0">
              <a:solidFill>
                <a:schemeClr val="tx1"/>
              </a:solidFill>
            </a:rPr>
            <a:t>Текст</a:t>
          </a:r>
          <a:endParaRPr lang="ru-RU" sz="800" dirty="0"/>
        </a:p>
      </dgm:t>
    </dgm:pt>
    <dgm:pt modelId="{A013B6D5-4A5F-4AC0-ACE2-7276C919C1DA}" type="parTrans" cxnId="{EEB1BAF5-CF2D-43E1-8C45-ADF249D851A1}">
      <dgm:prSet/>
      <dgm:spPr/>
      <dgm:t>
        <a:bodyPr/>
        <a:lstStyle/>
        <a:p>
          <a:endParaRPr lang="ru-RU" sz="800"/>
        </a:p>
      </dgm:t>
    </dgm:pt>
    <dgm:pt modelId="{90C34C69-88EC-472C-85EE-B16AB21D54D7}" type="sibTrans" cxnId="{EEB1BAF5-CF2D-43E1-8C45-ADF249D851A1}">
      <dgm:prSet/>
      <dgm:spPr/>
      <dgm:t>
        <a:bodyPr/>
        <a:lstStyle/>
        <a:p>
          <a:endParaRPr lang="ru-RU" sz="800"/>
        </a:p>
      </dgm:t>
    </dgm:pt>
    <dgm:pt modelId="{648FE7B5-C81B-439E-8CC0-30ECCA23B617}">
      <dgm:prSet phldrT="[Текст]" custT="1"/>
      <dgm:spPr>
        <a:solidFill>
          <a:srgbClr val="722BC3"/>
        </a:solidFill>
        <a:ln w="25400">
          <a:solidFill>
            <a:schemeClr val="bg1"/>
          </a:solidFill>
        </a:ln>
      </dgm:spPr>
      <dgm:t>
        <a:bodyPr/>
        <a:lstStyle/>
        <a:p>
          <a:r>
            <a:rPr lang="ru-RU" sz="800" dirty="0">
              <a:solidFill>
                <a:schemeClr val="bg1"/>
              </a:solidFill>
            </a:rPr>
            <a:t>Текст</a:t>
          </a:r>
        </a:p>
      </dgm:t>
    </dgm:pt>
    <dgm:pt modelId="{5A37E80B-4E6C-4773-AA13-9A9CB6B3A7B6}" type="sibTrans" cxnId="{0D1E0BC0-79E1-42DC-8376-B247822F01F2}">
      <dgm:prSet/>
      <dgm:spPr/>
      <dgm:t>
        <a:bodyPr/>
        <a:lstStyle/>
        <a:p>
          <a:endParaRPr lang="ru-RU" sz="800"/>
        </a:p>
      </dgm:t>
    </dgm:pt>
    <dgm:pt modelId="{2129C5C8-03E8-47F2-ADC5-0F7C02C65D33}" type="parTrans" cxnId="{0D1E0BC0-79E1-42DC-8376-B247822F01F2}">
      <dgm:prSet/>
      <dgm:spPr/>
      <dgm:t>
        <a:bodyPr/>
        <a:lstStyle/>
        <a:p>
          <a:endParaRPr lang="ru-RU" sz="800"/>
        </a:p>
      </dgm:t>
    </dgm:pt>
    <dgm:pt modelId="{7B204494-7B19-451D-BCB5-48C116736374}">
      <dgm:prSet phldrT="[Текст]" phldr="1" custT="1"/>
      <dgm:spPr>
        <a:solidFill>
          <a:schemeClr val="bg1"/>
        </a:solidFill>
        <a:ln w="25400">
          <a:solidFill>
            <a:schemeClr val="bg1"/>
          </a:solidFill>
        </a:ln>
      </dgm:spPr>
      <dgm:t>
        <a:bodyPr/>
        <a:lstStyle/>
        <a:p>
          <a:endParaRPr lang="ru-RU" sz="800" dirty="0">
            <a:solidFill>
              <a:schemeClr val="bg1"/>
            </a:solidFill>
          </a:endParaRPr>
        </a:p>
      </dgm:t>
    </dgm:pt>
    <dgm:pt modelId="{D1AEAF13-2F10-40B1-8089-67DD49D76CC7}" type="parTrans" cxnId="{7ECF64C9-1D9C-4685-A576-3EE8A554542A}">
      <dgm:prSet/>
      <dgm:spPr/>
      <dgm:t>
        <a:bodyPr/>
        <a:lstStyle/>
        <a:p>
          <a:endParaRPr lang="ru-RU" sz="800"/>
        </a:p>
      </dgm:t>
    </dgm:pt>
    <dgm:pt modelId="{4AC0353C-11AA-4657-8581-E69BEC9B8BB9}" type="sibTrans" cxnId="{7ECF64C9-1D9C-4685-A576-3EE8A554542A}">
      <dgm:prSet/>
      <dgm:spPr/>
      <dgm:t>
        <a:bodyPr/>
        <a:lstStyle/>
        <a:p>
          <a:endParaRPr lang="ru-RU" sz="800"/>
        </a:p>
      </dgm:t>
    </dgm:pt>
    <dgm:pt modelId="{4EA5E7A6-0EA3-410D-ADDC-6E041A08E7C4}" type="pres">
      <dgm:prSet presAssocID="{16C30B98-7F9F-450C-ABFC-25109F5C176D}" presName="Name0" presStyleCnt="0">
        <dgm:presLayoutVars>
          <dgm:dir/>
          <dgm:animLvl val="lvl"/>
          <dgm:resizeHandles val="exact"/>
        </dgm:presLayoutVars>
      </dgm:prSet>
      <dgm:spPr/>
    </dgm:pt>
    <dgm:pt modelId="{6CF2F2B7-BDC2-4E8A-A607-902105AEA178}" type="pres">
      <dgm:prSet presAssocID="{0F3E1971-272A-4A61-B2BF-582ADC9B6533}" presName="Name8" presStyleCnt="0"/>
      <dgm:spPr/>
    </dgm:pt>
    <dgm:pt modelId="{652E5B58-1634-481E-8F76-461269660529}" type="pres">
      <dgm:prSet presAssocID="{0F3E1971-272A-4A61-B2BF-582ADC9B6533}" presName="level" presStyleLbl="node1" presStyleIdx="0" presStyleCnt="6" custLinFactNeighborX="8838">
        <dgm:presLayoutVars>
          <dgm:chMax val="1"/>
          <dgm:bulletEnabled val="1"/>
        </dgm:presLayoutVars>
      </dgm:prSet>
      <dgm:spPr/>
    </dgm:pt>
    <dgm:pt modelId="{5C03E917-31FA-4194-B476-F20CBDCB36D1}" type="pres">
      <dgm:prSet presAssocID="{0F3E1971-272A-4A61-B2BF-582ADC9B6533}" presName="levelTx" presStyleLbl="revTx" presStyleIdx="0" presStyleCnt="0">
        <dgm:presLayoutVars>
          <dgm:chMax val="1"/>
          <dgm:bulletEnabled val="1"/>
        </dgm:presLayoutVars>
      </dgm:prSet>
      <dgm:spPr/>
    </dgm:pt>
    <dgm:pt modelId="{510733C2-FAAE-4B29-8647-3B2DC2B3685F}" type="pres">
      <dgm:prSet presAssocID="{745B7D8D-0192-4826-B2C9-B78A23851DE0}" presName="Name8" presStyleCnt="0"/>
      <dgm:spPr/>
    </dgm:pt>
    <dgm:pt modelId="{75F07C5F-F848-4E1D-9971-049338E3C4D0}" type="pres">
      <dgm:prSet presAssocID="{745B7D8D-0192-4826-B2C9-B78A23851DE0}" presName="level" presStyleLbl="node1" presStyleIdx="1" presStyleCnt="6">
        <dgm:presLayoutVars>
          <dgm:chMax val="1"/>
          <dgm:bulletEnabled val="1"/>
        </dgm:presLayoutVars>
      </dgm:prSet>
      <dgm:spPr/>
    </dgm:pt>
    <dgm:pt modelId="{46959E88-0B2C-4683-BB40-1308A88FAFC6}" type="pres">
      <dgm:prSet presAssocID="{745B7D8D-0192-4826-B2C9-B78A23851DE0}" presName="levelTx" presStyleLbl="revTx" presStyleIdx="0" presStyleCnt="0">
        <dgm:presLayoutVars>
          <dgm:chMax val="1"/>
          <dgm:bulletEnabled val="1"/>
        </dgm:presLayoutVars>
      </dgm:prSet>
      <dgm:spPr/>
    </dgm:pt>
    <dgm:pt modelId="{75E7F414-74C8-4138-87C2-F53392308766}" type="pres">
      <dgm:prSet presAssocID="{55FAC72B-31BB-4BC0-A348-C7FD0634FDD7}" presName="Name8" presStyleCnt="0"/>
      <dgm:spPr/>
    </dgm:pt>
    <dgm:pt modelId="{2987AE8A-001D-4DBB-A539-D0933ED9DBBE}" type="pres">
      <dgm:prSet presAssocID="{55FAC72B-31BB-4BC0-A348-C7FD0634FDD7}" presName="level" presStyleLbl="node1" presStyleIdx="2" presStyleCnt="6">
        <dgm:presLayoutVars>
          <dgm:chMax val="1"/>
          <dgm:bulletEnabled val="1"/>
        </dgm:presLayoutVars>
      </dgm:prSet>
      <dgm:spPr/>
    </dgm:pt>
    <dgm:pt modelId="{98C0BDC8-3221-4BB4-912D-44E74437A5B4}" type="pres">
      <dgm:prSet presAssocID="{55FAC72B-31BB-4BC0-A348-C7FD0634FDD7}" presName="levelTx" presStyleLbl="revTx" presStyleIdx="0" presStyleCnt="0">
        <dgm:presLayoutVars>
          <dgm:chMax val="1"/>
          <dgm:bulletEnabled val="1"/>
        </dgm:presLayoutVars>
      </dgm:prSet>
      <dgm:spPr/>
    </dgm:pt>
    <dgm:pt modelId="{0506C75C-4C29-45D6-A0F2-0B289B81C898}" type="pres">
      <dgm:prSet presAssocID="{07D8E6C7-D71C-44B1-818F-922B372C9790}" presName="Name8" presStyleCnt="0"/>
      <dgm:spPr/>
    </dgm:pt>
    <dgm:pt modelId="{FD0CF14E-7512-4D11-B08D-FE494C5F04CC}" type="pres">
      <dgm:prSet presAssocID="{07D8E6C7-D71C-44B1-818F-922B372C9790}" presName="level" presStyleLbl="node1" presStyleIdx="3" presStyleCnt="6">
        <dgm:presLayoutVars>
          <dgm:chMax val="1"/>
          <dgm:bulletEnabled val="1"/>
        </dgm:presLayoutVars>
      </dgm:prSet>
      <dgm:spPr/>
    </dgm:pt>
    <dgm:pt modelId="{813BD905-3D25-4840-B772-602BA22C9725}" type="pres">
      <dgm:prSet presAssocID="{07D8E6C7-D71C-44B1-818F-922B372C9790}" presName="levelTx" presStyleLbl="revTx" presStyleIdx="0" presStyleCnt="0">
        <dgm:presLayoutVars>
          <dgm:chMax val="1"/>
          <dgm:bulletEnabled val="1"/>
        </dgm:presLayoutVars>
      </dgm:prSet>
      <dgm:spPr/>
    </dgm:pt>
    <dgm:pt modelId="{DE420063-DE9C-4228-97B6-F75E1F3F66BF}" type="pres">
      <dgm:prSet presAssocID="{648FE7B5-C81B-439E-8CC0-30ECCA23B617}" presName="Name8" presStyleCnt="0"/>
      <dgm:spPr/>
    </dgm:pt>
    <dgm:pt modelId="{930D1AC1-FA3E-475F-97E9-1F06D93D9269}" type="pres">
      <dgm:prSet presAssocID="{648FE7B5-C81B-439E-8CC0-30ECCA23B617}" presName="level" presStyleLbl="node1" presStyleIdx="4" presStyleCnt="6">
        <dgm:presLayoutVars>
          <dgm:chMax val="1"/>
          <dgm:bulletEnabled val="1"/>
        </dgm:presLayoutVars>
      </dgm:prSet>
      <dgm:spPr/>
    </dgm:pt>
    <dgm:pt modelId="{4E695DEE-C5ED-4DDD-B5E1-2D5636392F9A}" type="pres">
      <dgm:prSet presAssocID="{648FE7B5-C81B-439E-8CC0-30ECCA23B617}" presName="levelTx" presStyleLbl="revTx" presStyleIdx="0" presStyleCnt="0">
        <dgm:presLayoutVars>
          <dgm:chMax val="1"/>
          <dgm:bulletEnabled val="1"/>
        </dgm:presLayoutVars>
      </dgm:prSet>
      <dgm:spPr/>
    </dgm:pt>
    <dgm:pt modelId="{5F6BB5FF-C1D3-4C17-9A42-49628FA0F798}" type="pres">
      <dgm:prSet presAssocID="{7B204494-7B19-451D-BCB5-48C116736374}" presName="Name8" presStyleCnt="0"/>
      <dgm:spPr/>
    </dgm:pt>
    <dgm:pt modelId="{88721F72-E197-4493-AABA-3B8A74619459}" type="pres">
      <dgm:prSet presAssocID="{7B204494-7B19-451D-BCB5-48C116736374}" presName="level" presStyleLbl="node1" presStyleIdx="5" presStyleCnt="6">
        <dgm:presLayoutVars>
          <dgm:chMax val="1"/>
          <dgm:bulletEnabled val="1"/>
        </dgm:presLayoutVars>
      </dgm:prSet>
      <dgm:spPr/>
    </dgm:pt>
    <dgm:pt modelId="{577F1109-8423-47E2-80B0-E2CB587560A9}" type="pres">
      <dgm:prSet presAssocID="{7B204494-7B19-451D-BCB5-48C116736374}" presName="levelTx" presStyleLbl="revTx" presStyleIdx="0" presStyleCnt="0">
        <dgm:presLayoutVars>
          <dgm:chMax val="1"/>
          <dgm:bulletEnabled val="1"/>
        </dgm:presLayoutVars>
      </dgm:prSet>
      <dgm:spPr/>
    </dgm:pt>
  </dgm:ptLst>
  <dgm:cxnLst>
    <dgm:cxn modelId="{547A5A0F-84CD-462D-85A0-3E0BD3DFBC9B}" type="presOf" srcId="{648FE7B5-C81B-439E-8CC0-30ECCA23B617}" destId="{4E695DEE-C5ED-4DDD-B5E1-2D5636392F9A}" srcOrd="1" destOrd="0" presId="urn:microsoft.com/office/officeart/2005/8/layout/pyramid3"/>
    <dgm:cxn modelId="{AD83984D-2AD1-444E-BD9B-8242B4D78B0F}" type="presOf" srcId="{07D8E6C7-D71C-44B1-818F-922B372C9790}" destId="{FD0CF14E-7512-4D11-B08D-FE494C5F04CC}" srcOrd="0" destOrd="0" presId="urn:microsoft.com/office/officeart/2005/8/layout/pyramid3"/>
    <dgm:cxn modelId="{5E374854-E509-424C-B42F-F6DDB3554A82}" type="presOf" srcId="{7B204494-7B19-451D-BCB5-48C116736374}" destId="{88721F72-E197-4493-AABA-3B8A74619459}" srcOrd="0" destOrd="0" presId="urn:microsoft.com/office/officeart/2005/8/layout/pyramid3"/>
    <dgm:cxn modelId="{71C48255-4381-4BC0-B549-0F7CA1F376FF}" type="presOf" srcId="{16C30B98-7F9F-450C-ABFC-25109F5C176D}" destId="{4EA5E7A6-0EA3-410D-ADDC-6E041A08E7C4}" srcOrd="0" destOrd="0" presId="urn:microsoft.com/office/officeart/2005/8/layout/pyramid3"/>
    <dgm:cxn modelId="{0624605D-E668-46EB-A556-C864283CF443}" srcId="{16C30B98-7F9F-450C-ABFC-25109F5C176D}" destId="{0F3E1971-272A-4A61-B2BF-582ADC9B6533}" srcOrd="0" destOrd="0" parTransId="{18E5CC43-8C2B-47F3-88FB-7FE941E957CF}" sibTransId="{E98CBBE5-F678-4F86-BC01-BE133BCC88C1}"/>
    <dgm:cxn modelId="{B8B1A061-F895-42DE-AE2F-6F91AA412729}" srcId="{16C30B98-7F9F-450C-ABFC-25109F5C176D}" destId="{55FAC72B-31BB-4BC0-A348-C7FD0634FDD7}" srcOrd="2" destOrd="0" parTransId="{8A7A1950-EAD7-44C1-BDEA-6B054B77DC87}" sibTransId="{172D1204-FCEF-4C6E-BC70-516F8E4B1F19}"/>
    <dgm:cxn modelId="{F637B966-16AF-4BE0-83D2-FFBC424F6774}" type="presOf" srcId="{55FAC72B-31BB-4BC0-A348-C7FD0634FDD7}" destId="{2987AE8A-001D-4DBB-A539-D0933ED9DBBE}" srcOrd="0" destOrd="0" presId="urn:microsoft.com/office/officeart/2005/8/layout/pyramid3"/>
    <dgm:cxn modelId="{1A46D19F-AF31-4E26-8CFD-388ACEC85943}" type="presOf" srcId="{745B7D8D-0192-4826-B2C9-B78A23851DE0}" destId="{75F07C5F-F848-4E1D-9971-049338E3C4D0}" srcOrd="0" destOrd="0" presId="urn:microsoft.com/office/officeart/2005/8/layout/pyramid3"/>
    <dgm:cxn modelId="{3193A8AD-2B4D-4588-99A5-2F215A44D45F}" type="presOf" srcId="{745B7D8D-0192-4826-B2C9-B78A23851DE0}" destId="{46959E88-0B2C-4683-BB40-1308A88FAFC6}" srcOrd="1" destOrd="0" presId="urn:microsoft.com/office/officeart/2005/8/layout/pyramid3"/>
    <dgm:cxn modelId="{0D1E0BC0-79E1-42DC-8376-B247822F01F2}" srcId="{16C30B98-7F9F-450C-ABFC-25109F5C176D}" destId="{648FE7B5-C81B-439E-8CC0-30ECCA23B617}" srcOrd="4" destOrd="0" parTransId="{2129C5C8-03E8-47F2-ADC5-0F7C02C65D33}" sibTransId="{5A37E80B-4E6C-4773-AA13-9A9CB6B3A7B6}"/>
    <dgm:cxn modelId="{B60F5CC4-8750-42E6-878C-6D12BD5A523B}" type="presOf" srcId="{55FAC72B-31BB-4BC0-A348-C7FD0634FDD7}" destId="{98C0BDC8-3221-4BB4-912D-44E74437A5B4}" srcOrd="1" destOrd="0" presId="urn:microsoft.com/office/officeart/2005/8/layout/pyramid3"/>
    <dgm:cxn modelId="{7ECF64C9-1D9C-4685-A576-3EE8A554542A}" srcId="{16C30B98-7F9F-450C-ABFC-25109F5C176D}" destId="{7B204494-7B19-451D-BCB5-48C116736374}" srcOrd="5" destOrd="0" parTransId="{D1AEAF13-2F10-40B1-8089-67DD49D76CC7}" sibTransId="{4AC0353C-11AA-4657-8581-E69BEC9B8BB9}"/>
    <dgm:cxn modelId="{755E46CE-7572-477D-AAEE-3DE4E81B7B19}" type="presOf" srcId="{7B204494-7B19-451D-BCB5-48C116736374}" destId="{577F1109-8423-47E2-80B0-E2CB587560A9}" srcOrd="1" destOrd="0" presId="urn:microsoft.com/office/officeart/2005/8/layout/pyramid3"/>
    <dgm:cxn modelId="{3D1995E5-8AEE-44B0-8DA1-ACE4BE3D1D61}" type="presOf" srcId="{0F3E1971-272A-4A61-B2BF-582ADC9B6533}" destId="{5C03E917-31FA-4194-B476-F20CBDCB36D1}" srcOrd="1" destOrd="0" presId="urn:microsoft.com/office/officeart/2005/8/layout/pyramid3"/>
    <dgm:cxn modelId="{C1D4A6E6-E184-4169-9085-FA5C5B6854BD}" type="presOf" srcId="{648FE7B5-C81B-439E-8CC0-30ECCA23B617}" destId="{930D1AC1-FA3E-475F-97E9-1F06D93D9269}" srcOrd="0" destOrd="0" presId="urn:microsoft.com/office/officeart/2005/8/layout/pyramid3"/>
    <dgm:cxn modelId="{B54586EC-09F7-4F3C-9262-11C5AE29B9CA}" type="presOf" srcId="{07D8E6C7-D71C-44B1-818F-922B372C9790}" destId="{813BD905-3D25-4840-B772-602BA22C9725}" srcOrd="1" destOrd="0" presId="urn:microsoft.com/office/officeart/2005/8/layout/pyramid3"/>
    <dgm:cxn modelId="{7A5581EF-20C6-466F-97E3-021D4A2B1344}" srcId="{16C30B98-7F9F-450C-ABFC-25109F5C176D}" destId="{745B7D8D-0192-4826-B2C9-B78A23851DE0}" srcOrd="1" destOrd="0" parTransId="{DC72104C-105B-46EB-B2E8-5ADCC91C347E}" sibTransId="{4D44D765-C54F-435F-BE6F-25FBA4A53DFD}"/>
    <dgm:cxn modelId="{EEB1BAF5-CF2D-43E1-8C45-ADF249D851A1}" srcId="{16C30B98-7F9F-450C-ABFC-25109F5C176D}" destId="{07D8E6C7-D71C-44B1-818F-922B372C9790}" srcOrd="3" destOrd="0" parTransId="{A013B6D5-4A5F-4AC0-ACE2-7276C919C1DA}" sibTransId="{90C34C69-88EC-472C-85EE-B16AB21D54D7}"/>
    <dgm:cxn modelId="{41D9EAF9-1E62-4514-B93B-9A7DCBE85B5A}" type="presOf" srcId="{0F3E1971-272A-4A61-B2BF-582ADC9B6533}" destId="{652E5B58-1634-481E-8F76-461269660529}" srcOrd="0" destOrd="0" presId="urn:microsoft.com/office/officeart/2005/8/layout/pyramid3"/>
    <dgm:cxn modelId="{FC95F267-935B-40FA-9EAA-443C0A9F792C}" type="presParOf" srcId="{4EA5E7A6-0EA3-410D-ADDC-6E041A08E7C4}" destId="{6CF2F2B7-BDC2-4E8A-A607-902105AEA178}" srcOrd="0" destOrd="0" presId="urn:microsoft.com/office/officeart/2005/8/layout/pyramid3"/>
    <dgm:cxn modelId="{25EF766F-1AD7-4C29-9EEA-46EB835DE4A2}" type="presParOf" srcId="{6CF2F2B7-BDC2-4E8A-A607-902105AEA178}" destId="{652E5B58-1634-481E-8F76-461269660529}" srcOrd="0" destOrd="0" presId="urn:microsoft.com/office/officeart/2005/8/layout/pyramid3"/>
    <dgm:cxn modelId="{D5FFF291-8107-4ED8-A7B4-DC3B26551F56}" type="presParOf" srcId="{6CF2F2B7-BDC2-4E8A-A607-902105AEA178}" destId="{5C03E917-31FA-4194-B476-F20CBDCB36D1}" srcOrd="1" destOrd="0" presId="urn:microsoft.com/office/officeart/2005/8/layout/pyramid3"/>
    <dgm:cxn modelId="{31C5C0FE-C7CF-47E8-B03D-8AAF034152C5}" type="presParOf" srcId="{4EA5E7A6-0EA3-410D-ADDC-6E041A08E7C4}" destId="{510733C2-FAAE-4B29-8647-3B2DC2B3685F}" srcOrd="1" destOrd="0" presId="urn:microsoft.com/office/officeart/2005/8/layout/pyramid3"/>
    <dgm:cxn modelId="{C70031C9-0E5E-4E6A-A1E5-AAD7BB590598}" type="presParOf" srcId="{510733C2-FAAE-4B29-8647-3B2DC2B3685F}" destId="{75F07C5F-F848-4E1D-9971-049338E3C4D0}" srcOrd="0" destOrd="0" presId="urn:microsoft.com/office/officeart/2005/8/layout/pyramid3"/>
    <dgm:cxn modelId="{B8B7BF54-C62C-4F1D-9F42-68F4F923EB72}" type="presParOf" srcId="{510733C2-FAAE-4B29-8647-3B2DC2B3685F}" destId="{46959E88-0B2C-4683-BB40-1308A88FAFC6}" srcOrd="1" destOrd="0" presId="urn:microsoft.com/office/officeart/2005/8/layout/pyramid3"/>
    <dgm:cxn modelId="{2638B307-0A84-48FF-88C9-799C6D8F778E}" type="presParOf" srcId="{4EA5E7A6-0EA3-410D-ADDC-6E041A08E7C4}" destId="{75E7F414-74C8-4138-87C2-F53392308766}" srcOrd="2" destOrd="0" presId="urn:microsoft.com/office/officeart/2005/8/layout/pyramid3"/>
    <dgm:cxn modelId="{9A08DF27-40B8-4A83-8BE8-12614B45C0B5}" type="presParOf" srcId="{75E7F414-74C8-4138-87C2-F53392308766}" destId="{2987AE8A-001D-4DBB-A539-D0933ED9DBBE}" srcOrd="0" destOrd="0" presId="urn:microsoft.com/office/officeart/2005/8/layout/pyramid3"/>
    <dgm:cxn modelId="{6CFBC3FC-88CE-4410-B558-77276CE15DD0}" type="presParOf" srcId="{75E7F414-74C8-4138-87C2-F53392308766}" destId="{98C0BDC8-3221-4BB4-912D-44E74437A5B4}" srcOrd="1" destOrd="0" presId="urn:microsoft.com/office/officeart/2005/8/layout/pyramid3"/>
    <dgm:cxn modelId="{0E0482BE-81A8-4380-96E5-9FA00AF064A6}" type="presParOf" srcId="{4EA5E7A6-0EA3-410D-ADDC-6E041A08E7C4}" destId="{0506C75C-4C29-45D6-A0F2-0B289B81C898}" srcOrd="3" destOrd="0" presId="urn:microsoft.com/office/officeart/2005/8/layout/pyramid3"/>
    <dgm:cxn modelId="{588CFEDA-156F-4DF2-AA39-4371547C3A95}" type="presParOf" srcId="{0506C75C-4C29-45D6-A0F2-0B289B81C898}" destId="{FD0CF14E-7512-4D11-B08D-FE494C5F04CC}" srcOrd="0" destOrd="0" presId="urn:microsoft.com/office/officeart/2005/8/layout/pyramid3"/>
    <dgm:cxn modelId="{9F382C73-3CBC-4271-B59C-D0D8C04A139A}" type="presParOf" srcId="{0506C75C-4C29-45D6-A0F2-0B289B81C898}" destId="{813BD905-3D25-4840-B772-602BA22C9725}" srcOrd="1" destOrd="0" presId="urn:microsoft.com/office/officeart/2005/8/layout/pyramid3"/>
    <dgm:cxn modelId="{40EB81C3-7C2F-412B-AEF1-BE758FBDD827}" type="presParOf" srcId="{4EA5E7A6-0EA3-410D-ADDC-6E041A08E7C4}" destId="{DE420063-DE9C-4228-97B6-F75E1F3F66BF}" srcOrd="4" destOrd="0" presId="urn:microsoft.com/office/officeart/2005/8/layout/pyramid3"/>
    <dgm:cxn modelId="{4861C106-1384-469A-A7F4-B04ACF0A3AFC}" type="presParOf" srcId="{DE420063-DE9C-4228-97B6-F75E1F3F66BF}" destId="{930D1AC1-FA3E-475F-97E9-1F06D93D9269}" srcOrd="0" destOrd="0" presId="urn:microsoft.com/office/officeart/2005/8/layout/pyramid3"/>
    <dgm:cxn modelId="{8CC34C5B-833E-45C4-A899-D876CDEAEB66}" type="presParOf" srcId="{DE420063-DE9C-4228-97B6-F75E1F3F66BF}" destId="{4E695DEE-C5ED-4DDD-B5E1-2D5636392F9A}" srcOrd="1" destOrd="0" presId="urn:microsoft.com/office/officeart/2005/8/layout/pyramid3"/>
    <dgm:cxn modelId="{F81696C9-77C7-4DA6-9E36-F4EA87C6FD19}" type="presParOf" srcId="{4EA5E7A6-0EA3-410D-ADDC-6E041A08E7C4}" destId="{5F6BB5FF-C1D3-4C17-9A42-49628FA0F798}" srcOrd="5" destOrd="0" presId="urn:microsoft.com/office/officeart/2005/8/layout/pyramid3"/>
    <dgm:cxn modelId="{8666FDD7-F198-417F-B83D-29CDBB836051}" type="presParOf" srcId="{5F6BB5FF-C1D3-4C17-9A42-49628FA0F798}" destId="{88721F72-E197-4493-AABA-3B8A74619459}" srcOrd="0" destOrd="0" presId="urn:microsoft.com/office/officeart/2005/8/layout/pyramid3"/>
    <dgm:cxn modelId="{B42AFCA5-3FD8-4D04-9080-AF11CF6324B3}" type="presParOf" srcId="{5F6BB5FF-C1D3-4C17-9A42-49628FA0F798}" destId="{577F1109-8423-47E2-80B0-E2CB587560A9}" srcOrd="1" destOrd="0" presId="urn:microsoft.com/office/officeart/2005/8/layout/pyramid3"/>
  </dgm:cxnLst>
  <dgm:bg>
    <a:effectLst/>
  </dgm:bg>
  <dgm:whole>
    <a:ln w="38100">
      <a:noFill/>
    </a:ln>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1834F69-FC6F-45A7-AFCA-02662F208FAE}"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ru-RU"/>
        </a:p>
      </dgm:t>
    </dgm:pt>
    <dgm:pt modelId="{D55A03DE-1083-4C65-A903-3CBC369A2342}">
      <dgm:prSet phldrT="[Текст]" custT="1"/>
      <dgm:spPr>
        <a:solidFill>
          <a:srgbClr val="FFA4A3"/>
        </a:solidFill>
        <a:ln w="12700">
          <a:solidFill>
            <a:srgbClr val="000000">
              <a:alpha val="20000"/>
            </a:srgbClr>
          </a:solidFill>
        </a:ln>
      </dgm:spPr>
      <dgm:t>
        <a:bodyPr/>
        <a:lstStyle/>
        <a:p>
          <a:r>
            <a:rPr lang="ru-RU" sz="800" dirty="0">
              <a:solidFill>
                <a:schemeClr val="tx1"/>
              </a:solidFill>
            </a:rPr>
            <a:t>Текст</a:t>
          </a:r>
        </a:p>
      </dgm:t>
    </dgm:pt>
    <dgm:pt modelId="{148EDD9E-96EC-4B62-8250-0948CE74C8EC}" type="parTrans" cxnId="{26943212-7ACE-4B35-BF45-0BA59B2BA726}">
      <dgm:prSet/>
      <dgm:spPr/>
      <dgm:t>
        <a:bodyPr/>
        <a:lstStyle/>
        <a:p>
          <a:endParaRPr lang="ru-RU" sz="800"/>
        </a:p>
      </dgm:t>
    </dgm:pt>
    <dgm:pt modelId="{8D096780-1402-4D38-A9E4-927296DB0307}" type="sibTrans" cxnId="{26943212-7ACE-4B35-BF45-0BA59B2BA726}">
      <dgm:prSet/>
      <dgm:spPr/>
      <dgm:t>
        <a:bodyPr/>
        <a:lstStyle/>
        <a:p>
          <a:endParaRPr lang="ru-RU" sz="800"/>
        </a:p>
      </dgm:t>
    </dgm:pt>
    <dgm:pt modelId="{D706A6B5-41BB-48DD-9B53-BC73F7ABF069}">
      <dgm:prSet phldrT="[Текст]" custT="1"/>
      <dgm:spPr>
        <a:solidFill>
          <a:srgbClr val="8F0D6B"/>
        </a:solidFill>
        <a:ln w="12700">
          <a:solidFill>
            <a:srgbClr val="000000">
              <a:alpha val="20000"/>
            </a:srgbClr>
          </a:solidFill>
        </a:ln>
      </dgm:spPr>
      <dgm:t>
        <a:bodyPr/>
        <a:lstStyle/>
        <a:p>
          <a:r>
            <a:rPr lang="ru-RU" sz="800" dirty="0">
              <a:solidFill>
                <a:schemeClr val="tx1"/>
              </a:solidFill>
            </a:rPr>
            <a:t>Текст</a:t>
          </a:r>
        </a:p>
      </dgm:t>
    </dgm:pt>
    <dgm:pt modelId="{DE8FF0D9-C29A-4B05-8A6D-BB1E7DAD54C5}" type="parTrans" cxnId="{AB4F46D5-E0E2-4347-8FAE-A530EE65E393}">
      <dgm:prSet/>
      <dgm:spPr/>
      <dgm:t>
        <a:bodyPr/>
        <a:lstStyle/>
        <a:p>
          <a:endParaRPr lang="ru-RU" sz="800"/>
        </a:p>
      </dgm:t>
    </dgm:pt>
    <dgm:pt modelId="{8142DD72-FB40-4055-97A1-DCDC3C1EF0EB}" type="sibTrans" cxnId="{AB4F46D5-E0E2-4347-8FAE-A530EE65E393}">
      <dgm:prSet/>
      <dgm:spPr/>
      <dgm:t>
        <a:bodyPr/>
        <a:lstStyle/>
        <a:p>
          <a:endParaRPr lang="ru-RU" sz="800"/>
        </a:p>
      </dgm:t>
    </dgm:pt>
    <dgm:pt modelId="{BFF90DC3-F477-4E7C-83DA-765D91CCE0C1}">
      <dgm:prSet phldrT="[Текст]" custT="1"/>
      <dgm:spPr>
        <a:solidFill>
          <a:srgbClr val="C007A7"/>
        </a:solidFill>
        <a:ln>
          <a:solidFill>
            <a:srgbClr val="000000">
              <a:alpha val="20000"/>
            </a:srgbClr>
          </a:solidFill>
        </a:ln>
      </dgm:spPr>
      <dgm:t>
        <a:bodyPr/>
        <a:lstStyle/>
        <a:p>
          <a:r>
            <a:rPr lang="ru-RU" sz="800" dirty="0">
              <a:solidFill>
                <a:schemeClr val="tx1"/>
              </a:solidFill>
            </a:rPr>
            <a:t>Текст</a:t>
          </a:r>
        </a:p>
      </dgm:t>
    </dgm:pt>
    <dgm:pt modelId="{F6D75513-807F-42A4-A487-8A6C9E301444}" type="parTrans" cxnId="{111730A1-3DEA-41CE-A2B5-A787FCE45BBD}">
      <dgm:prSet/>
      <dgm:spPr/>
      <dgm:t>
        <a:bodyPr/>
        <a:lstStyle/>
        <a:p>
          <a:endParaRPr lang="ru-RU" sz="800"/>
        </a:p>
      </dgm:t>
    </dgm:pt>
    <dgm:pt modelId="{467BC6E3-607A-46B0-83CC-AF0BD4719CAD}" type="sibTrans" cxnId="{111730A1-3DEA-41CE-A2B5-A787FCE45BBD}">
      <dgm:prSet/>
      <dgm:spPr/>
      <dgm:t>
        <a:bodyPr/>
        <a:lstStyle/>
        <a:p>
          <a:endParaRPr lang="ru-RU" sz="800"/>
        </a:p>
      </dgm:t>
    </dgm:pt>
    <dgm:pt modelId="{BE6298FD-75A0-4B65-894C-15CE267C4C49}">
      <dgm:prSet phldrT="[Текст]" custT="1"/>
      <dgm:spPr>
        <a:solidFill>
          <a:srgbClr val="EF80BB"/>
        </a:solidFill>
        <a:ln w="12700">
          <a:solidFill>
            <a:srgbClr val="000000">
              <a:alpha val="20000"/>
            </a:srgbClr>
          </a:solidFill>
        </a:ln>
      </dgm:spPr>
      <dgm:t>
        <a:bodyPr/>
        <a:lstStyle/>
        <a:p>
          <a:r>
            <a:rPr lang="ru-RU" sz="800" dirty="0">
              <a:solidFill>
                <a:schemeClr val="tx1"/>
              </a:solidFill>
            </a:rPr>
            <a:t>Текст</a:t>
          </a:r>
        </a:p>
      </dgm:t>
    </dgm:pt>
    <dgm:pt modelId="{69AC44ED-CA81-4EB7-9779-1282C20EAC74}" type="parTrans" cxnId="{64D44D69-C6DF-463C-B36E-1119E12FDDAB}">
      <dgm:prSet/>
      <dgm:spPr/>
      <dgm:t>
        <a:bodyPr/>
        <a:lstStyle/>
        <a:p>
          <a:endParaRPr lang="ru-RU" sz="800"/>
        </a:p>
      </dgm:t>
    </dgm:pt>
    <dgm:pt modelId="{6439C6B7-392B-4175-B404-A19583B032DB}" type="sibTrans" cxnId="{64D44D69-C6DF-463C-B36E-1119E12FDDAB}">
      <dgm:prSet/>
      <dgm:spPr/>
      <dgm:t>
        <a:bodyPr/>
        <a:lstStyle/>
        <a:p>
          <a:endParaRPr lang="ru-RU" sz="800"/>
        </a:p>
      </dgm:t>
    </dgm:pt>
    <dgm:pt modelId="{0250AE8F-04DF-4C0E-BD4F-7ADC1C24C7BC}" type="pres">
      <dgm:prSet presAssocID="{31834F69-FC6F-45A7-AFCA-02662F208FAE}" presName="Name0" presStyleCnt="0">
        <dgm:presLayoutVars>
          <dgm:chMax val="7"/>
          <dgm:resizeHandles val="exact"/>
        </dgm:presLayoutVars>
      </dgm:prSet>
      <dgm:spPr/>
    </dgm:pt>
    <dgm:pt modelId="{A41CED92-B8D7-4B21-B9EB-CDC6DF86DA68}" type="pres">
      <dgm:prSet presAssocID="{31834F69-FC6F-45A7-AFCA-02662F208FAE}" presName="comp1" presStyleCnt="0"/>
      <dgm:spPr/>
    </dgm:pt>
    <dgm:pt modelId="{AB7C5126-F209-4F72-8CB9-C9BFBB350599}" type="pres">
      <dgm:prSet presAssocID="{31834F69-FC6F-45A7-AFCA-02662F208FAE}" presName="circle1" presStyleLbl="node1" presStyleIdx="0" presStyleCnt="4"/>
      <dgm:spPr/>
    </dgm:pt>
    <dgm:pt modelId="{731F1005-CB97-49B0-9ABB-616CAE6F8BD3}" type="pres">
      <dgm:prSet presAssocID="{31834F69-FC6F-45A7-AFCA-02662F208FAE}" presName="c1text" presStyleLbl="node1" presStyleIdx="0" presStyleCnt="4">
        <dgm:presLayoutVars>
          <dgm:bulletEnabled val="1"/>
        </dgm:presLayoutVars>
      </dgm:prSet>
      <dgm:spPr/>
    </dgm:pt>
    <dgm:pt modelId="{AC641CFF-BE6B-4D18-80DC-01116A5303C6}" type="pres">
      <dgm:prSet presAssocID="{31834F69-FC6F-45A7-AFCA-02662F208FAE}" presName="comp2" presStyleCnt="0"/>
      <dgm:spPr/>
    </dgm:pt>
    <dgm:pt modelId="{88E48223-3016-427C-8E96-0B02735F0D7F}" type="pres">
      <dgm:prSet presAssocID="{31834F69-FC6F-45A7-AFCA-02662F208FAE}" presName="circle2" presStyleLbl="node1" presStyleIdx="1" presStyleCnt="4"/>
      <dgm:spPr/>
    </dgm:pt>
    <dgm:pt modelId="{50899F21-9130-4B93-93AC-638DFAF1E3C5}" type="pres">
      <dgm:prSet presAssocID="{31834F69-FC6F-45A7-AFCA-02662F208FAE}" presName="c2text" presStyleLbl="node1" presStyleIdx="1" presStyleCnt="4">
        <dgm:presLayoutVars>
          <dgm:bulletEnabled val="1"/>
        </dgm:presLayoutVars>
      </dgm:prSet>
      <dgm:spPr/>
    </dgm:pt>
    <dgm:pt modelId="{F76F857C-E854-477B-950E-D8DB152AD148}" type="pres">
      <dgm:prSet presAssocID="{31834F69-FC6F-45A7-AFCA-02662F208FAE}" presName="comp3" presStyleCnt="0"/>
      <dgm:spPr/>
    </dgm:pt>
    <dgm:pt modelId="{105BAF74-99C1-490A-81F6-907BD4F17DBE}" type="pres">
      <dgm:prSet presAssocID="{31834F69-FC6F-45A7-AFCA-02662F208FAE}" presName="circle3" presStyleLbl="node1" presStyleIdx="2" presStyleCnt="4"/>
      <dgm:spPr/>
    </dgm:pt>
    <dgm:pt modelId="{036F3A89-7DA2-4AA3-89F4-C1B86D741651}" type="pres">
      <dgm:prSet presAssocID="{31834F69-FC6F-45A7-AFCA-02662F208FAE}" presName="c3text" presStyleLbl="node1" presStyleIdx="2" presStyleCnt="4">
        <dgm:presLayoutVars>
          <dgm:bulletEnabled val="1"/>
        </dgm:presLayoutVars>
      </dgm:prSet>
      <dgm:spPr/>
    </dgm:pt>
    <dgm:pt modelId="{881A636C-7E5F-4E7B-9DA2-8B5FF18F86CA}" type="pres">
      <dgm:prSet presAssocID="{31834F69-FC6F-45A7-AFCA-02662F208FAE}" presName="comp4" presStyleCnt="0"/>
      <dgm:spPr/>
    </dgm:pt>
    <dgm:pt modelId="{AFE0D909-829F-460C-A840-51D087F5A523}" type="pres">
      <dgm:prSet presAssocID="{31834F69-FC6F-45A7-AFCA-02662F208FAE}" presName="circle4" presStyleLbl="node1" presStyleIdx="3" presStyleCnt="4" custLinFactNeighborY="0"/>
      <dgm:spPr/>
    </dgm:pt>
    <dgm:pt modelId="{4977315C-DED7-4ACD-A0BE-839115AFD066}" type="pres">
      <dgm:prSet presAssocID="{31834F69-FC6F-45A7-AFCA-02662F208FAE}" presName="c4text" presStyleLbl="node1" presStyleIdx="3" presStyleCnt="4">
        <dgm:presLayoutVars>
          <dgm:bulletEnabled val="1"/>
        </dgm:presLayoutVars>
      </dgm:prSet>
      <dgm:spPr/>
    </dgm:pt>
  </dgm:ptLst>
  <dgm:cxnLst>
    <dgm:cxn modelId="{2D67DD11-E87E-45C7-B575-FDB962807BE2}" type="presOf" srcId="{BFF90DC3-F477-4E7C-83DA-765D91CCE0C1}" destId="{4977315C-DED7-4ACD-A0BE-839115AFD066}" srcOrd="1" destOrd="0" presId="urn:microsoft.com/office/officeart/2005/8/layout/venn2"/>
    <dgm:cxn modelId="{26943212-7ACE-4B35-BF45-0BA59B2BA726}" srcId="{31834F69-FC6F-45A7-AFCA-02662F208FAE}" destId="{D55A03DE-1083-4C65-A903-3CBC369A2342}" srcOrd="0" destOrd="0" parTransId="{148EDD9E-96EC-4B62-8250-0948CE74C8EC}" sibTransId="{8D096780-1402-4D38-A9E4-927296DB0307}"/>
    <dgm:cxn modelId="{56AF0131-1D84-4C9B-A2EA-50EBAA8A3D9F}" type="presOf" srcId="{D706A6B5-41BB-48DD-9B53-BC73F7ABF069}" destId="{036F3A89-7DA2-4AA3-89F4-C1B86D741651}" srcOrd="1" destOrd="0" presId="urn:microsoft.com/office/officeart/2005/8/layout/venn2"/>
    <dgm:cxn modelId="{3893154D-3E2F-4093-A7CA-4D2A9E21DA12}" type="presOf" srcId="{BFF90DC3-F477-4E7C-83DA-765D91CCE0C1}" destId="{AFE0D909-829F-460C-A840-51D087F5A523}" srcOrd="0" destOrd="0" presId="urn:microsoft.com/office/officeart/2005/8/layout/venn2"/>
    <dgm:cxn modelId="{64D44D69-C6DF-463C-B36E-1119E12FDDAB}" srcId="{31834F69-FC6F-45A7-AFCA-02662F208FAE}" destId="{BE6298FD-75A0-4B65-894C-15CE267C4C49}" srcOrd="1" destOrd="0" parTransId="{69AC44ED-CA81-4EB7-9779-1282C20EAC74}" sibTransId="{6439C6B7-392B-4175-B404-A19583B032DB}"/>
    <dgm:cxn modelId="{35EA1EA1-A4AE-4961-A54A-75C0E10A525A}" type="presOf" srcId="{BE6298FD-75A0-4B65-894C-15CE267C4C49}" destId="{50899F21-9130-4B93-93AC-638DFAF1E3C5}" srcOrd="1" destOrd="0" presId="urn:microsoft.com/office/officeart/2005/8/layout/venn2"/>
    <dgm:cxn modelId="{111730A1-3DEA-41CE-A2B5-A787FCE45BBD}" srcId="{31834F69-FC6F-45A7-AFCA-02662F208FAE}" destId="{BFF90DC3-F477-4E7C-83DA-765D91CCE0C1}" srcOrd="3" destOrd="0" parTransId="{F6D75513-807F-42A4-A487-8A6C9E301444}" sibTransId="{467BC6E3-607A-46B0-83CC-AF0BD4719CAD}"/>
    <dgm:cxn modelId="{EA95C7D4-77CC-4BFE-9218-A90295C7134E}" type="presOf" srcId="{31834F69-FC6F-45A7-AFCA-02662F208FAE}" destId="{0250AE8F-04DF-4C0E-BD4F-7ADC1C24C7BC}" srcOrd="0" destOrd="0" presId="urn:microsoft.com/office/officeart/2005/8/layout/venn2"/>
    <dgm:cxn modelId="{AB4F46D5-E0E2-4347-8FAE-A530EE65E393}" srcId="{31834F69-FC6F-45A7-AFCA-02662F208FAE}" destId="{D706A6B5-41BB-48DD-9B53-BC73F7ABF069}" srcOrd="2" destOrd="0" parTransId="{DE8FF0D9-C29A-4B05-8A6D-BB1E7DAD54C5}" sibTransId="{8142DD72-FB40-4055-97A1-DCDC3C1EF0EB}"/>
    <dgm:cxn modelId="{AF21CFDF-DD05-49B7-A60C-9A6FFFE9CA15}" type="presOf" srcId="{BE6298FD-75A0-4B65-894C-15CE267C4C49}" destId="{88E48223-3016-427C-8E96-0B02735F0D7F}" srcOrd="0" destOrd="0" presId="urn:microsoft.com/office/officeart/2005/8/layout/venn2"/>
    <dgm:cxn modelId="{87B340E8-D9E2-40D0-BB43-E8545B602CD4}" type="presOf" srcId="{D55A03DE-1083-4C65-A903-3CBC369A2342}" destId="{731F1005-CB97-49B0-9ABB-616CAE6F8BD3}" srcOrd="1" destOrd="0" presId="urn:microsoft.com/office/officeart/2005/8/layout/venn2"/>
    <dgm:cxn modelId="{6C9A0FF1-D4A7-4DB3-B44E-45A8D7BE8E28}" type="presOf" srcId="{D706A6B5-41BB-48DD-9B53-BC73F7ABF069}" destId="{105BAF74-99C1-490A-81F6-907BD4F17DBE}" srcOrd="0" destOrd="0" presId="urn:microsoft.com/office/officeart/2005/8/layout/venn2"/>
    <dgm:cxn modelId="{B6629DF1-B897-4BFB-8954-89D2BD116DF9}" type="presOf" srcId="{D55A03DE-1083-4C65-A903-3CBC369A2342}" destId="{AB7C5126-F209-4F72-8CB9-C9BFBB350599}" srcOrd="0" destOrd="0" presId="urn:microsoft.com/office/officeart/2005/8/layout/venn2"/>
    <dgm:cxn modelId="{F5F7BC7A-EB33-443C-A991-1C12FD312FBB}" type="presParOf" srcId="{0250AE8F-04DF-4C0E-BD4F-7ADC1C24C7BC}" destId="{A41CED92-B8D7-4B21-B9EB-CDC6DF86DA68}" srcOrd="0" destOrd="0" presId="urn:microsoft.com/office/officeart/2005/8/layout/venn2"/>
    <dgm:cxn modelId="{6B8D1590-1355-4677-BDB9-9B1C947CB2DF}" type="presParOf" srcId="{A41CED92-B8D7-4B21-B9EB-CDC6DF86DA68}" destId="{AB7C5126-F209-4F72-8CB9-C9BFBB350599}" srcOrd="0" destOrd="0" presId="urn:microsoft.com/office/officeart/2005/8/layout/venn2"/>
    <dgm:cxn modelId="{AF0E6F14-4593-43CD-B37F-46552CE6E34D}" type="presParOf" srcId="{A41CED92-B8D7-4B21-B9EB-CDC6DF86DA68}" destId="{731F1005-CB97-49B0-9ABB-616CAE6F8BD3}" srcOrd="1" destOrd="0" presId="urn:microsoft.com/office/officeart/2005/8/layout/venn2"/>
    <dgm:cxn modelId="{D5C6EC0F-2545-4621-9DD3-DD55147B80F9}" type="presParOf" srcId="{0250AE8F-04DF-4C0E-BD4F-7ADC1C24C7BC}" destId="{AC641CFF-BE6B-4D18-80DC-01116A5303C6}" srcOrd="1" destOrd="0" presId="urn:microsoft.com/office/officeart/2005/8/layout/venn2"/>
    <dgm:cxn modelId="{69AD805E-7223-4161-9D4B-F7CB57E46216}" type="presParOf" srcId="{AC641CFF-BE6B-4D18-80DC-01116A5303C6}" destId="{88E48223-3016-427C-8E96-0B02735F0D7F}" srcOrd="0" destOrd="0" presId="urn:microsoft.com/office/officeart/2005/8/layout/venn2"/>
    <dgm:cxn modelId="{4E60C86A-0304-4DE1-820D-A714275DBE9B}" type="presParOf" srcId="{AC641CFF-BE6B-4D18-80DC-01116A5303C6}" destId="{50899F21-9130-4B93-93AC-638DFAF1E3C5}" srcOrd="1" destOrd="0" presId="urn:microsoft.com/office/officeart/2005/8/layout/venn2"/>
    <dgm:cxn modelId="{32630DB0-2A37-4A8B-954D-9F1713CC0752}" type="presParOf" srcId="{0250AE8F-04DF-4C0E-BD4F-7ADC1C24C7BC}" destId="{F76F857C-E854-477B-950E-D8DB152AD148}" srcOrd="2" destOrd="0" presId="urn:microsoft.com/office/officeart/2005/8/layout/venn2"/>
    <dgm:cxn modelId="{40A655DA-F74B-47F1-AD93-12704B56625A}" type="presParOf" srcId="{F76F857C-E854-477B-950E-D8DB152AD148}" destId="{105BAF74-99C1-490A-81F6-907BD4F17DBE}" srcOrd="0" destOrd="0" presId="urn:microsoft.com/office/officeart/2005/8/layout/venn2"/>
    <dgm:cxn modelId="{3FFB4A66-1ED2-4110-A82D-5536505FB04C}" type="presParOf" srcId="{F76F857C-E854-477B-950E-D8DB152AD148}" destId="{036F3A89-7DA2-4AA3-89F4-C1B86D741651}" srcOrd="1" destOrd="0" presId="urn:microsoft.com/office/officeart/2005/8/layout/venn2"/>
    <dgm:cxn modelId="{B6068BFC-46B2-4905-B379-F29A2E460090}" type="presParOf" srcId="{0250AE8F-04DF-4C0E-BD4F-7ADC1C24C7BC}" destId="{881A636C-7E5F-4E7B-9DA2-8B5FF18F86CA}" srcOrd="3" destOrd="0" presId="urn:microsoft.com/office/officeart/2005/8/layout/venn2"/>
    <dgm:cxn modelId="{59A103F0-355C-40C8-A545-088D61FECA45}" type="presParOf" srcId="{881A636C-7E5F-4E7B-9DA2-8B5FF18F86CA}" destId="{AFE0D909-829F-460C-A840-51D087F5A523}" srcOrd="0" destOrd="0" presId="urn:microsoft.com/office/officeart/2005/8/layout/venn2"/>
    <dgm:cxn modelId="{9E95D5E5-8A10-444E-AEC3-CB73C6C73413}" type="presParOf" srcId="{881A636C-7E5F-4E7B-9DA2-8B5FF18F86CA}" destId="{4977315C-DED7-4ACD-A0BE-839115AFD066}" srcOrd="1" destOrd="0" presId="urn:microsoft.com/office/officeart/2005/8/layout/venn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6C30B98-7F9F-450C-ABFC-25109F5C176D}" type="doc">
      <dgm:prSet loTypeId="urn:microsoft.com/office/officeart/2005/8/layout/pyramid3" loCatId="pyramid" qsTypeId="urn:microsoft.com/office/officeart/2005/8/quickstyle/simple1" qsCatId="simple" csTypeId="urn:microsoft.com/office/officeart/2005/8/colors/accent1_2" csCatId="accent1" phldr="1"/>
      <dgm:spPr/>
    </dgm:pt>
    <dgm:pt modelId="{0F3E1971-272A-4A61-B2BF-582ADC9B6533}">
      <dgm:prSet phldrT="[Текст]" custT="1"/>
      <dgm:spPr>
        <a:solidFill>
          <a:srgbClr val="FFDBDA"/>
        </a:solidFill>
        <a:ln w="25400">
          <a:solidFill>
            <a:schemeClr val="bg1"/>
          </a:solidFill>
        </a:ln>
      </dgm:spPr>
      <dgm:t>
        <a:bodyPr/>
        <a:lstStyle/>
        <a:p>
          <a:r>
            <a:rPr lang="ru-RU" sz="800" dirty="0">
              <a:solidFill>
                <a:schemeClr val="tx1"/>
              </a:solidFill>
            </a:rPr>
            <a:t>Текст</a:t>
          </a:r>
          <a:endParaRPr lang="ru-RU" sz="800" dirty="0"/>
        </a:p>
      </dgm:t>
    </dgm:pt>
    <dgm:pt modelId="{18E5CC43-8C2B-47F3-88FB-7FE941E957CF}" type="parTrans" cxnId="{0624605D-E668-46EB-A556-C864283CF443}">
      <dgm:prSet/>
      <dgm:spPr/>
      <dgm:t>
        <a:bodyPr/>
        <a:lstStyle/>
        <a:p>
          <a:endParaRPr lang="ru-RU" sz="800"/>
        </a:p>
      </dgm:t>
    </dgm:pt>
    <dgm:pt modelId="{E98CBBE5-F678-4F86-BC01-BE133BCC88C1}" type="sibTrans" cxnId="{0624605D-E668-46EB-A556-C864283CF443}">
      <dgm:prSet/>
      <dgm:spPr/>
      <dgm:t>
        <a:bodyPr/>
        <a:lstStyle/>
        <a:p>
          <a:endParaRPr lang="ru-RU" sz="800"/>
        </a:p>
      </dgm:t>
    </dgm:pt>
    <dgm:pt modelId="{745B7D8D-0192-4826-B2C9-B78A23851DE0}">
      <dgm:prSet phldrT="[Текст]" custT="1"/>
      <dgm:spPr>
        <a:solidFill>
          <a:srgbClr val="F9CCE4"/>
        </a:solidFill>
        <a:ln w="25400">
          <a:solidFill>
            <a:schemeClr val="bg1"/>
          </a:solidFill>
        </a:ln>
      </dgm:spPr>
      <dgm:t>
        <a:bodyPr/>
        <a:lstStyle/>
        <a:p>
          <a:r>
            <a:rPr lang="ru-RU" sz="800" dirty="0">
              <a:solidFill>
                <a:schemeClr val="tx1"/>
              </a:solidFill>
            </a:rPr>
            <a:t>Текст</a:t>
          </a:r>
          <a:endParaRPr lang="ru-RU" sz="800" dirty="0"/>
        </a:p>
      </dgm:t>
    </dgm:pt>
    <dgm:pt modelId="{DC72104C-105B-46EB-B2E8-5ADCC91C347E}" type="parTrans" cxnId="{7A5581EF-20C6-466F-97E3-021D4A2B1344}">
      <dgm:prSet/>
      <dgm:spPr/>
      <dgm:t>
        <a:bodyPr/>
        <a:lstStyle/>
        <a:p>
          <a:endParaRPr lang="ru-RU" sz="800"/>
        </a:p>
      </dgm:t>
    </dgm:pt>
    <dgm:pt modelId="{4D44D765-C54F-435F-BE6F-25FBA4A53DFD}" type="sibTrans" cxnId="{7A5581EF-20C6-466F-97E3-021D4A2B1344}">
      <dgm:prSet/>
      <dgm:spPr/>
      <dgm:t>
        <a:bodyPr/>
        <a:lstStyle/>
        <a:p>
          <a:endParaRPr lang="ru-RU" sz="800"/>
        </a:p>
      </dgm:t>
    </dgm:pt>
    <dgm:pt modelId="{55FAC72B-31BB-4BC0-A348-C7FD0634FDD7}">
      <dgm:prSet phldrT="[Текст]" custT="1"/>
      <dgm:spPr>
        <a:solidFill>
          <a:srgbClr val="ECB5E5"/>
        </a:solidFill>
        <a:ln w="25400">
          <a:solidFill>
            <a:schemeClr val="bg1"/>
          </a:solidFill>
        </a:ln>
      </dgm:spPr>
      <dgm:t>
        <a:bodyPr/>
        <a:lstStyle/>
        <a:p>
          <a:r>
            <a:rPr lang="ru-RU" sz="800" dirty="0">
              <a:solidFill>
                <a:schemeClr val="tx1"/>
              </a:solidFill>
            </a:rPr>
            <a:t>Текст</a:t>
          </a:r>
          <a:endParaRPr lang="ru-RU" sz="800" dirty="0"/>
        </a:p>
      </dgm:t>
    </dgm:pt>
    <dgm:pt modelId="{8A7A1950-EAD7-44C1-BDEA-6B054B77DC87}" type="parTrans" cxnId="{B8B1A061-F895-42DE-AE2F-6F91AA412729}">
      <dgm:prSet/>
      <dgm:spPr/>
      <dgm:t>
        <a:bodyPr/>
        <a:lstStyle/>
        <a:p>
          <a:endParaRPr lang="ru-RU" sz="800"/>
        </a:p>
      </dgm:t>
    </dgm:pt>
    <dgm:pt modelId="{172D1204-FCEF-4C6E-BC70-516F8E4B1F19}" type="sibTrans" cxnId="{B8B1A061-F895-42DE-AE2F-6F91AA412729}">
      <dgm:prSet/>
      <dgm:spPr/>
      <dgm:t>
        <a:bodyPr/>
        <a:lstStyle/>
        <a:p>
          <a:endParaRPr lang="ru-RU" sz="800"/>
        </a:p>
      </dgm:t>
    </dgm:pt>
    <dgm:pt modelId="{07D8E6C7-D71C-44B1-818F-922B372C9790}">
      <dgm:prSet phldrT="[Текст]" custT="1"/>
      <dgm:spPr>
        <a:solidFill>
          <a:srgbClr val="D5BFED"/>
        </a:solidFill>
        <a:ln w="25400">
          <a:solidFill>
            <a:schemeClr val="bg1"/>
          </a:solidFill>
        </a:ln>
      </dgm:spPr>
      <dgm:t>
        <a:bodyPr/>
        <a:lstStyle/>
        <a:p>
          <a:r>
            <a:rPr lang="ru-RU" sz="800" dirty="0">
              <a:solidFill>
                <a:schemeClr val="tx1"/>
              </a:solidFill>
            </a:rPr>
            <a:t>Текст</a:t>
          </a:r>
          <a:endParaRPr lang="ru-RU" sz="800" dirty="0"/>
        </a:p>
      </dgm:t>
    </dgm:pt>
    <dgm:pt modelId="{A013B6D5-4A5F-4AC0-ACE2-7276C919C1DA}" type="parTrans" cxnId="{EEB1BAF5-CF2D-43E1-8C45-ADF249D851A1}">
      <dgm:prSet/>
      <dgm:spPr/>
      <dgm:t>
        <a:bodyPr/>
        <a:lstStyle/>
        <a:p>
          <a:endParaRPr lang="ru-RU" sz="800"/>
        </a:p>
      </dgm:t>
    </dgm:pt>
    <dgm:pt modelId="{90C34C69-88EC-472C-85EE-B16AB21D54D7}" type="sibTrans" cxnId="{EEB1BAF5-CF2D-43E1-8C45-ADF249D851A1}">
      <dgm:prSet/>
      <dgm:spPr/>
      <dgm:t>
        <a:bodyPr/>
        <a:lstStyle/>
        <a:p>
          <a:endParaRPr lang="ru-RU" sz="800"/>
        </a:p>
      </dgm:t>
    </dgm:pt>
    <dgm:pt modelId="{648FE7B5-C81B-439E-8CC0-30ECCA23B617}">
      <dgm:prSet phldrT="[Текст]" custT="1"/>
      <dgm:spPr>
        <a:solidFill>
          <a:srgbClr val="E5E2FC"/>
        </a:solidFill>
        <a:ln w="25400">
          <a:solidFill>
            <a:schemeClr val="bg1"/>
          </a:solidFill>
        </a:ln>
      </dgm:spPr>
      <dgm:t>
        <a:bodyPr/>
        <a:lstStyle/>
        <a:p>
          <a:r>
            <a:rPr lang="ru-RU" sz="800" dirty="0">
              <a:solidFill>
                <a:schemeClr val="tx1"/>
              </a:solidFill>
            </a:rPr>
            <a:t>Текст</a:t>
          </a:r>
        </a:p>
      </dgm:t>
    </dgm:pt>
    <dgm:pt modelId="{5A37E80B-4E6C-4773-AA13-9A9CB6B3A7B6}" type="sibTrans" cxnId="{0D1E0BC0-79E1-42DC-8376-B247822F01F2}">
      <dgm:prSet/>
      <dgm:spPr/>
      <dgm:t>
        <a:bodyPr/>
        <a:lstStyle/>
        <a:p>
          <a:endParaRPr lang="ru-RU" sz="800"/>
        </a:p>
      </dgm:t>
    </dgm:pt>
    <dgm:pt modelId="{2129C5C8-03E8-47F2-ADC5-0F7C02C65D33}" type="parTrans" cxnId="{0D1E0BC0-79E1-42DC-8376-B247822F01F2}">
      <dgm:prSet/>
      <dgm:spPr/>
      <dgm:t>
        <a:bodyPr/>
        <a:lstStyle/>
        <a:p>
          <a:endParaRPr lang="ru-RU" sz="800"/>
        </a:p>
      </dgm:t>
    </dgm:pt>
    <dgm:pt modelId="{7B204494-7B19-451D-BCB5-48C116736374}">
      <dgm:prSet phldrT="[Текст]" phldr="1" custT="1"/>
      <dgm:spPr>
        <a:solidFill>
          <a:schemeClr val="bg1"/>
        </a:solidFill>
        <a:ln w="25400">
          <a:solidFill>
            <a:schemeClr val="bg1"/>
          </a:solidFill>
        </a:ln>
      </dgm:spPr>
      <dgm:t>
        <a:bodyPr/>
        <a:lstStyle/>
        <a:p>
          <a:endParaRPr lang="ru-RU" sz="800" dirty="0">
            <a:solidFill>
              <a:schemeClr val="bg1"/>
            </a:solidFill>
          </a:endParaRPr>
        </a:p>
      </dgm:t>
    </dgm:pt>
    <dgm:pt modelId="{D1AEAF13-2F10-40B1-8089-67DD49D76CC7}" type="parTrans" cxnId="{7ECF64C9-1D9C-4685-A576-3EE8A554542A}">
      <dgm:prSet/>
      <dgm:spPr/>
      <dgm:t>
        <a:bodyPr/>
        <a:lstStyle/>
        <a:p>
          <a:endParaRPr lang="ru-RU" sz="800"/>
        </a:p>
      </dgm:t>
    </dgm:pt>
    <dgm:pt modelId="{4AC0353C-11AA-4657-8581-E69BEC9B8BB9}" type="sibTrans" cxnId="{7ECF64C9-1D9C-4685-A576-3EE8A554542A}">
      <dgm:prSet/>
      <dgm:spPr/>
      <dgm:t>
        <a:bodyPr/>
        <a:lstStyle/>
        <a:p>
          <a:endParaRPr lang="ru-RU" sz="800"/>
        </a:p>
      </dgm:t>
    </dgm:pt>
    <dgm:pt modelId="{4EA5E7A6-0EA3-410D-ADDC-6E041A08E7C4}" type="pres">
      <dgm:prSet presAssocID="{16C30B98-7F9F-450C-ABFC-25109F5C176D}" presName="Name0" presStyleCnt="0">
        <dgm:presLayoutVars>
          <dgm:dir/>
          <dgm:animLvl val="lvl"/>
          <dgm:resizeHandles val="exact"/>
        </dgm:presLayoutVars>
      </dgm:prSet>
      <dgm:spPr/>
    </dgm:pt>
    <dgm:pt modelId="{6CF2F2B7-BDC2-4E8A-A607-902105AEA178}" type="pres">
      <dgm:prSet presAssocID="{0F3E1971-272A-4A61-B2BF-582ADC9B6533}" presName="Name8" presStyleCnt="0"/>
      <dgm:spPr/>
    </dgm:pt>
    <dgm:pt modelId="{652E5B58-1634-481E-8F76-461269660529}" type="pres">
      <dgm:prSet presAssocID="{0F3E1971-272A-4A61-B2BF-582ADC9B6533}" presName="level" presStyleLbl="node1" presStyleIdx="0" presStyleCnt="6" custLinFactNeighborX="8838">
        <dgm:presLayoutVars>
          <dgm:chMax val="1"/>
          <dgm:bulletEnabled val="1"/>
        </dgm:presLayoutVars>
      </dgm:prSet>
      <dgm:spPr/>
    </dgm:pt>
    <dgm:pt modelId="{5C03E917-31FA-4194-B476-F20CBDCB36D1}" type="pres">
      <dgm:prSet presAssocID="{0F3E1971-272A-4A61-B2BF-582ADC9B6533}" presName="levelTx" presStyleLbl="revTx" presStyleIdx="0" presStyleCnt="0">
        <dgm:presLayoutVars>
          <dgm:chMax val="1"/>
          <dgm:bulletEnabled val="1"/>
        </dgm:presLayoutVars>
      </dgm:prSet>
      <dgm:spPr/>
    </dgm:pt>
    <dgm:pt modelId="{510733C2-FAAE-4B29-8647-3B2DC2B3685F}" type="pres">
      <dgm:prSet presAssocID="{745B7D8D-0192-4826-B2C9-B78A23851DE0}" presName="Name8" presStyleCnt="0"/>
      <dgm:spPr/>
    </dgm:pt>
    <dgm:pt modelId="{75F07C5F-F848-4E1D-9971-049338E3C4D0}" type="pres">
      <dgm:prSet presAssocID="{745B7D8D-0192-4826-B2C9-B78A23851DE0}" presName="level" presStyleLbl="node1" presStyleIdx="1" presStyleCnt="6">
        <dgm:presLayoutVars>
          <dgm:chMax val="1"/>
          <dgm:bulletEnabled val="1"/>
        </dgm:presLayoutVars>
      </dgm:prSet>
      <dgm:spPr/>
    </dgm:pt>
    <dgm:pt modelId="{46959E88-0B2C-4683-BB40-1308A88FAFC6}" type="pres">
      <dgm:prSet presAssocID="{745B7D8D-0192-4826-B2C9-B78A23851DE0}" presName="levelTx" presStyleLbl="revTx" presStyleIdx="0" presStyleCnt="0">
        <dgm:presLayoutVars>
          <dgm:chMax val="1"/>
          <dgm:bulletEnabled val="1"/>
        </dgm:presLayoutVars>
      </dgm:prSet>
      <dgm:spPr/>
    </dgm:pt>
    <dgm:pt modelId="{75E7F414-74C8-4138-87C2-F53392308766}" type="pres">
      <dgm:prSet presAssocID="{55FAC72B-31BB-4BC0-A348-C7FD0634FDD7}" presName="Name8" presStyleCnt="0"/>
      <dgm:spPr/>
    </dgm:pt>
    <dgm:pt modelId="{2987AE8A-001D-4DBB-A539-D0933ED9DBBE}" type="pres">
      <dgm:prSet presAssocID="{55FAC72B-31BB-4BC0-A348-C7FD0634FDD7}" presName="level" presStyleLbl="node1" presStyleIdx="2" presStyleCnt="6">
        <dgm:presLayoutVars>
          <dgm:chMax val="1"/>
          <dgm:bulletEnabled val="1"/>
        </dgm:presLayoutVars>
      </dgm:prSet>
      <dgm:spPr/>
    </dgm:pt>
    <dgm:pt modelId="{98C0BDC8-3221-4BB4-912D-44E74437A5B4}" type="pres">
      <dgm:prSet presAssocID="{55FAC72B-31BB-4BC0-A348-C7FD0634FDD7}" presName="levelTx" presStyleLbl="revTx" presStyleIdx="0" presStyleCnt="0">
        <dgm:presLayoutVars>
          <dgm:chMax val="1"/>
          <dgm:bulletEnabled val="1"/>
        </dgm:presLayoutVars>
      </dgm:prSet>
      <dgm:spPr/>
    </dgm:pt>
    <dgm:pt modelId="{0506C75C-4C29-45D6-A0F2-0B289B81C898}" type="pres">
      <dgm:prSet presAssocID="{07D8E6C7-D71C-44B1-818F-922B372C9790}" presName="Name8" presStyleCnt="0"/>
      <dgm:spPr/>
    </dgm:pt>
    <dgm:pt modelId="{FD0CF14E-7512-4D11-B08D-FE494C5F04CC}" type="pres">
      <dgm:prSet presAssocID="{07D8E6C7-D71C-44B1-818F-922B372C9790}" presName="level" presStyleLbl="node1" presStyleIdx="3" presStyleCnt="6">
        <dgm:presLayoutVars>
          <dgm:chMax val="1"/>
          <dgm:bulletEnabled val="1"/>
        </dgm:presLayoutVars>
      </dgm:prSet>
      <dgm:spPr/>
    </dgm:pt>
    <dgm:pt modelId="{813BD905-3D25-4840-B772-602BA22C9725}" type="pres">
      <dgm:prSet presAssocID="{07D8E6C7-D71C-44B1-818F-922B372C9790}" presName="levelTx" presStyleLbl="revTx" presStyleIdx="0" presStyleCnt="0">
        <dgm:presLayoutVars>
          <dgm:chMax val="1"/>
          <dgm:bulletEnabled val="1"/>
        </dgm:presLayoutVars>
      </dgm:prSet>
      <dgm:spPr/>
    </dgm:pt>
    <dgm:pt modelId="{DE420063-DE9C-4228-97B6-F75E1F3F66BF}" type="pres">
      <dgm:prSet presAssocID="{648FE7B5-C81B-439E-8CC0-30ECCA23B617}" presName="Name8" presStyleCnt="0"/>
      <dgm:spPr/>
    </dgm:pt>
    <dgm:pt modelId="{930D1AC1-FA3E-475F-97E9-1F06D93D9269}" type="pres">
      <dgm:prSet presAssocID="{648FE7B5-C81B-439E-8CC0-30ECCA23B617}" presName="level" presStyleLbl="node1" presStyleIdx="4" presStyleCnt="6">
        <dgm:presLayoutVars>
          <dgm:chMax val="1"/>
          <dgm:bulletEnabled val="1"/>
        </dgm:presLayoutVars>
      </dgm:prSet>
      <dgm:spPr/>
    </dgm:pt>
    <dgm:pt modelId="{4E695DEE-C5ED-4DDD-B5E1-2D5636392F9A}" type="pres">
      <dgm:prSet presAssocID="{648FE7B5-C81B-439E-8CC0-30ECCA23B617}" presName="levelTx" presStyleLbl="revTx" presStyleIdx="0" presStyleCnt="0">
        <dgm:presLayoutVars>
          <dgm:chMax val="1"/>
          <dgm:bulletEnabled val="1"/>
        </dgm:presLayoutVars>
      </dgm:prSet>
      <dgm:spPr/>
    </dgm:pt>
    <dgm:pt modelId="{5F6BB5FF-C1D3-4C17-9A42-49628FA0F798}" type="pres">
      <dgm:prSet presAssocID="{7B204494-7B19-451D-BCB5-48C116736374}" presName="Name8" presStyleCnt="0"/>
      <dgm:spPr/>
    </dgm:pt>
    <dgm:pt modelId="{88721F72-E197-4493-AABA-3B8A74619459}" type="pres">
      <dgm:prSet presAssocID="{7B204494-7B19-451D-BCB5-48C116736374}" presName="level" presStyleLbl="node1" presStyleIdx="5" presStyleCnt="6">
        <dgm:presLayoutVars>
          <dgm:chMax val="1"/>
          <dgm:bulletEnabled val="1"/>
        </dgm:presLayoutVars>
      </dgm:prSet>
      <dgm:spPr/>
    </dgm:pt>
    <dgm:pt modelId="{577F1109-8423-47E2-80B0-E2CB587560A9}" type="pres">
      <dgm:prSet presAssocID="{7B204494-7B19-451D-BCB5-48C116736374}" presName="levelTx" presStyleLbl="revTx" presStyleIdx="0" presStyleCnt="0">
        <dgm:presLayoutVars>
          <dgm:chMax val="1"/>
          <dgm:bulletEnabled val="1"/>
        </dgm:presLayoutVars>
      </dgm:prSet>
      <dgm:spPr/>
    </dgm:pt>
  </dgm:ptLst>
  <dgm:cxnLst>
    <dgm:cxn modelId="{547A5A0F-84CD-462D-85A0-3E0BD3DFBC9B}" type="presOf" srcId="{648FE7B5-C81B-439E-8CC0-30ECCA23B617}" destId="{4E695DEE-C5ED-4DDD-B5E1-2D5636392F9A}" srcOrd="1" destOrd="0" presId="urn:microsoft.com/office/officeart/2005/8/layout/pyramid3"/>
    <dgm:cxn modelId="{AD83984D-2AD1-444E-BD9B-8242B4D78B0F}" type="presOf" srcId="{07D8E6C7-D71C-44B1-818F-922B372C9790}" destId="{FD0CF14E-7512-4D11-B08D-FE494C5F04CC}" srcOrd="0" destOrd="0" presId="urn:microsoft.com/office/officeart/2005/8/layout/pyramid3"/>
    <dgm:cxn modelId="{5E374854-E509-424C-B42F-F6DDB3554A82}" type="presOf" srcId="{7B204494-7B19-451D-BCB5-48C116736374}" destId="{88721F72-E197-4493-AABA-3B8A74619459}" srcOrd="0" destOrd="0" presId="urn:microsoft.com/office/officeart/2005/8/layout/pyramid3"/>
    <dgm:cxn modelId="{71C48255-4381-4BC0-B549-0F7CA1F376FF}" type="presOf" srcId="{16C30B98-7F9F-450C-ABFC-25109F5C176D}" destId="{4EA5E7A6-0EA3-410D-ADDC-6E041A08E7C4}" srcOrd="0" destOrd="0" presId="urn:microsoft.com/office/officeart/2005/8/layout/pyramid3"/>
    <dgm:cxn modelId="{0624605D-E668-46EB-A556-C864283CF443}" srcId="{16C30B98-7F9F-450C-ABFC-25109F5C176D}" destId="{0F3E1971-272A-4A61-B2BF-582ADC9B6533}" srcOrd="0" destOrd="0" parTransId="{18E5CC43-8C2B-47F3-88FB-7FE941E957CF}" sibTransId="{E98CBBE5-F678-4F86-BC01-BE133BCC88C1}"/>
    <dgm:cxn modelId="{B8B1A061-F895-42DE-AE2F-6F91AA412729}" srcId="{16C30B98-7F9F-450C-ABFC-25109F5C176D}" destId="{55FAC72B-31BB-4BC0-A348-C7FD0634FDD7}" srcOrd="2" destOrd="0" parTransId="{8A7A1950-EAD7-44C1-BDEA-6B054B77DC87}" sibTransId="{172D1204-FCEF-4C6E-BC70-516F8E4B1F19}"/>
    <dgm:cxn modelId="{F637B966-16AF-4BE0-83D2-FFBC424F6774}" type="presOf" srcId="{55FAC72B-31BB-4BC0-A348-C7FD0634FDD7}" destId="{2987AE8A-001D-4DBB-A539-D0933ED9DBBE}" srcOrd="0" destOrd="0" presId="urn:microsoft.com/office/officeart/2005/8/layout/pyramid3"/>
    <dgm:cxn modelId="{1A46D19F-AF31-4E26-8CFD-388ACEC85943}" type="presOf" srcId="{745B7D8D-0192-4826-B2C9-B78A23851DE0}" destId="{75F07C5F-F848-4E1D-9971-049338E3C4D0}" srcOrd="0" destOrd="0" presId="urn:microsoft.com/office/officeart/2005/8/layout/pyramid3"/>
    <dgm:cxn modelId="{3193A8AD-2B4D-4588-99A5-2F215A44D45F}" type="presOf" srcId="{745B7D8D-0192-4826-B2C9-B78A23851DE0}" destId="{46959E88-0B2C-4683-BB40-1308A88FAFC6}" srcOrd="1" destOrd="0" presId="urn:microsoft.com/office/officeart/2005/8/layout/pyramid3"/>
    <dgm:cxn modelId="{0D1E0BC0-79E1-42DC-8376-B247822F01F2}" srcId="{16C30B98-7F9F-450C-ABFC-25109F5C176D}" destId="{648FE7B5-C81B-439E-8CC0-30ECCA23B617}" srcOrd="4" destOrd="0" parTransId="{2129C5C8-03E8-47F2-ADC5-0F7C02C65D33}" sibTransId="{5A37E80B-4E6C-4773-AA13-9A9CB6B3A7B6}"/>
    <dgm:cxn modelId="{B60F5CC4-8750-42E6-878C-6D12BD5A523B}" type="presOf" srcId="{55FAC72B-31BB-4BC0-A348-C7FD0634FDD7}" destId="{98C0BDC8-3221-4BB4-912D-44E74437A5B4}" srcOrd="1" destOrd="0" presId="urn:microsoft.com/office/officeart/2005/8/layout/pyramid3"/>
    <dgm:cxn modelId="{7ECF64C9-1D9C-4685-A576-3EE8A554542A}" srcId="{16C30B98-7F9F-450C-ABFC-25109F5C176D}" destId="{7B204494-7B19-451D-BCB5-48C116736374}" srcOrd="5" destOrd="0" parTransId="{D1AEAF13-2F10-40B1-8089-67DD49D76CC7}" sibTransId="{4AC0353C-11AA-4657-8581-E69BEC9B8BB9}"/>
    <dgm:cxn modelId="{755E46CE-7572-477D-AAEE-3DE4E81B7B19}" type="presOf" srcId="{7B204494-7B19-451D-BCB5-48C116736374}" destId="{577F1109-8423-47E2-80B0-E2CB587560A9}" srcOrd="1" destOrd="0" presId="urn:microsoft.com/office/officeart/2005/8/layout/pyramid3"/>
    <dgm:cxn modelId="{3D1995E5-8AEE-44B0-8DA1-ACE4BE3D1D61}" type="presOf" srcId="{0F3E1971-272A-4A61-B2BF-582ADC9B6533}" destId="{5C03E917-31FA-4194-B476-F20CBDCB36D1}" srcOrd="1" destOrd="0" presId="urn:microsoft.com/office/officeart/2005/8/layout/pyramid3"/>
    <dgm:cxn modelId="{C1D4A6E6-E184-4169-9085-FA5C5B6854BD}" type="presOf" srcId="{648FE7B5-C81B-439E-8CC0-30ECCA23B617}" destId="{930D1AC1-FA3E-475F-97E9-1F06D93D9269}" srcOrd="0" destOrd="0" presId="urn:microsoft.com/office/officeart/2005/8/layout/pyramid3"/>
    <dgm:cxn modelId="{B54586EC-09F7-4F3C-9262-11C5AE29B9CA}" type="presOf" srcId="{07D8E6C7-D71C-44B1-818F-922B372C9790}" destId="{813BD905-3D25-4840-B772-602BA22C9725}" srcOrd="1" destOrd="0" presId="urn:microsoft.com/office/officeart/2005/8/layout/pyramid3"/>
    <dgm:cxn modelId="{7A5581EF-20C6-466F-97E3-021D4A2B1344}" srcId="{16C30B98-7F9F-450C-ABFC-25109F5C176D}" destId="{745B7D8D-0192-4826-B2C9-B78A23851DE0}" srcOrd="1" destOrd="0" parTransId="{DC72104C-105B-46EB-B2E8-5ADCC91C347E}" sibTransId="{4D44D765-C54F-435F-BE6F-25FBA4A53DFD}"/>
    <dgm:cxn modelId="{EEB1BAF5-CF2D-43E1-8C45-ADF249D851A1}" srcId="{16C30B98-7F9F-450C-ABFC-25109F5C176D}" destId="{07D8E6C7-D71C-44B1-818F-922B372C9790}" srcOrd="3" destOrd="0" parTransId="{A013B6D5-4A5F-4AC0-ACE2-7276C919C1DA}" sibTransId="{90C34C69-88EC-472C-85EE-B16AB21D54D7}"/>
    <dgm:cxn modelId="{41D9EAF9-1E62-4514-B93B-9A7DCBE85B5A}" type="presOf" srcId="{0F3E1971-272A-4A61-B2BF-582ADC9B6533}" destId="{652E5B58-1634-481E-8F76-461269660529}" srcOrd="0" destOrd="0" presId="urn:microsoft.com/office/officeart/2005/8/layout/pyramid3"/>
    <dgm:cxn modelId="{FC95F267-935B-40FA-9EAA-443C0A9F792C}" type="presParOf" srcId="{4EA5E7A6-0EA3-410D-ADDC-6E041A08E7C4}" destId="{6CF2F2B7-BDC2-4E8A-A607-902105AEA178}" srcOrd="0" destOrd="0" presId="urn:microsoft.com/office/officeart/2005/8/layout/pyramid3"/>
    <dgm:cxn modelId="{25EF766F-1AD7-4C29-9EEA-46EB835DE4A2}" type="presParOf" srcId="{6CF2F2B7-BDC2-4E8A-A607-902105AEA178}" destId="{652E5B58-1634-481E-8F76-461269660529}" srcOrd="0" destOrd="0" presId="urn:microsoft.com/office/officeart/2005/8/layout/pyramid3"/>
    <dgm:cxn modelId="{D5FFF291-8107-4ED8-A7B4-DC3B26551F56}" type="presParOf" srcId="{6CF2F2B7-BDC2-4E8A-A607-902105AEA178}" destId="{5C03E917-31FA-4194-B476-F20CBDCB36D1}" srcOrd="1" destOrd="0" presId="urn:microsoft.com/office/officeart/2005/8/layout/pyramid3"/>
    <dgm:cxn modelId="{31C5C0FE-C7CF-47E8-B03D-8AAF034152C5}" type="presParOf" srcId="{4EA5E7A6-0EA3-410D-ADDC-6E041A08E7C4}" destId="{510733C2-FAAE-4B29-8647-3B2DC2B3685F}" srcOrd="1" destOrd="0" presId="urn:microsoft.com/office/officeart/2005/8/layout/pyramid3"/>
    <dgm:cxn modelId="{C70031C9-0E5E-4E6A-A1E5-AAD7BB590598}" type="presParOf" srcId="{510733C2-FAAE-4B29-8647-3B2DC2B3685F}" destId="{75F07C5F-F848-4E1D-9971-049338E3C4D0}" srcOrd="0" destOrd="0" presId="urn:microsoft.com/office/officeart/2005/8/layout/pyramid3"/>
    <dgm:cxn modelId="{B8B7BF54-C62C-4F1D-9F42-68F4F923EB72}" type="presParOf" srcId="{510733C2-FAAE-4B29-8647-3B2DC2B3685F}" destId="{46959E88-0B2C-4683-BB40-1308A88FAFC6}" srcOrd="1" destOrd="0" presId="urn:microsoft.com/office/officeart/2005/8/layout/pyramid3"/>
    <dgm:cxn modelId="{2638B307-0A84-48FF-88C9-799C6D8F778E}" type="presParOf" srcId="{4EA5E7A6-0EA3-410D-ADDC-6E041A08E7C4}" destId="{75E7F414-74C8-4138-87C2-F53392308766}" srcOrd="2" destOrd="0" presId="urn:microsoft.com/office/officeart/2005/8/layout/pyramid3"/>
    <dgm:cxn modelId="{9A08DF27-40B8-4A83-8BE8-12614B45C0B5}" type="presParOf" srcId="{75E7F414-74C8-4138-87C2-F53392308766}" destId="{2987AE8A-001D-4DBB-A539-D0933ED9DBBE}" srcOrd="0" destOrd="0" presId="urn:microsoft.com/office/officeart/2005/8/layout/pyramid3"/>
    <dgm:cxn modelId="{6CFBC3FC-88CE-4410-B558-77276CE15DD0}" type="presParOf" srcId="{75E7F414-74C8-4138-87C2-F53392308766}" destId="{98C0BDC8-3221-4BB4-912D-44E74437A5B4}" srcOrd="1" destOrd="0" presId="urn:microsoft.com/office/officeart/2005/8/layout/pyramid3"/>
    <dgm:cxn modelId="{0E0482BE-81A8-4380-96E5-9FA00AF064A6}" type="presParOf" srcId="{4EA5E7A6-0EA3-410D-ADDC-6E041A08E7C4}" destId="{0506C75C-4C29-45D6-A0F2-0B289B81C898}" srcOrd="3" destOrd="0" presId="urn:microsoft.com/office/officeart/2005/8/layout/pyramid3"/>
    <dgm:cxn modelId="{588CFEDA-156F-4DF2-AA39-4371547C3A95}" type="presParOf" srcId="{0506C75C-4C29-45D6-A0F2-0B289B81C898}" destId="{FD0CF14E-7512-4D11-B08D-FE494C5F04CC}" srcOrd="0" destOrd="0" presId="urn:microsoft.com/office/officeart/2005/8/layout/pyramid3"/>
    <dgm:cxn modelId="{9F382C73-3CBC-4271-B59C-D0D8C04A139A}" type="presParOf" srcId="{0506C75C-4C29-45D6-A0F2-0B289B81C898}" destId="{813BD905-3D25-4840-B772-602BA22C9725}" srcOrd="1" destOrd="0" presId="urn:microsoft.com/office/officeart/2005/8/layout/pyramid3"/>
    <dgm:cxn modelId="{40EB81C3-7C2F-412B-AEF1-BE758FBDD827}" type="presParOf" srcId="{4EA5E7A6-0EA3-410D-ADDC-6E041A08E7C4}" destId="{DE420063-DE9C-4228-97B6-F75E1F3F66BF}" srcOrd="4" destOrd="0" presId="urn:microsoft.com/office/officeart/2005/8/layout/pyramid3"/>
    <dgm:cxn modelId="{4861C106-1384-469A-A7F4-B04ACF0A3AFC}" type="presParOf" srcId="{DE420063-DE9C-4228-97B6-F75E1F3F66BF}" destId="{930D1AC1-FA3E-475F-97E9-1F06D93D9269}" srcOrd="0" destOrd="0" presId="urn:microsoft.com/office/officeart/2005/8/layout/pyramid3"/>
    <dgm:cxn modelId="{8CC34C5B-833E-45C4-A899-D876CDEAEB66}" type="presParOf" srcId="{DE420063-DE9C-4228-97B6-F75E1F3F66BF}" destId="{4E695DEE-C5ED-4DDD-B5E1-2D5636392F9A}" srcOrd="1" destOrd="0" presId="urn:microsoft.com/office/officeart/2005/8/layout/pyramid3"/>
    <dgm:cxn modelId="{F81696C9-77C7-4DA6-9E36-F4EA87C6FD19}" type="presParOf" srcId="{4EA5E7A6-0EA3-410D-ADDC-6E041A08E7C4}" destId="{5F6BB5FF-C1D3-4C17-9A42-49628FA0F798}" srcOrd="5" destOrd="0" presId="urn:microsoft.com/office/officeart/2005/8/layout/pyramid3"/>
    <dgm:cxn modelId="{8666FDD7-F198-417F-B83D-29CDBB836051}" type="presParOf" srcId="{5F6BB5FF-C1D3-4C17-9A42-49628FA0F798}" destId="{88721F72-E197-4493-AABA-3B8A74619459}" srcOrd="0" destOrd="0" presId="urn:microsoft.com/office/officeart/2005/8/layout/pyramid3"/>
    <dgm:cxn modelId="{B42AFCA5-3FD8-4D04-9080-AF11CF6324B3}" type="presParOf" srcId="{5F6BB5FF-C1D3-4C17-9A42-49628FA0F798}" destId="{577F1109-8423-47E2-80B0-E2CB587560A9}" srcOrd="1" destOrd="0" presId="urn:microsoft.com/office/officeart/2005/8/layout/pyramid3"/>
  </dgm:cxnLst>
  <dgm:bg>
    <a:effectLst/>
  </dgm:bg>
  <dgm:whole>
    <a:ln w="38100">
      <a:noFill/>
    </a:ln>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1834F69-FC6F-45A7-AFCA-02662F208FAE}"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ru-RU"/>
        </a:p>
      </dgm:t>
    </dgm:pt>
    <dgm:pt modelId="{D55A03DE-1083-4C65-A903-3CBC369A2342}">
      <dgm:prSet phldrT="[Текст]" custT="1"/>
      <dgm:spPr>
        <a:solidFill>
          <a:srgbClr val="FFA4A3"/>
        </a:solidFill>
        <a:ln w="12700">
          <a:solidFill>
            <a:srgbClr val="000000">
              <a:alpha val="20000"/>
            </a:srgbClr>
          </a:solidFill>
        </a:ln>
      </dgm:spPr>
      <dgm:t>
        <a:bodyPr/>
        <a:lstStyle/>
        <a:p>
          <a:r>
            <a:rPr lang="ru-RU" sz="800" dirty="0">
              <a:solidFill>
                <a:schemeClr val="tx1"/>
              </a:solidFill>
            </a:rPr>
            <a:t>Текст</a:t>
          </a:r>
        </a:p>
      </dgm:t>
    </dgm:pt>
    <dgm:pt modelId="{148EDD9E-96EC-4B62-8250-0948CE74C8EC}" type="parTrans" cxnId="{26943212-7ACE-4B35-BF45-0BA59B2BA726}">
      <dgm:prSet/>
      <dgm:spPr/>
      <dgm:t>
        <a:bodyPr/>
        <a:lstStyle/>
        <a:p>
          <a:endParaRPr lang="ru-RU" sz="800"/>
        </a:p>
      </dgm:t>
    </dgm:pt>
    <dgm:pt modelId="{8D096780-1402-4D38-A9E4-927296DB0307}" type="sibTrans" cxnId="{26943212-7ACE-4B35-BF45-0BA59B2BA726}">
      <dgm:prSet/>
      <dgm:spPr/>
      <dgm:t>
        <a:bodyPr/>
        <a:lstStyle/>
        <a:p>
          <a:endParaRPr lang="ru-RU" sz="800"/>
        </a:p>
      </dgm:t>
    </dgm:pt>
    <dgm:pt modelId="{D706A6B5-41BB-48DD-9B53-BC73F7ABF069}">
      <dgm:prSet phldrT="[Текст]" custT="1"/>
      <dgm:spPr>
        <a:solidFill>
          <a:srgbClr val="F9CCE4"/>
        </a:solidFill>
        <a:ln w="12700">
          <a:solidFill>
            <a:srgbClr val="000000">
              <a:alpha val="20000"/>
            </a:srgbClr>
          </a:solidFill>
        </a:ln>
      </dgm:spPr>
      <dgm:t>
        <a:bodyPr/>
        <a:lstStyle/>
        <a:p>
          <a:r>
            <a:rPr lang="ru-RU" sz="800" dirty="0">
              <a:solidFill>
                <a:schemeClr val="tx1"/>
              </a:solidFill>
            </a:rPr>
            <a:t>Текст</a:t>
          </a:r>
        </a:p>
      </dgm:t>
    </dgm:pt>
    <dgm:pt modelId="{DE8FF0D9-C29A-4B05-8A6D-BB1E7DAD54C5}" type="parTrans" cxnId="{AB4F46D5-E0E2-4347-8FAE-A530EE65E393}">
      <dgm:prSet/>
      <dgm:spPr/>
      <dgm:t>
        <a:bodyPr/>
        <a:lstStyle/>
        <a:p>
          <a:endParaRPr lang="ru-RU" sz="800"/>
        </a:p>
      </dgm:t>
    </dgm:pt>
    <dgm:pt modelId="{8142DD72-FB40-4055-97A1-DCDC3C1EF0EB}" type="sibTrans" cxnId="{AB4F46D5-E0E2-4347-8FAE-A530EE65E393}">
      <dgm:prSet/>
      <dgm:spPr/>
      <dgm:t>
        <a:bodyPr/>
        <a:lstStyle/>
        <a:p>
          <a:endParaRPr lang="ru-RU" sz="800"/>
        </a:p>
      </dgm:t>
    </dgm:pt>
    <dgm:pt modelId="{BFF90DC3-F477-4E7C-83DA-765D91CCE0C1}">
      <dgm:prSet phldrT="[Текст]" custT="1"/>
      <dgm:spPr>
        <a:solidFill>
          <a:srgbClr val="DDB5D3"/>
        </a:solidFill>
        <a:ln>
          <a:solidFill>
            <a:srgbClr val="000000">
              <a:alpha val="20000"/>
            </a:srgbClr>
          </a:solidFill>
        </a:ln>
      </dgm:spPr>
      <dgm:t>
        <a:bodyPr/>
        <a:lstStyle/>
        <a:p>
          <a:r>
            <a:rPr lang="ru-RU" sz="800" dirty="0">
              <a:solidFill>
                <a:schemeClr val="tx1"/>
              </a:solidFill>
            </a:rPr>
            <a:t>Текст</a:t>
          </a:r>
        </a:p>
      </dgm:t>
    </dgm:pt>
    <dgm:pt modelId="{F6D75513-807F-42A4-A487-8A6C9E301444}" type="parTrans" cxnId="{111730A1-3DEA-41CE-A2B5-A787FCE45BBD}">
      <dgm:prSet/>
      <dgm:spPr/>
      <dgm:t>
        <a:bodyPr/>
        <a:lstStyle/>
        <a:p>
          <a:endParaRPr lang="ru-RU" sz="800"/>
        </a:p>
      </dgm:t>
    </dgm:pt>
    <dgm:pt modelId="{467BC6E3-607A-46B0-83CC-AF0BD4719CAD}" type="sibTrans" cxnId="{111730A1-3DEA-41CE-A2B5-A787FCE45BBD}">
      <dgm:prSet/>
      <dgm:spPr/>
      <dgm:t>
        <a:bodyPr/>
        <a:lstStyle/>
        <a:p>
          <a:endParaRPr lang="ru-RU" sz="800"/>
        </a:p>
      </dgm:t>
    </dgm:pt>
    <dgm:pt modelId="{BE6298FD-75A0-4B65-894C-15CE267C4C49}">
      <dgm:prSet phldrT="[Текст]" custT="1"/>
      <dgm:spPr>
        <a:solidFill>
          <a:srgbClr val="FFDBDA"/>
        </a:solidFill>
        <a:ln w="12700">
          <a:solidFill>
            <a:srgbClr val="000000">
              <a:alpha val="20000"/>
            </a:srgbClr>
          </a:solidFill>
        </a:ln>
      </dgm:spPr>
      <dgm:t>
        <a:bodyPr/>
        <a:lstStyle/>
        <a:p>
          <a:r>
            <a:rPr lang="ru-RU" sz="800" dirty="0">
              <a:solidFill>
                <a:schemeClr val="tx1"/>
              </a:solidFill>
            </a:rPr>
            <a:t>Текст</a:t>
          </a:r>
        </a:p>
      </dgm:t>
    </dgm:pt>
    <dgm:pt modelId="{69AC44ED-CA81-4EB7-9779-1282C20EAC74}" type="parTrans" cxnId="{64D44D69-C6DF-463C-B36E-1119E12FDDAB}">
      <dgm:prSet/>
      <dgm:spPr/>
      <dgm:t>
        <a:bodyPr/>
        <a:lstStyle/>
        <a:p>
          <a:endParaRPr lang="ru-RU" sz="800"/>
        </a:p>
      </dgm:t>
    </dgm:pt>
    <dgm:pt modelId="{6439C6B7-392B-4175-B404-A19583B032DB}" type="sibTrans" cxnId="{64D44D69-C6DF-463C-B36E-1119E12FDDAB}">
      <dgm:prSet/>
      <dgm:spPr/>
      <dgm:t>
        <a:bodyPr/>
        <a:lstStyle/>
        <a:p>
          <a:endParaRPr lang="ru-RU" sz="800"/>
        </a:p>
      </dgm:t>
    </dgm:pt>
    <dgm:pt modelId="{0250AE8F-04DF-4C0E-BD4F-7ADC1C24C7BC}" type="pres">
      <dgm:prSet presAssocID="{31834F69-FC6F-45A7-AFCA-02662F208FAE}" presName="Name0" presStyleCnt="0">
        <dgm:presLayoutVars>
          <dgm:chMax val="7"/>
          <dgm:resizeHandles val="exact"/>
        </dgm:presLayoutVars>
      </dgm:prSet>
      <dgm:spPr/>
    </dgm:pt>
    <dgm:pt modelId="{A41CED92-B8D7-4B21-B9EB-CDC6DF86DA68}" type="pres">
      <dgm:prSet presAssocID="{31834F69-FC6F-45A7-AFCA-02662F208FAE}" presName="comp1" presStyleCnt="0"/>
      <dgm:spPr/>
    </dgm:pt>
    <dgm:pt modelId="{AB7C5126-F209-4F72-8CB9-C9BFBB350599}" type="pres">
      <dgm:prSet presAssocID="{31834F69-FC6F-45A7-AFCA-02662F208FAE}" presName="circle1" presStyleLbl="node1" presStyleIdx="0" presStyleCnt="4"/>
      <dgm:spPr/>
    </dgm:pt>
    <dgm:pt modelId="{731F1005-CB97-49B0-9ABB-616CAE6F8BD3}" type="pres">
      <dgm:prSet presAssocID="{31834F69-FC6F-45A7-AFCA-02662F208FAE}" presName="c1text" presStyleLbl="node1" presStyleIdx="0" presStyleCnt="4">
        <dgm:presLayoutVars>
          <dgm:bulletEnabled val="1"/>
        </dgm:presLayoutVars>
      </dgm:prSet>
      <dgm:spPr/>
    </dgm:pt>
    <dgm:pt modelId="{AC641CFF-BE6B-4D18-80DC-01116A5303C6}" type="pres">
      <dgm:prSet presAssocID="{31834F69-FC6F-45A7-AFCA-02662F208FAE}" presName="comp2" presStyleCnt="0"/>
      <dgm:spPr/>
    </dgm:pt>
    <dgm:pt modelId="{88E48223-3016-427C-8E96-0B02735F0D7F}" type="pres">
      <dgm:prSet presAssocID="{31834F69-FC6F-45A7-AFCA-02662F208FAE}" presName="circle2" presStyleLbl="node1" presStyleIdx="1" presStyleCnt="4"/>
      <dgm:spPr/>
    </dgm:pt>
    <dgm:pt modelId="{50899F21-9130-4B93-93AC-638DFAF1E3C5}" type="pres">
      <dgm:prSet presAssocID="{31834F69-FC6F-45A7-AFCA-02662F208FAE}" presName="c2text" presStyleLbl="node1" presStyleIdx="1" presStyleCnt="4">
        <dgm:presLayoutVars>
          <dgm:bulletEnabled val="1"/>
        </dgm:presLayoutVars>
      </dgm:prSet>
      <dgm:spPr/>
    </dgm:pt>
    <dgm:pt modelId="{F76F857C-E854-477B-950E-D8DB152AD148}" type="pres">
      <dgm:prSet presAssocID="{31834F69-FC6F-45A7-AFCA-02662F208FAE}" presName="comp3" presStyleCnt="0"/>
      <dgm:spPr/>
    </dgm:pt>
    <dgm:pt modelId="{105BAF74-99C1-490A-81F6-907BD4F17DBE}" type="pres">
      <dgm:prSet presAssocID="{31834F69-FC6F-45A7-AFCA-02662F208FAE}" presName="circle3" presStyleLbl="node1" presStyleIdx="2" presStyleCnt="4"/>
      <dgm:spPr/>
    </dgm:pt>
    <dgm:pt modelId="{036F3A89-7DA2-4AA3-89F4-C1B86D741651}" type="pres">
      <dgm:prSet presAssocID="{31834F69-FC6F-45A7-AFCA-02662F208FAE}" presName="c3text" presStyleLbl="node1" presStyleIdx="2" presStyleCnt="4">
        <dgm:presLayoutVars>
          <dgm:bulletEnabled val="1"/>
        </dgm:presLayoutVars>
      </dgm:prSet>
      <dgm:spPr/>
    </dgm:pt>
    <dgm:pt modelId="{881A636C-7E5F-4E7B-9DA2-8B5FF18F86CA}" type="pres">
      <dgm:prSet presAssocID="{31834F69-FC6F-45A7-AFCA-02662F208FAE}" presName="comp4" presStyleCnt="0"/>
      <dgm:spPr/>
    </dgm:pt>
    <dgm:pt modelId="{AFE0D909-829F-460C-A840-51D087F5A523}" type="pres">
      <dgm:prSet presAssocID="{31834F69-FC6F-45A7-AFCA-02662F208FAE}" presName="circle4" presStyleLbl="node1" presStyleIdx="3" presStyleCnt="4" custLinFactNeighborY="0"/>
      <dgm:spPr/>
    </dgm:pt>
    <dgm:pt modelId="{4977315C-DED7-4ACD-A0BE-839115AFD066}" type="pres">
      <dgm:prSet presAssocID="{31834F69-FC6F-45A7-AFCA-02662F208FAE}" presName="c4text" presStyleLbl="node1" presStyleIdx="3" presStyleCnt="4">
        <dgm:presLayoutVars>
          <dgm:bulletEnabled val="1"/>
        </dgm:presLayoutVars>
      </dgm:prSet>
      <dgm:spPr/>
    </dgm:pt>
  </dgm:ptLst>
  <dgm:cxnLst>
    <dgm:cxn modelId="{2D67DD11-E87E-45C7-B575-FDB962807BE2}" type="presOf" srcId="{BFF90DC3-F477-4E7C-83DA-765D91CCE0C1}" destId="{4977315C-DED7-4ACD-A0BE-839115AFD066}" srcOrd="1" destOrd="0" presId="urn:microsoft.com/office/officeart/2005/8/layout/venn2"/>
    <dgm:cxn modelId="{26943212-7ACE-4B35-BF45-0BA59B2BA726}" srcId="{31834F69-FC6F-45A7-AFCA-02662F208FAE}" destId="{D55A03DE-1083-4C65-A903-3CBC369A2342}" srcOrd="0" destOrd="0" parTransId="{148EDD9E-96EC-4B62-8250-0948CE74C8EC}" sibTransId="{8D096780-1402-4D38-A9E4-927296DB0307}"/>
    <dgm:cxn modelId="{56AF0131-1D84-4C9B-A2EA-50EBAA8A3D9F}" type="presOf" srcId="{D706A6B5-41BB-48DD-9B53-BC73F7ABF069}" destId="{036F3A89-7DA2-4AA3-89F4-C1B86D741651}" srcOrd="1" destOrd="0" presId="urn:microsoft.com/office/officeart/2005/8/layout/venn2"/>
    <dgm:cxn modelId="{3893154D-3E2F-4093-A7CA-4D2A9E21DA12}" type="presOf" srcId="{BFF90DC3-F477-4E7C-83DA-765D91CCE0C1}" destId="{AFE0D909-829F-460C-A840-51D087F5A523}" srcOrd="0" destOrd="0" presId="urn:microsoft.com/office/officeart/2005/8/layout/venn2"/>
    <dgm:cxn modelId="{64D44D69-C6DF-463C-B36E-1119E12FDDAB}" srcId="{31834F69-FC6F-45A7-AFCA-02662F208FAE}" destId="{BE6298FD-75A0-4B65-894C-15CE267C4C49}" srcOrd="1" destOrd="0" parTransId="{69AC44ED-CA81-4EB7-9779-1282C20EAC74}" sibTransId="{6439C6B7-392B-4175-B404-A19583B032DB}"/>
    <dgm:cxn modelId="{35EA1EA1-A4AE-4961-A54A-75C0E10A525A}" type="presOf" srcId="{BE6298FD-75A0-4B65-894C-15CE267C4C49}" destId="{50899F21-9130-4B93-93AC-638DFAF1E3C5}" srcOrd="1" destOrd="0" presId="urn:microsoft.com/office/officeart/2005/8/layout/venn2"/>
    <dgm:cxn modelId="{111730A1-3DEA-41CE-A2B5-A787FCE45BBD}" srcId="{31834F69-FC6F-45A7-AFCA-02662F208FAE}" destId="{BFF90DC3-F477-4E7C-83DA-765D91CCE0C1}" srcOrd="3" destOrd="0" parTransId="{F6D75513-807F-42A4-A487-8A6C9E301444}" sibTransId="{467BC6E3-607A-46B0-83CC-AF0BD4719CAD}"/>
    <dgm:cxn modelId="{EA95C7D4-77CC-4BFE-9218-A90295C7134E}" type="presOf" srcId="{31834F69-FC6F-45A7-AFCA-02662F208FAE}" destId="{0250AE8F-04DF-4C0E-BD4F-7ADC1C24C7BC}" srcOrd="0" destOrd="0" presId="urn:microsoft.com/office/officeart/2005/8/layout/venn2"/>
    <dgm:cxn modelId="{AB4F46D5-E0E2-4347-8FAE-A530EE65E393}" srcId="{31834F69-FC6F-45A7-AFCA-02662F208FAE}" destId="{D706A6B5-41BB-48DD-9B53-BC73F7ABF069}" srcOrd="2" destOrd="0" parTransId="{DE8FF0D9-C29A-4B05-8A6D-BB1E7DAD54C5}" sibTransId="{8142DD72-FB40-4055-97A1-DCDC3C1EF0EB}"/>
    <dgm:cxn modelId="{AF21CFDF-DD05-49B7-A60C-9A6FFFE9CA15}" type="presOf" srcId="{BE6298FD-75A0-4B65-894C-15CE267C4C49}" destId="{88E48223-3016-427C-8E96-0B02735F0D7F}" srcOrd="0" destOrd="0" presId="urn:microsoft.com/office/officeart/2005/8/layout/venn2"/>
    <dgm:cxn modelId="{87B340E8-D9E2-40D0-BB43-E8545B602CD4}" type="presOf" srcId="{D55A03DE-1083-4C65-A903-3CBC369A2342}" destId="{731F1005-CB97-49B0-9ABB-616CAE6F8BD3}" srcOrd="1" destOrd="0" presId="urn:microsoft.com/office/officeart/2005/8/layout/venn2"/>
    <dgm:cxn modelId="{6C9A0FF1-D4A7-4DB3-B44E-45A8D7BE8E28}" type="presOf" srcId="{D706A6B5-41BB-48DD-9B53-BC73F7ABF069}" destId="{105BAF74-99C1-490A-81F6-907BD4F17DBE}" srcOrd="0" destOrd="0" presId="urn:microsoft.com/office/officeart/2005/8/layout/venn2"/>
    <dgm:cxn modelId="{B6629DF1-B897-4BFB-8954-89D2BD116DF9}" type="presOf" srcId="{D55A03DE-1083-4C65-A903-3CBC369A2342}" destId="{AB7C5126-F209-4F72-8CB9-C9BFBB350599}" srcOrd="0" destOrd="0" presId="urn:microsoft.com/office/officeart/2005/8/layout/venn2"/>
    <dgm:cxn modelId="{F5F7BC7A-EB33-443C-A991-1C12FD312FBB}" type="presParOf" srcId="{0250AE8F-04DF-4C0E-BD4F-7ADC1C24C7BC}" destId="{A41CED92-B8D7-4B21-B9EB-CDC6DF86DA68}" srcOrd="0" destOrd="0" presId="urn:microsoft.com/office/officeart/2005/8/layout/venn2"/>
    <dgm:cxn modelId="{6B8D1590-1355-4677-BDB9-9B1C947CB2DF}" type="presParOf" srcId="{A41CED92-B8D7-4B21-B9EB-CDC6DF86DA68}" destId="{AB7C5126-F209-4F72-8CB9-C9BFBB350599}" srcOrd="0" destOrd="0" presId="urn:microsoft.com/office/officeart/2005/8/layout/venn2"/>
    <dgm:cxn modelId="{AF0E6F14-4593-43CD-B37F-46552CE6E34D}" type="presParOf" srcId="{A41CED92-B8D7-4B21-B9EB-CDC6DF86DA68}" destId="{731F1005-CB97-49B0-9ABB-616CAE6F8BD3}" srcOrd="1" destOrd="0" presId="urn:microsoft.com/office/officeart/2005/8/layout/venn2"/>
    <dgm:cxn modelId="{D5C6EC0F-2545-4621-9DD3-DD55147B80F9}" type="presParOf" srcId="{0250AE8F-04DF-4C0E-BD4F-7ADC1C24C7BC}" destId="{AC641CFF-BE6B-4D18-80DC-01116A5303C6}" srcOrd="1" destOrd="0" presId="urn:microsoft.com/office/officeart/2005/8/layout/venn2"/>
    <dgm:cxn modelId="{69AD805E-7223-4161-9D4B-F7CB57E46216}" type="presParOf" srcId="{AC641CFF-BE6B-4D18-80DC-01116A5303C6}" destId="{88E48223-3016-427C-8E96-0B02735F0D7F}" srcOrd="0" destOrd="0" presId="urn:microsoft.com/office/officeart/2005/8/layout/venn2"/>
    <dgm:cxn modelId="{4E60C86A-0304-4DE1-820D-A714275DBE9B}" type="presParOf" srcId="{AC641CFF-BE6B-4D18-80DC-01116A5303C6}" destId="{50899F21-9130-4B93-93AC-638DFAF1E3C5}" srcOrd="1" destOrd="0" presId="urn:microsoft.com/office/officeart/2005/8/layout/venn2"/>
    <dgm:cxn modelId="{32630DB0-2A37-4A8B-954D-9F1713CC0752}" type="presParOf" srcId="{0250AE8F-04DF-4C0E-BD4F-7ADC1C24C7BC}" destId="{F76F857C-E854-477B-950E-D8DB152AD148}" srcOrd="2" destOrd="0" presId="urn:microsoft.com/office/officeart/2005/8/layout/venn2"/>
    <dgm:cxn modelId="{40A655DA-F74B-47F1-AD93-12704B56625A}" type="presParOf" srcId="{F76F857C-E854-477B-950E-D8DB152AD148}" destId="{105BAF74-99C1-490A-81F6-907BD4F17DBE}" srcOrd="0" destOrd="0" presId="urn:microsoft.com/office/officeart/2005/8/layout/venn2"/>
    <dgm:cxn modelId="{3FFB4A66-1ED2-4110-A82D-5536505FB04C}" type="presParOf" srcId="{F76F857C-E854-477B-950E-D8DB152AD148}" destId="{036F3A89-7DA2-4AA3-89F4-C1B86D741651}" srcOrd="1" destOrd="0" presId="urn:microsoft.com/office/officeart/2005/8/layout/venn2"/>
    <dgm:cxn modelId="{B6068BFC-46B2-4905-B379-F29A2E460090}" type="presParOf" srcId="{0250AE8F-04DF-4C0E-BD4F-7ADC1C24C7BC}" destId="{881A636C-7E5F-4E7B-9DA2-8B5FF18F86CA}" srcOrd="3" destOrd="0" presId="urn:microsoft.com/office/officeart/2005/8/layout/venn2"/>
    <dgm:cxn modelId="{59A103F0-355C-40C8-A545-088D61FECA45}" type="presParOf" srcId="{881A636C-7E5F-4E7B-9DA2-8B5FF18F86CA}" destId="{AFE0D909-829F-460C-A840-51D087F5A523}" srcOrd="0" destOrd="0" presId="urn:microsoft.com/office/officeart/2005/8/layout/venn2"/>
    <dgm:cxn modelId="{9E95D5E5-8A10-444E-AEC3-CB73C6C73413}" type="presParOf" srcId="{881A636C-7E5F-4E7B-9DA2-8B5FF18F86CA}" destId="{4977315C-DED7-4ACD-A0BE-839115AFD066}" srcOrd="1" destOrd="0" presId="urn:microsoft.com/office/officeart/2005/8/layout/venn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6C30B98-7F9F-450C-ABFC-25109F5C176D}" type="doc">
      <dgm:prSet loTypeId="urn:microsoft.com/office/officeart/2005/8/layout/pyramid3" loCatId="pyramid" qsTypeId="urn:microsoft.com/office/officeart/2005/8/quickstyle/simple1" qsCatId="simple" csTypeId="urn:microsoft.com/office/officeart/2005/8/colors/accent1_2" csCatId="accent1" phldr="1"/>
      <dgm:spPr/>
    </dgm:pt>
    <dgm:pt modelId="{0F3E1971-272A-4A61-B2BF-582ADC9B6533}">
      <dgm:prSet phldrT="[Текст]" custT="1"/>
      <dgm:spPr>
        <a:solidFill>
          <a:srgbClr val="EF80BB"/>
        </a:solidFill>
        <a:ln w="25400">
          <a:solidFill>
            <a:schemeClr val="bg1"/>
          </a:solidFill>
        </a:ln>
      </dgm:spPr>
      <dgm:t>
        <a:bodyPr/>
        <a:lstStyle/>
        <a:p>
          <a:r>
            <a:rPr lang="ru-RU" sz="800" dirty="0">
              <a:solidFill>
                <a:schemeClr val="tx1"/>
              </a:solidFill>
            </a:rPr>
            <a:t>Текст</a:t>
          </a:r>
          <a:endParaRPr lang="ru-RU" sz="800" dirty="0"/>
        </a:p>
      </dgm:t>
    </dgm:pt>
    <dgm:pt modelId="{18E5CC43-8C2B-47F3-88FB-7FE941E957CF}" type="parTrans" cxnId="{0624605D-E668-46EB-A556-C864283CF443}">
      <dgm:prSet/>
      <dgm:spPr/>
      <dgm:t>
        <a:bodyPr/>
        <a:lstStyle/>
        <a:p>
          <a:endParaRPr lang="ru-RU" sz="800"/>
        </a:p>
      </dgm:t>
    </dgm:pt>
    <dgm:pt modelId="{E98CBBE5-F678-4F86-BC01-BE133BCC88C1}" type="sibTrans" cxnId="{0624605D-E668-46EB-A556-C864283CF443}">
      <dgm:prSet/>
      <dgm:spPr/>
      <dgm:t>
        <a:bodyPr/>
        <a:lstStyle/>
        <a:p>
          <a:endParaRPr lang="ru-RU" sz="800"/>
        </a:p>
      </dgm:t>
    </dgm:pt>
    <dgm:pt modelId="{745B7D8D-0192-4826-B2C9-B78A23851DE0}">
      <dgm:prSet phldrT="[Текст]" custT="1"/>
      <dgm:spPr>
        <a:solidFill>
          <a:srgbClr val="FFA4A3"/>
        </a:solidFill>
        <a:ln w="25400">
          <a:solidFill>
            <a:schemeClr val="bg1"/>
          </a:solidFill>
        </a:ln>
      </dgm:spPr>
      <dgm:t>
        <a:bodyPr/>
        <a:lstStyle/>
        <a:p>
          <a:r>
            <a:rPr lang="ru-RU" sz="800" dirty="0">
              <a:solidFill>
                <a:schemeClr val="tx1"/>
              </a:solidFill>
            </a:rPr>
            <a:t>Текст</a:t>
          </a:r>
          <a:endParaRPr lang="ru-RU" sz="800" dirty="0"/>
        </a:p>
      </dgm:t>
    </dgm:pt>
    <dgm:pt modelId="{DC72104C-105B-46EB-B2E8-5ADCC91C347E}" type="parTrans" cxnId="{7A5581EF-20C6-466F-97E3-021D4A2B1344}">
      <dgm:prSet/>
      <dgm:spPr/>
      <dgm:t>
        <a:bodyPr/>
        <a:lstStyle/>
        <a:p>
          <a:endParaRPr lang="ru-RU" sz="800"/>
        </a:p>
      </dgm:t>
    </dgm:pt>
    <dgm:pt modelId="{4D44D765-C54F-435F-BE6F-25FBA4A53DFD}" type="sibTrans" cxnId="{7A5581EF-20C6-466F-97E3-021D4A2B1344}">
      <dgm:prSet/>
      <dgm:spPr/>
      <dgm:t>
        <a:bodyPr/>
        <a:lstStyle/>
        <a:p>
          <a:endParaRPr lang="ru-RU" sz="800"/>
        </a:p>
      </dgm:t>
    </dgm:pt>
    <dgm:pt modelId="{55FAC72B-31BB-4BC0-A348-C7FD0634FDD7}">
      <dgm:prSet phldrT="[Текст]" custT="1"/>
      <dgm:spPr>
        <a:solidFill>
          <a:srgbClr val="ACC4FE"/>
        </a:solidFill>
        <a:ln w="25400">
          <a:solidFill>
            <a:schemeClr val="bg1"/>
          </a:solidFill>
        </a:ln>
      </dgm:spPr>
      <dgm:t>
        <a:bodyPr/>
        <a:lstStyle/>
        <a:p>
          <a:r>
            <a:rPr lang="ru-RU" sz="800" dirty="0">
              <a:solidFill>
                <a:schemeClr val="tx1"/>
              </a:solidFill>
            </a:rPr>
            <a:t>Текст</a:t>
          </a:r>
          <a:endParaRPr lang="ru-RU" sz="800" dirty="0"/>
        </a:p>
      </dgm:t>
    </dgm:pt>
    <dgm:pt modelId="{8A7A1950-EAD7-44C1-BDEA-6B054B77DC87}" type="parTrans" cxnId="{B8B1A061-F895-42DE-AE2F-6F91AA412729}">
      <dgm:prSet/>
      <dgm:spPr/>
      <dgm:t>
        <a:bodyPr/>
        <a:lstStyle/>
        <a:p>
          <a:endParaRPr lang="ru-RU" sz="800"/>
        </a:p>
      </dgm:t>
    </dgm:pt>
    <dgm:pt modelId="{172D1204-FCEF-4C6E-BC70-516F8E4B1F19}" type="sibTrans" cxnId="{B8B1A061-F895-42DE-AE2F-6F91AA412729}">
      <dgm:prSet/>
      <dgm:spPr/>
      <dgm:t>
        <a:bodyPr/>
        <a:lstStyle/>
        <a:p>
          <a:endParaRPr lang="ru-RU" sz="800"/>
        </a:p>
      </dgm:t>
    </dgm:pt>
    <dgm:pt modelId="{07D8E6C7-D71C-44B1-818F-922B372C9790}">
      <dgm:prSet phldrT="[Текст]" custT="1"/>
      <dgm:spPr>
        <a:solidFill>
          <a:srgbClr val="D5BFED"/>
        </a:solidFill>
        <a:ln w="25400">
          <a:solidFill>
            <a:schemeClr val="bg1"/>
          </a:solidFill>
        </a:ln>
      </dgm:spPr>
      <dgm:t>
        <a:bodyPr/>
        <a:lstStyle/>
        <a:p>
          <a:r>
            <a:rPr lang="ru-RU" sz="800" dirty="0">
              <a:solidFill>
                <a:schemeClr val="tx1"/>
              </a:solidFill>
            </a:rPr>
            <a:t>Текст</a:t>
          </a:r>
          <a:endParaRPr lang="ru-RU" sz="800" dirty="0"/>
        </a:p>
      </dgm:t>
    </dgm:pt>
    <dgm:pt modelId="{A013B6D5-4A5F-4AC0-ACE2-7276C919C1DA}" type="parTrans" cxnId="{EEB1BAF5-CF2D-43E1-8C45-ADF249D851A1}">
      <dgm:prSet/>
      <dgm:spPr/>
      <dgm:t>
        <a:bodyPr/>
        <a:lstStyle/>
        <a:p>
          <a:endParaRPr lang="ru-RU" sz="800"/>
        </a:p>
      </dgm:t>
    </dgm:pt>
    <dgm:pt modelId="{90C34C69-88EC-472C-85EE-B16AB21D54D7}" type="sibTrans" cxnId="{EEB1BAF5-CF2D-43E1-8C45-ADF249D851A1}">
      <dgm:prSet/>
      <dgm:spPr/>
      <dgm:t>
        <a:bodyPr/>
        <a:lstStyle/>
        <a:p>
          <a:endParaRPr lang="ru-RU" sz="800"/>
        </a:p>
      </dgm:t>
    </dgm:pt>
    <dgm:pt modelId="{648FE7B5-C81B-439E-8CC0-30ECCA23B617}">
      <dgm:prSet phldrT="[Текст]" custT="1"/>
      <dgm:spPr>
        <a:solidFill>
          <a:srgbClr val="DDB6D3"/>
        </a:solidFill>
        <a:ln w="25400">
          <a:solidFill>
            <a:schemeClr val="bg1"/>
          </a:solidFill>
        </a:ln>
      </dgm:spPr>
      <dgm:t>
        <a:bodyPr/>
        <a:lstStyle/>
        <a:p>
          <a:r>
            <a:rPr lang="ru-RU" sz="800" dirty="0">
              <a:solidFill>
                <a:schemeClr val="tx1"/>
              </a:solidFill>
            </a:rPr>
            <a:t>Текст</a:t>
          </a:r>
        </a:p>
      </dgm:t>
    </dgm:pt>
    <dgm:pt modelId="{5A37E80B-4E6C-4773-AA13-9A9CB6B3A7B6}" type="sibTrans" cxnId="{0D1E0BC0-79E1-42DC-8376-B247822F01F2}">
      <dgm:prSet/>
      <dgm:spPr/>
      <dgm:t>
        <a:bodyPr/>
        <a:lstStyle/>
        <a:p>
          <a:endParaRPr lang="ru-RU" sz="800"/>
        </a:p>
      </dgm:t>
    </dgm:pt>
    <dgm:pt modelId="{2129C5C8-03E8-47F2-ADC5-0F7C02C65D33}" type="parTrans" cxnId="{0D1E0BC0-79E1-42DC-8376-B247822F01F2}">
      <dgm:prSet/>
      <dgm:spPr/>
      <dgm:t>
        <a:bodyPr/>
        <a:lstStyle/>
        <a:p>
          <a:endParaRPr lang="ru-RU" sz="800"/>
        </a:p>
      </dgm:t>
    </dgm:pt>
    <dgm:pt modelId="{7B204494-7B19-451D-BCB5-48C116736374}">
      <dgm:prSet phldrT="[Текст]" phldr="1" custT="1"/>
      <dgm:spPr>
        <a:solidFill>
          <a:schemeClr val="bg1"/>
        </a:solidFill>
        <a:ln w="25400">
          <a:solidFill>
            <a:schemeClr val="bg1"/>
          </a:solidFill>
        </a:ln>
      </dgm:spPr>
      <dgm:t>
        <a:bodyPr/>
        <a:lstStyle/>
        <a:p>
          <a:endParaRPr lang="ru-RU" sz="800" dirty="0">
            <a:solidFill>
              <a:schemeClr val="bg1"/>
            </a:solidFill>
          </a:endParaRPr>
        </a:p>
      </dgm:t>
    </dgm:pt>
    <dgm:pt modelId="{D1AEAF13-2F10-40B1-8089-67DD49D76CC7}" type="parTrans" cxnId="{7ECF64C9-1D9C-4685-A576-3EE8A554542A}">
      <dgm:prSet/>
      <dgm:spPr/>
      <dgm:t>
        <a:bodyPr/>
        <a:lstStyle/>
        <a:p>
          <a:endParaRPr lang="ru-RU" sz="800"/>
        </a:p>
      </dgm:t>
    </dgm:pt>
    <dgm:pt modelId="{4AC0353C-11AA-4657-8581-E69BEC9B8BB9}" type="sibTrans" cxnId="{7ECF64C9-1D9C-4685-A576-3EE8A554542A}">
      <dgm:prSet/>
      <dgm:spPr/>
      <dgm:t>
        <a:bodyPr/>
        <a:lstStyle/>
        <a:p>
          <a:endParaRPr lang="ru-RU" sz="800"/>
        </a:p>
      </dgm:t>
    </dgm:pt>
    <dgm:pt modelId="{4EA5E7A6-0EA3-410D-ADDC-6E041A08E7C4}" type="pres">
      <dgm:prSet presAssocID="{16C30B98-7F9F-450C-ABFC-25109F5C176D}" presName="Name0" presStyleCnt="0">
        <dgm:presLayoutVars>
          <dgm:dir/>
          <dgm:animLvl val="lvl"/>
          <dgm:resizeHandles val="exact"/>
        </dgm:presLayoutVars>
      </dgm:prSet>
      <dgm:spPr/>
    </dgm:pt>
    <dgm:pt modelId="{6CF2F2B7-BDC2-4E8A-A607-902105AEA178}" type="pres">
      <dgm:prSet presAssocID="{0F3E1971-272A-4A61-B2BF-582ADC9B6533}" presName="Name8" presStyleCnt="0"/>
      <dgm:spPr/>
    </dgm:pt>
    <dgm:pt modelId="{652E5B58-1634-481E-8F76-461269660529}" type="pres">
      <dgm:prSet presAssocID="{0F3E1971-272A-4A61-B2BF-582ADC9B6533}" presName="level" presStyleLbl="node1" presStyleIdx="0" presStyleCnt="6" custLinFactNeighborX="8838">
        <dgm:presLayoutVars>
          <dgm:chMax val="1"/>
          <dgm:bulletEnabled val="1"/>
        </dgm:presLayoutVars>
      </dgm:prSet>
      <dgm:spPr/>
    </dgm:pt>
    <dgm:pt modelId="{5C03E917-31FA-4194-B476-F20CBDCB36D1}" type="pres">
      <dgm:prSet presAssocID="{0F3E1971-272A-4A61-B2BF-582ADC9B6533}" presName="levelTx" presStyleLbl="revTx" presStyleIdx="0" presStyleCnt="0">
        <dgm:presLayoutVars>
          <dgm:chMax val="1"/>
          <dgm:bulletEnabled val="1"/>
        </dgm:presLayoutVars>
      </dgm:prSet>
      <dgm:spPr/>
    </dgm:pt>
    <dgm:pt modelId="{510733C2-FAAE-4B29-8647-3B2DC2B3685F}" type="pres">
      <dgm:prSet presAssocID="{745B7D8D-0192-4826-B2C9-B78A23851DE0}" presName="Name8" presStyleCnt="0"/>
      <dgm:spPr/>
    </dgm:pt>
    <dgm:pt modelId="{75F07C5F-F848-4E1D-9971-049338E3C4D0}" type="pres">
      <dgm:prSet presAssocID="{745B7D8D-0192-4826-B2C9-B78A23851DE0}" presName="level" presStyleLbl="node1" presStyleIdx="1" presStyleCnt="6">
        <dgm:presLayoutVars>
          <dgm:chMax val="1"/>
          <dgm:bulletEnabled val="1"/>
        </dgm:presLayoutVars>
      </dgm:prSet>
      <dgm:spPr/>
    </dgm:pt>
    <dgm:pt modelId="{46959E88-0B2C-4683-BB40-1308A88FAFC6}" type="pres">
      <dgm:prSet presAssocID="{745B7D8D-0192-4826-B2C9-B78A23851DE0}" presName="levelTx" presStyleLbl="revTx" presStyleIdx="0" presStyleCnt="0">
        <dgm:presLayoutVars>
          <dgm:chMax val="1"/>
          <dgm:bulletEnabled val="1"/>
        </dgm:presLayoutVars>
      </dgm:prSet>
      <dgm:spPr/>
    </dgm:pt>
    <dgm:pt modelId="{75E7F414-74C8-4138-87C2-F53392308766}" type="pres">
      <dgm:prSet presAssocID="{55FAC72B-31BB-4BC0-A348-C7FD0634FDD7}" presName="Name8" presStyleCnt="0"/>
      <dgm:spPr/>
    </dgm:pt>
    <dgm:pt modelId="{2987AE8A-001D-4DBB-A539-D0933ED9DBBE}" type="pres">
      <dgm:prSet presAssocID="{55FAC72B-31BB-4BC0-A348-C7FD0634FDD7}" presName="level" presStyleLbl="node1" presStyleIdx="2" presStyleCnt="6">
        <dgm:presLayoutVars>
          <dgm:chMax val="1"/>
          <dgm:bulletEnabled val="1"/>
        </dgm:presLayoutVars>
      </dgm:prSet>
      <dgm:spPr/>
    </dgm:pt>
    <dgm:pt modelId="{98C0BDC8-3221-4BB4-912D-44E74437A5B4}" type="pres">
      <dgm:prSet presAssocID="{55FAC72B-31BB-4BC0-A348-C7FD0634FDD7}" presName="levelTx" presStyleLbl="revTx" presStyleIdx="0" presStyleCnt="0">
        <dgm:presLayoutVars>
          <dgm:chMax val="1"/>
          <dgm:bulletEnabled val="1"/>
        </dgm:presLayoutVars>
      </dgm:prSet>
      <dgm:spPr/>
    </dgm:pt>
    <dgm:pt modelId="{0506C75C-4C29-45D6-A0F2-0B289B81C898}" type="pres">
      <dgm:prSet presAssocID="{07D8E6C7-D71C-44B1-818F-922B372C9790}" presName="Name8" presStyleCnt="0"/>
      <dgm:spPr/>
    </dgm:pt>
    <dgm:pt modelId="{FD0CF14E-7512-4D11-B08D-FE494C5F04CC}" type="pres">
      <dgm:prSet presAssocID="{07D8E6C7-D71C-44B1-818F-922B372C9790}" presName="level" presStyleLbl="node1" presStyleIdx="3" presStyleCnt="6">
        <dgm:presLayoutVars>
          <dgm:chMax val="1"/>
          <dgm:bulletEnabled val="1"/>
        </dgm:presLayoutVars>
      </dgm:prSet>
      <dgm:spPr/>
    </dgm:pt>
    <dgm:pt modelId="{813BD905-3D25-4840-B772-602BA22C9725}" type="pres">
      <dgm:prSet presAssocID="{07D8E6C7-D71C-44B1-818F-922B372C9790}" presName="levelTx" presStyleLbl="revTx" presStyleIdx="0" presStyleCnt="0">
        <dgm:presLayoutVars>
          <dgm:chMax val="1"/>
          <dgm:bulletEnabled val="1"/>
        </dgm:presLayoutVars>
      </dgm:prSet>
      <dgm:spPr/>
    </dgm:pt>
    <dgm:pt modelId="{DE420063-DE9C-4228-97B6-F75E1F3F66BF}" type="pres">
      <dgm:prSet presAssocID="{648FE7B5-C81B-439E-8CC0-30ECCA23B617}" presName="Name8" presStyleCnt="0"/>
      <dgm:spPr/>
    </dgm:pt>
    <dgm:pt modelId="{930D1AC1-FA3E-475F-97E9-1F06D93D9269}" type="pres">
      <dgm:prSet presAssocID="{648FE7B5-C81B-439E-8CC0-30ECCA23B617}" presName="level" presStyleLbl="node1" presStyleIdx="4" presStyleCnt="6">
        <dgm:presLayoutVars>
          <dgm:chMax val="1"/>
          <dgm:bulletEnabled val="1"/>
        </dgm:presLayoutVars>
      </dgm:prSet>
      <dgm:spPr/>
    </dgm:pt>
    <dgm:pt modelId="{4E695DEE-C5ED-4DDD-B5E1-2D5636392F9A}" type="pres">
      <dgm:prSet presAssocID="{648FE7B5-C81B-439E-8CC0-30ECCA23B617}" presName="levelTx" presStyleLbl="revTx" presStyleIdx="0" presStyleCnt="0">
        <dgm:presLayoutVars>
          <dgm:chMax val="1"/>
          <dgm:bulletEnabled val="1"/>
        </dgm:presLayoutVars>
      </dgm:prSet>
      <dgm:spPr/>
    </dgm:pt>
    <dgm:pt modelId="{5F6BB5FF-C1D3-4C17-9A42-49628FA0F798}" type="pres">
      <dgm:prSet presAssocID="{7B204494-7B19-451D-BCB5-48C116736374}" presName="Name8" presStyleCnt="0"/>
      <dgm:spPr/>
    </dgm:pt>
    <dgm:pt modelId="{88721F72-E197-4493-AABA-3B8A74619459}" type="pres">
      <dgm:prSet presAssocID="{7B204494-7B19-451D-BCB5-48C116736374}" presName="level" presStyleLbl="node1" presStyleIdx="5" presStyleCnt="6">
        <dgm:presLayoutVars>
          <dgm:chMax val="1"/>
          <dgm:bulletEnabled val="1"/>
        </dgm:presLayoutVars>
      </dgm:prSet>
      <dgm:spPr/>
    </dgm:pt>
    <dgm:pt modelId="{577F1109-8423-47E2-80B0-E2CB587560A9}" type="pres">
      <dgm:prSet presAssocID="{7B204494-7B19-451D-BCB5-48C116736374}" presName="levelTx" presStyleLbl="revTx" presStyleIdx="0" presStyleCnt="0">
        <dgm:presLayoutVars>
          <dgm:chMax val="1"/>
          <dgm:bulletEnabled val="1"/>
        </dgm:presLayoutVars>
      </dgm:prSet>
      <dgm:spPr/>
    </dgm:pt>
  </dgm:ptLst>
  <dgm:cxnLst>
    <dgm:cxn modelId="{547A5A0F-84CD-462D-85A0-3E0BD3DFBC9B}" type="presOf" srcId="{648FE7B5-C81B-439E-8CC0-30ECCA23B617}" destId="{4E695DEE-C5ED-4DDD-B5E1-2D5636392F9A}" srcOrd="1" destOrd="0" presId="urn:microsoft.com/office/officeart/2005/8/layout/pyramid3"/>
    <dgm:cxn modelId="{AD83984D-2AD1-444E-BD9B-8242B4D78B0F}" type="presOf" srcId="{07D8E6C7-D71C-44B1-818F-922B372C9790}" destId="{FD0CF14E-7512-4D11-B08D-FE494C5F04CC}" srcOrd="0" destOrd="0" presId="urn:microsoft.com/office/officeart/2005/8/layout/pyramid3"/>
    <dgm:cxn modelId="{5E374854-E509-424C-B42F-F6DDB3554A82}" type="presOf" srcId="{7B204494-7B19-451D-BCB5-48C116736374}" destId="{88721F72-E197-4493-AABA-3B8A74619459}" srcOrd="0" destOrd="0" presId="urn:microsoft.com/office/officeart/2005/8/layout/pyramid3"/>
    <dgm:cxn modelId="{71C48255-4381-4BC0-B549-0F7CA1F376FF}" type="presOf" srcId="{16C30B98-7F9F-450C-ABFC-25109F5C176D}" destId="{4EA5E7A6-0EA3-410D-ADDC-6E041A08E7C4}" srcOrd="0" destOrd="0" presId="urn:microsoft.com/office/officeart/2005/8/layout/pyramid3"/>
    <dgm:cxn modelId="{0624605D-E668-46EB-A556-C864283CF443}" srcId="{16C30B98-7F9F-450C-ABFC-25109F5C176D}" destId="{0F3E1971-272A-4A61-B2BF-582ADC9B6533}" srcOrd="0" destOrd="0" parTransId="{18E5CC43-8C2B-47F3-88FB-7FE941E957CF}" sibTransId="{E98CBBE5-F678-4F86-BC01-BE133BCC88C1}"/>
    <dgm:cxn modelId="{B8B1A061-F895-42DE-AE2F-6F91AA412729}" srcId="{16C30B98-7F9F-450C-ABFC-25109F5C176D}" destId="{55FAC72B-31BB-4BC0-A348-C7FD0634FDD7}" srcOrd="2" destOrd="0" parTransId="{8A7A1950-EAD7-44C1-BDEA-6B054B77DC87}" sibTransId="{172D1204-FCEF-4C6E-BC70-516F8E4B1F19}"/>
    <dgm:cxn modelId="{F637B966-16AF-4BE0-83D2-FFBC424F6774}" type="presOf" srcId="{55FAC72B-31BB-4BC0-A348-C7FD0634FDD7}" destId="{2987AE8A-001D-4DBB-A539-D0933ED9DBBE}" srcOrd="0" destOrd="0" presId="urn:microsoft.com/office/officeart/2005/8/layout/pyramid3"/>
    <dgm:cxn modelId="{1A46D19F-AF31-4E26-8CFD-388ACEC85943}" type="presOf" srcId="{745B7D8D-0192-4826-B2C9-B78A23851DE0}" destId="{75F07C5F-F848-4E1D-9971-049338E3C4D0}" srcOrd="0" destOrd="0" presId="urn:microsoft.com/office/officeart/2005/8/layout/pyramid3"/>
    <dgm:cxn modelId="{3193A8AD-2B4D-4588-99A5-2F215A44D45F}" type="presOf" srcId="{745B7D8D-0192-4826-B2C9-B78A23851DE0}" destId="{46959E88-0B2C-4683-BB40-1308A88FAFC6}" srcOrd="1" destOrd="0" presId="urn:microsoft.com/office/officeart/2005/8/layout/pyramid3"/>
    <dgm:cxn modelId="{0D1E0BC0-79E1-42DC-8376-B247822F01F2}" srcId="{16C30B98-7F9F-450C-ABFC-25109F5C176D}" destId="{648FE7B5-C81B-439E-8CC0-30ECCA23B617}" srcOrd="4" destOrd="0" parTransId="{2129C5C8-03E8-47F2-ADC5-0F7C02C65D33}" sibTransId="{5A37E80B-4E6C-4773-AA13-9A9CB6B3A7B6}"/>
    <dgm:cxn modelId="{B60F5CC4-8750-42E6-878C-6D12BD5A523B}" type="presOf" srcId="{55FAC72B-31BB-4BC0-A348-C7FD0634FDD7}" destId="{98C0BDC8-3221-4BB4-912D-44E74437A5B4}" srcOrd="1" destOrd="0" presId="urn:microsoft.com/office/officeart/2005/8/layout/pyramid3"/>
    <dgm:cxn modelId="{7ECF64C9-1D9C-4685-A576-3EE8A554542A}" srcId="{16C30B98-7F9F-450C-ABFC-25109F5C176D}" destId="{7B204494-7B19-451D-BCB5-48C116736374}" srcOrd="5" destOrd="0" parTransId="{D1AEAF13-2F10-40B1-8089-67DD49D76CC7}" sibTransId="{4AC0353C-11AA-4657-8581-E69BEC9B8BB9}"/>
    <dgm:cxn modelId="{755E46CE-7572-477D-AAEE-3DE4E81B7B19}" type="presOf" srcId="{7B204494-7B19-451D-BCB5-48C116736374}" destId="{577F1109-8423-47E2-80B0-E2CB587560A9}" srcOrd="1" destOrd="0" presId="urn:microsoft.com/office/officeart/2005/8/layout/pyramid3"/>
    <dgm:cxn modelId="{3D1995E5-8AEE-44B0-8DA1-ACE4BE3D1D61}" type="presOf" srcId="{0F3E1971-272A-4A61-B2BF-582ADC9B6533}" destId="{5C03E917-31FA-4194-B476-F20CBDCB36D1}" srcOrd="1" destOrd="0" presId="urn:microsoft.com/office/officeart/2005/8/layout/pyramid3"/>
    <dgm:cxn modelId="{C1D4A6E6-E184-4169-9085-FA5C5B6854BD}" type="presOf" srcId="{648FE7B5-C81B-439E-8CC0-30ECCA23B617}" destId="{930D1AC1-FA3E-475F-97E9-1F06D93D9269}" srcOrd="0" destOrd="0" presId="urn:microsoft.com/office/officeart/2005/8/layout/pyramid3"/>
    <dgm:cxn modelId="{B54586EC-09F7-4F3C-9262-11C5AE29B9CA}" type="presOf" srcId="{07D8E6C7-D71C-44B1-818F-922B372C9790}" destId="{813BD905-3D25-4840-B772-602BA22C9725}" srcOrd="1" destOrd="0" presId="urn:microsoft.com/office/officeart/2005/8/layout/pyramid3"/>
    <dgm:cxn modelId="{7A5581EF-20C6-466F-97E3-021D4A2B1344}" srcId="{16C30B98-7F9F-450C-ABFC-25109F5C176D}" destId="{745B7D8D-0192-4826-B2C9-B78A23851DE0}" srcOrd="1" destOrd="0" parTransId="{DC72104C-105B-46EB-B2E8-5ADCC91C347E}" sibTransId="{4D44D765-C54F-435F-BE6F-25FBA4A53DFD}"/>
    <dgm:cxn modelId="{EEB1BAF5-CF2D-43E1-8C45-ADF249D851A1}" srcId="{16C30B98-7F9F-450C-ABFC-25109F5C176D}" destId="{07D8E6C7-D71C-44B1-818F-922B372C9790}" srcOrd="3" destOrd="0" parTransId="{A013B6D5-4A5F-4AC0-ACE2-7276C919C1DA}" sibTransId="{90C34C69-88EC-472C-85EE-B16AB21D54D7}"/>
    <dgm:cxn modelId="{41D9EAF9-1E62-4514-B93B-9A7DCBE85B5A}" type="presOf" srcId="{0F3E1971-272A-4A61-B2BF-582ADC9B6533}" destId="{652E5B58-1634-481E-8F76-461269660529}" srcOrd="0" destOrd="0" presId="urn:microsoft.com/office/officeart/2005/8/layout/pyramid3"/>
    <dgm:cxn modelId="{FC95F267-935B-40FA-9EAA-443C0A9F792C}" type="presParOf" srcId="{4EA5E7A6-0EA3-410D-ADDC-6E041A08E7C4}" destId="{6CF2F2B7-BDC2-4E8A-A607-902105AEA178}" srcOrd="0" destOrd="0" presId="urn:microsoft.com/office/officeart/2005/8/layout/pyramid3"/>
    <dgm:cxn modelId="{25EF766F-1AD7-4C29-9EEA-46EB835DE4A2}" type="presParOf" srcId="{6CF2F2B7-BDC2-4E8A-A607-902105AEA178}" destId="{652E5B58-1634-481E-8F76-461269660529}" srcOrd="0" destOrd="0" presId="urn:microsoft.com/office/officeart/2005/8/layout/pyramid3"/>
    <dgm:cxn modelId="{D5FFF291-8107-4ED8-A7B4-DC3B26551F56}" type="presParOf" srcId="{6CF2F2B7-BDC2-4E8A-A607-902105AEA178}" destId="{5C03E917-31FA-4194-B476-F20CBDCB36D1}" srcOrd="1" destOrd="0" presId="urn:microsoft.com/office/officeart/2005/8/layout/pyramid3"/>
    <dgm:cxn modelId="{31C5C0FE-C7CF-47E8-B03D-8AAF034152C5}" type="presParOf" srcId="{4EA5E7A6-0EA3-410D-ADDC-6E041A08E7C4}" destId="{510733C2-FAAE-4B29-8647-3B2DC2B3685F}" srcOrd="1" destOrd="0" presId="urn:microsoft.com/office/officeart/2005/8/layout/pyramid3"/>
    <dgm:cxn modelId="{C70031C9-0E5E-4E6A-A1E5-AAD7BB590598}" type="presParOf" srcId="{510733C2-FAAE-4B29-8647-3B2DC2B3685F}" destId="{75F07C5F-F848-4E1D-9971-049338E3C4D0}" srcOrd="0" destOrd="0" presId="urn:microsoft.com/office/officeart/2005/8/layout/pyramid3"/>
    <dgm:cxn modelId="{B8B7BF54-C62C-4F1D-9F42-68F4F923EB72}" type="presParOf" srcId="{510733C2-FAAE-4B29-8647-3B2DC2B3685F}" destId="{46959E88-0B2C-4683-BB40-1308A88FAFC6}" srcOrd="1" destOrd="0" presId="urn:microsoft.com/office/officeart/2005/8/layout/pyramid3"/>
    <dgm:cxn modelId="{2638B307-0A84-48FF-88C9-799C6D8F778E}" type="presParOf" srcId="{4EA5E7A6-0EA3-410D-ADDC-6E041A08E7C4}" destId="{75E7F414-74C8-4138-87C2-F53392308766}" srcOrd="2" destOrd="0" presId="urn:microsoft.com/office/officeart/2005/8/layout/pyramid3"/>
    <dgm:cxn modelId="{9A08DF27-40B8-4A83-8BE8-12614B45C0B5}" type="presParOf" srcId="{75E7F414-74C8-4138-87C2-F53392308766}" destId="{2987AE8A-001D-4DBB-A539-D0933ED9DBBE}" srcOrd="0" destOrd="0" presId="urn:microsoft.com/office/officeart/2005/8/layout/pyramid3"/>
    <dgm:cxn modelId="{6CFBC3FC-88CE-4410-B558-77276CE15DD0}" type="presParOf" srcId="{75E7F414-74C8-4138-87C2-F53392308766}" destId="{98C0BDC8-3221-4BB4-912D-44E74437A5B4}" srcOrd="1" destOrd="0" presId="urn:microsoft.com/office/officeart/2005/8/layout/pyramid3"/>
    <dgm:cxn modelId="{0E0482BE-81A8-4380-96E5-9FA00AF064A6}" type="presParOf" srcId="{4EA5E7A6-0EA3-410D-ADDC-6E041A08E7C4}" destId="{0506C75C-4C29-45D6-A0F2-0B289B81C898}" srcOrd="3" destOrd="0" presId="urn:microsoft.com/office/officeart/2005/8/layout/pyramid3"/>
    <dgm:cxn modelId="{588CFEDA-156F-4DF2-AA39-4371547C3A95}" type="presParOf" srcId="{0506C75C-4C29-45D6-A0F2-0B289B81C898}" destId="{FD0CF14E-7512-4D11-B08D-FE494C5F04CC}" srcOrd="0" destOrd="0" presId="urn:microsoft.com/office/officeart/2005/8/layout/pyramid3"/>
    <dgm:cxn modelId="{9F382C73-3CBC-4271-B59C-D0D8C04A139A}" type="presParOf" srcId="{0506C75C-4C29-45D6-A0F2-0B289B81C898}" destId="{813BD905-3D25-4840-B772-602BA22C9725}" srcOrd="1" destOrd="0" presId="urn:microsoft.com/office/officeart/2005/8/layout/pyramid3"/>
    <dgm:cxn modelId="{40EB81C3-7C2F-412B-AEF1-BE758FBDD827}" type="presParOf" srcId="{4EA5E7A6-0EA3-410D-ADDC-6E041A08E7C4}" destId="{DE420063-DE9C-4228-97B6-F75E1F3F66BF}" srcOrd="4" destOrd="0" presId="urn:microsoft.com/office/officeart/2005/8/layout/pyramid3"/>
    <dgm:cxn modelId="{4861C106-1384-469A-A7F4-B04ACF0A3AFC}" type="presParOf" srcId="{DE420063-DE9C-4228-97B6-F75E1F3F66BF}" destId="{930D1AC1-FA3E-475F-97E9-1F06D93D9269}" srcOrd="0" destOrd="0" presId="urn:microsoft.com/office/officeart/2005/8/layout/pyramid3"/>
    <dgm:cxn modelId="{8CC34C5B-833E-45C4-A899-D876CDEAEB66}" type="presParOf" srcId="{DE420063-DE9C-4228-97B6-F75E1F3F66BF}" destId="{4E695DEE-C5ED-4DDD-B5E1-2D5636392F9A}" srcOrd="1" destOrd="0" presId="urn:microsoft.com/office/officeart/2005/8/layout/pyramid3"/>
    <dgm:cxn modelId="{F81696C9-77C7-4DA6-9E36-F4EA87C6FD19}" type="presParOf" srcId="{4EA5E7A6-0EA3-410D-ADDC-6E041A08E7C4}" destId="{5F6BB5FF-C1D3-4C17-9A42-49628FA0F798}" srcOrd="5" destOrd="0" presId="urn:microsoft.com/office/officeart/2005/8/layout/pyramid3"/>
    <dgm:cxn modelId="{8666FDD7-F198-417F-B83D-29CDBB836051}" type="presParOf" srcId="{5F6BB5FF-C1D3-4C17-9A42-49628FA0F798}" destId="{88721F72-E197-4493-AABA-3B8A74619459}" srcOrd="0" destOrd="0" presId="urn:microsoft.com/office/officeart/2005/8/layout/pyramid3"/>
    <dgm:cxn modelId="{B42AFCA5-3FD8-4D04-9080-AF11CF6324B3}" type="presParOf" srcId="{5F6BB5FF-C1D3-4C17-9A42-49628FA0F798}" destId="{577F1109-8423-47E2-80B0-E2CB587560A9}" srcOrd="1" destOrd="0" presId="urn:microsoft.com/office/officeart/2005/8/layout/pyramid3"/>
  </dgm:cxnLst>
  <dgm:bg>
    <a:effectLst/>
  </dgm:bg>
  <dgm:whole>
    <a:ln w="38100">
      <a:noFill/>
    </a:ln>
  </dgm:whole>
  <dgm:extLst>
    <a:ext uri="http://schemas.microsoft.com/office/drawing/2008/diagram">
      <dsp:dataModelExt xmlns:dsp="http://schemas.microsoft.com/office/drawing/2008/diagram" relId="rId9"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1834F69-FC6F-45A7-AFCA-02662F208FAE}"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ru-RU"/>
        </a:p>
      </dgm:t>
    </dgm:pt>
    <dgm:pt modelId="{D55A03DE-1083-4C65-A903-3CBC369A2342}">
      <dgm:prSet phldrT="[Текст]" custT="1"/>
      <dgm:spPr>
        <a:solidFill>
          <a:srgbClr val="D5BFED"/>
        </a:solidFill>
        <a:ln w="12700">
          <a:solidFill>
            <a:srgbClr val="000000">
              <a:alpha val="20000"/>
            </a:srgbClr>
          </a:solidFill>
        </a:ln>
      </dgm:spPr>
      <dgm:t>
        <a:bodyPr/>
        <a:lstStyle/>
        <a:p>
          <a:r>
            <a:rPr lang="ru-RU" sz="800" dirty="0">
              <a:solidFill>
                <a:schemeClr val="tx1"/>
              </a:solidFill>
            </a:rPr>
            <a:t>Текст</a:t>
          </a:r>
        </a:p>
      </dgm:t>
    </dgm:pt>
    <dgm:pt modelId="{148EDD9E-96EC-4B62-8250-0948CE74C8EC}" type="parTrans" cxnId="{26943212-7ACE-4B35-BF45-0BA59B2BA726}">
      <dgm:prSet/>
      <dgm:spPr/>
      <dgm:t>
        <a:bodyPr/>
        <a:lstStyle/>
        <a:p>
          <a:endParaRPr lang="ru-RU" sz="800"/>
        </a:p>
      </dgm:t>
    </dgm:pt>
    <dgm:pt modelId="{8D096780-1402-4D38-A9E4-927296DB0307}" type="sibTrans" cxnId="{26943212-7ACE-4B35-BF45-0BA59B2BA726}">
      <dgm:prSet/>
      <dgm:spPr/>
      <dgm:t>
        <a:bodyPr/>
        <a:lstStyle/>
        <a:p>
          <a:endParaRPr lang="ru-RU" sz="800"/>
        </a:p>
      </dgm:t>
    </dgm:pt>
    <dgm:pt modelId="{D706A6B5-41BB-48DD-9B53-BC73F7ABF069}">
      <dgm:prSet phldrT="[Текст]" custT="1"/>
      <dgm:spPr>
        <a:solidFill>
          <a:srgbClr val="F9CCE4"/>
        </a:solidFill>
        <a:ln w="12700">
          <a:solidFill>
            <a:srgbClr val="000000">
              <a:alpha val="20000"/>
            </a:srgbClr>
          </a:solidFill>
        </a:ln>
      </dgm:spPr>
      <dgm:t>
        <a:bodyPr/>
        <a:lstStyle/>
        <a:p>
          <a:r>
            <a:rPr lang="ru-RU" sz="800" dirty="0">
              <a:solidFill>
                <a:schemeClr val="tx1"/>
              </a:solidFill>
            </a:rPr>
            <a:t>Текст</a:t>
          </a:r>
        </a:p>
      </dgm:t>
    </dgm:pt>
    <dgm:pt modelId="{DE8FF0D9-C29A-4B05-8A6D-BB1E7DAD54C5}" type="parTrans" cxnId="{AB4F46D5-E0E2-4347-8FAE-A530EE65E393}">
      <dgm:prSet/>
      <dgm:spPr/>
      <dgm:t>
        <a:bodyPr/>
        <a:lstStyle/>
        <a:p>
          <a:endParaRPr lang="ru-RU" sz="800"/>
        </a:p>
      </dgm:t>
    </dgm:pt>
    <dgm:pt modelId="{8142DD72-FB40-4055-97A1-DCDC3C1EF0EB}" type="sibTrans" cxnId="{AB4F46D5-E0E2-4347-8FAE-A530EE65E393}">
      <dgm:prSet/>
      <dgm:spPr/>
      <dgm:t>
        <a:bodyPr/>
        <a:lstStyle/>
        <a:p>
          <a:endParaRPr lang="ru-RU" sz="800"/>
        </a:p>
      </dgm:t>
    </dgm:pt>
    <dgm:pt modelId="{BFF90DC3-F477-4E7C-83DA-765D91CCE0C1}">
      <dgm:prSet phldrT="[Текст]" custT="1"/>
      <dgm:spPr>
        <a:solidFill>
          <a:srgbClr val="ACC4FE"/>
        </a:solidFill>
        <a:ln>
          <a:solidFill>
            <a:srgbClr val="000000">
              <a:alpha val="20000"/>
            </a:srgbClr>
          </a:solidFill>
        </a:ln>
      </dgm:spPr>
      <dgm:t>
        <a:bodyPr/>
        <a:lstStyle/>
        <a:p>
          <a:r>
            <a:rPr lang="ru-RU" sz="800" dirty="0">
              <a:solidFill>
                <a:schemeClr val="tx1"/>
              </a:solidFill>
            </a:rPr>
            <a:t>Текст</a:t>
          </a:r>
        </a:p>
      </dgm:t>
    </dgm:pt>
    <dgm:pt modelId="{F6D75513-807F-42A4-A487-8A6C9E301444}" type="parTrans" cxnId="{111730A1-3DEA-41CE-A2B5-A787FCE45BBD}">
      <dgm:prSet/>
      <dgm:spPr/>
      <dgm:t>
        <a:bodyPr/>
        <a:lstStyle/>
        <a:p>
          <a:endParaRPr lang="ru-RU" sz="800"/>
        </a:p>
      </dgm:t>
    </dgm:pt>
    <dgm:pt modelId="{467BC6E3-607A-46B0-83CC-AF0BD4719CAD}" type="sibTrans" cxnId="{111730A1-3DEA-41CE-A2B5-A787FCE45BBD}">
      <dgm:prSet/>
      <dgm:spPr/>
      <dgm:t>
        <a:bodyPr/>
        <a:lstStyle/>
        <a:p>
          <a:endParaRPr lang="ru-RU" sz="800"/>
        </a:p>
      </dgm:t>
    </dgm:pt>
    <dgm:pt modelId="{BE6298FD-75A0-4B65-894C-15CE267C4C49}">
      <dgm:prSet phldrT="[Текст]" custT="1"/>
      <dgm:spPr>
        <a:solidFill>
          <a:srgbClr val="EF80BB"/>
        </a:solidFill>
        <a:ln w="12700">
          <a:solidFill>
            <a:srgbClr val="000000">
              <a:alpha val="20000"/>
            </a:srgbClr>
          </a:solidFill>
        </a:ln>
      </dgm:spPr>
      <dgm:t>
        <a:bodyPr/>
        <a:lstStyle/>
        <a:p>
          <a:r>
            <a:rPr lang="ru-RU" sz="800" dirty="0">
              <a:solidFill>
                <a:schemeClr val="tx1"/>
              </a:solidFill>
            </a:rPr>
            <a:t>Текст</a:t>
          </a:r>
        </a:p>
      </dgm:t>
    </dgm:pt>
    <dgm:pt modelId="{69AC44ED-CA81-4EB7-9779-1282C20EAC74}" type="parTrans" cxnId="{64D44D69-C6DF-463C-B36E-1119E12FDDAB}">
      <dgm:prSet/>
      <dgm:spPr/>
      <dgm:t>
        <a:bodyPr/>
        <a:lstStyle/>
        <a:p>
          <a:endParaRPr lang="ru-RU" sz="800"/>
        </a:p>
      </dgm:t>
    </dgm:pt>
    <dgm:pt modelId="{6439C6B7-392B-4175-B404-A19583B032DB}" type="sibTrans" cxnId="{64D44D69-C6DF-463C-B36E-1119E12FDDAB}">
      <dgm:prSet/>
      <dgm:spPr/>
      <dgm:t>
        <a:bodyPr/>
        <a:lstStyle/>
        <a:p>
          <a:endParaRPr lang="ru-RU" sz="800"/>
        </a:p>
      </dgm:t>
    </dgm:pt>
    <dgm:pt modelId="{0250AE8F-04DF-4C0E-BD4F-7ADC1C24C7BC}" type="pres">
      <dgm:prSet presAssocID="{31834F69-FC6F-45A7-AFCA-02662F208FAE}" presName="Name0" presStyleCnt="0">
        <dgm:presLayoutVars>
          <dgm:chMax val="7"/>
          <dgm:resizeHandles val="exact"/>
        </dgm:presLayoutVars>
      </dgm:prSet>
      <dgm:spPr/>
    </dgm:pt>
    <dgm:pt modelId="{A41CED92-B8D7-4B21-B9EB-CDC6DF86DA68}" type="pres">
      <dgm:prSet presAssocID="{31834F69-FC6F-45A7-AFCA-02662F208FAE}" presName="comp1" presStyleCnt="0"/>
      <dgm:spPr/>
    </dgm:pt>
    <dgm:pt modelId="{AB7C5126-F209-4F72-8CB9-C9BFBB350599}" type="pres">
      <dgm:prSet presAssocID="{31834F69-FC6F-45A7-AFCA-02662F208FAE}" presName="circle1" presStyleLbl="node1" presStyleIdx="0" presStyleCnt="4"/>
      <dgm:spPr/>
    </dgm:pt>
    <dgm:pt modelId="{731F1005-CB97-49B0-9ABB-616CAE6F8BD3}" type="pres">
      <dgm:prSet presAssocID="{31834F69-FC6F-45A7-AFCA-02662F208FAE}" presName="c1text" presStyleLbl="node1" presStyleIdx="0" presStyleCnt="4">
        <dgm:presLayoutVars>
          <dgm:bulletEnabled val="1"/>
        </dgm:presLayoutVars>
      </dgm:prSet>
      <dgm:spPr/>
    </dgm:pt>
    <dgm:pt modelId="{AC641CFF-BE6B-4D18-80DC-01116A5303C6}" type="pres">
      <dgm:prSet presAssocID="{31834F69-FC6F-45A7-AFCA-02662F208FAE}" presName="comp2" presStyleCnt="0"/>
      <dgm:spPr/>
    </dgm:pt>
    <dgm:pt modelId="{88E48223-3016-427C-8E96-0B02735F0D7F}" type="pres">
      <dgm:prSet presAssocID="{31834F69-FC6F-45A7-AFCA-02662F208FAE}" presName="circle2" presStyleLbl="node1" presStyleIdx="1" presStyleCnt="4"/>
      <dgm:spPr/>
    </dgm:pt>
    <dgm:pt modelId="{50899F21-9130-4B93-93AC-638DFAF1E3C5}" type="pres">
      <dgm:prSet presAssocID="{31834F69-FC6F-45A7-AFCA-02662F208FAE}" presName="c2text" presStyleLbl="node1" presStyleIdx="1" presStyleCnt="4">
        <dgm:presLayoutVars>
          <dgm:bulletEnabled val="1"/>
        </dgm:presLayoutVars>
      </dgm:prSet>
      <dgm:spPr/>
    </dgm:pt>
    <dgm:pt modelId="{F76F857C-E854-477B-950E-D8DB152AD148}" type="pres">
      <dgm:prSet presAssocID="{31834F69-FC6F-45A7-AFCA-02662F208FAE}" presName="comp3" presStyleCnt="0"/>
      <dgm:spPr/>
    </dgm:pt>
    <dgm:pt modelId="{105BAF74-99C1-490A-81F6-907BD4F17DBE}" type="pres">
      <dgm:prSet presAssocID="{31834F69-FC6F-45A7-AFCA-02662F208FAE}" presName="circle3" presStyleLbl="node1" presStyleIdx="2" presStyleCnt="4"/>
      <dgm:spPr/>
    </dgm:pt>
    <dgm:pt modelId="{036F3A89-7DA2-4AA3-89F4-C1B86D741651}" type="pres">
      <dgm:prSet presAssocID="{31834F69-FC6F-45A7-AFCA-02662F208FAE}" presName="c3text" presStyleLbl="node1" presStyleIdx="2" presStyleCnt="4">
        <dgm:presLayoutVars>
          <dgm:bulletEnabled val="1"/>
        </dgm:presLayoutVars>
      </dgm:prSet>
      <dgm:spPr/>
    </dgm:pt>
    <dgm:pt modelId="{881A636C-7E5F-4E7B-9DA2-8B5FF18F86CA}" type="pres">
      <dgm:prSet presAssocID="{31834F69-FC6F-45A7-AFCA-02662F208FAE}" presName="comp4" presStyleCnt="0"/>
      <dgm:spPr/>
    </dgm:pt>
    <dgm:pt modelId="{AFE0D909-829F-460C-A840-51D087F5A523}" type="pres">
      <dgm:prSet presAssocID="{31834F69-FC6F-45A7-AFCA-02662F208FAE}" presName="circle4" presStyleLbl="node1" presStyleIdx="3" presStyleCnt="4" custLinFactNeighborY="0"/>
      <dgm:spPr/>
    </dgm:pt>
    <dgm:pt modelId="{4977315C-DED7-4ACD-A0BE-839115AFD066}" type="pres">
      <dgm:prSet presAssocID="{31834F69-FC6F-45A7-AFCA-02662F208FAE}" presName="c4text" presStyleLbl="node1" presStyleIdx="3" presStyleCnt="4">
        <dgm:presLayoutVars>
          <dgm:bulletEnabled val="1"/>
        </dgm:presLayoutVars>
      </dgm:prSet>
      <dgm:spPr/>
    </dgm:pt>
  </dgm:ptLst>
  <dgm:cxnLst>
    <dgm:cxn modelId="{2D67DD11-E87E-45C7-B575-FDB962807BE2}" type="presOf" srcId="{BFF90DC3-F477-4E7C-83DA-765D91CCE0C1}" destId="{4977315C-DED7-4ACD-A0BE-839115AFD066}" srcOrd="1" destOrd="0" presId="urn:microsoft.com/office/officeart/2005/8/layout/venn2"/>
    <dgm:cxn modelId="{26943212-7ACE-4B35-BF45-0BA59B2BA726}" srcId="{31834F69-FC6F-45A7-AFCA-02662F208FAE}" destId="{D55A03DE-1083-4C65-A903-3CBC369A2342}" srcOrd="0" destOrd="0" parTransId="{148EDD9E-96EC-4B62-8250-0948CE74C8EC}" sibTransId="{8D096780-1402-4D38-A9E4-927296DB0307}"/>
    <dgm:cxn modelId="{56AF0131-1D84-4C9B-A2EA-50EBAA8A3D9F}" type="presOf" srcId="{D706A6B5-41BB-48DD-9B53-BC73F7ABF069}" destId="{036F3A89-7DA2-4AA3-89F4-C1B86D741651}" srcOrd="1" destOrd="0" presId="urn:microsoft.com/office/officeart/2005/8/layout/venn2"/>
    <dgm:cxn modelId="{3893154D-3E2F-4093-A7CA-4D2A9E21DA12}" type="presOf" srcId="{BFF90DC3-F477-4E7C-83DA-765D91CCE0C1}" destId="{AFE0D909-829F-460C-A840-51D087F5A523}" srcOrd="0" destOrd="0" presId="urn:microsoft.com/office/officeart/2005/8/layout/venn2"/>
    <dgm:cxn modelId="{64D44D69-C6DF-463C-B36E-1119E12FDDAB}" srcId="{31834F69-FC6F-45A7-AFCA-02662F208FAE}" destId="{BE6298FD-75A0-4B65-894C-15CE267C4C49}" srcOrd="1" destOrd="0" parTransId="{69AC44ED-CA81-4EB7-9779-1282C20EAC74}" sibTransId="{6439C6B7-392B-4175-B404-A19583B032DB}"/>
    <dgm:cxn modelId="{35EA1EA1-A4AE-4961-A54A-75C0E10A525A}" type="presOf" srcId="{BE6298FD-75A0-4B65-894C-15CE267C4C49}" destId="{50899F21-9130-4B93-93AC-638DFAF1E3C5}" srcOrd="1" destOrd="0" presId="urn:microsoft.com/office/officeart/2005/8/layout/venn2"/>
    <dgm:cxn modelId="{111730A1-3DEA-41CE-A2B5-A787FCE45BBD}" srcId="{31834F69-FC6F-45A7-AFCA-02662F208FAE}" destId="{BFF90DC3-F477-4E7C-83DA-765D91CCE0C1}" srcOrd="3" destOrd="0" parTransId="{F6D75513-807F-42A4-A487-8A6C9E301444}" sibTransId="{467BC6E3-607A-46B0-83CC-AF0BD4719CAD}"/>
    <dgm:cxn modelId="{EA95C7D4-77CC-4BFE-9218-A90295C7134E}" type="presOf" srcId="{31834F69-FC6F-45A7-AFCA-02662F208FAE}" destId="{0250AE8F-04DF-4C0E-BD4F-7ADC1C24C7BC}" srcOrd="0" destOrd="0" presId="urn:microsoft.com/office/officeart/2005/8/layout/venn2"/>
    <dgm:cxn modelId="{AB4F46D5-E0E2-4347-8FAE-A530EE65E393}" srcId="{31834F69-FC6F-45A7-AFCA-02662F208FAE}" destId="{D706A6B5-41BB-48DD-9B53-BC73F7ABF069}" srcOrd="2" destOrd="0" parTransId="{DE8FF0D9-C29A-4B05-8A6D-BB1E7DAD54C5}" sibTransId="{8142DD72-FB40-4055-97A1-DCDC3C1EF0EB}"/>
    <dgm:cxn modelId="{AF21CFDF-DD05-49B7-A60C-9A6FFFE9CA15}" type="presOf" srcId="{BE6298FD-75A0-4B65-894C-15CE267C4C49}" destId="{88E48223-3016-427C-8E96-0B02735F0D7F}" srcOrd="0" destOrd="0" presId="urn:microsoft.com/office/officeart/2005/8/layout/venn2"/>
    <dgm:cxn modelId="{87B340E8-D9E2-40D0-BB43-E8545B602CD4}" type="presOf" srcId="{D55A03DE-1083-4C65-A903-3CBC369A2342}" destId="{731F1005-CB97-49B0-9ABB-616CAE6F8BD3}" srcOrd="1" destOrd="0" presId="urn:microsoft.com/office/officeart/2005/8/layout/venn2"/>
    <dgm:cxn modelId="{6C9A0FF1-D4A7-4DB3-B44E-45A8D7BE8E28}" type="presOf" srcId="{D706A6B5-41BB-48DD-9B53-BC73F7ABF069}" destId="{105BAF74-99C1-490A-81F6-907BD4F17DBE}" srcOrd="0" destOrd="0" presId="urn:microsoft.com/office/officeart/2005/8/layout/venn2"/>
    <dgm:cxn modelId="{B6629DF1-B897-4BFB-8954-89D2BD116DF9}" type="presOf" srcId="{D55A03DE-1083-4C65-A903-3CBC369A2342}" destId="{AB7C5126-F209-4F72-8CB9-C9BFBB350599}" srcOrd="0" destOrd="0" presId="urn:microsoft.com/office/officeart/2005/8/layout/venn2"/>
    <dgm:cxn modelId="{F5F7BC7A-EB33-443C-A991-1C12FD312FBB}" type="presParOf" srcId="{0250AE8F-04DF-4C0E-BD4F-7ADC1C24C7BC}" destId="{A41CED92-B8D7-4B21-B9EB-CDC6DF86DA68}" srcOrd="0" destOrd="0" presId="urn:microsoft.com/office/officeart/2005/8/layout/venn2"/>
    <dgm:cxn modelId="{6B8D1590-1355-4677-BDB9-9B1C947CB2DF}" type="presParOf" srcId="{A41CED92-B8D7-4B21-B9EB-CDC6DF86DA68}" destId="{AB7C5126-F209-4F72-8CB9-C9BFBB350599}" srcOrd="0" destOrd="0" presId="urn:microsoft.com/office/officeart/2005/8/layout/venn2"/>
    <dgm:cxn modelId="{AF0E6F14-4593-43CD-B37F-46552CE6E34D}" type="presParOf" srcId="{A41CED92-B8D7-4B21-B9EB-CDC6DF86DA68}" destId="{731F1005-CB97-49B0-9ABB-616CAE6F8BD3}" srcOrd="1" destOrd="0" presId="urn:microsoft.com/office/officeart/2005/8/layout/venn2"/>
    <dgm:cxn modelId="{D5C6EC0F-2545-4621-9DD3-DD55147B80F9}" type="presParOf" srcId="{0250AE8F-04DF-4C0E-BD4F-7ADC1C24C7BC}" destId="{AC641CFF-BE6B-4D18-80DC-01116A5303C6}" srcOrd="1" destOrd="0" presId="urn:microsoft.com/office/officeart/2005/8/layout/venn2"/>
    <dgm:cxn modelId="{69AD805E-7223-4161-9D4B-F7CB57E46216}" type="presParOf" srcId="{AC641CFF-BE6B-4D18-80DC-01116A5303C6}" destId="{88E48223-3016-427C-8E96-0B02735F0D7F}" srcOrd="0" destOrd="0" presId="urn:microsoft.com/office/officeart/2005/8/layout/venn2"/>
    <dgm:cxn modelId="{4E60C86A-0304-4DE1-820D-A714275DBE9B}" type="presParOf" srcId="{AC641CFF-BE6B-4D18-80DC-01116A5303C6}" destId="{50899F21-9130-4B93-93AC-638DFAF1E3C5}" srcOrd="1" destOrd="0" presId="urn:microsoft.com/office/officeart/2005/8/layout/venn2"/>
    <dgm:cxn modelId="{32630DB0-2A37-4A8B-954D-9F1713CC0752}" type="presParOf" srcId="{0250AE8F-04DF-4C0E-BD4F-7ADC1C24C7BC}" destId="{F76F857C-E854-477B-950E-D8DB152AD148}" srcOrd="2" destOrd="0" presId="urn:microsoft.com/office/officeart/2005/8/layout/venn2"/>
    <dgm:cxn modelId="{40A655DA-F74B-47F1-AD93-12704B56625A}" type="presParOf" srcId="{F76F857C-E854-477B-950E-D8DB152AD148}" destId="{105BAF74-99C1-490A-81F6-907BD4F17DBE}" srcOrd="0" destOrd="0" presId="urn:microsoft.com/office/officeart/2005/8/layout/venn2"/>
    <dgm:cxn modelId="{3FFB4A66-1ED2-4110-A82D-5536505FB04C}" type="presParOf" srcId="{F76F857C-E854-477B-950E-D8DB152AD148}" destId="{036F3A89-7DA2-4AA3-89F4-C1B86D741651}" srcOrd="1" destOrd="0" presId="urn:microsoft.com/office/officeart/2005/8/layout/venn2"/>
    <dgm:cxn modelId="{B6068BFC-46B2-4905-B379-F29A2E460090}" type="presParOf" srcId="{0250AE8F-04DF-4C0E-BD4F-7ADC1C24C7BC}" destId="{881A636C-7E5F-4E7B-9DA2-8B5FF18F86CA}" srcOrd="3" destOrd="0" presId="urn:microsoft.com/office/officeart/2005/8/layout/venn2"/>
    <dgm:cxn modelId="{59A103F0-355C-40C8-A545-088D61FECA45}" type="presParOf" srcId="{881A636C-7E5F-4E7B-9DA2-8B5FF18F86CA}" destId="{AFE0D909-829F-460C-A840-51D087F5A523}" srcOrd="0" destOrd="0" presId="urn:microsoft.com/office/officeart/2005/8/layout/venn2"/>
    <dgm:cxn modelId="{9E95D5E5-8A10-444E-AEC3-CB73C6C73413}" type="presParOf" srcId="{881A636C-7E5F-4E7B-9DA2-8B5FF18F86CA}" destId="{4977315C-DED7-4ACD-A0BE-839115AFD066}" srcOrd="1" destOrd="0" presId="urn:microsoft.com/office/officeart/2005/8/layout/venn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6C30B98-7F9F-450C-ABFC-25109F5C176D}" type="doc">
      <dgm:prSet loTypeId="urn:microsoft.com/office/officeart/2005/8/layout/pyramid3" loCatId="pyramid" qsTypeId="urn:microsoft.com/office/officeart/2005/8/quickstyle/simple1" qsCatId="simple" csTypeId="urn:microsoft.com/office/officeart/2005/8/colors/accent1_2" csCatId="accent1" phldr="1"/>
      <dgm:spPr/>
    </dgm:pt>
    <dgm:pt modelId="{0F3E1971-272A-4A61-B2BF-582ADC9B6533}">
      <dgm:prSet phldrT="[Текст]" custT="1"/>
      <dgm:spPr>
        <a:solidFill>
          <a:srgbClr val="FFDBDA"/>
        </a:solidFill>
        <a:ln w="25400">
          <a:solidFill>
            <a:schemeClr val="bg1"/>
          </a:solidFill>
        </a:ln>
      </dgm:spPr>
      <dgm:t>
        <a:bodyPr/>
        <a:lstStyle/>
        <a:p>
          <a:r>
            <a:rPr lang="ru-RU" sz="800" dirty="0">
              <a:solidFill>
                <a:schemeClr val="tx1"/>
              </a:solidFill>
            </a:rPr>
            <a:t>Текст</a:t>
          </a:r>
          <a:endParaRPr lang="ru-RU" sz="800" dirty="0"/>
        </a:p>
      </dgm:t>
    </dgm:pt>
    <dgm:pt modelId="{18E5CC43-8C2B-47F3-88FB-7FE941E957CF}" type="parTrans" cxnId="{0624605D-E668-46EB-A556-C864283CF443}">
      <dgm:prSet/>
      <dgm:spPr/>
      <dgm:t>
        <a:bodyPr/>
        <a:lstStyle/>
        <a:p>
          <a:endParaRPr lang="ru-RU" sz="800"/>
        </a:p>
      </dgm:t>
    </dgm:pt>
    <dgm:pt modelId="{E98CBBE5-F678-4F86-BC01-BE133BCC88C1}" type="sibTrans" cxnId="{0624605D-E668-46EB-A556-C864283CF443}">
      <dgm:prSet/>
      <dgm:spPr/>
      <dgm:t>
        <a:bodyPr/>
        <a:lstStyle/>
        <a:p>
          <a:endParaRPr lang="ru-RU" sz="800"/>
        </a:p>
      </dgm:t>
    </dgm:pt>
    <dgm:pt modelId="{745B7D8D-0192-4826-B2C9-B78A23851DE0}">
      <dgm:prSet phldrT="[Текст]" custT="1"/>
      <dgm:spPr>
        <a:solidFill>
          <a:srgbClr val="EEF3FF"/>
        </a:solidFill>
        <a:ln w="25400">
          <a:solidFill>
            <a:schemeClr val="bg1"/>
          </a:solidFill>
        </a:ln>
      </dgm:spPr>
      <dgm:t>
        <a:bodyPr/>
        <a:lstStyle/>
        <a:p>
          <a:r>
            <a:rPr lang="ru-RU" sz="800" dirty="0">
              <a:solidFill>
                <a:schemeClr val="tx1"/>
              </a:solidFill>
            </a:rPr>
            <a:t>Текст</a:t>
          </a:r>
          <a:endParaRPr lang="ru-RU" sz="800" dirty="0"/>
        </a:p>
      </dgm:t>
    </dgm:pt>
    <dgm:pt modelId="{DC72104C-105B-46EB-B2E8-5ADCC91C347E}" type="parTrans" cxnId="{7A5581EF-20C6-466F-97E3-021D4A2B1344}">
      <dgm:prSet/>
      <dgm:spPr/>
      <dgm:t>
        <a:bodyPr/>
        <a:lstStyle/>
        <a:p>
          <a:endParaRPr lang="ru-RU" sz="800"/>
        </a:p>
      </dgm:t>
    </dgm:pt>
    <dgm:pt modelId="{4D44D765-C54F-435F-BE6F-25FBA4A53DFD}" type="sibTrans" cxnId="{7A5581EF-20C6-466F-97E3-021D4A2B1344}">
      <dgm:prSet/>
      <dgm:spPr/>
      <dgm:t>
        <a:bodyPr/>
        <a:lstStyle/>
        <a:p>
          <a:endParaRPr lang="ru-RU" sz="800"/>
        </a:p>
      </dgm:t>
    </dgm:pt>
    <dgm:pt modelId="{55FAC72B-31BB-4BC0-A348-C7FD0634FDD7}">
      <dgm:prSet phldrT="[Текст]" custT="1"/>
      <dgm:spPr>
        <a:solidFill>
          <a:srgbClr val="ECB5E5"/>
        </a:solidFill>
        <a:ln w="25400">
          <a:solidFill>
            <a:schemeClr val="bg1"/>
          </a:solidFill>
        </a:ln>
      </dgm:spPr>
      <dgm:t>
        <a:bodyPr/>
        <a:lstStyle/>
        <a:p>
          <a:r>
            <a:rPr lang="ru-RU" sz="800" dirty="0">
              <a:solidFill>
                <a:schemeClr val="tx1"/>
              </a:solidFill>
            </a:rPr>
            <a:t>Текст</a:t>
          </a:r>
          <a:endParaRPr lang="ru-RU" sz="800" dirty="0"/>
        </a:p>
      </dgm:t>
    </dgm:pt>
    <dgm:pt modelId="{8A7A1950-EAD7-44C1-BDEA-6B054B77DC87}" type="parTrans" cxnId="{B8B1A061-F895-42DE-AE2F-6F91AA412729}">
      <dgm:prSet/>
      <dgm:spPr/>
      <dgm:t>
        <a:bodyPr/>
        <a:lstStyle/>
        <a:p>
          <a:endParaRPr lang="ru-RU" sz="800"/>
        </a:p>
      </dgm:t>
    </dgm:pt>
    <dgm:pt modelId="{172D1204-FCEF-4C6E-BC70-516F8E4B1F19}" type="sibTrans" cxnId="{B8B1A061-F895-42DE-AE2F-6F91AA412729}">
      <dgm:prSet/>
      <dgm:spPr/>
      <dgm:t>
        <a:bodyPr/>
        <a:lstStyle/>
        <a:p>
          <a:endParaRPr lang="ru-RU" sz="800"/>
        </a:p>
      </dgm:t>
    </dgm:pt>
    <dgm:pt modelId="{07D8E6C7-D71C-44B1-818F-922B372C9790}">
      <dgm:prSet phldrT="[Текст]" custT="1"/>
      <dgm:spPr>
        <a:solidFill>
          <a:srgbClr val="FAE6E9"/>
        </a:solidFill>
        <a:ln w="25400">
          <a:solidFill>
            <a:schemeClr val="bg1"/>
          </a:solidFill>
        </a:ln>
      </dgm:spPr>
      <dgm:t>
        <a:bodyPr/>
        <a:lstStyle/>
        <a:p>
          <a:r>
            <a:rPr lang="ru-RU" sz="800" dirty="0">
              <a:solidFill>
                <a:schemeClr val="tx1"/>
              </a:solidFill>
            </a:rPr>
            <a:t>Текст</a:t>
          </a:r>
          <a:endParaRPr lang="ru-RU" sz="800" dirty="0"/>
        </a:p>
      </dgm:t>
    </dgm:pt>
    <dgm:pt modelId="{A013B6D5-4A5F-4AC0-ACE2-7276C919C1DA}" type="parTrans" cxnId="{EEB1BAF5-CF2D-43E1-8C45-ADF249D851A1}">
      <dgm:prSet/>
      <dgm:spPr/>
      <dgm:t>
        <a:bodyPr/>
        <a:lstStyle/>
        <a:p>
          <a:endParaRPr lang="ru-RU" sz="800"/>
        </a:p>
      </dgm:t>
    </dgm:pt>
    <dgm:pt modelId="{90C34C69-88EC-472C-85EE-B16AB21D54D7}" type="sibTrans" cxnId="{EEB1BAF5-CF2D-43E1-8C45-ADF249D851A1}">
      <dgm:prSet/>
      <dgm:spPr/>
      <dgm:t>
        <a:bodyPr/>
        <a:lstStyle/>
        <a:p>
          <a:endParaRPr lang="ru-RU" sz="800"/>
        </a:p>
      </dgm:t>
    </dgm:pt>
    <dgm:pt modelId="{648FE7B5-C81B-439E-8CC0-30ECCA23B617}">
      <dgm:prSet phldrT="[Текст]" custT="1"/>
      <dgm:spPr>
        <a:solidFill>
          <a:srgbClr val="DDB6D3"/>
        </a:solidFill>
        <a:ln w="25400">
          <a:solidFill>
            <a:schemeClr val="bg1"/>
          </a:solidFill>
        </a:ln>
      </dgm:spPr>
      <dgm:t>
        <a:bodyPr/>
        <a:lstStyle/>
        <a:p>
          <a:r>
            <a:rPr lang="ru-RU" sz="800" dirty="0">
              <a:solidFill>
                <a:schemeClr val="tx1"/>
              </a:solidFill>
            </a:rPr>
            <a:t>Текст</a:t>
          </a:r>
        </a:p>
      </dgm:t>
    </dgm:pt>
    <dgm:pt modelId="{5A37E80B-4E6C-4773-AA13-9A9CB6B3A7B6}" type="sibTrans" cxnId="{0D1E0BC0-79E1-42DC-8376-B247822F01F2}">
      <dgm:prSet/>
      <dgm:spPr/>
      <dgm:t>
        <a:bodyPr/>
        <a:lstStyle/>
        <a:p>
          <a:endParaRPr lang="ru-RU" sz="800"/>
        </a:p>
      </dgm:t>
    </dgm:pt>
    <dgm:pt modelId="{2129C5C8-03E8-47F2-ADC5-0F7C02C65D33}" type="parTrans" cxnId="{0D1E0BC0-79E1-42DC-8376-B247822F01F2}">
      <dgm:prSet/>
      <dgm:spPr/>
      <dgm:t>
        <a:bodyPr/>
        <a:lstStyle/>
        <a:p>
          <a:endParaRPr lang="ru-RU" sz="800"/>
        </a:p>
      </dgm:t>
    </dgm:pt>
    <dgm:pt modelId="{7B204494-7B19-451D-BCB5-48C116736374}">
      <dgm:prSet phldrT="[Текст]" phldr="1" custT="1"/>
      <dgm:spPr>
        <a:solidFill>
          <a:schemeClr val="bg1"/>
        </a:solidFill>
        <a:ln w="25400">
          <a:solidFill>
            <a:schemeClr val="bg1"/>
          </a:solidFill>
        </a:ln>
      </dgm:spPr>
      <dgm:t>
        <a:bodyPr/>
        <a:lstStyle/>
        <a:p>
          <a:endParaRPr lang="ru-RU" sz="800" dirty="0">
            <a:solidFill>
              <a:schemeClr val="bg1"/>
            </a:solidFill>
          </a:endParaRPr>
        </a:p>
      </dgm:t>
    </dgm:pt>
    <dgm:pt modelId="{D1AEAF13-2F10-40B1-8089-67DD49D76CC7}" type="parTrans" cxnId="{7ECF64C9-1D9C-4685-A576-3EE8A554542A}">
      <dgm:prSet/>
      <dgm:spPr/>
      <dgm:t>
        <a:bodyPr/>
        <a:lstStyle/>
        <a:p>
          <a:endParaRPr lang="ru-RU" sz="800"/>
        </a:p>
      </dgm:t>
    </dgm:pt>
    <dgm:pt modelId="{4AC0353C-11AA-4657-8581-E69BEC9B8BB9}" type="sibTrans" cxnId="{7ECF64C9-1D9C-4685-A576-3EE8A554542A}">
      <dgm:prSet/>
      <dgm:spPr/>
      <dgm:t>
        <a:bodyPr/>
        <a:lstStyle/>
        <a:p>
          <a:endParaRPr lang="ru-RU" sz="800"/>
        </a:p>
      </dgm:t>
    </dgm:pt>
    <dgm:pt modelId="{4EA5E7A6-0EA3-410D-ADDC-6E041A08E7C4}" type="pres">
      <dgm:prSet presAssocID="{16C30B98-7F9F-450C-ABFC-25109F5C176D}" presName="Name0" presStyleCnt="0">
        <dgm:presLayoutVars>
          <dgm:dir/>
          <dgm:animLvl val="lvl"/>
          <dgm:resizeHandles val="exact"/>
        </dgm:presLayoutVars>
      </dgm:prSet>
      <dgm:spPr/>
    </dgm:pt>
    <dgm:pt modelId="{6CF2F2B7-BDC2-4E8A-A607-902105AEA178}" type="pres">
      <dgm:prSet presAssocID="{0F3E1971-272A-4A61-B2BF-582ADC9B6533}" presName="Name8" presStyleCnt="0"/>
      <dgm:spPr/>
    </dgm:pt>
    <dgm:pt modelId="{652E5B58-1634-481E-8F76-461269660529}" type="pres">
      <dgm:prSet presAssocID="{0F3E1971-272A-4A61-B2BF-582ADC9B6533}" presName="level" presStyleLbl="node1" presStyleIdx="0" presStyleCnt="6" custLinFactNeighborX="8838">
        <dgm:presLayoutVars>
          <dgm:chMax val="1"/>
          <dgm:bulletEnabled val="1"/>
        </dgm:presLayoutVars>
      </dgm:prSet>
      <dgm:spPr/>
    </dgm:pt>
    <dgm:pt modelId="{5C03E917-31FA-4194-B476-F20CBDCB36D1}" type="pres">
      <dgm:prSet presAssocID="{0F3E1971-272A-4A61-B2BF-582ADC9B6533}" presName="levelTx" presStyleLbl="revTx" presStyleIdx="0" presStyleCnt="0">
        <dgm:presLayoutVars>
          <dgm:chMax val="1"/>
          <dgm:bulletEnabled val="1"/>
        </dgm:presLayoutVars>
      </dgm:prSet>
      <dgm:spPr/>
    </dgm:pt>
    <dgm:pt modelId="{510733C2-FAAE-4B29-8647-3B2DC2B3685F}" type="pres">
      <dgm:prSet presAssocID="{745B7D8D-0192-4826-B2C9-B78A23851DE0}" presName="Name8" presStyleCnt="0"/>
      <dgm:spPr/>
    </dgm:pt>
    <dgm:pt modelId="{75F07C5F-F848-4E1D-9971-049338E3C4D0}" type="pres">
      <dgm:prSet presAssocID="{745B7D8D-0192-4826-B2C9-B78A23851DE0}" presName="level" presStyleLbl="node1" presStyleIdx="1" presStyleCnt="6">
        <dgm:presLayoutVars>
          <dgm:chMax val="1"/>
          <dgm:bulletEnabled val="1"/>
        </dgm:presLayoutVars>
      </dgm:prSet>
      <dgm:spPr/>
    </dgm:pt>
    <dgm:pt modelId="{46959E88-0B2C-4683-BB40-1308A88FAFC6}" type="pres">
      <dgm:prSet presAssocID="{745B7D8D-0192-4826-B2C9-B78A23851DE0}" presName="levelTx" presStyleLbl="revTx" presStyleIdx="0" presStyleCnt="0">
        <dgm:presLayoutVars>
          <dgm:chMax val="1"/>
          <dgm:bulletEnabled val="1"/>
        </dgm:presLayoutVars>
      </dgm:prSet>
      <dgm:spPr/>
    </dgm:pt>
    <dgm:pt modelId="{75E7F414-74C8-4138-87C2-F53392308766}" type="pres">
      <dgm:prSet presAssocID="{55FAC72B-31BB-4BC0-A348-C7FD0634FDD7}" presName="Name8" presStyleCnt="0"/>
      <dgm:spPr/>
    </dgm:pt>
    <dgm:pt modelId="{2987AE8A-001D-4DBB-A539-D0933ED9DBBE}" type="pres">
      <dgm:prSet presAssocID="{55FAC72B-31BB-4BC0-A348-C7FD0634FDD7}" presName="level" presStyleLbl="node1" presStyleIdx="2" presStyleCnt="6">
        <dgm:presLayoutVars>
          <dgm:chMax val="1"/>
          <dgm:bulletEnabled val="1"/>
        </dgm:presLayoutVars>
      </dgm:prSet>
      <dgm:spPr/>
    </dgm:pt>
    <dgm:pt modelId="{98C0BDC8-3221-4BB4-912D-44E74437A5B4}" type="pres">
      <dgm:prSet presAssocID="{55FAC72B-31BB-4BC0-A348-C7FD0634FDD7}" presName="levelTx" presStyleLbl="revTx" presStyleIdx="0" presStyleCnt="0">
        <dgm:presLayoutVars>
          <dgm:chMax val="1"/>
          <dgm:bulletEnabled val="1"/>
        </dgm:presLayoutVars>
      </dgm:prSet>
      <dgm:spPr/>
    </dgm:pt>
    <dgm:pt modelId="{0506C75C-4C29-45D6-A0F2-0B289B81C898}" type="pres">
      <dgm:prSet presAssocID="{07D8E6C7-D71C-44B1-818F-922B372C9790}" presName="Name8" presStyleCnt="0"/>
      <dgm:spPr/>
    </dgm:pt>
    <dgm:pt modelId="{FD0CF14E-7512-4D11-B08D-FE494C5F04CC}" type="pres">
      <dgm:prSet presAssocID="{07D8E6C7-D71C-44B1-818F-922B372C9790}" presName="level" presStyleLbl="node1" presStyleIdx="3" presStyleCnt="6">
        <dgm:presLayoutVars>
          <dgm:chMax val="1"/>
          <dgm:bulletEnabled val="1"/>
        </dgm:presLayoutVars>
      </dgm:prSet>
      <dgm:spPr/>
    </dgm:pt>
    <dgm:pt modelId="{813BD905-3D25-4840-B772-602BA22C9725}" type="pres">
      <dgm:prSet presAssocID="{07D8E6C7-D71C-44B1-818F-922B372C9790}" presName="levelTx" presStyleLbl="revTx" presStyleIdx="0" presStyleCnt="0">
        <dgm:presLayoutVars>
          <dgm:chMax val="1"/>
          <dgm:bulletEnabled val="1"/>
        </dgm:presLayoutVars>
      </dgm:prSet>
      <dgm:spPr/>
    </dgm:pt>
    <dgm:pt modelId="{DE420063-DE9C-4228-97B6-F75E1F3F66BF}" type="pres">
      <dgm:prSet presAssocID="{648FE7B5-C81B-439E-8CC0-30ECCA23B617}" presName="Name8" presStyleCnt="0"/>
      <dgm:spPr/>
    </dgm:pt>
    <dgm:pt modelId="{930D1AC1-FA3E-475F-97E9-1F06D93D9269}" type="pres">
      <dgm:prSet presAssocID="{648FE7B5-C81B-439E-8CC0-30ECCA23B617}" presName="level" presStyleLbl="node1" presStyleIdx="4" presStyleCnt="6">
        <dgm:presLayoutVars>
          <dgm:chMax val="1"/>
          <dgm:bulletEnabled val="1"/>
        </dgm:presLayoutVars>
      </dgm:prSet>
      <dgm:spPr/>
    </dgm:pt>
    <dgm:pt modelId="{4E695DEE-C5ED-4DDD-B5E1-2D5636392F9A}" type="pres">
      <dgm:prSet presAssocID="{648FE7B5-C81B-439E-8CC0-30ECCA23B617}" presName="levelTx" presStyleLbl="revTx" presStyleIdx="0" presStyleCnt="0">
        <dgm:presLayoutVars>
          <dgm:chMax val="1"/>
          <dgm:bulletEnabled val="1"/>
        </dgm:presLayoutVars>
      </dgm:prSet>
      <dgm:spPr/>
    </dgm:pt>
    <dgm:pt modelId="{5F6BB5FF-C1D3-4C17-9A42-49628FA0F798}" type="pres">
      <dgm:prSet presAssocID="{7B204494-7B19-451D-BCB5-48C116736374}" presName="Name8" presStyleCnt="0"/>
      <dgm:spPr/>
    </dgm:pt>
    <dgm:pt modelId="{88721F72-E197-4493-AABA-3B8A74619459}" type="pres">
      <dgm:prSet presAssocID="{7B204494-7B19-451D-BCB5-48C116736374}" presName="level" presStyleLbl="node1" presStyleIdx="5" presStyleCnt="6">
        <dgm:presLayoutVars>
          <dgm:chMax val="1"/>
          <dgm:bulletEnabled val="1"/>
        </dgm:presLayoutVars>
      </dgm:prSet>
      <dgm:spPr/>
    </dgm:pt>
    <dgm:pt modelId="{577F1109-8423-47E2-80B0-E2CB587560A9}" type="pres">
      <dgm:prSet presAssocID="{7B204494-7B19-451D-BCB5-48C116736374}" presName="levelTx" presStyleLbl="revTx" presStyleIdx="0" presStyleCnt="0">
        <dgm:presLayoutVars>
          <dgm:chMax val="1"/>
          <dgm:bulletEnabled val="1"/>
        </dgm:presLayoutVars>
      </dgm:prSet>
      <dgm:spPr/>
    </dgm:pt>
  </dgm:ptLst>
  <dgm:cxnLst>
    <dgm:cxn modelId="{547A5A0F-84CD-462D-85A0-3E0BD3DFBC9B}" type="presOf" srcId="{648FE7B5-C81B-439E-8CC0-30ECCA23B617}" destId="{4E695DEE-C5ED-4DDD-B5E1-2D5636392F9A}" srcOrd="1" destOrd="0" presId="urn:microsoft.com/office/officeart/2005/8/layout/pyramid3"/>
    <dgm:cxn modelId="{AD83984D-2AD1-444E-BD9B-8242B4D78B0F}" type="presOf" srcId="{07D8E6C7-D71C-44B1-818F-922B372C9790}" destId="{FD0CF14E-7512-4D11-B08D-FE494C5F04CC}" srcOrd="0" destOrd="0" presId="urn:microsoft.com/office/officeart/2005/8/layout/pyramid3"/>
    <dgm:cxn modelId="{5E374854-E509-424C-B42F-F6DDB3554A82}" type="presOf" srcId="{7B204494-7B19-451D-BCB5-48C116736374}" destId="{88721F72-E197-4493-AABA-3B8A74619459}" srcOrd="0" destOrd="0" presId="urn:microsoft.com/office/officeart/2005/8/layout/pyramid3"/>
    <dgm:cxn modelId="{71C48255-4381-4BC0-B549-0F7CA1F376FF}" type="presOf" srcId="{16C30B98-7F9F-450C-ABFC-25109F5C176D}" destId="{4EA5E7A6-0EA3-410D-ADDC-6E041A08E7C4}" srcOrd="0" destOrd="0" presId="urn:microsoft.com/office/officeart/2005/8/layout/pyramid3"/>
    <dgm:cxn modelId="{0624605D-E668-46EB-A556-C864283CF443}" srcId="{16C30B98-7F9F-450C-ABFC-25109F5C176D}" destId="{0F3E1971-272A-4A61-B2BF-582ADC9B6533}" srcOrd="0" destOrd="0" parTransId="{18E5CC43-8C2B-47F3-88FB-7FE941E957CF}" sibTransId="{E98CBBE5-F678-4F86-BC01-BE133BCC88C1}"/>
    <dgm:cxn modelId="{B8B1A061-F895-42DE-AE2F-6F91AA412729}" srcId="{16C30B98-7F9F-450C-ABFC-25109F5C176D}" destId="{55FAC72B-31BB-4BC0-A348-C7FD0634FDD7}" srcOrd="2" destOrd="0" parTransId="{8A7A1950-EAD7-44C1-BDEA-6B054B77DC87}" sibTransId="{172D1204-FCEF-4C6E-BC70-516F8E4B1F19}"/>
    <dgm:cxn modelId="{F637B966-16AF-4BE0-83D2-FFBC424F6774}" type="presOf" srcId="{55FAC72B-31BB-4BC0-A348-C7FD0634FDD7}" destId="{2987AE8A-001D-4DBB-A539-D0933ED9DBBE}" srcOrd="0" destOrd="0" presId="urn:microsoft.com/office/officeart/2005/8/layout/pyramid3"/>
    <dgm:cxn modelId="{1A46D19F-AF31-4E26-8CFD-388ACEC85943}" type="presOf" srcId="{745B7D8D-0192-4826-B2C9-B78A23851DE0}" destId="{75F07C5F-F848-4E1D-9971-049338E3C4D0}" srcOrd="0" destOrd="0" presId="urn:microsoft.com/office/officeart/2005/8/layout/pyramid3"/>
    <dgm:cxn modelId="{3193A8AD-2B4D-4588-99A5-2F215A44D45F}" type="presOf" srcId="{745B7D8D-0192-4826-B2C9-B78A23851DE0}" destId="{46959E88-0B2C-4683-BB40-1308A88FAFC6}" srcOrd="1" destOrd="0" presId="urn:microsoft.com/office/officeart/2005/8/layout/pyramid3"/>
    <dgm:cxn modelId="{0D1E0BC0-79E1-42DC-8376-B247822F01F2}" srcId="{16C30B98-7F9F-450C-ABFC-25109F5C176D}" destId="{648FE7B5-C81B-439E-8CC0-30ECCA23B617}" srcOrd="4" destOrd="0" parTransId="{2129C5C8-03E8-47F2-ADC5-0F7C02C65D33}" sibTransId="{5A37E80B-4E6C-4773-AA13-9A9CB6B3A7B6}"/>
    <dgm:cxn modelId="{B60F5CC4-8750-42E6-878C-6D12BD5A523B}" type="presOf" srcId="{55FAC72B-31BB-4BC0-A348-C7FD0634FDD7}" destId="{98C0BDC8-3221-4BB4-912D-44E74437A5B4}" srcOrd="1" destOrd="0" presId="urn:microsoft.com/office/officeart/2005/8/layout/pyramid3"/>
    <dgm:cxn modelId="{7ECF64C9-1D9C-4685-A576-3EE8A554542A}" srcId="{16C30B98-7F9F-450C-ABFC-25109F5C176D}" destId="{7B204494-7B19-451D-BCB5-48C116736374}" srcOrd="5" destOrd="0" parTransId="{D1AEAF13-2F10-40B1-8089-67DD49D76CC7}" sibTransId="{4AC0353C-11AA-4657-8581-E69BEC9B8BB9}"/>
    <dgm:cxn modelId="{755E46CE-7572-477D-AAEE-3DE4E81B7B19}" type="presOf" srcId="{7B204494-7B19-451D-BCB5-48C116736374}" destId="{577F1109-8423-47E2-80B0-E2CB587560A9}" srcOrd="1" destOrd="0" presId="urn:microsoft.com/office/officeart/2005/8/layout/pyramid3"/>
    <dgm:cxn modelId="{3D1995E5-8AEE-44B0-8DA1-ACE4BE3D1D61}" type="presOf" srcId="{0F3E1971-272A-4A61-B2BF-582ADC9B6533}" destId="{5C03E917-31FA-4194-B476-F20CBDCB36D1}" srcOrd="1" destOrd="0" presId="urn:microsoft.com/office/officeart/2005/8/layout/pyramid3"/>
    <dgm:cxn modelId="{C1D4A6E6-E184-4169-9085-FA5C5B6854BD}" type="presOf" srcId="{648FE7B5-C81B-439E-8CC0-30ECCA23B617}" destId="{930D1AC1-FA3E-475F-97E9-1F06D93D9269}" srcOrd="0" destOrd="0" presId="urn:microsoft.com/office/officeart/2005/8/layout/pyramid3"/>
    <dgm:cxn modelId="{B54586EC-09F7-4F3C-9262-11C5AE29B9CA}" type="presOf" srcId="{07D8E6C7-D71C-44B1-818F-922B372C9790}" destId="{813BD905-3D25-4840-B772-602BA22C9725}" srcOrd="1" destOrd="0" presId="urn:microsoft.com/office/officeart/2005/8/layout/pyramid3"/>
    <dgm:cxn modelId="{7A5581EF-20C6-466F-97E3-021D4A2B1344}" srcId="{16C30B98-7F9F-450C-ABFC-25109F5C176D}" destId="{745B7D8D-0192-4826-B2C9-B78A23851DE0}" srcOrd="1" destOrd="0" parTransId="{DC72104C-105B-46EB-B2E8-5ADCC91C347E}" sibTransId="{4D44D765-C54F-435F-BE6F-25FBA4A53DFD}"/>
    <dgm:cxn modelId="{EEB1BAF5-CF2D-43E1-8C45-ADF249D851A1}" srcId="{16C30B98-7F9F-450C-ABFC-25109F5C176D}" destId="{07D8E6C7-D71C-44B1-818F-922B372C9790}" srcOrd="3" destOrd="0" parTransId="{A013B6D5-4A5F-4AC0-ACE2-7276C919C1DA}" sibTransId="{90C34C69-88EC-472C-85EE-B16AB21D54D7}"/>
    <dgm:cxn modelId="{41D9EAF9-1E62-4514-B93B-9A7DCBE85B5A}" type="presOf" srcId="{0F3E1971-272A-4A61-B2BF-582ADC9B6533}" destId="{652E5B58-1634-481E-8F76-461269660529}" srcOrd="0" destOrd="0" presId="urn:microsoft.com/office/officeart/2005/8/layout/pyramid3"/>
    <dgm:cxn modelId="{FC95F267-935B-40FA-9EAA-443C0A9F792C}" type="presParOf" srcId="{4EA5E7A6-0EA3-410D-ADDC-6E041A08E7C4}" destId="{6CF2F2B7-BDC2-4E8A-A607-902105AEA178}" srcOrd="0" destOrd="0" presId="urn:microsoft.com/office/officeart/2005/8/layout/pyramid3"/>
    <dgm:cxn modelId="{25EF766F-1AD7-4C29-9EEA-46EB835DE4A2}" type="presParOf" srcId="{6CF2F2B7-BDC2-4E8A-A607-902105AEA178}" destId="{652E5B58-1634-481E-8F76-461269660529}" srcOrd="0" destOrd="0" presId="urn:microsoft.com/office/officeart/2005/8/layout/pyramid3"/>
    <dgm:cxn modelId="{D5FFF291-8107-4ED8-A7B4-DC3B26551F56}" type="presParOf" srcId="{6CF2F2B7-BDC2-4E8A-A607-902105AEA178}" destId="{5C03E917-31FA-4194-B476-F20CBDCB36D1}" srcOrd="1" destOrd="0" presId="urn:microsoft.com/office/officeart/2005/8/layout/pyramid3"/>
    <dgm:cxn modelId="{31C5C0FE-C7CF-47E8-B03D-8AAF034152C5}" type="presParOf" srcId="{4EA5E7A6-0EA3-410D-ADDC-6E041A08E7C4}" destId="{510733C2-FAAE-4B29-8647-3B2DC2B3685F}" srcOrd="1" destOrd="0" presId="urn:microsoft.com/office/officeart/2005/8/layout/pyramid3"/>
    <dgm:cxn modelId="{C70031C9-0E5E-4E6A-A1E5-AAD7BB590598}" type="presParOf" srcId="{510733C2-FAAE-4B29-8647-3B2DC2B3685F}" destId="{75F07C5F-F848-4E1D-9971-049338E3C4D0}" srcOrd="0" destOrd="0" presId="urn:microsoft.com/office/officeart/2005/8/layout/pyramid3"/>
    <dgm:cxn modelId="{B8B7BF54-C62C-4F1D-9F42-68F4F923EB72}" type="presParOf" srcId="{510733C2-FAAE-4B29-8647-3B2DC2B3685F}" destId="{46959E88-0B2C-4683-BB40-1308A88FAFC6}" srcOrd="1" destOrd="0" presId="urn:microsoft.com/office/officeart/2005/8/layout/pyramid3"/>
    <dgm:cxn modelId="{2638B307-0A84-48FF-88C9-799C6D8F778E}" type="presParOf" srcId="{4EA5E7A6-0EA3-410D-ADDC-6E041A08E7C4}" destId="{75E7F414-74C8-4138-87C2-F53392308766}" srcOrd="2" destOrd="0" presId="urn:microsoft.com/office/officeart/2005/8/layout/pyramid3"/>
    <dgm:cxn modelId="{9A08DF27-40B8-4A83-8BE8-12614B45C0B5}" type="presParOf" srcId="{75E7F414-74C8-4138-87C2-F53392308766}" destId="{2987AE8A-001D-4DBB-A539-D0933ED9DBBE}" srcOrd="0" destOrd="0" presId="urn:microsoft.com/office/officeart/2005/8/layout/pyramid3"/>
    <dgm:cxn modelId="{6CFBC3FC-88CE-4410-B558-77276CE15DD0}" type="presParOf" srcId="{75E7F414-74C8-4138-87C2-F53392308766}" destId="{98C0BDC8-3221-4BB4-912D-44E74437A5B4}" srcOrd="1" destOrd="0" presId="urn:microsoft.com/office/officeart/2005/8/layout/pyramid3"/>
    <dgm:cxn modelId="{0E0482BE-81A8-4380-96E5-9FA00AF064A6}" type="presParOf" srcId="{4EA5E7A6-0EA3-410D-ADDC-6E041A08E7C4}" destId="{0506C75C-4C29-45D6-A0F2-0B289B81C898}" srcOrd="3" destOrd="0" presId="urn:microsoft.com/office/officeart/2005/8/layout/pyramid3"/>
    <dgm:cxn modelId="{588CFEDA-156F-4DF2-AA39-4371547C3A95}" type="presParOf" srcId="{0506C75C-4C29-45D6-A0F2-0B289B81C898}" destId="{FD0CF14E-7512-4D11-B08D-FE494C5F04CC}" srcOrd="0" destOrd="0" presId="urn:microsoft.com/office/officeart/2005/8/layout/pyramid3"/>
    <dgm:cxn modelId="{9F382C73-3CBC-4271-B59C-D0D8C04A139A}" type="presParOf" srcId="{0506C75C-4C29-45D6-A0F2-0B289B81C898}" destId="{813BD905-3D25-4840-B772-602BA22C9725}" srcOrd="1" destOrd="0" presId="urn:microsoft.com/office/officeart/2005/8/layout/pyramid3"/>
    <dgm:cxn modelId="{40EB81C3-7C2F-412B-AEF1-BE758FBDD827}" type="presParOf" srcId="{4EA5E7A6-0EA3-410D-ADDC-6E041A08E7C4}" destId="{DE420063-DE9C-4228-97B6-F75E1F3F66BF}" srcOrd="4" destOrd="0" presId="urn:microsoft.com/office/officeart/2005/8/layout/pyramid3"/>
    <dgm:cxn modelId="{4861C106-1384-469A-A7F4-B04ACF0A3AFC}" type="presParOf" srcId="{DE420063-DE9C-4228-97B6-F75E1F3F66BF}" destId="{930D1AC1-FA3E-475F-97E9-1F06D93D9269}" srcOrd="0" destOrd="0" presId="urn:microsoft.com/office/officeart/2005/8/layout/pyramid3"/>
    <dgm:cxn modelId="{8CC34C5B-833E-45C4-A899-D876CDEAEB66}" type="presParOf" srcId="{DE420063-DE9C-4228-97B6-F75E1F3F66BF}" destId="{4E695DEE-C5ED-4DDD-B5E1-2D5636392F9A}" srcOrd="1" destOrd="0" presId="urn:microsoft.com/office/officeart/2005/8/layout/pyramid3"/>
    <dgm:cxn modelId="{F81696C9-77C7-4DA6-9E36-F4EA87C6FD19}" type="presParOf" srcId="{4EA5E7A6-0EA3-410D-ADDC-6E041A08E7C4}" destId="{5F6BB5FF-C1D3-4C17-9A42-49628FA0F798}" srcOrd="5" destOrd="0" presId="urn:microsoft.com/office/officeart/2005/8/layout/pyramid3"/>
    <dgm:cxn modelId="{8666FDD7-F198-417F-B83D-29CDBB836051}" type="presParOf" srcId="{5F6BB5FF-C1D3-4C17-9A42-49628FA0F798}" destId="{88721F72-E197-4493-AABA-3B8A74619459}" srcOrd="0" destOrd="0" presId="urn:microsoft.com/office/officeart/2005/8/layout/pyramid3"/>
    <dgm:cxn modelId="{B42AFCA5-3FD8-4D04-9080-AF11CF6324B3}" type="presParOf" srcId="{5F6BB5FF-C1D3-4C17-9A42-49628FA0F798}" destId="{577F1109-8423-47E2-80B0-E2CB587560A9}" srcOrd="1" destOrd="0" presId="urn:microsoft.com/office/officeart/2005/8/layout/pyramid3"/>
  </dgm:cxnLst>
  <dgm:bg>
    <a:effectLst/>
  </dgm:bg>
  <dgm:whole>
    <a:ln w="38100">
      <a:noFill/>
    </a:ln>
  </dgm:whole>
  <dgm:extLst>
    <a:ext uri="http://schemas.microsoft.com/office/drawing/2008/diagram">
      <dsp:dataModelExt xmlns:dsp="http://schemas.microsoft.com/office/drawing/2008/diagram" relId="rId9"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1834F69-FC6F-45A7-AFCA-02662F208FAE}"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ru-RU"/>
        </a:p>
      </dgm:t>
    </dgm:pt>
    <dgm:pt modelId="{D55A03DE-1083-4C65-A903-3CBC369A2342}">
      <dgm:prSet phldrT="[Текст]" custT="1"/>
      <dgm:spPr>
        <a:solidFill>
          <a:srgbClr val="D5BFED"/>
        </a:solidFill>
        <a:ln w="12700">
          <a:solidFill>
            <a:srgbClr val="000000">
              <a:alpha val="20000"/>
            </a:srgbClr>
          </a:solidFill>
        </a:ln>
      </dgm:spPr>
      <dgm:t>
        <a:bodyPr/>
        <a:lstStyle/>
        <a:p>
          <a:r>
            <a:rPr lang="ru-RU" sz="800" dirty="0">
              <a:solidFill>
                <a:schemeClr val="tx1"/>
              </a:solidFill>
            </a:rPr>
            <a:t>Текст</a:t>
          </a:r>
        </a:p>
      </dgm:t>
    </dgm:pt>
    <dgm:pt modelId="{148EDD9E-96EC-4B62-8250-0948CE74C8EC}" type="parTrans" cxnId="{26943212-7ACE-4B35-BF45-0BA59B2BA726}">
      <dgm:prSet/>
      <dgm:spPr/>
      <dgm:t>
        <a:bodyPr/>
        <a:lstStyle/>
        <a:p>
          <a:endParaRPr lang="ru-RU" sz="800"/>
        </a:p>
      </dgm:t>
    </dgm:pt>
    <dgm:pt modelId="{8D096780-1402-4D38-A9E4-927296DB0307}" type="sibTrans" cxnId="{26943212-7ACE-4B35-BF45-0BA59B2BA726}">
      <dgm:prSet/>
      <dgm:spPr/>
      <dgm:t>
        <a:bodyPr/>
        <a:lstStyle/>
        <a:p>
          <a:endParaRPr lang="ru-RU" sz="800"/>
        </a:p>
      </dgm:t>
    </dgm:pt>
    <dgm:pt modelId="{D706A6B5-41BB-48DD-9B53-BC73F7ABF069}">
      <dgm:prSet phldrT="[Текст]" custT="1"/>
      <dgm:spPr>
        <a:solidFill>
          <a:srgbClr val="F9CCE4"/>
        </a:solidFill>
        <a:ln w="12700">
          <a:solidFill>
            <a:srgbClr val="000000">
              <a:alpha val="20000"/>
            </a:srgbClr>
          </a:solidFill>
        </a:ln>
      </dgm:spPr>
      <dgm:t>
        <a:bodyPr/>
        <a:lstStyle/>
        <a:p>
          <a:r>
            <a:rPr lang="ru-RU" sz="800" dirty="0">
              <a:solidFill>
                <a:schemeClr val="tx1"/>
              </a:solidFill>
            </a:rPr>
            <a:t>Текст</a:t>
          </a:r>
        </a:p>
      </dgm:t>
    </dgm:pt>
    <dgm:pt modelId="{DE8FF0D9-C29A-4B05-8A6D-BB1E7DAD54C5}" type="parTrans" cxnId="{AB4F46D5-E0E2-4347-8FAE-A530EE65E393}">
      <dgm:prSet/>
      <dgm:spPr/>
      <dgm:t>
        <a:bodyPr/>
        <a:lstStyle/>
        <a:p>
          <a:endParaRPr lang="ru-RU" sz="800"/>
        </a:p>
      </dgm:t>
    </dgm:pt>
    <dgm:pt modelId="{8142DD72-FB40-4055-97A1-DCDC3C1EF0EB}" type="sibTrans" cxnId="{AB4F46D5-E0E2-4347-8FAE-A530EE65E393}">
      <dgm:prSet/>
      <dgm:spPr/>
      <dgm:t>
        <a:bodyPr/>
        <a:lstStyle/>
        <a:p>
          <a:endParaRPr lang="ru-RU" sz="800"/>
        </a:p>
      </dgm:t>
    </dgm:pt>
    <dgm:pt modelId="{BFF90DC3-F477-4E7C-83DA-765D91CCE0C1}">
      <dgm:prSet phldrT="[Текст]" custT="1"/>
      <dgm:spPr>
        <a:solidFill>
          <a:srgbClr val="FFDBDA"/>
        </a:solidFill>
        <a:ln>
          <a:solidFill>
            <a:srgbClr val="000000">
              <a:alpha val="20000"/>
            </a:srgbClr>
          </a:solidFill>
        </a:ln>
      </dgm:spPr>
      <dgm:t>
        <a:bodyPr/>
        <a:lstStyle/>
        <a:p>
          <a:r>
            <a:rPr lang="ru-RU" sz="800" dirty="0">
              <a:solidFill>
                <a:schemeClr val="tx1"/>
              </a:solidFill>
            </a:rPr>
            <a:t>Текст</a:t>
          </a:r>
        </a:p>
      </dgm:t>
    </dgm:pt>
    <dgm:pt modelId="{F6D75513-807F-42A4-A487-8A6C9E301444}" type="parTrans" cxnId="{111730A1-3DEA-41CE-A2B5-A787FCE45BBD}">
      <dgm:prSet/>
      <dgm:spPr/>
      <dgm:t>
        <a:bodyPr/>
        <a:lstStyle/>
        <a:p>
          <a:endParaRPr lang="ru-RU" sz="800"/>
        </a:p>
      </dgm:t>
    </dgm:pt>
    <dgm:pt modelId="{467BC6E3-607A-46B0-83CC-AF0BD4719CAD}" type="sibTrans" cxnId="{111730A1-3DEA-41CE-A2B5-A787FCE45BBD}">
      <dgm:prSet/>
      <dgm:spPr/>
      <dgm:t>
        <a:bodyPr/>
        <a:lstStyle/>
        <a:p>
          <a:endParaRPr lang="ru-RU" sz="800"/>
        </a:p>
      </dgm:t>
    </dgm:pt>
    <dgm:pt modelId="{BE6298FD-75A0-4B65-894C-15CE267C4C49}">
      <dgm:prSet phldrT="[Текст]" custT="1"/>
      <dgm:spPr>
        <a:solidFill>
          <a:srgbClr val="DDB6D3"/>
        </a:solidFill>
        <a:ln w="12700">
          <a:solidFill>
            <a:srgbClr val="000000">
              <a:alpha val="20000"/>
            </a:srgbClr>
          </a:solidFill>
        </a:ln>
      </dgm:spPr>
      <dgm:t>
        <a:bodyPr/>
        <a:lstStyle/>
        <a:p>
          <a:r>
            <a:rPr lang="ru-RU" sz="800" dirty="0">
              <a:solidFill>
                <a:schemeClr val="tx1"/>
              </a:solidFill>
            </a:rPr>
            <a:t>Текст</a:t>
          </a:r>
        </a:p>
      </dgm:t>
    </dgm:pt>
    <dgm:pt modelId="{69AC44ED-CA81-4EB7-9779-1282C20EAC74}" type="parTrans" cxnId="{64D44D69-C6DF-463C-B36E-1119E12FDDAB}">
      <dgm:prSet/>
      <dgm:spPr/>
      <dgm:t>
        <a:bodyPr/>
        <a:lstStyle/>
        <a:p>
          <a:endParaRPr lang="ru-RU" sz="800"/>
        </a:p>
      </dgm:t>
    </dgm:pt>
    <dgm:pt modelId="{6439C6B7-392B-4175-B404-A19583B032DB}" type="sibTrans" cxnId="{64D44D69-C6DF-463C-B36E-1119E12FDDAB}">
      <dgm:prSet/>
      <dgm:spPr/>
      <dgm:t>
        <a:bodyPr/>
        <a:lstStyle/>
        <a:p>
          <a:endParaRPr lang="ru-RU" sz="800"/>
        </a:p>
      </dgm:t>
    </dgm:pt>
    <dgm:pt modelId="{0250AE8F-04DF-4C0E-BD4F-7ADC1C24C7BC}" type="pres">
      <dgm:prSet presAssocID="{31834F69-FC6F-45A7-AFCA-02662F208FAE}" presName="Name0" presStyleCnt="0">
        <dgm:presLayoutVars>
          <dgm:chMax val="7"/>
          <dgm:resizeHandles val="exact"/>
        </dgm:presLayoutVars>
      </dgm:prSet>
      <dgm:spPr/>
    </dgm:pt>
    <dgm:pt modelId="{A41CED92-B8D7-4B21-B9EB-CDC6DF86DA68}" type="pres">
      <dgm:prSet presAssocID="{31834F69-FC6F-45A7-AFCA-02662F208FAE}" presName="comp1" presStyleCnt="0"/>
      <dgm:spPr/>
    </dgm:pt>
    <dgm:pt modelId="{AB7C5126-F209-4F72-8CB9-C9BFBB350599}" type="pres">
      <dgm:prSet presAssocID="{31834F69-FC6F-45A7-AFCA-02662F208FAE}" presName="circle1" presStyleLbl="node1" presStyleIdx="0" presStyleCnt="4"/>
      <dgm:spPr/>
    </dgm:pt>
    <dgm:pt modelId="{731F1005-CB97-49B0-9ABB-616CAE6F8BD3}" type="pres">
      <dgm:prSet presAssocID="{31834F69-FC6F-45A7-AFCA-02662F208FAE}" presName="c1text" presStyleLbl="node1" presStyleIdx="0" presStyleCnt="4">
        <dgm:presLayoutVars>
          <dgm:bulletEnabled val="1"/>
        </dgm:presLayoutVars>
      </dgm:prSet>
      <dgm:spPr/>
    </dgm:pt>
    <dgm:pt modelId="{AC641CFF-BE6B-4D18-80DC-01116A5303C6}" type="pres">
      <dgm:prSet presAssocID="{31834F69-FC6F-45A7-AFCA-02662F208FAE}" presName="comp2" presStyleCnt="0"/>
      <dgm:spPr/>
    </dgm:pt>
    <dgm:pt modelId="{88E48223-3016-427C-8E96-0B02735F0D7F}" type="pres">
      <dgm:prSet presAssocID="{31834F69-FC6F-45A7-AFCA-02662F208FAE}" presName="circle2" presStyleLbl="node1" presStyleIdx="1" presStyleCnt="4"/>
      <dgm:spPr/>
    </dgm:pt>
    <dgm:pt modelId="{50899F21-9130-4B93-93AC-638DFAF1E3C5}" type="pres">
      <dgm:prSet presAssocID="{31834F69-FC6F-45A7-AFCA-02662F208FAE}" presName="c2text" presStyleLbl="node1" presStyleIdx="1" presStyleCnt="4">
        <dgm:presLayoutVars>
          <dgm:bulletEnabled val="1"/>
        </dgm:presLayoutVars>
      </dgm:prSet>
      <dgm:spPr/>
    </dgm:pt>
    <dgm:pt modelId="{F76F857C-E854-477B-950E-D8DB152AD148}" type="pres">
      <dgm:prSet presAssocID="{31834F69-FC6F-45A7-AFCA-02662F208FAE}" presName="comp3" presStyleCnt="0"/>
      <dgm:spPr/>
    </dgm:pt>
    <dgm:pt modelId="{105BAF74-99C1-490A-81F6-907BD4F17DBE}" type="pres">
      <dgm:prSet presAssocID="{31834F69-FC6F-45A7-AFCA-02662F208FAE}" presName="circle3" presStyleLbl="node1" presStyleIdx="2" presStyleCnt="4"/>
      <dgm:spPr/>
    </dgm:pt>
    <dgm:pt modelId="{036F3A89-7DA2-4AA3-89F4-C1B86D741651}" type="pres">
      <dgm:prSet presAssocID="{31834F69-FC6F-45A7-AFCA-02662F208FAE}" presName="c3text" presStyleLbl="node1" presStyleIdx="2" presStyleCnt="4">
        <dgm:presLayoutVars>
          <dgm:bulletEnabled val="1"/>
        </dgm:presLayoutVars>
      </dgm:prSet>
      <dgm:spPr/>
    </dgm:pt>
    <dgm:pt modelId="{881A636C-7E5F-4E7B-9DA2-8B5FF18F86CA}" type="pres">
      <dgm:prSet presAssocID="{31834F69-FC6F-45A7-AFCA-02662F208FAE}" presName="comp4" presStyleCnt="0"/>
      <dgm:spPr/>
    </dgm:pt>
    <dgm:pt modelId="{AFE0D909-829F-460C-A840-51D087F5A523}" type="pres">
      <dgm:prSet presAssocID="{31834F69-FC6F-45A7-AFCA-02662F208FAE}" presName="circle4" presStyleLbl="node1" presStyleIdx="3" presStyleCnt="4" custLinFactNeighborY="0"/>
      <dgm:spPr/>
    </dgm:pt>
    <dgm:pt modelId="{4977315C-DED7-4ACD-A0BE-839115AFD066}" type="pres">
      <dgm:prSet presAssocID="{31834F69-FC6F-45A7-AFCA-02662F208FAE}" presName="c4text" presStyleLbl="node1" presStyleIdx="3" presStyleCnt="4">
        <dgm:presLayoutVars>
          <dgm:bulletEnabled val="1"/>
        </dgm:presLayoutVars>
      </dgm:prSet>
      <dgm:spPr/>
    </dgm:pt>
  </dgm:ptLst>
  <dgm:cxnLst>
    <dgm:cxn modelId="{2D67DD11-E87E-45C7-B575-FDB962807BE2}" type="presOf" srcId="{BFF90DC3-F477-4E7C-83DA-765D91CCE0C1}" destId="{4977315C-DED7-4ACD-A0BE-839115AFD066}" srcOrd="1" destOrd="0" presId="urn:microsoft.com/office/officeart/2005/8/layout/venn2"/>
    <dgm:cxn modelId="{26943212-7ACE-4B35-BF45-0BA59B2BA726}" srcId="{31834F69-FC6F-45A7-AFCA-02662F208FAE}" destId="{D55A03DE-1083-4C65-A903-3CBC369A2342}" srcOrd="0" destOrd="0" parTransId="{148EDD9E-96EC-4B62-8250-0948CE74C8EC}" sibTransId="{8D096780-1402-4D38-A9E4-927296DB0307}"/>
    <dgm:cxn modelId="{56AF0131-1D84-4C9B-A2EA-50EBAA8A3D9F}" type="presOf" srcId="{D706A6B5-41BB-48DD-9B53-BC73F7ABF069}" destId="{036F3A89-7DA2-4AA3-89F4-C1B86D741651}" srcOrd="1" destOrd="0" presId="urn:microsoft.com/office/officeart/2005/8/layout/venn2"/>
    <dgm:cxn modelId="{3893154D-3E2F-4093-A7CA-4D2A9E21DA12}" type="presOf" srcId="{BFF90DC3-F477-4E7C-83DA-765D91CCE0C1}" destId="{AFE0D909-829F-460C-A840-51D087F5A523}" srcOrd="0" destOrd="0" presId="urn:microsoft.com/office/officeart/2005/8/layout/venn2"/>
    <dgm:cxn modelId="{64D44D69-C6DF-463C-B36E-1119E12FDDAB}" srcId="{31834F69-FC6F-45A7-AFCA-02662F208FAE}" destId="{BE6298FD-75A0-4B65-894C-15CE267C4C49}" srcOrd="1" destOrd="0" parTransId="{69AC44ED-CA81-4EB7-9779-1282C20EAC74}" sibTransId="{6439C6B7-392B-4175-B404-A19583B032DB}"/>
    <dgm:cxn modelId="{35EA1EA1-A4AE-4961-A54A-75C0E10A525A}" type="presOf" srcId="{BE6298FD-75A0-4B65-894C-15CE267C4C49}" destId="{50899F21-9130-4B93-93AC-638DFAF1E3C5}" srcOrd="1" destOrd="0" presId="urn:microsoft.com/office/officeart/2005/8/layout/venn2"/>
    <dgm:cxn modelId="{111730A1-3DEA-41CE-A2B5-A787FCE45BBD}" srcId="{31834F69-FC6F-45A7-AFCA-02662F208FAE}" destId="{BFF90DC3-F477-4E7C-83DA-765D91CCE0C1}" srcOrd="3" destOrd="0" parTransId="{F6D75513-807F-42A4-A487-8A6C9E301444}" sibTransId="{467BC6E3-607A-46B0-83CC-AF0BD4719CAD}"/>
    <dgm:cxn modelId="{EA95C7D4-77CC-4BFE-9218-A90295C7134E}" type="presOf" srcId="{31834F69-FC6F-45A7-AFCA-02662F208FAE}" destId="{0250AE8F-04DF-4C0E-BD4F-7ADC1C24C7BC}" srcOrd="0" destOrd="0" presId="urn:microsoft.com/office/officeart/2005/8/layout/venn2"/>
    <dgm:cxn modelId="{AB4F46D5-E0E2-4347-8FAE-A530EE65E393}" srcId="{31834F69-FC6F-45A7-AFCA-02662F208FAE}" destId="{D706A6B5-41BB-48DD-9B53-BC73F7ABF069}" srcOrd="2" destOrd="0" parTransId="{DE8FF0D9-C29A-4B05-8A6D-BB1E7DAD54C5}" sibTransId="{8142DD72-FB40-4055-97A1-DCDC3C1EF0EB}"/>
    <dgm:cxn modelId="{AF21CFDF-DD05-49B7-A60C-9A6FFFE9CA15}" type="presOf" srcId="{BE6298FD-75A0-4B65-894C-15CE267C4C49}" destId="{88E48223-3016-427C-8E96-0B02735F0D7F}" srcOrd="0" destOrd="0" presId="urn:microsoft.com/office/officeart/2005/8/layout/venn2"/>
    <dgm:cxn modelId="{87B340E8-D9E2-40D0-BB43-E8545B602CD4}" type="presOf" srcId="{D55A03DE-1083-4C65-A903-3CBC369A2342}" destId="{731F1005-CB97-49B0-9ABB-616CAE6F8BD3}" srcOrd="1" destOrd="0" presId="urn:microsoft.com/office/officeart/2005/8/layout/venn2"/>
    <dgm:cxn modelId="{6C9A0FF1-D4A7-4DB3-B44E-45A8D7BE8E28}" type="presOf" srcId="{D706A6B5-41BB-48DD-9B53-BC73F7ABF069}" destId="{105BAF74-99C1-490A-81F6-907BD4F17DBE}" srcOrd="0" destOrd="0" presId="urn:microsoft.com/office/officeart/2005/8/layout/venn2"/>
    <dgm:cxn modelId="{B6629DF1-B897-4BFB-8954-89D2BD116DF9}" type="presOf" srcId="{D55A03DE-1083-4C65-A903-3CBC369A2342}" destId="{AB7C5126-F209-4F72-8CB9-C9BFBB350599}" srcOrd="0" destOrd="0" presId="urn:microsoft.com/office/officeart/2005/8/layout/venn2"/>
    <dgm:cxn modelId="{F5F7BC7A-EB33-443C-A991-1C12FD312FBB}" type="presParOf" srcId="{0250AE8F-04DF-4C0E-BD4F-7ADC1C24C7BC}" destId="{A41CED92-B8D7-4B21-B9EB-CDC6DF86DA68}" srcOrd="0" destOrd="0" presId="urn:microsoft.com/office/officeart/2005/8/layout/venn2"/>
    <dgm:cxn modelId="{6B8D1590-1355-4677-BDB9-9B1C947CB2DF}" type="presParOf" srcId="{A41CED92-B8D7-4B21-B9EB-CDC6DF86DA68}" destId="{AB7C5126-F209-4F72-8CB9-C9BFBB350599}" srcOrd="0" destOrd="0" presId="urn:microsoft.com/office/officeart/2005/8/layout/venn2"/>
    <dgm:cxn modelId="{AF0E6F14-4593-43CD-B37F-46552CE6E34D}" type="presParOf" srcId="{A41CED92-B8D7-4B21-B9EB-CDC6DF86DA68}" destId="{731F1005-CB97-49B0-9ABB-616CAE6F8BD3}" srcOrd="1" destOrd="0" presId="urn:microsoft.com/office/officeart/2005/8/layout/venn2"/>
    <dgm:cxn modelId="{D5C6EC0F-2545-4621-9DD3-DD55147B80F9}" type="presParOf" srcId="{0250AE8F-04DF-4C0E-BD4F-7ADC1C24C7BC}" destId="{AC641CFF-BE6B-4D18-80DC-01116A5303C6}" srcOrd="1" destOrd="0" presId="urn:microsoft.com/office/officeart/2005/8/layout/venn2"/>
    <dgm:cxn modelId="{69AD805E-7223-4161-9D4B-F7CB57E46216}" type="presParOf" srcId="{AC641CFF-BE6B-4D18-80DC-01116A5303C6}" destId="{88E48223-3016-427C-8E96-0B02735F0D7F}" srcOrd="0" destOrd="0" presId="urn:microsoft.com/office/officeart/2005/8/layout/venn2"/>
    <dgm:cxn modelId="{4E60C86A-0304-4DE1-820D-A714275DBE9B}" type="presParOf" srcId="{AC641CFF-BE6B-4D18-80DC-01116A5303C6}" destId="{50899F21-9130-4B93-93AC-638DFAF1E3C5}" srcOrd="1" destOrd="0" presId="urn:microsoft.com/office/officeart/2005/8/layout/venn2"/>
    <dgm:cxn modelId="{32630DB0-2A37-4A8B-954D-9F1713CC0752}" type="presParOf" srcId="{0250AE8F-04DF-4C0E-BD4F-7ADC1C24C7BC}" destId="{F76F857C-E854-477B-950E-D8DB152AD148}" srcOrd="2" destOrd="0" presId="urn:microsoft.com/office/officeart/2005/8/layout/venn2"/>
    <dgm:cxn modelId="{40A655DA-F74B-47F1-AD93-12704B56625A}" type="presParOf" srcId="{F76F857C-E854-477B-950E-D8DB152AD148}" destId="{105BAF74-99C1-490A-81F6-907BD4F17DBE}" srcOrd="0" destOrd="0" presId="urn:microsoft.com/office/officeart/2005/8/layout/venn2"/>
    <dgm:cxn modelId="{3FFB4A66-1ED2-4110-A82D-5536505FB04C}" type="presParOf" srcId="{F76F857C-E854-477B-950E-D8DB152AD148}" destId="{036F3A89-7DA2-4AA3-89F4-C1B86D741651}" srcOrd="1" destOrd="0" presId="urn:microsoft.com/office/officeart/2005/8/layout/venn2"/>
    <dgm:cxn modelId="{B6068BFC-46B2-4905-B379-F29A2E460090}" type="presParOf" srcId="{0250AE8F-04DF-4C0E-BD4F-7ADC1C24C7BC}" destId="{881A636C-7E5F-4E7B-9DA2-8B5FF18F86CA}" srcOrd="3" destOrd="0" presId="urn:microsoft.com/office/officeart/2005/8/layout/venn2"/>
    <dgm:cxn modelId="{59A103F0-355C-40C8-A545-088D61FECA45}" type="presParOf" srcId="{881A636C-7E5F-4E7B-9DA2-8B5FF18F86CA}" destId="{AFE0D909-829F-460C-A840-51D087F5A523}" srcOrd="0" destOrd="0" presId="urn:microsoft.com/office/officeart/2005/8/layout/venn2"/>
    <dgm:cxn modelId="{9E95D5E5-8A10-444E-AEC3-CB73C6C73413}" type="presParOf" srcId="{881A636C-7E5F-4E7B-9DA2-8B5FF18F86CA}" destId="{4977315C-DED7-4ACD-A0BE-839115AFD066}" srcOrd="1" destOrd="0" presId="urn:microsoft.com/office/officeart/2005/8/layout/venn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68217C-FC4F-44A2-BE28-6FD97B675A3E}">
      <dsp:nvSpPr>
        <dsp:cNvPr id="0" name=""/>
        <dsp:cNvSpPr/>
      </dsp:nvSpPr>
      <dsp:spPr>
        <a:xfrm>
          <a:off x="4042" y="0"/>
          <a:ext cx="3082683" cy="336455"/>
        </a:xfrm>
        <a:prstGeom prst="homePlate">
          <a:avLst/>
        </a:prstGeom>
        <a:solidFill>
          <a:srgbClr val="FAE6E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1</a:t>
          </a:r>
        </a:p>
      </dsp:txBody>
      <dsp:txXfrm>
        <a:off x="4042" y="0"/>
        <a:ext cx="2998569" cy="336455"/>
      </dsp:txXfrm>
    </dsp:sp>
    <dsp:sp modelId="{5C3D1A5A-7AE1-419B-B8AB-C313F45B5A7B}">
      <dsp:nvSpPr>
        <dsp:cNvPr id="0" name=""/>
        <dsp:cNvSpPr/>
      </dsp:nvSpPr>
      <dsp:spPr>
        <a:xfrm>
          <a:off x="2855119" y="0"/>
          <a:ext cx="3011001" cy="336455"/>
        </a:xfrm>
        <a:prstGeom prst="chevron">
          <a:avLst/>
        </a:prstGeom>
        <a:solidFill>
          <a:schemeClr val="bg2"/>
        </a:solidFill>
        <a:ln w="571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2</a:t>
          </a:r>
        </a:p>
      </dsp:txBody>
      <dsp:txXfrm>
        <a:off x="3023347" y="0"/>
        <a:ext cx="2674546" cy="336455"/>
      </dsp:txXfrm>
    </dsp:sp>
    <dsp:sp modelId="{4E49E1E5-72ED-4FC0-8043-4F3AFF2D7328}">
      <dsp:nvSpPr>
        <dsp:cNvPr id="0" name=""/>
        <dsp:cNvSpPr/>
      </dsp:nvSpPr>
      <dsp:spPr>
        <a:xfrm>
          <a:off x="5634514" y="0"/>
          <a:ext cx="3066355" cy="336455"/>
        </a:xfrm>
        <a:prstGeom prst="chevron">
          <a:avLst/>
        </a:prstGeom>
        <a:solidFill>
          <a:schemeClr val="bg2"/>
        </a:solidFill>
        <a:ln w="571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3</a:t>
          </a:r>
        </a:p>
      </dsp:txBody>
      <dsp:txXfrm>
        <a:off x="5802742" y="0"/>
        <a:ext cx="2729900" cy="336455"/>
      </dsp:txXfrm>
    </dsp:sp>
    <dsp:sp modelId="{1F79B476-8B7C-46EE-B2A6-AC71D14C9A01}">
      <dsp:nvSpPr>
        <dsp:cNvPr id="0" name=""/>
        <dsp:cNvSpPr/>
      </dsp:nvSpPr>
      <dsp:spPr>
        <a:xfrm>
          <a:off x="8469262" y="0"/>
          <a:ext cx="2141573" cy="336455"/>
        </a:xfrm>
        <a:prstGeom prst="chevron">
          <a:avLst/>
        </a:prstGeom>
        <a:solidFill>
          <a:schemeClr val="bg2"/>
        </a:solidFill>
        <a:ln w="571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4</a:t>
          </a:r>
        </a:p>
      </dsp:txBody>
      <dsp:txXfrm>
        <a:off x="8637490" y="0"/>
        <a:ext cx="1805118" cy="336455"/>
      </dsp:txXfrm>
    </dsp:sp>
    <dsp:sp modelId="{28C41460-AB95-442D-8725-662FF9427CCC}">
      <dsp:nvSpPr>
        <dsp:cNvPr id="0" name=""/>
        <dsp:cNvSpPr/>
      </dsp:nvSpPr>
      <dsp:spPr>
        <a:xfrm>
          <a:off x="10379229" y="0"/>
          <a:ext cx="1271033" cy="336455"/>
        </a:xfrm>
        <a:prstGeom prst="chevron">
          <a:avLst/>
        </a:prstGeom>
        <a:solidFill>
          <a:schemeClr val="bg2"/>
        </a:solidFill>
        <a:ln w="571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5</a:t>
          </a:r>
        </a:p>
      </dsp:txBody>
      <dsp:txXfrm>
        <a:off x="10547457" y="0"/>
        <a:ext cx="934578" cy="3364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68217C-FC4F-44A2-BE28-6FD97B675A3E}">
      <dsp:nvSpPr>
        <dsp:cNvPr id="0" name=""/>
        <dsp:cNvSpPr/>
      </dsp:nvSpPr>
      <dsp:spPr>
        <a:xfrm>
          <a:off x="4042" y="0"/>
          <a:ext cx="3082683" cy="336455"/>
        </a:xfrm>
        <a:prstGeom prst="homePlate">
          <a:avLst/>
        </a:prstGeom>
        <a:solidFill>
          <a:srgbClr val="FAE6E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1</a:t>
          </a:r>
        </a:p>
      </dsp:txBody>
      <dsp:txXfrm>
        <a:off x="4042" y="0"/>
        <a:ext cx="2998569" cy="336455"/>
      </dsp:txXfrm>
    </dsp:sp>
    <dsp:sp modelId="{5C3D1A5A-7AE1-419B-B8AB-C313F45B5A7B}">
      <dsp:nvSpPr>
        <dsp:cNvPr id="0" name=""/>
        <dsp:cNvSpPr/>
      </dsp:nvSpPr>
      <dsp:spPr>
        <a:xfrm>
          <a:off x="2855119" y="0"/>
          <a:ext cx="3011001" cy="336455"/>
        </a:xfrm>
        <a:prstGeom prst="chevron">
          <a:avLst/>
        </a:prstGeom>
        <a:solidFill>
          <a:schemeClr val="bg2"/>
        </a:solidFill>
        <a:ln w="571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2</a:t>
          </a:r>
        </a:p>
      </dsp:txBody>
      <dsp:txXfrm>
        <a:off x="3023347" y="0"/>
        <a:ext cx="2674546" cy="336455"/>
      </dsp:txXfrm>
    </dsp:sp>
    <dsp:sp modelId="{4E49E1E5-72ED-4FC0-8043-4F3AFF2D7328}">
      <dsp:nvSpPr>
        <dsp:cNvPr id="0" name=""/>
        <dsp:cNvSpPr/>
      </dsp:nvSpPr>
      <dsp:spPr>
        <a:xfrm>
          <a:off x="5634514" y="0"/>
          <a:ext cx="3066355" cy="336455"/>
        </a:xfrm>
        <a:prstGeom prst="chevron">
          <a:avLst/>
        </a:prstGeom>
        <a:solidFill>
          <a:schemeClr val="bg2"/>
        </a:solidFill>
        <a:ln w="571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3</a:t>
          </a:r>
        </a:p>
      </dsp:txBody>
      <dsp:txXfrm>
        <a:off x="5802742" y="0"/>
        <a:ext cx="2729900" cy="336455"/>
      </dsp:txXfrm>
    </dsp:sp>
    <dsp:sp modelId="{1F79B476-8B7C-46EE-B2A6-AC71D14C9A01}">
      <dsp:nvSpPr>
        <dsp:cNvPr id="0" name=""/>
        <dsp:cNvSpPr/>
      </dsp:nvSpPr>
      <dsp:spPr>
        <a:xfrm>
          <a:off x="8469262" y="0"/>
          <a:ext cx="2141573" cy="336455"/>
        </a:xfrm>
        <a:prstGeom prst="chevron">
          <a:avLst/>
        </a:prstGeom>
        <a:solidFill>
          <a:schemeClr val="bg2"/>
        </a:solidFill>
        <a:ln w="571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4</a:t>
          </a:r>
        </a:p>
      </dsp:txBody>
      <dsp:txXfrm>
        <a:off x="8637490" y="0"/>
        <a:ext cx="1805118" cy="336455"/>
      </dsp:txXfrm>
    </dsp:sp>
    <dsp:sp modelId="{28C41460-AB95-442D-8725-662FF9427CCC}">
      <dsp:nvSpPr>
        <dsp:cNvPr id="0" name=""/>
        <dsp:cNvSpPr/>
      </dsp:nvSpPr>
      <dsp:spPr>
        <a:xfrm>
          <a:off x="10379229" y="0"/>
          <a:ext cx="1271033" cy="336455"/>
        </a:xfrm>
        <a:prstGeom prst="chevron">
          <a:avLst/>
        </a:prstGeom>
        <a:solidFill>
          <a:schemeClr val="bg2"/>
        </a:solidFill>
        <a:ln w="571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5</a:t>
          </a:r>
        </a:p>
      </dsp:txBody>
      <dsp:txXfrm>
        <a:off x="10547457" y="0"/>
        <a:ext cx="934578" cy="3364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68217C-FC4F-44A2-BE28-6FD97B675A3E}">
      <dsp:nvSpPr>
        <dsp:cNvPr id="0" name=""/>
        <dsp:cNvSpPr/>
      </dsp:nvSpPr>
      <dsp:spPr>
        <a:xfrm>
          <a:off x="4042" y="0"/>
          <a:ext cx="3082683" cy="336455"/>
        </a:xfrm>
        <a:prstGeom prst="homePlate">
          <a:avLst/>
        </a:prstGeom>
        <a:solidFill>
          <a:srgbClr val="F9CC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1</a:t>
          </a:r>
        </a:p>
      </dsp:txBody>
      <dsp:txXfrm>
        <a:off x="4042" y="0"/>
        <a:ext cx="2998569" cy="336455"/>
      </dsp:txXfrm>
    </dsp:sp>
    <dsp:sp modelId="{5C3D1A5A-7AE1-419B-B8AB-C313F45B5A7B}">
      <dsp:nvSpPr>
        <dsp:cNvPr id="0" name=""/>
        <dsp:cNvSpPr/>
      </dsp:nvSpPr>
      <dsp:spPr>
        <a:xfrm>
          <a:off x="2855119" y="0"/>
          <a:ext cx="3011001" cy="336455"/>
        </a:xfrm>
        <a:prstGeom prst="chevron">
          <a:avLst/>
        </a:prstGeom>
        <a:solidFill>
          <a:schemeClr val="bg2"/>
        </a:solidFill>
        <a:ln w="571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2</a:t>
          </a:r>
        </a:p>
      </dsp:txBody>
      <dsp:txXfrm>
        <a:off x="3023347" y="0"/>
        <a:ext cx="2674546" cy="336455"/>
      </dsp:txXfrm>
    </dsp:sp>
    <dsp:sp modelId="{4E49E1E5-72ED-4FC0-8043-4F3AFF2D7328}">
      <dsp:nvSpPr>
        <dsp:cNvPr id="0" name=""/>
        <dsp:cNvSpPr/>
      </dsp:nvSpPr>
      <dsp:spPr>
        <a:xfrm>
          <a:off x="5634514" y="0"/>
          <a:ext cx="3066355" cy="336455"/>
        </a:xfrm>
        <a:prstGeom prst="chevron">
          <a:avLst/>
        </a:prstGeom>
        <a:solidFill>
          <a:schemeClr val="bg2"/>
        </a:solidFill>
        <a:ln w="571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3</a:t>
          </a:r>
        </a:p>
      </dsp:txBody>
      <dsp:txXfrm>
        <a:off x="5802742" y="0"/>
        <a:ext cx="2729900" cy="336455"/>
      </dsp:txXfrm>
    </dsp:sp>
    <dsp:sp modelId="{1F79B476-8B7C-46EE-B2A6-AC71D14C9A01}">
      <dsp:nvSpPr>
        <dsp:cNvPr id="0" name=""/>
        <dsp:cNvSpPr/>
      </dsp:nvSpPr>
      <dsp:spPr>
        <a:xfrm>
          <a:off x="8469262" y="0"/>
          <a:ext cx="2141573" cy="336455"/>
        </a:xfrm>
        <a:prstGeom prst="chevron">
          <a:avLst/>
        </a:prstGeom>
        <a:solidFill>
          <a:schemeClr val="bg2"/>
        </a:solidFill>
        <a:ln w="571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4</a:t>
          </a:r>
        </a:p>
      </dsp:txBody>
      <dsp:txXfrm>
        <a:off x="8637490" y="0"/>
        <a:ext cx="1805118" cy="336455"/>
      </dsp:txXfrm>
    </dsp:sp>
    <dsp:sp modelId="{28C41460-AB95-442D-8725-662FF9427CCC}">
      <dsp:nvSpPr>
        <dsp:cNvPr id="0" name=""/>
        <dsp:cNvSpPr/>
      </dsp:nvSpPr>
      <dsp:spPr>
        <a:xfrm>
          <a:off x="10379229" y="0"/>
          <a:ext cx="1271033" cy="336455"/>
        </a:xfrm>
        <a:prstGeom prst="chevron">
          <a:avLst/>
        </a:prstGeom>
        <a:solidFill>
          <a:schemeClr val="bg2"/>
        </a:solidFill>
        <a:ln w="571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ru-RU" sz="1200" kern="1200" dirty="0">
              <a:solidFill>
                <a:schemeClr val="tx1"/>
              </a:solidFill>
            </a:rPr>
            <a:t>Этап 5</a:t>
          </a:r>
        </a:p>
      </dsp:txBody>
      <dsp:txXfrm>
        <a:off x="10547457" y="0"/>
        <a:ext cx="934578" cy="3364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2E5B58-1634-481E-8F76-461269660529}">
      <dsp:nvSpPr>
        <dsp:cNvPr id="0" name=""/>
        <dsp:cNvSpPr/>
      </dsp:nvSpPr>
      <dsp:spPr>
        <a:xfrm rot="10800000">
          <a:off x="0" y="0"/>
          <a:ext cx="2793978" cy="438000"/>
        </a:xfrm>
        <a:prstGeom prst="trapezoid">
          <a:avLst>
            <a:gd name="adj" fmla="val 53158"/>
          </a:avLst>
        </a:prstGeom>
        <a:solidFill>
          <a:schemeClr val="accent1">
            <a:hueOff val="0"/>
            <a:satOff val="0"/>
            <a:lumOff val="0"/>
            <a:alphaOff val="0"/>
          </a:schemeClr>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488946" y="0"/>
        <a:ext cx="1816085" cy="438000"/>
      </dsp:txXfrm>
    </dsp:sp>
    <dsp:sp modelId="{75F07C5F-F848-4E1D-9971-049338E3C4D0}">
      <dsp:nvSpPr>
        <dsp:cNvPr id="0" name=""/>
        <dsp:cNvSpPr/>
      </dsp:nvSpPr>
      <dsp:spPr>
        <a:xfrm rot="10800000">
          <a:off x="232831" y="438000"/>
          <a:ext cx="2328315" cy="438000"/>
        </a:xfrm>
        <a:prstGeom prst="trapezoid">
          <a:avLst>
            <a:gd name="adj" fmla="val 53158"/>
          </a:avLst>
        </a:prstGeom>
        <a:solidFill>
          <a:srgbClr val="EF80BB"/>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640286" y="438000"/>
        <a:ext cx="1513404" cy="438000"/>
      </dsp:txXfrm>
    </dsp:sp>
    <dsp:sp modelId="{2987AE8A-001D-4DBB-A539-D0933ED9DBBE}">
      <dsp:nvSpPr>
        <dsp:cNvPr id="0" name=""/>
        <dsp:cNvSpPr/>
      </dsp:nvSpPr>
      <dsp:spPr>
        <a:xfrm rot="10800000">
          <a:off x="465663" y="876000"/>
          <a:ext cx="1862652" cy="438000"/>
        </a:xfrm>
        <a:prstGeom prst="trapezoid">
          <a:avLst>
            <a:gd name="adj" fmla="val 53158"/>
          </a:avLst>
        </a:prstGeom>
        <a:solidFill>
          <a:srgbClr val="C007A7"/>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791627" y="876000"/>
        <a:ext cx="1210723" cy="438000"/>
      </dsp:txXfrm>
    </dsp:sp>
    <dsp:sp modelId="{FD0CF14E-7512-4D11-B08D-FE494C5F04CC}">
      <dsp:nvSpPr>
        <dsp:cNvPr id="0" name=""/>
        <dsp:cNvSpPr/>
      </dsp:nvSpPr>
      <dsp:spPr>
        <a:xfrm rot="10800000">
          <a:off x="698494" y="1313999"/>
          <a:ext cx="1396989" cy="438000"/>
        </a:xfrm>
        <a:prstGeom prst="trapezoid">
          <a:avLst>
            <a:gd name="adj" fmla="val 53158"/>
          </a:avLst>
        </a:prstGeom>
        <a:solidFill>
          <a:srgbClr val="ACC4FE"/>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942967" y="1313999"/>
        <a:ext cx="908042" cy="438000"/>
      </dsp:txXfrm>
    </dsp:sp>
    <dsp:sp modelId="{930D1AC1-FA3E-475F-97E9-1F06D93D9269}">
      <dsp:nvSpPr>
        <dsp:cNvPr id="0" name=""/>
        <dsp:cNvSpPr/>
      </dsp:nvSpPr>
      <dsp:spPr>
        <a:xfrm rot="10800000">
          <a:off x="931326" y="1752000"/>
          <a:ext cx="931326" cy="438000"/>
        </a:xfrm>
        <a:prstGeom prst="trapezoid">
          <a:avLst>
            <a:gd name="adj" fmla="val 53158"/>
          </a:avLst>
        </a:prstGeom>
        <a:solidFill>
          <a:srgbClr val="722BC3"/>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bg1"/>
              </a:solidFill>
            </a:rPr>
            <a:t>Текст</a:t>
          </a:r>
        </a:p>
      </dsp:txBody>
      <dsp:txXfrm rot="-10800000">
        <a:off x="1094308" y="1752000"/>
        <a:ext cx="605361" cy="438000"/>
      </dsp:txXfrm>
    </dsp:sp>
    <dsp:sp modelId="{88721F72-E197-4493-AABA-3B8A74619459}">
      <dsp:nvSpPr>
        <dsp:cNvPr id="0" name=""/>
        <dsp:cNvSpPr/>
      </dsp:nvSpPr>
      <dsp:spPr>
        <a:xfrm rot="10800000">
          <a:off x="1164157" y="2190000"/>
          <a:ext cx="465663" cy="438000"/>
        </a:xfrm>
        <a:prstGeom prst="trapezoid">
          <a:avLst>
            <a:gd name="adj" fmla="val 53158"/>
          </a:avLst>
        </a:prstGeom>
        <a:solidFill>
          <a:schemeClr val="bg1"/>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ru-RU" sz="800" kern="1200" dirty="0">
            <a:solidFill>
              <a:schemeClr val="bg1"/>
            </a:solidFill>
          </a:endParaRPr>
        </a:p>
      </dsp:txBody>
      <dsp:txXfrm rot="-10800000">
        <a:off x="1164157" y="2190000"/>
        <a:ext cx="465663" cy="438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7C5126-F209-4F72-8CB9-C9BFBB350599}">
      <dsp:nvSpPr>
        <dsp:cNvPr id="0" name=""/>
        <dsp:cNvSpPr/>
      </dsp:nvSpPr>
      <dsp:spPr>
        <a:xfrm>
          <a:off x="593903" y="0"/>
          <a:ext cx="2984111" cy="2984111"/>
        </a:xfrm>
        <a:prstGeom prst="ellipse">
          <a:avLst/>
        </a:prstGeom>
        <a:solidFill>
          <a:srgbClr val="FFA4A3"/>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8780" y="149205"/>
        <a:ext cx="834357" cy="447616"/>
      </dsp:txXfrm>
    </dsp:sp>
    <dsp:sp modelId="{88E48223-3016-427C-8E96-0B02735F0D7F}">
      <dsp:nvSpPr>
        <dsp:cNvPr id="0" name=""/>
        <dsp:cNvSpPr/>
      </dsp:nvSpPr>
      <dsp:spPr>
        <a:xfrm>
          <a:off x="892314" y="596822"/>
          <a:ext cx="2387288" cy="2387288"/>
        </a:xfrm>
        <a:prstGeom prst="ellipse">
          <a:avLst/>
        </a:prstGeom>
        <a:solidFill>
          <a:srgbClr val="EF80BB"/>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8780" y="740059"/>
        <a:ext cx="834357" cy="429711"/>
      </dsp:txXfrm>
    </dsp:sp>
    <dsp:sp modelId="{105BAF74-99C1-490A-81F6-907BD4F17DBE}">
      <dsp:nvSpPr>
        <dsp:cNvPr id="0" name=""/>
        <dsp:cNvSpPr/>
      </dsp:nvSpPr>
      <dsp:spPr>
        <a:xfrm>
          <a:off x="1190725" y="1193644"/>
          <a:ext cx="1790466" cy="1790466"/>
        </a:xfrm>
        <a:prstGeom prst="ellipse">
          <a:avLst/>
        </a:prstGeom>
        <a:solidFill>
          <a:srgbClr val="8F0D6B"/>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8780" y="1327929"/>
        <a:ext cx="834357" cy="402854"/>
      </dsp:txXfrm>
    </dsp:sp>
    <dsp:sp modelId="{AFE0D909-829F-460C-A840-51D087F5A523}">
      <dsp:nvSpPr>
        <dsp:cNvPr id="0" name=""/>
        <dsp:cNvSpPr/>
      </dsp:nvSpPr>
      <dsp:spPr>
        <a:xfrm>
          <a:off x="1489136" y="1790466"/>
          <a:ext cx="1193644" cy="1193644"/>
        </a:xfrm>
        <a:prstGeom prst="ellipse">
          <a:avLst/>
        </a:prstGeom>
        <a:solidFill>
          <a:srgbClr val="C007A7"/>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3941" y="2088877"/>
        <a:ext cx="844034" cy="59682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2E5B58-1634-481E-8F76-461269660529}">
      <dsp:nvSpPr>
        <dsp:cNvPr id="0" name=""/>
        <dsp:cNvSpPr/>
      </dsp:nvSpPr>
      <dsp:spPr>
        <a:xfrm rot="10800000">
          <a:off x="0" y="0"/>
          <a:ext cx="2793978" cy="438000"/>
        </a:xfrm>
        <a:prstGeom prst="trapezoid">
          <a:avLst>
            <a:gd name="adj" fmla="val 53158"/>
          </a:avLst>
        </a:prstGeom>
        <a:solidFill>
          <a:srgbClr val="FFDBDA"/>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488946" y="0"/>
        <a:ext cx="1816085" cy="438000"/>
      </dsp:txXfrm>
    </dsp:sp>
    <dsp:sp modelId="{75F07C5F-F848-4E1D-9971-049338E3C4D0}">
      <dsp:nvSpPr>
        <dsp:cNvPr id="0" name=""/>
        <dsp:cNvSpPr/>
      </dsp:nvSpPr>
      <dsp:spPr>
        <a:xfrm rot="10800000">
          <a:off x="232831" y="438000"/>
          <a:ext cx="2328315" cy="438000"/>
        </a:xfrm>
        <a:prstGeom prst="trapezoid">
          <a:avLst>
            <a:gd name="adj" fmla="val 53158"/>
          </a:avLst>
        </a:prstGeom>
        <a:solidFill>
          <a:srgbClr val="F9CCE4"/>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640286" y="438000"/>
        <a:ext cx="1513404" cy="438000"/>
      </dsp:txXfrm>
    </dsp:sp>
    <dsp:sp modelId="{2987AE8A-001D-4DBB-A539-D0933ED9DBBE}">
      <dsp:nvSpPr>
        <dsp:cNvPr id="0" name=""/>
        <dsp:cNvSpPr/>
      </dsp:nvSpPr>
      <dsp:spPr>
        <a:xfrm rot="10800000">
          <a:off x="465663" y="876000"/>
          <a:ext cx="1862652" cy="438000"/>
        </a:xfrm>
        <a:prstGeom prst="trapezoid">
          <a:avLst>
            <a:gd name="adj" fmla="val 53158"/>
          </a:avLst>
        </a:prstGeom>
        <a:solidFill>
          <a:srgbClr val="ECB5E5"/>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791627" y="876000"/>
        <a:ext cx="1210723" cy="438000"/>
      </dsp:txXfrm>
    </dsp:sp>
    <dsp:sp modelId="{FD0CF14E-7512-4D11-B08D-FE494C5F04CC}">
      <dsp:nvSpPr>
        <dsp:cNvPr id="0" name=""/>
        <dsp:cNvSpPr/>
      </dsp:nvSpPr>
      <dsp:spPr>
        <a:xfrm rot="10800000">
          <a:off x="698494" y="1313999"/>
          <a:ext cx="1396989" cy="438000"/>
        </a:xfrm>
        <a:prstGeom prst="trapezoid">
          <a:avLst>
            <a:gd name="adj" fmla="val 53158"/>
          </a:avLst>
        </a:prstGeom>
        <a:solidFill>
          <a:srgbClr val="D5BFED"/>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942967" y="1313999"/>
        <a:ext cx="908042" cy="438000"/>
      </dsp:txXfrm>
    </dsp:sp>
    <dsp:sp modelId="{930D1AC1-FA3E-475F-97E9-1F06D93D9269}">
      <dsp:nvSpPr>
        <dsp:cNvPr id="0" name=""/>
        <dsp:cNvSpPr/>
      </dsp:nvSpPr>
      <dsp:spPr>
        <a:xfrm rot="10800000">
          <a:off x="931326" y="1752000"/>
          <a:ext cx="931326" cy="438000"/>
        </a:xfrm>
        <a:prstGeom prst="trapezoid">
          <a:avLst>
            <a:gd name="adj" fmla="val 53158"/>
          </a:avLst>
        </a:prstGeom>
        <a:solidFill>
          <a:srgbClr val="E5E2FC"/>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rot="-10800000">
        <a:off x="1094308" y="1752000"/>
        <a:ext cx="605361" cy="438000"/>
      </dsp:txXfrm>
    </dsp:sp>
    <dsp:sp modelId="{88721F72-E197-4493-AABA-3B8A74619459}">
      <dsp:nvSpPr>
        <dsp:cNvPr id="0" name=""/>
        <dsp:cNvSpPr/>
      </dsp:nvSpPr>
      <dsp:spPr>
        <a:xfrm rot="10800000">
          <a:off x="1164157" y="2190000"/>
          <a:ext cx="465663" cy="438000"/>
        </a:xfrm>
        <a:prstGeom prst="trapezoid">
          <a:avLst>
            <a:gd name="adj" fmla="val 53158"/>
          </a:avLst>
        </a:prstGeom>
        <a:solidFill>
          <a:schemeClr val="bg1"/>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ru-RU" sz="800" kern="1200" dirty="0">
            <a:solidFill>
              <a:schemeClr val="bg1"/>
            </a:solidFill>
          </a:endParaRPr>
        </a:p>
      </dsp:txBody>
      <dsp:txXfrm rot="-10800000">
        <a:off x="1164157" y="2190000"/>
        <a:ext cx="465663" cy="438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7C5126-F209-4F72-8CB9-C9BFBB350599}">
      <dsp:nvSpPr>
        <dsp:cNvPr id="0" name=""/>
        <dsp:cNvSpPr/>
      </dsp:nvSpPr>
      <dsp:spPr>
        <a:xfrm>
          <a:off x="593903" y="0"/>
          <a:ext cx="2984111" cy="2984111"/>
        </a:xfrm>
        <a:prstGeom prst="ellipse">
          <a:avLst/>
        </a:prstGeom>
        <a:solidFill>
          <a:srgbClr val="FFA4A3"/>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8780" y="149205"/>
        <a:ext cx="834357" cy="447616"/>
      </dsp:txXfrm>
    </dsp:sp>
    <dsp:sp modelId="{88E48223-3016-427C-8E96-0B02735F0D7F}">
      <dsp:nvSpPr>
        <dsp:cNvPr id="0" name=""/>
        <dsp:cNvSpPr/>
      </dsp:nvSpPr>
      <dsp:spPr>
        <a:xfrm>
          <a:off x="892314" y="596822"/>
          <a:ext cx="2387288" cy="2387288"/>
        </a:xfrm>
        <a:prstGeom prst="ellipse">
          <a:avLst/>
        </a:prstGeom>
        <a:solidFill>
          <a:srgbClr val="FFDBDA"/>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8780" y="740059"/>
        <a:ext cx="834357" cy="429711"/>
      </dsp:txXfrm>
    </dsp:sp>
    <dsp:sp modelId="{105BAF74-99C1-490A-81F6-907BD4F17DBE}">
      <dsp:nvSpPr>
        <dsp:cNvPr id="0" name=""/>
        <dsp:cNvSpPr/>
      </dsp:nvSpPr>
      <dsp:spPr>
        <a:xfrm>
          <a:off x="1190725" y="1193644"/>
          <a:ext cx="1790466" cy="1790466"/>
        </a:xfrm>
        <a:prstGeom prst="ellipse">
          <a:avLst/>
        </a:prstGeom>
        <a:solidFill>
          <a:srgbClr val="F9CCE4"/>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8780" y="1327929"/>
        <a:ext cx="834357" cy="402854"/>
      </dsp:txXfrm>
    </dsp:sp>
    <dsp:sp modelId="{AFE0D909-829F-460C-A840-51D087F5A523}">
      <dsp:nvSpPr>
        <dsp:cNvPr id="0" name=""/>
        <dsp:cNvSpPr/>
      </dsp:nvSpPr>
      <dsp:spPr>
        <a:xfrm>
          <a:off x="1489136" y="1790466"/>
          <a:ext cx="1193644" cy="1193644"/>
        </a:xfrm>
        <a:prstGeom prst="ellipse">
          <a:avLst/>
        </a:prstGeom>
        <a:solidFill>
          <a:srgbClr val="DDB5D3"/>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3941" y="2088877"/>
        <a:ext cx="844034" cy="59682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2E5B58-1634-481E-8F76-461269660529}">
      <dsp:nvSpPr>
        <dsp:cNvPr id="0" name=""/>
        <dsp:cNvSpPr/>
      </dsp:nvSpPr>
      <dsp:spPr>
        <a:xfrm rot="10800000">
          <a:off x="0" y="0"/>
          <a:ext cx="2793978" cy="438000"/>
        </a:xfrm>
        <a:prstGeom prst="trapezoid">
          <a:avLst>
            <a:gd name="adj" fmla="val 53158"/>
          </a:avLst>
        </a:prstGeom>
        <a:solidFill>
          <a:srgbClr val="EF80BB"/>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488946" y="0"/>
        <a:ext cx="1816085" cy="438000"/>
      </dsp:txXfrm>
    </dsp:sp>
    <dsp:sp modelId="{75F07C5F-F848-4E1D-9971-049338E3C4D0}">
      <dsp:nvSpPr>
        <dsp:cNvPr id="0" name=""/>
        <dsp:cNvSpPr/>
      </dsp:nvSpPr>
      <dsp:spPr>
        <a:xfrm rot="10800000">
          <a:off x="232831" y="438000"/>
          <a:ext cx="2328315" cy="438000"/>
        </a:xfrm>
        <a:prstGeom prst="trapezoid">
          <a:avLst>
            <a:gd name="adj" fmla="val 53158"/>
          </a:avLst>
        </a:prstGeom>
        <a:solidFill>
          <a:srgbClr val="FFA4A3"/>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640286" y="438000"/>
        <a:ext cx="1513404" cy="438000"/>
      </dsp:txXfrm>
    </dsp:sp>
    <dsp:sp modelId="{2987AE8A-001D-4DBB-A539-D0933ED9DBBE}">
      <dsp:nvSpPr>
        <dsp:cNvPr id="0" name=""/>
        <dsp:cNvSpPr/>
      </dsp:nvSpPr>
      <dsp:spPr>
        <a:xfrm rot="10800000">
          <a:off x="465663" y="876000"/>
          <a:ext cx="1862652" cy="438000"/>
        </a:xfrm>
        <a:prstGeom prst="trapezoid">
          <a:avLst>
            <a:gd name="adj" fmla="val 53158"/>
          </a:avLst>
        </a:prstGeom>
        <a:solidFill>
          <a:srgbClr val="ACC4FE"/>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791627" y="876000"/>
        <a:ext cx="1210723" cy="438000"/>
      </dsp:txXfrm>
    </dsp:sp>
    <dsp:sp modelId="{FD0CF14E-7512-4D11-B08D-FE494C5F04CC}">
      <dsp:nvSpPr>
        <dsp:cNvPr id="0" name=""/>
        <dsp:cNvSpPr/>
      </dsp:nvSpPr>
      <dsp:spPr>
        <a:xfrm rot="10800000">
          <a:off x="698494" y="1313999"/>
          <a:ext cx="1396989" cy="438000"/>
        </a:xfrm>
        <a:prstGeom prst="trapezoid">
          <a:avLst>
            <a:gd name="adj" fmla="val 53158"/>
          </a:avLst>
        </a:prstGeom>
        <a:solidFill>
          <a:srgbClr val="D5BFED"/>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942967" y="1313999"/>
        <a:ext cx="908042" cy="438000"/>
      </dsp:txXfrm>
    </dsp:sp>
    <dsp:sp modelId="{930D1AC1-FA3E-475F-97E9-1F06D93D9269}">
      <dsp:nvSpPr>
        <dsp:cNvPr id="0" name=""/>
        <dsp:cNvSpPr/>
      </dsp:nvSpPr>
      <dsp:spPr>
        <a:xfrm rot="10800000">
          <a:off x="931326" y="1752000"/>
          <a:ext cx="931326" cy="438000"/>
        </a:xfrm>
        <a:prstGeom prst="trapezoid">
          <a:avLst>
            <a:gd name="adj" fmla="val 53158"/>
          </a:avLst>
        </a:prstGeom>
        <a:solidFill>
          <a:srgbClr val="DDB6D3"/>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rot="-10800000">
        <a:off x="1094308" y="1752000"/>
        <a:ext cx="605361" cy="438000"/>
      </dsp:txXfrm>
    </dsp:sp>
    <dsp:sp modelId="{88721F72-E197-4493-AABA-3B8A74619459}">
      <dsp:nvSpPr>
        <dsp:cNvPr id="0" name=""/>
        <dsp:cNvSpPr/>
      </dsp:nvSpPr>
      <dsp:spPr>
        <a:xfrm rot="10800000">
          <a:off x="1164157" y="2190000"/>
          <a:ext cx="465663" cy="438000"/>
        </a:xfrm>
        <a:prstGeom prst="trapezoid">
          <a:avLst>
            <a:gd name="adj" fmla="val 53158"/>
          </a:avLst>
        </a:prstGeom>
        <a:solidFill>
          <a:schemeClr val="bg1"/>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ru-RU" sz="800" kern="1200" dirty="0">
            <a:solidFill>
              <a:schemeClr val="bg1"/>
            </a:solidFill>
          </a:endParaRPr>
        </a:p>
      </dsp:txBody>
      <dsp:txXfrm rot="-10800000">
        <a:off x="1164157" y="2190000"/>
        <a:ext cx="465663" cy="438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7C5126-F209-4F72-8CB9-C9BFBB350599}">
      <dsp:nvSpPr>
        <dsp:cNvPr id="0" name=""/>
        <dsp:cNvSpPr/>
      </dsp:nvSpPr>
      <dsp:spPr>
        <a:xfrm>
          <a:off x="593903" y="0"/>
          <a:ext cx="2984111" cy="2984111"/>
        </a:xfrm>
        <a:prstGeom prst="ellipse">
          <a:avLst/>
        </a:prstGeom>
        <a:solidFill>
          <a:srgbClr val="D5BFED"/>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8780" y="149205"/>
        <a:ext cx="834357" cy="447616"/>
      </dsp:txXfrm>
    </dsp:sp>
    <dsp:sp modelId="{88E48223-3016-427C-8E96-0B02735F0D7F}">
      <dsp:nvSpPr>
        <dsp:cNvPr id="0" name=""/>
        <dsp:cNvSpPr/>
      </dsp:nvSpPr>
      <dsp:spPr>
        <a:xfrm>
          <a:off x="892314" y="596822"/>
          <a:ext cx="2387288" cy="2387288"/>
        </a:xfrm>
        <a:prstGeom prst="ellipse">
          <a:avLst/>
        </a:prstGeom>
        <a:solidFill>
          <a:srgbClr val="EF80BB"/>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8780" y="740059"/>
        <a:ext cx="834357" cy="429711"/>
      </dsp:txXfrm>
    </dsp:sp>
    <dsp:sp modelId="{105BAF74-99C1-490A-81F6-907BD4F17DBE}">
      <dsp:nvSpPr>
        <dsp:cNvPr id="0" name=""/>
        <dsp:cNvSpPr/>
      </dsp:nvSpPr>
      <dsp:spPr>
        <a:xfrm>
          <a:off x="1190725" y="1193644"/>
          <a:ext cx="1790466" cy="1790466"/>
        </a:xfrm>
        <a:prstGeom prst="ellipse">
          <a:avLst/>
        </a:prstGeom>
        <a:solidFill>
          <a:srgbClr val="F9CCE4"/>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8780" y="1327929"/>
        <a:ext cx="834357" cy="402854"/>
      </dsp:txXfrm>
    </dsp:sp>
    <dsp:sp modelId="{AFE0D909-829F-460C-A840-51D087F5A523}">
      <dsp:nvSpPr>
        <dsp:cNvPr id="0" name=""/>
        <dsp:cNvSpPr/>
      </dsp:nvSpPr>
      <dsp:spPr>
        <a:xfrm>
          <a:off x="1489136" y="1790466"/>
          <a:ext cx="1193644" cy="1193644"/>
        </a:xfrm>
        <a:prstGeom prst="ellipse">
          <a:avLst/>
        </a:prstGeom>
        <a:solidFill>
          <a:srgbClr val="ACC4FE"/>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3941" y="2088877"/>
        <a:ext cx="844034" cy="59682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2E5B58-1634-481E-8F76-461269660529}">
      <dsp:nvSpPr>
        <dsp:cNvPr id="0" name=""/>
        <dsp:cNvSpPr/>
      </dsp:nvSpPr>
      <dsp:spPr>
        <a:xfrm rot="10800000">
          <a:off x="0" y="0"/>
          <a:ext cx="2793978" cy="438000"/>
        </a:xfrm>
        <a:prstGeom prst="trapezoid">
          <a:avLst>
            <a:gd name="adj" fmla="val 53158"/>
          </a:avLst>
        </a:prstGeom>
        <a:solidFill>
          <a:srgbClr val="FFDBDA"/>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488946" y="0"/>
        <a:ext cx="1816085" cy="438000"/>
      </dsp:txXfrm>
    </dsp:sp>
    <dsp:sp modelId="{75F07C5F-F848-4E1D-9971-049338E3C4D0}">
      <dsp:nvSpPr>
        <dsp:cNvPr id="0" name=""/>
        <dsp:cNvSpPr/>
      </dsp:nvSpPr>
      <dsp:spPr>
        <a:xfrm rot="10800000">
          <a:off x="232831" y="438000"/>
          <a:ext cx="2328315" cy="438000"/>
        </a:xfrm>
        <a:prstGeom prst="trapezoid">
          <a:avLst>
            <a:gd name="adj" fmla="val 53158"/>
          </a:avLst>
        </a:prstGeom>
        <a:solidFill>
          <a:srgbClr val="EEF3FF"/>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640286" y="438000"/>
        <a:ext cx="1513404" cy="438000"/>
      </dsp:txXfrm>
    </dsp:sp>
    <dsp:sp modelId="{2987AE8A-001D-4DBB-A539-D0933ED9DBBE}">
      <dsp:nvSpPr>
        <dsp:cNvPr id="0" name=""/>
        <dsp:cNvSpPr/>
      </dsp:nvSpPr>
      <dsp:spPr>
        <a:xfrm rot="10800000">
          <a:off x="465663" y="876000"/>
          <a:ext cx="1862652" cy="438000"/>
        </a:xfrm>
        <a:prstGeom prst="trapezoid">
          <a:avLst>
            <a:gd name="adj" fmla="val 53158"/>
          </a:avLst>
        </a:prstGeom>
        <a:solidFill>
          <a:srgbClr val="ECB5E5"/>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791627" y="876000"/>
        <a:ext cx="1210723" cy="438000"/>
      </dsp:txXfrm>
    </dsp:sp>
    <dsp:sp modelId="{FD0CF14E-7512-4D11-B08D-FE494C5F04CC}">
      <dsp:nvSpPr>
        <dsp:cNvPr id="0" name=""/>
        <dsp:cNvSpPr/>
      </dsp:nvSpPr>
      <dsp:spPr>
        <a:xfrm rot="10800000">
          <a:off x="698494" y="1313999"/>
          <a:ext cx="1396989" cy="438000"/>
        </a:xfrm>
        <a:prstGeom prst="trapezoid">
          <a:avLst>
            <a:gd name="adj" fmla="val 53158"/>
          </a:avLst>
        </a:prstGeom>
        <a:solidFill>
          <a:srgbClr val="FAE6E9"/>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endParaRPr lang="ru-RU" sz="800" kern="1200" dirty="0"/>
        </a:p>
      </dsp:txBody>
      <dsp:txXfrm rot="-10800000">
        <a:off x="942967" y="1313999"/>
        <a:ext cx="908042" cy="438000"/>
      </dsp:txXfrm>
    </dsp:sp>
    <dsp:sp modelId="{930D1AC1-FA3E-475F-97E9-1F06D93D9269}">
      <dsp:nvSpPr>
        <dsp:cNvPr id="0" name=""/>
        <dsp:cNvSpPr/>
      </dsp:nvSpPr>
      <dsp:spPr>
        <a:xfrm rot="10800000">
          <a:off x="931326" y="1752000"/>
          <a:ext cx="931326" cy="438000"/>
        </a:xfrm>
        <a:prstGeom prst="trapezoid">
          <a:avLst>
            <a:gd name="adj" fmla="val 53158"/>
          </a:avLst>
        </a:prstGeom>
        <a:solidFill>
          <a:srgbClr val="DDB6D3"/>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rot="-10800000">
        <a:off x="1094308" y="1752000"/>
        <a:ext cx="605361" cy="438000"/>
      </dsp:txXfrm>
    </dsp:sp>
    <dsp:sp modelId="{88721F72-E197-4493-AABA-3B8A74619459}">
      <dsp:nvSpPr>
        <dsp:cNvPr id="0" name=""/>
        <dsp:cNvSpPr/>
      </dsp:nvSpPr>
      <dsp:spPr>
        <a:xfrm rot="10800000">
          <a:off x="1164157" y="2190000"/>
          <a:ext cx="465663" cy="438000"/>
        </a:xfrm>
        <a:prstGeom prst="trapezoid">
          <a:avLst>
            <a:gd name="adj" fmla="val 53158"/>
          </a:avLst>
        </a:prstGeom>
        <a:solidFill>
          <a:schemeClr val="bg1"/>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ru-RU" sz="800" kern="1200" dirty="0">
            <a:solidFill>
              <a:schemeClr val="bg1"/>
            </a:solidFill>
          </a:endParaRPr>
        </a:p>
      </dsp:txBody>
      <dsp:txXfrm rot="-10800000">
        <a:off x="1164157" y="2190000"/>
        <a:ext cx="465663" cy="4380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7C5126-F209-4F72-8CB9-C9BFBB350599}">
      <dsp:nvSpPr>
        <dsp:cNvPr id="0" name=""/>
        <dsp:cNvSpPr/>
      </dsp:nvSpPr>
      <dsp:spPr>
        <a:xfrm>
          <a:off x="593903" y="0"/>
          <a:ext cx="2984111" cy="2984111"/>
        </a:xfrm>
        <a:prstGeom prst="ellipse">
          <a:avLst/>
        </a:prstGeom>
        <a:solidFill>
          <a:srgbClr val="D5BFED"/>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8780" y="149205"/>
        <a:ext cx="834357" cy="447616"/>
      </dsp:txXfrm>
    </dsp:sp>
    <dsp:sp modelId="{88E48223-3016-427C-8E96-0B02735F0D7F}">
      <dsp:nvSpPr>
        <dsp:cNvPr id="0" name=""/>
        <dsp:cNvSpPr/>
      </dsp:nvSpPr>
      <dsp:spPr>
        <a:xfrm>
          <a:off x="892314" y="596822"/>
          <a:ext cx="2387288" cy="2387288"/>
        </a:xfrm>
        <a:prstGeom prst="ellipse">
          <a:avLst/>
        </a:prstGeom>
        <a:solidFill>
          <a:srgbClr val="DDB6D3"/>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8780" y="740059"/>
        <a:ext cx="834357" cy="429711"/>
      </dsp:txXfrm>
    </dsp:sp>
    <dsp:sp modelId="{105BAF74-99C1-490A-81F6-907BD4F17DBE}">
      <dsp:nvSpPr>
        <dsp:cNvPr id="0" name=""/>
        <dsp:cNvSpPr/>
      </dsp:nvSpPr>
      <dsp:spPr>
        <a:xfrm>
          <a:off x="1190725" y="1193644"/>
          <a:ext cx="1790466" cy="1790466"/>
        </a:xfrm>
        <a:prstGeom prst="ellipse">
          <a:avLst/>
        </a:prstGeom>
        <a:solidFill>
          <a:srgbClr val="F9CCE4"/>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8780" y="1327929"/>
        <a:ext cx="834357" cy="402854"/>
      </dsp:txXfrm>
    </dsp:sp>
    <dsp:sp modelId="{AFE0D909-829F-460C-A840-51D087F5A523}">
      <dsp:nvSpPr>
        <dsp:cNvPr id="0" name=""/>
        <dsp:cNvSpPr/>
      </dsp:nvSpPr>
      <dsp:spPr>
        <a:xfrm>
          <a:off x="1489136" y="1790466"/>
          <a:ext cx="1193644" cy="1193644"/>
        </a:xfrm>
        <a:prstGeom prst="ellipse">
          <a:avLst/>
        </a:prstGeom>
        <a:solidFill>
          <a:srgbClr val="FFDBDA"/>
        </a:solidFill>
        <a:ln w="12700" cap="flat" cmpd="sng" algn="ctr">
          <a:solidFill>
            <a:srgbClr val="000000">
              <a:alpha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ru-RU" sz="800" kern="1200" dirty="0">
              <a:solidFill>
                <a:schemeClr val="tx1"/>
              </a:solidFill>
            </a:rPr>
            <a:t>Текст</a:t>
          </a:r>
        </a:p>
      </dsp:txBody>
      <dsp:txXfrm>
        <a:off x="1663941" y="2088877"/>
        <a:ext cx="844034" cy="59682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6.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8.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10.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EA71AE9C-5FD3-7274-22B5-2AB50D2088AE}"/>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41D43E2B-8CAC-B160-343E-319D6E02FC4D}"/>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931C3F4-E42E-40C2-ACFB-F4523142FF82}" type="datetimeFigureOut">
              <a:rPr lang="ru-RU" smtClean="0"/>
              <a:t>13.02.2026</a:t>
            </a:fld>
            <a:endParaRPr lang="ru-RU"/>
          </a:p>
        </p:txBody>
      </p:sp>
      <p:sp>
        <p:nvSpPr>
          <p:cNvPr id="4" name="Нижний колонтитул 3">
            <a:extLst>
              <a:ext uri="{FF2B5EF4-FFF2-40B4-BE49-F238E27FC236}">
                <a16:creationId xmlns:a16="http://schemas.microsoft.com/office/drawing/2014/main" id="{E9D8A288-6AAC-5502-5378-789343DF62BB}"/>
              </a:ext>
            </a:extLst>
          </p:cNvPr>
          <p:cNvSpPr>
            <a:spLocks noGrp="1"/>
          </p:cNvSpPr>
          <p:nvPr>
            <p:ph type="ftr" sz="quarter" idx="2"/>
          </p:nvPr>
        </p:nvSpPr>
        <p:spPr>
          <a:xfrm>
            <a:off x="0" y="23164800"/>
            <a:ext cx="5943600" cy="1222375"/>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B59267E6-C03B-F94B-D2B4-1484BECE1106}"/>
              </a:ext>
            </a:extLst>
          </p:cNvPr>
          <p:cNvSpPr>
            <a:spLocks noGrp="1"/>
          </p:cNvSpPr>
          <p:nvPr>
            <p:ph type="sldNum" sz="quarter" idx="3"/>
          </p:nvPr>
        </p:nvSpPr>
        <p:spPr>
          <a:xfrm>
            <a:off x="7769225" y="23164800"/>
            <a:ext cx="5943600" cy="1222375"/>
          </a:xfrm>
          <a:prstGeom prst="rect">
            <a:avLst/>
          </a:prstGeom>
        </p:spPr>
        <p:txBody>
          <a:bodyPr vert="horz" lIns="91440" tIns="45720" rIns="91440" bIns="45720" rtlCol="0" anchor="b"/>
          <a:lstStyle>
            <a:lvl1pPr algn="r">
              <a:defRPr sz="1200"/>
            </a:lvl1pPr>
          </a:lstStyle>
          <a:p>
            <a:fld id="{EF58C993-F0AF-4FAF-8CC3-49C84D805577}" type="slidenum">
              <a:rPr lang="ru-RU" smtClean="0"/>
              <a:t>‹#›</a:t>
            </a:fld>
            <a:endParaRPr lang="ru-RU"/>
          </a:p>
        </p:txBody>
      </p:sp>
    </p:spTree>
    <p:extLst>
      <p:ext uri="{BB962C8B-B14F-4D97-AF65-F5344CB8AC3E}">
        <p14:creationId xmlns:p14="http://schemas.microsoft.com/office/powerpoint/2010/main" val="394073988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8717817"/>
      </p:ext>
    </p:extLst>
  </p:cSld>
  <p:clrMap bg1="lt1" tx1="dk1" bg2="lt2" tx2="dk2" accent1="accent1" accent2="accent2" accent3="accent3" accent4="accent4" accent5="accent5" accent6="accent6" hlink="hlink" folHlink="folHlink"/>
  <p:hf hdr="0" ftr="0" dt="0"/>
  <p:notesStyle>
    <a:lvl1pPr marL="0" algn="l" defTabSz="457109" rtl="0" eaLnBrk="1" latinLnBrk="0" hangingPunct="1">
      <a:defRPr sz="600" kern="1200">
        <a:solidFill>
          <a:schemeClr val="tx1"/>
        </a:solidFill>
        <a:latin typeface="+mn-lt"/>
        <a:ea typeface="+mn-ea"/>
        <a:cs typeface="+mn-cs"/>
      </a:defRPr>
    </a:lvl1pPr>
    <a:lvl2pPr marL="228554" algn="l" defTabSz="457109" rtl="0" eaLnBrk="1" latinLnBrk="0" hangingPunct="1">
      <a:defRPr sz="600" kern="1200">
        <a:solidFill>
          <a:schemeClr val="tx1"/>
        </a:solidFill>
        <a:latin typeface="+mn-lt"/>
        <a:ea typeface="+mn-ea"/>
        <a:cs typeface="+mn-cs"/>
      </a:defRPr>
    </a:lvl2pPr>
    <a:lvl3pPr marL="457109" algn="l" defTabSz="457109" rtl="0" eaLnBrk="1" latinLnBrk="0" hangingPunct="1">
      <a:defRPr sz="600" kern="1200">
        <a:solidFill>
          <a:schemeClr val="tx1"/>
        </a:solidFill>
        <a:latin typeface="+mn-lt"/>
        <a:ea typeface="+mn-ea"/>
        <a:cs typeface="+mn-cs"/>
      </a:defRPr>
    </a:lvl3pPr>
    <a:lvl4pPr marL="685663" algn="l" defTabSz="457109" rtl="0" eaLnBrk="1" latinLnBrk="0" hangingPunct="1">
      <a:defRPr sz="600" kern="1200">
        <a:solidFill>
          <a:schemeClr val="tx1"/>
        </a:solidFill>
        <a:latin typeface="+mn-lt"/>
        <a:ea typeface="+mn-ea"/>
        <a:cs typeface="+mn-cs"/>
      </a:defRPr>
    </a:lvl4pPr>
    <a:lvl5pPr marL="914217" algn="l" defTabSz="457109" rtl="0" eaLnBrk="1" latinLnBrk="0" hangingPunct="1">
      <a:defRPr sz="600" kern="1200">
        <a:solidFill>
          <a:schemeClr val="tx1"/>
        </a:solidFill>
        <a:latin typeface="+mn-lt"/>
        <a:ea typeface="+mn-ea"/>
        <a:cs typeface="+mn-cs"/>
      </a:defRPr>
    </a:lvl5pPr>
    <a:lvl6pPr marL="1142771" algn="l" defTabSz="457109" rtl="0" eaLnBrk="1" latinLnBrk="0" hangingPunct="1">
      <a:defRPr sz="600" kern="1200">
        <a:solidFill>
          <a:schemeClr val="tx1"/>
        </a:solidFill>
        <a:latin typeface="+mn-lt"/>
        <a:ea typeface="+mn-ea"/>
        <a:cs typeface="+mn-cs"/>
      </a:defRPr>
    </a:lvl6pPr>
    <a:lvl7pPr marL="1371326" algn="l" defTabSz="457109" rtl="0" eaLnBrk="1" latinLnBrk="0" hangingPunct="1">
      <a:defRPr sz="600" kern="1200">
        <a:solidFill>
          <a:schemeClr val="tx1"/>
        </a:solidFill>
        <a:latin typeface="+mn-lt"/>
        <a:ea typeface="+mn-ea"/>
        <a:cs typeface="+mn-cs"/>
      </a:defRPr>
    </a:lvl7pPr>
    <a:lvl8pPr marL="1599880" algn="l" defTabSz="457109" rtl="0" eaLnBrk="1" latinLnBrk="0" hangingPunct="1">
      <a:defRPr sz="600" kern="1200">
        <a:solidFill>
          <a:schemeClr val="tx1"/>
        </a:solidFill>
        <a:latin typeface="+mn-lt"/>
        <a:ea typeface="+mn-ea"/>
        <a:cs typeface="+mn-cs"/>
      </a:defRPr>
    </a:lvl8pPr>
    <a:lvl9pPr marL="1828434" algn="l" defTabSz="457109" rtl="0" eaLnBrk="1" latinLnBrk="0" hangingPunct="1">
      <a:defRPr sz="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7681" userDrawn="1">
          <p15:clr>
            <a:srgbClr val="F26B43"/>
          </p15:clr>
        </p15:guide>
        <p15:guide id="2" pos="432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F3EAB-3CEE-01C4-8738-EA2BB8904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5B89EC-9F22-B4A9-6361-80413B3830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85D66-FCD9-9EBF-3E65-CA67A417AA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25DD5B-16C7-31CD-A8CA-B782176B8CF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23734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32DE6-DA7A-9EB1-468F-8846727B92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92CD1-3F4E-4D5E-88F4-C7430B4BB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6C662A-50DD-FB85-37A7-48BCB73CD5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5F51E-803F-1EAC-3E5E-5E0BD07CB018}"/>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570275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65F91-F5B4-1DD0-7C9B-548F930B1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050BF2-58EF-0C55-F78A-B0994851CD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3065E3-AB9F-DB97-C008-D96A17287E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7ECB9F-8D40-AF88-E26C-7B7635527ACE}"/>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610361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9E2A8-419A-C461-511B-2F480824B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B58005-C6F3-ACFF-8476-B3675D4F39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8905F4-3515-80C9-C89D-0FF25563C9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D2C718-0AE5-976E-A325-4B35001986AF}"/>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706722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9E2A8-419A-C461-511B-2F480824B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B58005-C6F3-ACFF-8476-B3675D4F39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8905F4-3515-80C9-C89D-0FF25563C9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D2C718-0AE5-976E-A325-4B35001986AF}"/>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4151822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9E2A8-419A-C461-511B-2F480824B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B58005-C6F3-ACFF-8476-B3675D4F39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8905F4-3515-80C9-C89D-0FF25563C9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D2C718-0AE5-976E-A325-4B35001986AF}"/>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677647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2927112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339037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3102323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3588801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35696993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33642477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24224436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956B7-6A9E-D13E-52A9-61449E3A04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318C1-02F6-9620-6DEA-9F5E0F69C3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02B9EA-43EA-44BE-EEEC-FBBEED1457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54F93D-DF87-447B-8ABB-A99AD5816E1F}"/>
              </a:ext>
            </a:extLst>
          </p:cNvPr>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39531214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5278771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41039014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9317698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3199480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19909942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10513472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20550408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13318393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8553839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2F5EA-0DD5-D3D8-242B-5EDE9CB11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721E4-973A-3853-B55D-90109175C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C3901D-44F6-A3B3-6BC8-8266C0985F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2C8703-F5B8-0A06-C6EF-4E4A1CDB402E}"/>
              </a:ext>
            </a:extLst>
          </p:cNvPr>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39450638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98AD5-FE87-DF38-9CBA-5267CF5C26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FAB273-F25D-15FF-DBA6-2F4723F61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8B4412-FBA2-C7EA-FD9C-CB8C587C7B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2FE8BB-14D9-866D-ABFF-64C617450F9E}"/>
              </a:ext>
            </a:extLst>
          </p:cNvPr>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38929911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0.png"/><Relationship Id="rId7"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15.png"/><Relationship Id="rId4"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Master" Target="../slideMasters/slideMaster1.xml"/><Relationship Id="rId5" Type="http://schemas.openxmlformats.org/officeDocument/2006/relationships/image" Target="../media/image15.png"/><Relationship Id="rId4"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hyperlink" Target="http://www.reksoft.com/" TargetMode="External"/><Relationship Id="rId2" Type="http://schemas.openxmlformats.org/officeDocument/2006/relationships/image" Target="../media/image32.png"/><Relationship Id="rId1" Type="http://schemas.openxmlformats.org/officeDocument/2006/relationships/slideMaster" Target="../slideMasters/slideMaster1.xml"/><Relationship Id="rId5" Type="http://schemas.openxmlformats.org/officeDocument/2006/relationships/image" Target="../media/image15.png"/><Relationship Id="rId4"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35.svg"/><Relationship Id="rId4" Type="http://schemas.openxmlformats.org/officeDocument/2006/relationships/image" Target="../media/image34.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7.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8.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8.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0.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png"/><Relationship Id="rId4"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2.jpe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png"/><Relationship Id="rId4" Type="http://schemas.microsoft.com/office/2007/relationships/hdphoto" Target="../media/hdphoto1.wdp"/></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3.jpe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png"/><Relationship Id="rId4" Type="http://schemas.microsoft.com/office/2007/relationships/hdphoto" Target="../media/hdphoto1.wdp"/></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4.jpe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png"/><Relationship Id="rId4" Type="http://schemas.microsoft.com/office/2007/relationships/hdphoto" Target="../media/hdphoto1.wdp"/></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png"/><Relationship Id="rId4" Type="http://schemas.openxmlformats.org/officeDocument/2006/relationships/image" Target="../media/image46.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DEFAULT">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FA37E6FB-B1E0-B50C-87F3-0ACD134A434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spTree>
    <p:extLst>
      <p:ext uri="{BB962C8B-B14F-4D97-AF65-F5344CB8AC3E}">
        <p14:creationId xmlns:p14="http://schemas.microsoft.com/office/powerpoint/2010/main" val="10486224"/>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34"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83" userDrawn="1">
          <p15:clr>
            <a:srgbClr val="FBAE40"/>
          </p15:clr>
        </p15:guide>
        <p15:guide id="11" orient="horz" pos="2784" userDrawn="1">
          <p15:clr>
            <a:srgbClr val="FBAE40"/>
          </p15:clr>
        </p15:guide>
        <p15:guide id="12" orient="horz" pos="2852" userDrawn="1">
          <p15:clr>
            <a:srgbClr val="FBAE40"/>
          </p15:clr>
        </p15:guide>
        <p15:guide id="13" orient="horz" pos="3430" userDrawn="1">
          <p15:clr>
            <a:srgbClr val="FBAE40"/>
          </p15:clr>
        </p15:guide>
        <p15:guide id="14" orient="horz" pos="3498" userDrawn="1">
          <p15:clr>
            <a:srgbClr val="FBAE40"/>
          </p15:clr>
        </p15:guide>
        <p15:guide id="15" pos="756"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4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DEFAULT">
    <p:spTree>
      <p:nvGrpSpPr>
        <p:cNvPr id="1" name=""/>
        <p:cNvGrpSpPr/>
        <p:nvPr/>
      </p:nvGrpSpPr>
      <p:grpSpPr>
        <a:xfrm>
          <a:off x="0" y="0"/>
          <a:ext cx="0" cy="0"/>
          <a:chOff x="0" y="0"/>
          <a:chExt cx="0" cy="0"/>
        </a:xfrm>
      </p:grpSpPr>
      <p:sp>
        <p:nvSpPr>
          <p:cNvPr id="4" name="Текст 2">
            <a:extLst>
              <a:ext uri="{FF2B5EF4-FFF2-40B4-BE49-F238E27FC236}">
                <a16:creationId xmlns:a16="http://schemas.microsoft.com/office/drawing/2014/main" id="{A3BA59F4-5575-AA07-41BB-BFCFE4DD78B2}"/>
              </a:ext>
            </a:extLst>
          </p:cNvPr>
          <p:cNvSpPr>
            <a:spLocks noGrp="1"/>
          </p:cNvSpPr>
          <p:nvPr>
            <p:ph idx="1" hasCustomPrompt="1"/>
          </p:nvPr>
        </p:nvSpPr>
        <p:spPr>
          <a:xfrm>
            <a:off x="371475" y="1323874"/>
            <a:ext cx="11442798" cy="163699"/>
          </a:xfrm>
          <a:prstGeom prst="rect">
            <a:avLst/>
          </a:prstGeom>
        </p:spPr>
        <p:txBody>
          <a:bodyPr vert="horz" lIns="0" tIns="0" rIns="0" bIns="0" rtlCol="0">
            <a:spAutoFit/>
          </a:bodyPr>
          <a:lstStyle>
            <a:lvl1pPr>
              <a:lnSpc>
                <a:spcPct val="110000"/>
              </a:lnSpc>
              <a:defRPr sz="1000"/>
            </a:lvl1pPr>
            <a:lvl2pPr>
              <a:lnSpc>
                <a:spcPct val="110000"/>
              </a:lnSpc>
              <a:defRPr sz="1000"/>
            </a:lvl2pPr>
            <a:lvl3pPr>
              <a:lnSpc>
                <a:spcPct val="110000"/>
              </a:lnSpc>
              <a:defRPr sz="1000"/>
            </a:lvl3pPr>
            <a:lvl4pPr>
              <a:lnSpc>
                <a:spcPct val="110000"/>
              </a:lnSpc>
              <a:defRPr sz="1000"/>
            </a:lvl4pPr>
            <a:lvl5pPr>
              <a:lnSpc>
                <a:spcPct val="110000"/>
              </a:lnSpc>
              <a:defRPr sz="1000"/>
            </a:lvl5pPr>
            <a:lvl6pPr>
              <a:lnSpc>
                <a:spcPct val="110000"/>
              </a:lnSpc>
              <a:defRPr sz="1000"/>
            </a:lvl6pPr>
            <a:lvl7pPr>
              <a:lnSpc>
                <a:spcPct val="110000"/>
              </a:lnSpc>
              <a:defRPr sz="1000"/>
            </a:lvl7pPr>
          </a:lstStyle>
          <a:p>
            <a:pPr lvl="0"/>
            <a:r>
              <a:rPr lang="ru-RU" dirty="0"/>
              <a:t>Образец текста</a:t>
            </a:r>
          </a:p>
        </p:txBody>
      </p:sp>
      <p:sp>
        <p:nvSpPr>
          <p:cNvPr id="13" name="Текст 2">
            <a:extLst>
              <a:ext uri="{FF2B5EF4-FFF2-40B4-BE49-F238E27FC236}">
                <a16:creationId xmlns:a16="http://schemas.microsoft.com/office/drawing/2014/main" id="{60044CD6-6AC6-018D-F0FE-5CB20C493347}"/>
              </a:ext>
            </a:extLst>
          </p:cNvPr>
          <p:cNvSpPr>
            <a:spLocks noGrp="1"/>
          </p:cNvSpPr>
          <p:nvPr>
            <p:ph idx="10" hasCustomPrompt="1"/>
          </p:nvPr>
        </p:nvSpPr>
        <p:spPr>
          <a:xfrm>
            <a:off x="371475" y="1737367"/>
            <a:ext cx="11442798" cy="163699"/>
          </a:xfrm>
          <a:prstGeom prst="rect">
            <a:avLst/>
          </a:prstGeom>
        </p:spPr>
        <p:txBody>
          <a:bodyPr vert="horz" lIns="0" tIns="0" rIns="0" bIns="0" rtlCol="0">
            <a:spAutoFit/>
          </a:bodyPr>
          <a:lstStyle>
            <a:lvl1pPr>
              <a:lnSpc>
                <a:spcPct val="110000"/>
              </a:lnSpc>
              <a:defRPr sz="1000">
                <a:solidFill>
                  <a:schemeClr val="tx1">
                    <a:alpha val="45000"/>
                  </a:schemeClr>
                </a:solidFill>
              </a:defRPr>
            </a:lvl1pPr>
            <a:lvl2pPr>
              <a:lnSpc>
                <a:spcPct val="110000"/>
              </a:lnSpc>
              <a:defRPr sz="1000">
                <a:solidFill>
                  <a:schemeClr val="tx1">
                    <a:alpha val="45000"/>
                  </a:schemeClr>
                </a:solidFill>
              </a:defRPr>
            </a:lvl2pPr>
            <a:lvl3pPr>
              <a:lnSpc>
                <a:spcPct val="110000"/>
              </a:lnSpc>
              <a:defRPr sz="1000">
                <a:solidFill>
                  <a:schemeClr val="tx1">
                    <a:alpha val="45000"/>
                  </a:schemeClr>
                </a:solidFill>
              </a:defRPr>
            </a:lvl3pPr>
            <a:lvl4pPr>
              <a:lnSpc>
                <a:spcPct val="110000"/>
              </a:lnSpc>
              <a:defRPr sz="1000">
                <a:solidFill>
                  <a:schemeClr val="tx1">
                    <a:alpha val="45000"/>
                  </a:schemeClr>
                </a:solidFill>
              </a:defRPr>
            </a:lvl4pPr>
            <a:lvl5pPr>
              <a:lnSpc>
                <a:spcPct val="110000"/>
              </a:lnSpc>
              <a:defRPr sz="1000">
                <a:solidFill>
                  <a:schemeClr val="tx1">
                    <a:alpha val="45000"/>
                  </a:schemeClr>
                </a:solidFill>
              </a:defRPr>
            </a:lvl5pPr>
            <a:lvl6pPr>
              <a:lnSpc>
                <a:spcPct val="110000"/>
              </a:lnSpc>
              <a:defRPr sz="1000">
                <a:solidFill>
                  <a:schemeClr val="tx1">
                    <a:alpha val="45000"/>
                  </a:schemeClr>
                </a:solidFill>
              </a:defRPr>
            </a:lvl6pPr>
            <a:lvl7pPr>
              <a:lnSpc>
                <a:spcPct val="110000"/>
              </a:lnSpc>
              <a:defRPr sz="1000">
                <a:solidFill>
                  <a:schemeClr val="tx1">
                    <a:alpha val="45000"/>
                  </a:schemeClr>
                </a:solidFill>
              </a:defRPr>
            </a:lvl7pPr>
          </a:lstStyle>
          <a:p>
            <a:pPr lvl="0"/>
            <a:r>
              <a:rPr lang="ru-RU" dirty="0"/>
              <a:t>Образец текста</a:t>
            </a:r>
          </a:p>
        </p:txBody>
      </p:sp>
      <p:sp>
        <p:nvSpPr>
          <p:cNvPr id="15" name="Заголовок 1">
            <a:extLst>
              <a:ext uri="{FF2B5EF4-FFF2-40B4-BE49-F238E27FC236}">
                <a16:creationId xmlns:a16="http://schemas.microsoft.com/office/drawing/2014/main" id="{12CC2936-3870-D653-3E5E-59E01E565CDB}"/>
              </a:ext>
            </a:extLst>
          </p:cNvPr>
          <p:cNvSpPr>
            <a:spLocks noGrp="1"/>
          </p:cNvSpPr>
          <p:nvPr>
            <p:ph type="title"/>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a:t>Образец заголовка</a:t>
            </a:r>
            <a:endParaRPr lang="ru-RU" dirty="0"/>
          </a:p>
        </p:txBody>
      </p:sp>
      <p:sp>
        <p:nvSpPr>
          <p:cNvPr id="27" name="Номер слайда 5">
            <a:extLst>
              <a:ext uri="{FF2B5EF4-FFF2-40B4-BE49-F238E27FC236}">
                <a16:creationId xmlns:a16="http://schemas.microsoft.com/office/drawing/2014/main" id="{DE095ECB-D881-A748-2E89-535F0B8C1152}"/>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pic>
        <p:nvPicPr>
          <p:cNvPr id="3" name="Рисунок 2">
            <a:extLst>
              <a:ext uri="{FF2B5EF4-FFF2-40B4-BE49-F238E27FC236}">
                <a16:creationId xmlns:a16="http://schemas.microsoft.com/office/drawing/2014/main" id="{85670767-2D71-D378-D26D-01268117065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5" name="Image 0" descr=" ">
            <a:extLst>
              <a:ext uri="{FF2B5EF4-FFF2-40B4-BE49-F238E27FC236}">
                <a16:creationId xmlns:a16="http://schemas.microsoft.com/office/drawing/2014/main" id="{17B7D1D1-96FB-7231-F95A-60A1D9D21AF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1894800835"/>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34"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83" userDrawn="1">
          <p15:clr>
            <a:srgbClr val="FBAE40"/>
          </p15:clr>
        </p15:guide>
        <p15:guide id="11" orient="horz" pos="2784" userDrawn="1">
          <p15:clr>
            <a:srgbClr val="FBAE40"/>
          </p15:clr>
        </p15:guide>
        <p15:guide id="12" orient="horz" pos="2852" userDrawn="1">
          <p15:clr>
            <a:srgbClr val="FBAE40"/>
          </p15:clr>
        </p15:guide>
        <p15:guide id="13" orient="horz" pos="3430" userDrawn="1">
          <p15:clr>
            <a:srgbClr val="FBAE40"/>
          </p15:clr>
        </p15:guide>
        <p15:guide id="14" orient="horz" pos="3498" userDrawn="1">
          <p15:clr>
            <a:srgbClr val="FBAE40"/>
          </p15:clr>
        </p15:guide>
        <p15:guide id="15" pos="756"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4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Обложка светлая">
    <p:spTree>
      <p:nvGrpSpPr>
        <p:cNvPr id="1" name=""/>
        <p:cNvGrpSpPr/>
        <p:nvPr/>
      </p:nvGrpSpPr>
      <p:grpSpPr>
        <a:xfrm>
          <a:off x="0" y="0"/>
          <a:ext cx="0" cy="0"/>
          <a:chOff x="0" y="0"/>
          <a:chExt cx="0" cy="0"/>
        </a:xfrm>
      </p:grpSpPr>
      <p:sp>
        <p:nvSpPr>
          <p:cNvPr id="10" name="Shape 1">
            <a:extLst>
              <a:ext uri="{FF2B5EF4-FFF2-40B4-BE49-F238E27FC236}">
                <a16:creationId xmlns:a16="http://schemas.microsoft.com/office/drawing/2014/main" id="{C4B9DA29-EE52-4501-88B4-8394AC52FE50}"/>
              </a:ext>
            </a:extLst>
          </p:cNvPr>
          <p:cNvSpPr/>
          <p:nvPr userDrawn="1"/>
        </p:nvSpPr>
        <p:spPr>
          <a:xfrm>
            <a:off x="355598" y="1403350"/>
            <a:ext cx="5384772" cy="2565400"/>
          </a:xfrm>
          <a:prstGeom prst="rect">
            <a:avLst/>
          </a:prstGeom>
          <a:noFill/>
          <a:ln/>
        </p:spPr>
      </p:sp>
      <p:sp>
        <p:nvSpPr>
          <p:cNvPr id="17" name="Рисунок 3">
            <a:extLst>
              <a:ext uri="{FF2B5EF4-FFF2-40B4-BE49-F238E27FC236}">
                <a16:creationId xmlns:a16="http://schemas.microsoft.com/office/drawing/2014/main" id="{27856579-C874-451C-29B0-9E9DFF749A4D}"/>
              </a:ext>
            </a:extLst>
          </p:cNvPr>
          <p:cNvSpPr>
            <a:spLocks noGrp="1"/>
          </p:cNvSpPr>
          <p:nvPr>
            <p:ph type="pic" sz="quarter" idx="11"/>
          </p:nvPr>
        </p:nvSpPr>
        <p:spPr>
          <a:xfrm>
            <a:off x="6096000" y="0"/>
            <a:ext cx="6096000" cy="6858000"/>
          </a:xfrm>
          <a:blipFill>
            <a:blip r:embed="rId2"/>
            <a:stretch>
              <a:fillRect/>
            </a:stretch>
          </a:blipFill>
        </p:spPr>
        <p:txBody>
          <a:bodyPr/>
          <a:lstStyle/>
          <a:p>
            <a:r>
              <a:rPr lang="ru-RU"/>
              <a:t>Вставка рисунка</a:t>
            </a:r>
            <a:endParaRPr lang="ru-RU" dirty="0"/>
          </a:p>
        </p:txBody>
      </p:sp>
      <p:sp>
        <p:nvSpPr>
          <p:cNvPr id="21" name="Подзаголовок 2">
            <a:extLst>
              <a:ext uri="{FF2B5EF4-FFF2-40B4-BE49-F238E27FC236}">
                <a16:creationId xmlns:a16="http://schemas.microsoft.com/office/drawing/2014/main" id="{8CF51693-6FDF-BA6F-4FDA-FC988F1B9427}"/>
              </a:ext>
            </a:extLst>
          </p:cNvPr>
          <p:cNvSpPr>
            <a:spLocks noGrp="1"/>
          </p:cNvSpPr>
          <p:nvPr>
            <p:ph type="subTitle" idx="1" hasCustomPrompt="1"/>
          </p:nvPr>
        </p:nvSpPr>
        <p:spPr>
          <a:xfrm>
            <a:off x="355599" y="3510968"/>
            <a:ext cx="5469438" cy="1962150"/>
          </a:xfrm>
          <a:noFill/>
          <a:ln/>
        </p:spPr>
        <p:txBody>
          <a:bodyPr vert="horz" wrap="square" lIns="0" tIns="0" rIns="0" bIns="0" rtlCol="0" anchor="t">
            <a:noAutofit/>
          </a:bodyPr>
          <a:lstStyle>
            <a:lvl1pPr marL="0" indent="0">
              <a:lnSpc>
                <a:spcPts val="2000"/>
              </a:lnSpc>
              <a:buNone/>
              <a:defRPr lang="ru-RU" sz="2000" kern="0" spc="-30" baseline="0">
                <a:solidFill>
                  <a:schemeClr val="tx1">
                    <a:alpha val="45000"/>
                  </a:schemeClr>
                </a:solidFill>
                <a:latin typeface="+mn-lt"/>
                <a:ea typeface="Stapel" pitchFamily="34" charset="-122"/>
                <a:cs typeface="Stapel" panose="020B0504020202020204" pitchFamily="34" charset="-52"/>
              </a:defRPr>
            </a:lvl1pPr>
          </a:lstStyle>
          <a:p>
            <a:pPr marL="0" lvl="0" indent="0">
              <a:lnSpc>
                <a:spcPts val="2000"/>
              </a:lnSpc>
              <a:buNone/>
            </a:pPr>
            <a:r>
              <a:rPr lang="ru-RU" dirty="0">
                <a:effectLst/>
              </a:rPr>
              <a:t>Здесь должен быть подзаголовок </a:t>
            </a:r>
            <a:br>
              <a:rPr lang="ru-RU" dirty="0">
                <a:effectLst/>
              </a:rPr>
            </a:br>
            <a:r>
              <a:rPr lang="ru-RU" dirty="0">
                <a:effectLst/>
              </a:rPr>
              <a:t>в одну или несколько строк</a:t>
            </a:r>
            <a:endParaRPr lang="ru-RU" dirty="0"/>
          </a:p>
        </p:txBody>
      </p:sp>
      <p:sp>
        <p:nvSpPr>
          <p:cNvPr id="4" name="Текст 3">
            <a:extLst>
              <a:ext uri="{FF2B5EF4-FFF2-40B4-BE49-F238E27FC236}">
                <a16:creationId xmlns:a16="http://schemas.microsoft.com/office/drawing/2014/main" id="{E8810C30-9B5B-460E-8950-EB898D0230B3}"/>
              </a:ext>
            </a:extLst>
          </p:cNvPr>
          <p:cNvSpPr>
            <a:spLocks noGrp="1"/>
          </p:cNvSpPr>
          <p:nvPr>
            <p:ph type="body" sz="quarter" idx="12" hasCustomPrompt="1"/>
          </p:nvPr>
        </p:nvSpPr>
        <p:spPr>
          <a:xfrm>
            <a:off x="355600" y="5581068"/>
            <a:ext cx="5469767" cy="936625"/>
          </a:xfrm>
          <a:noFill/>
          <a:ln/>
        </p:spPr>
        <p:txBody>
          <a:bodyPr vert="horz" wrap="square" lIns="0" tIns="0" rIns="0" bIns="0" rtlCol="0" anchor="b">
            <a:noAutofit/>
          </a:bodyPr>
          <a:lstStyle>
            <a:lvl1pPr marL="0" indent="0">
              <a:lnSpc>
                <a:spcPts val="2000"/>
              </a:lnSpc>
              <a:buNone/>
              <a:defRPr lang="ru-RU" sz="2000" spc="-30" baseline="0" dirty="0">
                <a:solidFill>
                  <a:schemeClr val="tx1"/>
                </a:solidFill>
                <a:latin typeface="+mn-lt"/>
              </a:defRPr>
            </a:lvl1pPr>
          </a:lstStyle>
          <a:p>
            <a:pPr marL="0" lvl="0" indent="0">
              <a:lnSpc>
                <a:spcPts val="2000"/>
              </a:lnSpc>
              <a:buNone/>
            </a:pPr>
            <a:r>
              <a:rPr lang="ru-RU" dirty="0">
                <a:effectLst/>
              </a:rPr>
              <a:t>Месяц и год</a:t>
            </a:r>
            <a:endParaRPr lang="ru-RU" dirty="0"/>
          </a:p>
        </p:txBody>
      </p:sp>
      <p:sp>
        <p:nvSpPr>
          <p:cNvPr id="27" name="Текст 26">
            <a:extLst>
              <a:ext uri="{FF2B5EF4-FFF2-40B4-BE49-F238E27FC236}">
                <a16:creationId xmlns:a16="http://schemas.microsoft.com/office/drawing/2014/main" id="{0F0188CE-618E-9CC4-F1BD-68E35FC2151A}"/>
              </a:ext>
            </a:extLst>
          </p:cNvPr>
          <p:cNvSpPr>
            <a:spLocks noGrp="1"/>
          </p:cNvSpPr>
          <p:nvPr>
            <p:ph type="body" sz="quarter" idx="13" hasCustomPrompt="1"/>
          </p:nvPr>
        </p:nvSpPr>
        <p:spPr>
          <a:xfrm>
            <a:off x="355600" y="1460500"/>
            <a:ext cx="5470525" cy="1274836"/>
          </a:xfrm>
        </p:spPr>
        <p:txBody>
          <a:bodyPr/>
          <a:lstStyle>
            <a:lvl1pPr>
              <a:lnSpc>
                <a:spcPct val="75000"/>
              </a:lnSpc>
              <a:defRPr sz="3600" kern="0" spc="-60" baseline="0">
                <a:latin typeface="+mj-lt"/>
              </a:defRPr>
            </a:lvl1pPr>
            <a:lvl2pPr>
              <a:lnSpc>
                <a:spcPct val="90000"/>
              </a:lnSpc>
              <a:defRPr sz="3600" kern="0" spc="-40"/>
            </a:lvl2pPr>
            <a:lvl3pPr>
              <a:lnSpc>
                <a:spcPct val="90000"/>
              </a:lnSpc>
              <a:defRPr sz="3600" kern="0" spc="-40"/>
            </a:lvl3pPr>
            <a:lvl4pPr>
              <a:lnSpc>
                <a:spcPct val="90000"/>
              </a:lnSpc>
              <a:defRPr sz="3600" kern="0" spc="-40"/>
            </a:lvl4pPr>
            <a:lvl5pPr>
              <a:lnSpc>
                <a:spcPct val="90000"/>
              </a:lnSpc>
              <a:defRPr sz="3600" kern="0" spc="-40"/>
            </a:lvl5pPr>
          </a:lstStyle>
          <a:p>
            <a:pPr lvl="0"/>
            <a:r>
              <a:rPr lang="ru-RU" dirty="0"/>
              <a:t>Здесь должен быть заголовок в одну или несколько строк</a:t>
            </a:r>
          </a:p>
        </p:txBody>
      </p:sp>
      <p:pic>
        <p:nvPicPr>
          <p:cNvPr id="3" name="Рисунок 2">
            <a:extLst>
              <a:ext uri="{FF2B5EF4-FFF2-40B4-BE49-F238E27FC236}">
                <a16:creationId xmlns:a16="http://schemas.microsoft.com/office/drawing/2014/main" id="{6A6691EA-85A0-1C32-95C4-76C1575E742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5" name="Image 0" descr=" ">
            <a:extLst>
              <a:ext uri="{FF2B5EF4-FFF2-40B4-BE49-F238E27FC236}">
                <a16:creationId xmlns:a16="http://schemas.microsoft.com/office/drawing/2014/main" id="{45AE0C91-96A5-482C-C78F-4AC8CFE9C4E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55598" y="355600"/>
            <a:ext cx="1390643" cy="200856"/>
          </a:xfrm>
          <a:prstGeom prst="rect">
            <a:avLst/>
          </a:prstGeom>
        </p:spPr>
      </p:pic>
    </p:spTree>
    <p:extLst>
      <p:ext uri="{BB962C8B-B14F-4D97-AF65-F5344CB8AC3E}">
        <p14:creationId xmlns:p14="http://schemas.microsoft.com/office/powerpoint/2010/main" val="1624983348"/>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34"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52" userDrawn="1">
          <p15:clr>
            <a:srgbClr val="FBAE40"/>
          </p15:clr>
        </p15:guide>
        <p15:guide id="13" orient="horz" pos="3430" userDrawn="1">
          <p15:clr>
            <a:srgbClr val="FBAE40"/>
          </p15:clr>
        </p15:guide>
        <p15:guide id="14" orient="horz" pos="3498" userDrawn="1">
          <p15:clr>
            <a:srgbClr val="FBAE40"/>
          </p15:clr>
        </p15:guide>
        <p15:guide id="15" pos="756"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4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Обложка темная">
    <p:bg>
      <p:bgPr>
        <a:solidFill>
          <a:schemeClr val="tx1"/>
        </a:solidFill>
        <a:effectLst/>
      </p:bgPr>
    </p:bg>
    <p:spTree>
      <p:nvGrpSpPr>
        <p:cNvPr id="1" name=""/>
        <p:cNvGrpSpPr/>
        <p:nvPr/>
      </p:nvGrpSpPr>
      <p:grpSpPr>
        <a:xfrm>
          <a:off x="0" y="0"/>
          <a:ext cx="0" cy="0"/>
          <a:chOff x="0" y="0"/>
          <a:chExt cx="0" cy="0"/>
        </a:xfrm>
      </p:grpSpPr>
      <p:sp>
        <p:nvSpPr>
          <p:cNvPr id="17" name="Рисунок 3">
            <a:extLst>
              <a:ext uri="{FF2B5EF4-FFF2-40B4-BE49-F238E27FC236}">
                <a16:creationId xmlns:a16="http://schemas.microsoft.com/office/drawing/2014/main" id="{27856579-C874-451C-29B0-9E9DFF749A4D}"/>
              </a:ext>
            </a:extLst>
          </p:cNvPr>
          <p:cNvSpPr>
            <a:spLocks noGrp="1"/>
          </p:cNvSpPr>
          <p:nvPr>
            <p:ph type="pic" sz="quarter" idx="11"/>
          </p:nvPr>
        </p:nvSpPr>
        <p:spPr>
          <a:xfrm>
            <a:off x="6096000" y="0"/>
            <a:ext cx="6096000" cy="6858000"/>
          </a:xfrm>
          <a:blipFill>
            <a:blip r:embed="rId2"/>
            <a:stretch>
              <a:fillRect/>
            </a:stretch>
          </a:blipFill>
        </p:spPr>
        <p:txBody>
          <a:bodyPr/>
          <a:lstStyle/>
          <a:p>
            <a:r>
              <a:rPr lang="ru-RU"/>
              <a:t>Вставка рисунка</a:t>
            </a:r>
            <a:endParaRPr lang="ru-RU" dirty="0"/>
          </a:p>
        </p:txBody>
      </p:sp>
      <p:sp>
        <p:nvSpPr>
          <p:cNvPr id="7" name="Подзаголовок 2">
            <a:extLst>
              <a:ext uri="{FF2B5EF4-FFF2-40B4-BE49-F238E27FC236}">
                <a16:creationId xmlns:a16="http://schemas.microsoft.com/office/drawing/2014/main" id="{F1FC79FA-E532-04DD-CB59-994782D412D9}"/>
              </a:ext>
            </a:extLst>
          </p:cNvPr>
          <p:cNvSpPr>
            <a:spLocks noGrp="1"/>
          </p:cNvSpPr>
          <p:nvPr>
            <p:ph type="subTitle" idx="1" hasCustomPrompt="1"/>
          </p:nvPr>
        </p:nvSpPr>
        <p:spPr>
          <a:xfrm>
            <a:off x="355599" y="3510968"/>
            <a:ext cx="5469438" cy="1962150"/>
          </a:xfrm>
          <a:noFill/>
          <a:ln/>
        </p:spPr>
        <p:txBody>
          <a:bodyPr vert="horz" wrap="square" lIns="0" tIns="0" rIns="0" bIns="0" rtlCol="0" anchor="t">
            <a:noAutofit/>
          </a:bodyPr>
          <a:lstStyle>
            <a:lvl1pPr marL="0" indent="0">
              <a:lnSpc>
                <a:spcPts val="2000"/>
              </a:lnSpc>
              <a:buNone/>
              <a:defRPr lang="ru-RU" sz="2000" kern="0" spc="-30" baseline="0">
                <a:solidFill>
                  <a:schemeClr val="bg1">
                    <a:alpha val="50000"/>
                  </a:schemeClr>
                </a:solidFill>
                <a:latin typeface="+mn-lt"/>
                <a:ea typeface="Stapel" pitchFamily="34" charset="-122"/>
                <a:cs typeface="Stapel" panose="020B0504020202020204" pitchFamily="34" charset="-52"/>
              </a:defRPr>
            </a:lvl1pPr>
          </a:lstStyle>
          <a:p>
            <a:pPr marL="0" lvl="0" indent="0">
              <a:lnSpc>
                <a:spcPts val="2000"/>
              </a:lnSpc>
              <a:buNone/>
            </a:pPr>
            <a:r>
              <a:rPr lang="ru-RU" dirty="0">
                <a:effectLst/>
              </a:rPr>
              <a:t>Здесь должен быть подзаголовок </a:t>
            </a:r>
            <a:br>
              <a:rPr lang="ru-RU" dirty="0">
                <a:effectLst/>
              </a:rPr>
            </a:br>
            <a:r>
              <a:rPr lang="ru-RU" dirty="0">
                <a:effectLst/>
              </a:rPr>
              <a:t>в одну или несколько строк</a:t>
            </a:r>
            <a:endParaRPr lang="ru-RU" dirty="0"/>
          </a:p>
        </p:txBody>
      </p:sp>
      <p:sp>
        <p:nvSpPr>
          <p:cNvPr id="9" name="Текст 3">
            <a:extLst>
              <a:ext uri="{FF2B5EF4-FFF2-40B4-BE49-F238E27FC236}">
                <a16:creationId xmlns:a16="http://schemas.microsoft.com/office/drawing/2014/main" id="{5F93A843-7510-6429-A515-C7171986C89E}"/>
              </a:ext>
            </a:extLst>
          </p:cNvPr>
          <p:cNvSpPr>
            <a:spLocks noGrp="1"/>
          </p:cNvSpPr>
          <p:nvPr>
            <p:ph type="body" sz="quarter" idx="12" hasCustomPrompt="1"/>
          </p:nvPr>
        </p:nvSpPr>
        <p:spPr>
          <a:xfrm>
            <a:off x="355600" y="5581068"/>
            <a:ext cx="5469767" cy="936625"/>
          </a:xfrm>
          <a:noFill/>
          <a:ln/>
        </p:spPr>
        <p:txBody>
          <a:bodyPr vert="horz" wrap="square" lIns="0" tIns="0" rIns="0" bIns="0" rtlCol="0" anchor="b">
            <a:noAutofit/>
          </a:bodyPr>
          <a:lstStyle>
            <a:lvl1pPr marL="0" indent="0">
              <a:lnSpc>
                <a:spcPts val="2000"/>
              </a:lnSpc>
              <a:buNone/>
              <a:defRPr lang="ru-RU" sz="2000" spc="-30" baseline="0" dirty="0">
                <a:solidFill>
                  <a:schemeClr val="bg1"/>
                </a:solidFill>
                <a:latin typeface="+mn-lt"/>
              </a:defRPr>
            </a:lvl1pPr>
          </a:lstStyle>
          <a:p>
            <a:pPr marL="0" lvl="0" indent="0">
              <a:lnSpc>
                <a:spcPts val="2000"/>
              </a:lnSpc>
              <a:buNone/>
            </a:pPr>
            <a:r>
              <a:rPr lang="ru-RU" dirty="0">
                <a:effectLst/>
              </a:rPr>
              <a:t>Месяц и год</a:t>
            </a:r>
            <a:endParaRPr lang="ru-RU" dirty="0"/>
          </a:p>
        </p:txBody>
      </p:sp>
      <p:sp>
        <p:nvSpPr>
          <p:cNvPr id="19" name="Текст 26">
            <a:extLst>
              <a:ext uri="{FF2B5EF4-FFF2-40B4-BE49-F238E27FC236}">
                <a16:creationId xmlns:a16="http://schemas.microsoft.com/office/drawing/2014/main" id="{F1A86B02-FABE-81F8-C8F8-F77A2BDF2402}"/>
              </a:ext>
            </a:extLst>
          </p:cNvPr>
          <p:cNvSpPr>
            <a:spLocks noGrp="1"/>
          </p:cNvSpPr>
          <p:nvPr>
            <p:ph type="body" sz="quarter" idx="13" hasCustomPrompt="1"/>
          </p:nvPr>
        </p:nvSpPr>
        <p:spPr>
          <a:xfrm>
            <a:off x="355600" y="1460500"/>
            <a:ext cx="5470525" cy="1274836"/>
          </a:xfrm>
        </p:spPr>
        <p:txBody>
          <a:bodyPr/>
          <a:lstStyle>
            <a:lvl1pPr>
              <a:lnSpc>
                <a:spcPct val="75000"/>
              </a:lnSpc>
              <a:defRPr sz="3600" kern="0" spc="-60" baseline="0">
                <a:solidFill>
                  <a:schemeClr val="bg1"/>
                </a:solidFill>
                <a:latin typeface="+mj-lt"/>
              </a:defRPr>
            </a:lvl1pPr>
            <a:lvl2pPr>
              <a:lnSpc>
                <a:spcPct val="90000"/>
              </a:lnSpc>
              <a:defRPr sz="3600" kern="0" spc="-40"/>
            </a:lvl2pPr>
            <a:lvl3pPr>
              <a:lnSpc>
                <a:spcPct val="90000"/>
              </a:lnSpc>
              <a:defRPr sz="3600" kern="0" spc="-40"/>
            </a:lvl3pPr>
            <a:lvl4pPr>
              <a:lnSpc>
                <a:spcPct val="90000"/>
              </a:lnSpc>
              <a:defRPr sz="3600" kern="0" spc="-40"/>
            </a:lvl4pPr>
            <a:lvl5pPr>
              <a:lnSpc>
                <a:spcPct val="90000"/>
              </a:lnSpc>
              <a:defRPr sz="3600" kern="0" spc="-40"/>
            </a:lvl5pPr>
          </a:lstStyle>
          <a:p>
            <a:pPr lvl="0"/>
            <a:r>
              <a:rPr lang="ru-RU" dirty="0"/>
              <a:t>Здесь должен быть заголовок в одну или несколько строк</a:t>
            </a:r>
          </a:p>
        </p:txBody>
      </p:sp>
      <p:pic>
        <p:nvPicPr>
          <p:cNvPr id="4" name="Рисунок 3">
            <a:extLst>
              <a:ext uri="{FF2B5EF4-FFF2-40B4-BE49-F238E27FC236}">
                <a16:creationId xmlns:a16="http://schemas.microsoft.com/office/drawing/2014/main" id="{2EB29E26-09CB-DAC7-C764-2DF5BED0F85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1" descr=" ">
            <a:extLst>
              <a:ext uri="{FF2B5EF4-FFF2-40B4-BE49-F238E27FC236}">
                <a16:creationId xmlns:a16="http://schemas.microsoft.com/office/drawing/2014/main" id="{5B58D9F8-AD32-339D-EB3F-F85C062200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55597" y="355600"/>
            <a:ext cx="1390643" cy="203200"/>
          </a:xfrm>
          <a:prstGeom prst="rect">
            <a:avLst/>
          </a:prstGeom>
        </p:spPr>
      </p:pic>
    </p:spTree>
    <p:extLst>
      <p:ext uri="{BB962C8B-B14F-4D97-AF65-F5344CB8AC3E}">
        <p14:creationId xmlns:p14="http://schemas.microsoft.com/office/powerpoint/2010/main" val="4048379047"/>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95" userDrawn="1">
          <p15:clr>
            <a:srgbClr val="FBAE40"/>
          </p15:clr>
        </p15:guide>
        <p15:guide id="12" orient="horz" pos="2852" userDrawn="1">
          <p15:clr>
            <a:srgbClr val="FBAE40"/>
          </p15:clr>
        </p15:guide>
        <p15:guide id="13" orient="horz" pos="3430" userDrawn="1">
          <p15:clr>
            <a:srgbClr val="FBAE40"/>
          </p15:clr>
        </p15:guide>
        <p15:guide id="14" orient="horz" pos="3498"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4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Конфиденциальность">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3E96409B-61D7-3C9C-38BE-42B5396339DC}"/>
              </a:ext>
            </a:extLst>
          </p:cNvPr>
          <p:cNvSpPr/>
          <p:nvPr userDrawn="1"/>
        </p:nvSpPr>
        <p:spPr>
          <a:xfrm>
            <a:off x="9042353" y="1412875"/>
            <a:ext cx="2793986" cy="4032250"/>
          </a:xfrm>
          <a:prstGeom prst="rect">
            <a:avLst/>
          </a:prstGeom>
          <a:solidFill>
            <a:srgbClr val="F5F4F4">
              <a:alpha val="100000"/>
            </a:srgbClr>
          </a:solidFill>
          <a:ln/>
        </p:spPr>
      </p:sp>
      <p:sp>
        <p:nvSpPr>
          <p:cNvPr id="9" name="Shape 3">
            <a:extLst>
              <a:ext uri="{FF2B5EF4-FFF2-40B4-BE49-F238E27FC236}">
                <a16:creationId xmlns:a16="http://schemas.microsoft.com/office/drawing/2014/main" id="{7A7C6165-091B-B6C4-26E1-4B3AE6444626}"/>
              </a:ext>
            </a:extLst>
          </p:cNvPr>
          <p:cNvSpPr/>
          <p:nvPr userDrawn="1"/>
        </p:nvSpPr>
        <p:spPr>
          <a:xfrm>
            <a:off x="9194752" y="1549400"/>
            <a:ext cx="2489187" cy="2482850"/>
          </a:xfrm>
          <a:prstGeom prst="rect">
            <a:avLst/>
          </a:prstGeom>
          <a:noFill/>
          <a:ln/>
        </p:spPr>
      </p:sp>
      <p:sp>
        <p:nvSpPr>
          <p:cNvPr id="25" name="Подзаголовок 2">
            <a:extLst>
              <a:ext uri="{FF2B5EF4-FFF2-40B4-BE49-F238E27FC236}">
                <a16:creationId xmlns:a16="http://schemas.microsoft.com/office/drawing/2014/main" id="{A1D13088-8F85-EA12-01FB-E64D5D4ED4A2}"/>
              </a:ext>
            </a:extLst>
          </p:cNvPr>
          <p:cNvSpPr>
            <a:spLocks noGrp="1"/>
          </p:cNvSpPr>
          <p:nvPr>
            <p:ph type="subTitle" idx="1" hasCustomPrompt="1"/>
          </p:nvPr>
        </p:nvSpPr>
        <p:spPr>
          <a:xfrm>
            <a:off x="364930" y="1559772"/>
            <a:ext cx="7454123" cy="3836820"/>
          </a:xfrm>
          <a:noFill/>
          <a:ln/>
        </p:spPr>
        <p:txBody>
          <a:bodyPr wrap="square" lIns="0" tIns="0" rIns="0" bIns="0" rtlCol="0" anchor="t">
            <a:spAutoFit/>
          </a:bodyPr>
          <a:lstStyle>
            <a:lvl1pPr marL="0" indent="0">
              <a:lnSpc>
                <a:spcPts val="1320"/>
              </a:lnSpc>
              <a:spcBef>
                <a:spcPts val="0"/>
              </a:spcBef>
              <a:buNone/>
              <a:defRPr lang="ru-RU" sz="1200" spc="0" baseline="0">
                <a:solidFill>
                  <a:srgbClr val="000000">
                    <a:alpha val="100000"/>
                  </a:srgbClr>
                </a:solidFill>
                <a:latin typeface="Stapel" panose="020B0504020202020204" pitchFamily="34" charset="-52"/>
                <a:ea typeface="Arial" pitchFamily="34" charset="-122"/>
                <a:cs typeface="Stapel" panose="020B0504020202020204" pitchFamily="34" charset="-52"/>
              </a:defRPr>
            </a:lvl1pPr>
          </a:lstStyle>
          <a:p>
            <a:pPr marL="0" lvl="0" indent="0">
              <a:lnSpc>
                <a:spcPts val="1320"/>
              </a:lnSpc>
              <a:buNone/>
            </a:pPr>
            <a:r>
              <a:rPr lang="ru-RU" dirty="0">
                <a:effectLst/>
              </a:rPr>
              <a:t>Настоящее предложение содержит конфиденциальную информацию Рексофт Консалтинг далее именуемый «Рексофт», а также компаний Группы Рексофт (компании, входящие в одну группу лиц с Филиалом №1 ООО «Рексофт» в г. Москве – «</a:t>
            </a:r>
            <a:r>
              <a:rPr lang="ru-RU" dirty="0" err="1">
                <a:effectLst/>
              </a:rPr>
              <a:t>Рексофт.Консалтинг</a:t>
            </a:r>
            <a:r>
              <a:rPr lang="ru-RU" dirty="0">
                <a:effectLst/>
              </a:rPr>
              <a:t>», как этот как термин определен в ст. 9 ФЗ от 26.07.2006 № 135-ФЗ «О защите конкуренции»).</a:t>
            </a:r>
            <a:br>
              <a:rPr lang="ru-RU" dirty="0"/>
            </a:br>
            <a:br>
              <a:rPr lang="ru-RU" dirty="0"/>
            </a:br>
            <a:r>
              <a:rPr lang="ru-RU" dirty="0">
                <a:effectLst/>
              </a:rPr>
              <a:t>Предложение и содержащаяся в нем информация предназначены исключительно для использования Компания Х (далее Заказчик) и предоставляются Заказчику только для оценки возможностей Рексофт по оказанию описанных в нем услуг. Настоящее предложение  </a:t>
            </a:r>
            <a:br>
              <a:rPr lang="ru-RU" dirty="0">
                <a:effectLst/>
              </a:rPr>
            </a:br>
            <a:r>
              <a:rPr lang="ru-RU" dirty="0">
                <a:effectLst/>
              </a:rPr>
              <a:t>и содержащаяся в нем информация не могут передаваться и раскрываться третьим лицам  </a:t>
            </a:r>
            <a:br>
              <a:rPr lang="ru-RU" dirty="0">
                <a:effectLst/>
              </a:rPr>
            </a:br>
            <a:r>
              <a:rPr lang="ru-RU" dirty="0">
                <a:effectLst/>
              </a:rPr>
              <a:t>и/или использоваться для иных целей, чем указано выше. </a:t>
            </a:r>
            <a:br>
              <a:rPr lang="ru-RU" dirty="0"/>
            </a:br>
            <a:br>
              <a:rPr lang="ru-RU" dirty="0"/>
            </a:br>
            <a:r>
              <a:rPr lang="ru-RU" dirty="0">
                <a:effectLst/>
              </a:rPr>
              <a:t>Настоящее предложение не является юридически обязательным для Рексофт и Заказчика и не является офертой по российскому законодательству. Если Рексофт будет выбрана для оказания услуг, описанных в данном документе, Рексофт и Компания Х незамедлительно и добросовестно начнут переговоры по поводу заключения соответствующего договора. </a:t>
            </a:r>
            <a:br>
              <a:rPr lang="ru-RU" dirty="0"/>
            </a:br>
            <a:br>
              <a:rPr lang="ru-RU" dirty="0"/>
            </a:br>
            <a:r>
              <a:rPr lang="ru-RU" dirty="0">
                <a:effectLst/>
              </a:rPr>
              <a:t>Все упомянутые в настоящем предложении торговые наименования, логотипы, включая фирменное наименование Рексофт, не могут использоваться без получения предварительного согласия Рексофт. Заказчик вправе обращаться к клиентам Рексофт, упомянутым в настоящем предложении, только после получения предварительного согласия Рексофт.</a:t>
            </a:r>
            <a:br>
              <a:rPr lang="ru-RU" dirty="0"/>
            </a:br>
            <a:br>
              <a:rPr lang="ru-RU" dirty="0"/>
            </a:br>
            <a:r>
              <a:rPr lang="ru-RU" dirty="0">
                <a:effectLst/>
              </a:rPr>
              <a:t>Рексофт не оказывает услуги по налоговому, бухгалтерскому и юридическому консультированию, а также в области оценочной деятельности, аудита и образования*. </a:t>
            </a:r>
            <a:endParaRPr lang="ru-RU" dirty="0"/>
          </a:p>
        </p:txBody>
      </p:sp>
      <p:cxnSp>
        <p:nvCxnSpPr>
          <p:cNvPr id="28" name="Прямая соединительная линия 27">
            <a:extLst>
              <a:ext uri="{FF2B5EF4-FFF2-40B4-BE49-F238E27FC236}">
                <a16:creationId xmlns:a16="http://schemas.microsoft.com/office/drawing/2014/main" id="{A61C77FC-0E01-3D34-ADF2-B3F09E2C215B}"/>
              </a:ext>
            </a:extLst>
          </p:cNvPr>
          <p:cNvCxnSpPr>
            <a:cxnSpLocks/>
          </p:cNvCxnSpPr>
          <p:nvPr userDrawn="1"/>
        </p:nvCxnSpPr>
        <p:spPr>
          <a:xfrm>
            <a:off x="9042353" y="1412875"/>
            <a:ext cx="2789637" cy="0"/>
          </a:xfrm>
          <a:prstGeom prst="line">
            <a:avLst/>
          </a:prstGeom>
          <a:ln w="25400"/>
        </p:spPr>
        <p:style>
          <a:lnRef idx="3">
            <a:schemeClr val="dk1"/>
          </a:lnRef>
          <a:fillRef idx="0">
            <a:schemeClr val="dk1"/>
          </a:fillRef>
          <a:effectRef idx="2">
            <a:schemeClr val="dk1"/>
          </a:effectRef>
          <a:fontRef idx="minor">
            <a:schemeClr val="tx1"/>
          </a:fontRef>
        </p:style>
      </p:cxnSp>
      <p:sp>
        <p:nvSpPr>
          <p:cNvPr id="2" name="Подзаголовок 2">
            <a:extLst>
              <a:ext uri="{FF2B5EF4-FFF2-40B4-BE49-F238E27FC236}">
                <a16:creationId xmlns:a16="http://schemas.microsoft.com/office/drawing/2014/main" id="{C16E4500-41CA-518D-19FE-FC36FEC9F700}"/>
              </a:ext>
            </a:extLst>
          </p:cNvPr>
          <p:cNvSpPr txBox="1">
            <a:spLocks/>
          </p:cNvSpPr>
          <p:nvPr userDrawn="1"/>
        </p:nvSpPr>
        <p:spPr>
          <a:xfrm>
            <a:off x="9190273" y="1551559"/>
            <a:ext cx="311078" cy="304136"/>
          </a:xfrm>
          <a:prstGeom prst="rect">
            <a:avLst/>
          </a:prstGeom>
          <a:noFill/>
          <a:ln/>
        </p:spPr>
        <p:txBody>
          <a:bodyPr vert="horz" wrap="square" lIns="0" tIns="0" rIns="0" bIns="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ru-RU" sz="2400" kern="1200">
                <a:solidFill>
                  <a:srgbClr val="000000">
                    <a:alpha val="100000"/>
                  </a:srgbClr>
                </a:solidFill>
                <a:latin typeface="Arial" pitchFamily="34" charset="0"/>
                <a:ea typeface="Arial" pitchFamily="34" charset="-122"/>
                <a:cs typeface="Arial" pitchFamily="34" charset="-12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800" kern="1200" dirty="0">
                <a:solidFill>
                  <a:schemeClr val="tx1">
                    <a:alpha val="55000"/>
                  </a:schemeClr>
                </a:solidFill>
                <a:latin typeface="Stapel" panose="020B0504020202020204" pitchFamily="34" charset="-52"/>
                <a:ea typeface="Arial" pitchFamily="34" charset="-122"/>
              </a:rPr>
              <a:t>*</a:t>
            </a:r>
            <a:endParaRPr lang="ru-RU" sz="800" dirty="0">
              <a:solidFill>
                <a:schemeClr val="tx1">
                  <a:alpha val="55000"/>
                </a:schemeClr>
              </a:solidFill>
              <a:latin typeface="Stapel" panose="020B0504020202020204" pitchFamily="34" charset="-52"/>
            </a:endParaRPr>
          </a:p>
        </p:txBody>
      </p:sp>
      <p:sp>
        <p:nvSpPr>
          <p:cNvPr id="7" name="Номер слайда 5">
            <a:extLst>
              <a:ext uri="{FF2B5EF4-FFF2-40B4-BE49-F238E27FC236}">
                <a16:creationId xmlns:a16="http://schemas.microsoft.com/office/drawing/2014/main" id="{DE8C79CB-632D-B27D-D776-6BC39F077E6F}"/>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3" name="Заголовок 1">
            <a:extLst>
              <a:ext uri="{FF2B5EF4-FFF2-40B4-BE49-F238E27FC236}">
                <a16:creationId xmlns:a16="http://schemas.microsoft.com/office/drawing/2014/main" id="{F63F93FE-AB81-C784-2A17-22B096F12B72}"/>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kern="0" spc="-30" baseline="0"/>
            </a:lvl1pPr>
          </a:lstStyle>
          <a:p>
            <a:r>
              <a:rPr lang="ru-RU" dirty="0">
                <a:effectLst/>
              </a:rPr>
              <a:t>Конфиденциальность и характер документа</a:t>
            </a:r>
            <a:endParaRPr lang="ru-RU" dirty="0"/>
          </a:p>
        </p:txBody>
      </p:sp>
      <p:sp>
        <p:nvSpPr>
          <p:cNvPr id="24" name="Текст 23">
            <a:extLst>
              <a:ext uri="{FF2B5EF4-FFF2-40B4-BE49-F238E27FC236}">
                <a16:creationId xmlns:a16="http://schemas.microsoft.com/office/drawing/2014/main" id="{CF9E06CC-65DA-DF8F-02AE-797C5B9BBA57}"/>
              </a:ext>
            </a:extLst>
          </p:cNvPr>
          <p:cNvSpPr>
            <a:spLocks noGrp="1"/>
          </p:cNvSpPr>
          <p:nvPr>
            <p:ph type="body" sz="quarter" idx="10" hasCustomPrompt="1"/>
          </p:nvPr>
        </p:nvSpPr>
        <p:spPr>
          <a:xfrm>
            <a:off x="9283700" y="1560513"/>
            <a:ext cx="2412000" cy="3459793"/>
          </a:xfrm>
        </p:spPr>
        <p:txBody>
          <a:bodyPr/>
          <a:lstStyle>
            <a:lvl1pPr indent="0">
              <a:lnSpc>
                <a:spcPts val="960"/>
              </a:lnSpc>
              <a:spcBef>
                <a:spcPts val="0"/>
              </a:spcBef>
              <a:defRPr lang="ru-RU" sz="800" kern="0" spc="0" baseline="0" dirty="0">
                <a:solidFill>
                  <a:schemeClr val="tx1">
                    <a:alpha val="45000"/>
                  </a:schemeClr>
                </a:solidFill>
              </a:defRPr>
            </a:lvl1pPr>
            <a:lvl2pPr>
              <a:lnSpc>
                <a:spcPct val="120000"/>
              </a:lnSpc>
              <a:defRPr sz="800" kern="0">
                <a:solidFill>
                  <a:schemeClr val="tx1">
                    <a:alpha val="45000"/>
                  </a:schemeClr>
                </a:solidFill>
              </a:defRPr>
            </a:lvl2pPr>
            <a:lvl3pPr>
              <a:lnSpc>
                <a:spcPct val="120000"/>
              </a:lnSpc>
              <a:defRPr sz="800" kern="0">
                <a:solidFill>
                  <a:schemeClr val="tx1">
                    <a:alpha val="45000"/>
                  </a:schemeClr>
                </a:solidFill>
              </a:defRPr>
            </a:lvl3pPr>
            <a:lvl4pPr>
              <a:lnSpc>
                <a:spcPct val="120000"/>
              </a:lnSpc>
              <a:defRPr sz="800" kern="0">
                <a:solidFill>
                  <a:schemeClr val="tx1">
                    <a:alpha val="45000"/>
                  </a:schemeClr>
                </a:solidFill>
              </a:defRPr>
            </a:lvl4pPr>
            <a:lvl5pPr>
              <a:lnSpc>
                <a:spcPct val="120000"/>
              </a:lnSpc>
              <a:defRPr sz="800" kern="0">
                <a:solidFill>
                  <a:schemeClr val="tx1">
                    <a:alpha val="45000"/>
                  </a:schemeClr>
                </a:solidFill>
              </a:defRPr>
            </a:lvl5pPr>
          </a:lstStyle>
          <a:p>
            <a:pPr lvl="0"/>
            <a:r>
              <a:rPr lang="ru-RU" dirty="0">
                <a:effectLst/>
              </a:rPr>
              <a:t>Термин «оценка» (и его производные)  </a:t>
            </a:r>
            <a:br>
              <a:rPr lang="ru-RU" dirty="0">
                <a:effectLst/>
              </a:rPr>
            </a:br>
            <a:r>
              <a:rPr lang="ru-RU" dirty="0">
                <a:effectLst/>
              </a:rPr>
              <a:t>по тексту настоящего документа не подразумевает оценочную деятельность в соответствии с ФЗ «Об оценочной деятельности». </a:t>
            </a:r>
            <a:br>
              <a:rPr lang="ru-RU" dirty="0"/>
            </a:br>
            <a:br>
              <a:rPr lang="ru-RU" dirty="0"/>
            </a:br>
            <a:r>
              <a:rPr lang="ru-RU" dirty="0">
                <a:effectLst/>
              </a:rPr>
              <a:t>Термин «аудит» (и его производные) по тексту настоящего документа не подразумевает аудиторскую деятельность в соответствии с ФЗ «Об аудиторской деятельности». </a:t>
            </a:r>
            <a:br>
              <a:rPr lang="ru-RU" dirty="0"/>
            </a:br>
            <a:br>
              <a:rPr lang="ru-RU" dirty="0"/>
            </a:br>
            <a:r>
              <a:rPr lang="ru-RU" dirty="0">
                <a:effectLst/>
              </a:rPr>
              <a:t>Термин «обучение» (и его производные)  </a:t>
            </a:r>
            <a:br>
              <a:rPr lang="ru-RU" dirty="0">
                <a:effectLst/>
              </a:rPr>
            </a:br>
            <a:r>
              <a:rPr lang="ru-RU" dirty="0">
                <a:effectLst/>
              </a:rPr>
              <a:t>по тексту настоящего документа не подразумевает деятельность по обучению в соответствии с ФЗ «Об образовательной деятельности» и включает только оказание справочных и информационно- консультационных услуг. </a:t>
            </a:r>
            <a:br>
              <a:rPr lang="ru-RU" dirty="0"/>
            </a:br>
            <a:br>
              <a:rPr lang="ru-RU" dirty="0"/>
            </a:br>
            <a:r>
              <a:rPr lang="ru-RU" dirty="0">
                <a:effectLst/>
              </a:rPr>
              <a:t>Термины «эксперт», «экспертиза»  </a:t>
            </a:r>
            <a:br>
              <a:rPr lang="ru-RU" dirty="0">
                <a:effectLst/>
              </a:rPr>
            </a:br>
            <a:r>
              <a:rPr lang="ru-RU" dirty="0">
                <a:effectLst/>
              </a:rPr>
              <a:t>(и их производные) по тексту настоящего документа должны пониматься исключительно как профессиональный опыт консалтинговой компании и ее персонала, не требующей  получения специальных разрешений, лицензий или специальную квалификацию в терминах законодательства Российской Федерации.</a:t>
            </a:r>
            <a:endParaRPr lang="ru-RU" dirty="0"/>
          </a:p>
        </p:txBody>
      </p:sp>
      <p:pic>
        <p:nvPicPr>
          <p:cNvPr id="4" name="Рисунок 3">
            <a:extLst>
              <a:ext uri="{FF2B5EF4-FFF2-40B4-BE49-F238E27FC236}">
                <a16:creationId xmlns:a16="http://schemas.microsoft.com/office/drawing/2014/main" id="{3658F5DA-4FFB-E442-D5AC-D292BBEE91B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5" name="Image 0" descr=" ">
            <a:extLst>
              <a:ext uri="{FF2B5EF4-FFF2-40B4-BE49-F238E27FC236}">
                <a16:creationId xmlns:a16="http://schemas.microsoft.com/office/drawing/2014/main" id="{741B30FB-E716-2B0F-F6FF-C34046A5D3F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2860163436"/>
      </p:ext>
    </p:extLst>
  </p:cSld>
  <p:clrMapOvr>
    <a:masterClrMapping/>
  </p:clrMapOvr>
  <p:extLst>
    <p:ext uri="{DCECCB84-F9BA-43D5-87BE-67443E8EF086}">
      <p15:sldGuideLst xmlns:p15="http://schemas.microsoft.com/office/powerpoint/2012/main">
        <p15:guide id="1" orient="horz" pos="4099"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52" userDrawn="1">
          <p15:clr>
            <a:srgbClr val="FBAE40"/>
          </p15:clr>
        </p15:guide>
        <p15:guide id="13" orient="horz" pos="3430" userDrawn="1">
          <p15:clr>
            <a:srgbClr val="FBAE40"/>
          </p15:clr>
        </p15:guide>
        <p15:guide id="14" orient="horz" pos="3498" userDrawn="1">
          <p15:clr>
            <a:srgbClr val="FBAE40"/>
          </p15:clr>
        </p15:guide>
        <p15:guide id="15" pos="767" userDrawn="1">
          <p15:clr>
            <a:srgbClr val="FBAE40"/>
          </p15:clr>
        </p15:guide>
        <p15:guide id="16" pos="847"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4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Содержание (короткое)">
    <p:bg>
      <p:bgPr>
        <a:solidFill>
          <a:schemeClr val="bg1"/>
        </a:solidFill>
        <a:effectLst/>
      </p:bgPr>
    </p:bg>
    <p:spTree>
      <p:nvGrpSpPr>
        <p:cNvPr id="1" name=""/>
        <p:cNvGrpSpPr/>
        <p:nvPr/>
      </p:nvGrpSpPr>
      <p:grpSpPr>
        <a:xfrm>
          <a:off x="0" y="0"/>
          <a:ext cx="0" cy="0"/>
          <a:chOff x="0" y="0"/>
          <a:chExt cx="0" cy="0"/>
        </a:xfrm>
      </p:grpSpPr>
      <p:sp>
        <p:nvSpPr>
          <p:cNvPr id="41" name="Рисунок 3">
            <a:extLst>
              <a:ext uri="{FF2B5EF4-FFF2-40B4-BE49-F238E27FC236}">
                <a16:creationId xmlns:a16="http://schemas.microsoft.com/office/drawing/2014/main" id="{2B2D061D-2F47-2322-898F-6631E3A02E55}"/>
              </a:ext>
            </a:extLst>
          </p:cNvPr>
          <p:cNvSpPr>
            <a:spLocks noGrp="1"/>
          </p:cNvSpPr>
          <p:nvPr>
            <p:ph type="pic" sz="quarter" idx="11"/>
          </p:nvPr>
        </p:nvSpPr>
        <p:spPr>
          <a:xfrm>
            <a:off x="6096000" y="0"/>
            <a:ext cx="6096000" cy="6858000"/>
          </a:xfrm>
          <a:blipFill>
            <a:blip r:embed="rId2"/>
            <a:stretch>
              <a:fillRect/>
            </a:stretch>
          </a:blipFill>
        </p:spPr>
        <p:txBody>
          <a:bodyPr/>
          <a:lstStyle/>
          <a:p>
            <a:r>
              <a:rPr lang="ru-RU"/>
              <a:t>Вставка рисунка</a:t>
            </a:r>
            <a:endParaRPr lang="ru-RU" dirty="0"/>
          </a:p>
        </p:txBody>
      </p:sp>
      <p:sp>
        <p:nvSpPr>
          <p:cNvPr id="69" name="Заголовок 1">
            <a:extLst>
              <a:ext uri="{FF2B5EF4-FFF2-40B4-BE49-F238E27FC236}">
                <a16:creationId xmlns:a16="http://schemas.microsoft.com/office/drawing/2014/main" id="{76A6E70E-521B-4763-D160-18EA94575D9F}"/>
              </a:ext>
            </a:extLst>
          </p:cNvPr>
          <p:cNvSpPr>
            <a:spLocks noGrp="1"/>
          </p:cNvSpPr>
          <p:nvPr>
            <p:ph type="title" hasCustomPrompt="1"/>
          </p:nvPr>
        </p:nvSpPr>
        <p:spPr>
          <a:xfrm>
            <a:off x="355599" y="1340840"/>
            <a:ext cx="5469438" cy="673673"/>
          </a:xfrm>
          <a:prstGeom prst="rect">
            <a:avLst/>
          </a:prstGeom>
          <a:noFill/>
          <a:ln/>
        </p:spPr>
        <p:txBody>
          <a:bodyPr wrap="square" lIns="0" tIns="0" rIns="0" bIns="0" rtlCol="0" anchor="t">
            <a:noAutofit/>
          </a:bodyPr>
          <a:lstStyle>
            <a:lvl1pPr>
              <a:lnSpc>
                <a:spcPct val="75000"/>
              </a:lnSpc>
              <a:defRPr lang="ru-RU" sz="3600" kern="0" spc="-60" baseline="0" dirty="0">
                <a:solidFill>
                  <a:srgbClr val="000000">
                    <a:alpha val="100000"/>
                  </a:srgbClr>
                </a:solidFill>
                <a:latin typeface="+mj-lt"/>
                <a:ea typeface="Stapel" pitchFamily="34" charset="-122"/>
                <a:cs typeface="Stapel" panose="020B0504020202020204" pitchFamily="34" charset="-52"/>
              </a:defRPr>
            </a:lvl1pPr>
          </a:lstStyle>
          <a:p>
            <a:pPr marL="0" lvl="0" indent="0">
              <a:lnSpc>
                <a:spcPts val="3239"/>
              </a:lnSpc>
            </a:pPr>
            <a:r>
              <a:rPr lang="ru-RU" dirty="0"/>
              <a:t>Содержание</a:t>
            </a:r>
          </a:p>
        </p:txBody>
      </p:sp>
      <p:pic>
        <p:nvPicPr>
          <p:cNvPr id="3" name="Рисунок 2">
            <a:extLst>
              <a:ext uri="{FF2B5EF4-FFF2-40B4-BE49-F238E27FC236}">
                <a16:creationId xmlns:a16="http://schemas.microsoft.com/office/drawing/2014/main" id="{DCA19EEF-64D0-B29A-7328-BB6CC7F0A34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4" name="Image 0" descr=" ">
            <a:extLst>
              <a:ext uri="{FF2B5EF4-FFF2-40B4-BE49-F238E27FC236}">
                <a16:creationId xmlns:a16="http://schemas.microsoft.com/office/drawing/2014/main" id="{76041F2A-9A74-8845-4029-04E75D0829E9}"/>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55598" y="355600"/>
            <a:ext cx="1390643" cy="200856"/>
          </a:xfrm>
          <a:prstGeom prst="rect">
            <a:avLst/>
          </a:prstGeom>
        </p:spPr>
      </p:pic>
    </p:spTree>
    <p:extLst>
      <p:ext uri="{BB962C8B-B14F-4D97-AF65-F5344CB8AC3E}">
        <p14:creationId xmlns:p14="http://schemas.microsoft.com/office/powerpoint/2010/main" val="2852474548"/>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52" userDrawn="1">
          <p15:clr>
            <a:srgbClr val="FBAE40"/>
          </p15:clr>
        </p15:guide>
        <p15:guide id="13" orient="horz" pos="3430" userDrawn="1">
          <p15:clr>
            <a:srgbClr val="FBAE40"/>
          </p15:clr>
        </p15:guide>
        <p15:guide id="14" orient="horz" pos="3498"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4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Содержание (длинное)">
    <p:bg>
      <p:bgPr>
        <a:solidFill>
          <a:schemeClr val="bg1"/>
        </a:solidFill>
        <a:effectLst/>
      </p:bgPr>
    </p:bg>
    <p:spTree>
      <p:nvGrpSpPr>
        <p:cNvPr id="1" name=""/>
        <p:cNvGrpSpPr/>
        <p:nvPr/>
      </p:nvGrpSpPr>
      <p:grpSpPr>
        <a:xfrm>
          <a:off x="0" y="0"/>
          <a:ext cx="0" cy="0"/>
          <a:chOff x="0" y="0"/>
          <a:chExt cx="0" cy="0"/>
        </a:xfrm>
      </p:grpSpPr>
      <p:sp>
        <p:nvSpPr>
          <p:cNvPr id="26" name="Номер слайда 5">
            <a:extLst>
              <a:ext uri="{FF2B5EF4-FFF2-40B4-BE49-F238E27FC236}">
                <a16:creationId xmlns:a16="http://schemas.microsoft.com/office/drawing/2014/main" id="{BF0C6F1B-F9B8-6872-8AD4-01C949ACAC54}"/>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27" name="Заголовок 1">
            <a:extLst>
              <a:ext uri="{FF2B5EF4-FFF2-40B4-BE49-F238E27FC236}">
                <a16:creationId xmlns:a16="http://schemas.microsoft.com/office/drawing/2014/main" id="{BDB2F5C1-C57B-655A-D27F-9FA13EC432B7}"/>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Содержание</a:t>
            </a:r>
            <a:endParaRPr lang="ru-RU" dirty="0"/>
          </a:p>
        </p:txBody>
      </p:sp>
      <p:pic>
        <p:nvPicPr>
          <p:cNvPr id="3" name="Рисунок 2">
            <a:extLst>
              <a:ext uri="{FF2B5EF4-FFF2-40B4-BE49-F238E27FC236}">
                <a16:creationId xmlns:a16="http://schemas.microsoft.com/office/drawing/2014/main" id="{125A4A0F-AA4D-7B1C-92F5-295F1E39B11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4" name="Image 11" descr=" ">
            <a:extLst>
              <a:ext uri="{FF2B5EF4-FFF2-40B4-BE49-F238E27FC236}">
                <a16:creationId xmlns:a16="http://schemas.microsoft.com/office/drawing/2014/main" id="{4FBADA78-E894-23C3-754C-F89A0A06521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2621551640"/>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52" userDrawn="1">
          <p15:clr>
            <a:srgbClr val="FBAE40"/>
          </p15:clr>
        </p15:guide>
        <p15:guide id="13" orient="horz" pos="3430" userDrawn="1">
          <p15:clr>
            <a:srgbClr val="FBAE40"/>
          </p15:clr>
        </p15:guide>
        <p15:guide id="14" orient="horz" pos="3498"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Разделительный слайд">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Текст 15">
            <a:extLst>
              <a:ext uri="{FF2B5EF4-FFF2-40B4-BE49-F238E27FC236}">
                <a16:creationId xmlns:a16="http://schemas.microsoft.com/office/drawing/2014/main" id="{4E890A6B-09E6-B421-1C60-8303575CF44C}"/>
              </a:ext>
            </a:extLst>
          </p:cNvPr>
          <p:cNvSpPr>
            <a:spLocks noGrp="1"/>
          </p:cNvSpPr>
          <p:nvPr>
            <p:ph type="body" sz="quarter" idx="10" hasCustomPrompt="1"/>
          </p:nvPr>
        </p:nvSpPr>
        <p:spPr>
          <a:xfrm>
            <a:off x="9056304" y="299294"/>
            <a:ext cx="2766219" cy="423065"/>
          </a:xfrm>
        </p:spPr>
        <p:txBody>
          <a:bodyPr>
            <a:spAutoFit/>
          </a:bodyPr>
          <a:lstStyle>
            <a:lvl1pPr marL="0" indent="0" algn="r">
              <a:lnSpc>
                <a:spcPct val="70000"/>
              </a:lnSpc>
              <a:spcBef>
                <a:spcPts val="400"/>
              </a:spcBef>
              <a:buNone/>
              <a:defRPr sz="3600" kern="0" spc="-60" baseline="0">
                <a:solidFill>
                  <a:schemeClr val="bg1"/>
                </a:solidFill>
                <a:latin typeface="+mn-lt"/>
              </a:defRPr>
            </a:lvl1pPr>
          </a:lstStyle>
          <a:p>
            <a:pPr lvl="0"/>
            <a:r>
              <a:rPr lang="en-US" dirty="0"/>
              <a:t>#</a:t>
            </a:r>
            <a:endParaRPr lang="ru-RU" dirty="0"/>
          </a:p>
        </p:txBody>
      </p:sp>
      <p:sp>
        <p:nvSpPr>
          <p:cNvPr id="15" name="Заголовок 1">
            <a:extLst>
              <a:ext uri="{FF2B5EF4-FFF2-40B4-BE49-F238E27FC236}">
                <a16:creationId xmlns:a16="http://schemas.microsoft.com/office/drawing/2014/main" id="{7104DB83-1635-04B2-CA36-9AA110334427}"/>
              </a:ext>
            </a:extLst>
          </p:cNvPr>
          <p:cNvSpPr>
            <a:spLocks noGrp="1"/>
          </p:cNvSpPr>
          <p:nvPr>
            <p:ph type="title" hasCustomPrompt="1"/>
          </p:nvPr>
        </p:nvSpPr>
        <p:spPr>
          <a:xfrm>
            <a:off x="355598" y="5308661"/>
            <a:ext cx="5740402" cy="1260730"/>
          </a:xfrm>
          <a:prstGeom prst="rect">
            <a:avLst/>
          </a:prstGeom>
          <a:noFill/>
          <a:ln/>
        </p:spPr>
        <p:txBody>
          <a:bodyPr wrap="square" lIns="0" tIns="0" rIns="0" bIns="0" rtlCol="0" anchor="b">
            <a:spAutoFit/>
          </a:bodyPr>
          <a:lstStyle>
            <a:lvl1pPr>
              <a:lnSpc>
                <a:spcPct val="70000"/>
              </a:lnSpc>
              <a:defRPr lang="ru-RU" sz="3600" kern="0" spc="-60" baseline="0" dirty="0">
                <a:solidFill>
                  <a:schemeClr val="bg1"/>
                </a:solidFill>
                <a:latin typeface="+mj-lt"/>
                <a:ea typeface="Stapel" pitchFamily="34" charset="-122"/>
                <a:cs typeface="Stapel" panose="020B0504020202020204" pitchFamily="34" charset="-52"/>
              </a:defRPr>
            </a:lvl1pPr>
          </a:lstStyle>
          <a:p>
            <a:pPr marL="0" lvl="0" indent="0">
              <a:lnSpc>
                <a:spcPts val="3239"/>
              </a:lnSpc>
            </a:pPr>
            <a:r>
              <a:rPr lang="ru-RU" dirty="0"/>
              <a:t>Разделительный слайд </a:t>
            </a:r>
            <a:br>
              <a:rPr lang="ru-RU" dirty="0"/>
            </a:br>
            <a:r>
              <a:rPr lang="ru-RU" dirty="0"/>
              <a:t>с текстом в одну или три строки</a:t>
            </a:r>
          </a:p>
        </p:txBody>
      </p:sp>
      <p:pic>
        <p:nvPicPr>
          <p:cNvPr id="3" name="Рисунок 2">
            <a:extLst>
              <a:ext uri="{FF2B5EF4-FFF2-40B4-BE49-F238E27FC236}">
                <a16:creationId xmlns:a16="http://schemas.microsoft.com/office/drawing/2014/main" id="{F48D3B1D-2FA7-201D-3B99-0B1AE154D36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5" name="Image 1" descr=" ">
            <a:extLst>
              <a:ext uri="{FF2B5EF4-FFF2-40B4-BE49-F238E27FC236}">
                <a16:creationId xmlns:a16="http://schemas.microsoft.com/office/drawing/2014/main" id="{0BBACC31-BD57-875E-820E-2DED16EB6F1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55598" y="355600"/>
            <a:ext cx="1390643" cy="200856"/>
          </a:xfrm>
          <a:prstGeom prst="rect">
            <a:avLst/>
          </a:prstGeom>
        </p:spPr>
      </p:pic>
    </p:spTree>
    <p:extLst>
      <p:ext uri="{BB962C8B-B14F-4D97-AF65-F5344CB8AC3E}">
        <p14:creationId xmlns:p14="http://schemas.microsoft.com/office/powerpoint/2010/main" val="1501938156"/>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52" userDrawn="1">
          <p15:clr>
            <a:srgbClr val="FBAE40"/>
          </p15:clr>
        </p15:guide>
        <p15:guide id="13" orient="horz" pos="3430" userDrawn="1">
          <p15:clr>
            <a:srgbClr val="FBAE40"/>
          </p15:clr>
        </p15:guide>
        <p15:guide id="14" orient="horz" pos="3498"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Разделительный слайд с фото">
    <p:spTree>
      <p:nvGrpSpPr>
        <p:cNvPr id="1" name=""/>
        <p:cNvGrpSpPr/>
        <p:nvPr/>
      </p:nvGrpSpPr>
      <p:grpSpPr>
        <a:xfrm>
          <a:off x="0" y="0"/>
          <a:ext cx="0" cy="0"/>
          <a:chOff x="0" y="0"/>
          <a:chExt cx="0" cy="0"/>
        </a:xfrm>
      </p:grpSpPr>
      <p:sp>
        <p:nvSpPr>
          <p:cNvPr id="8" name="Shape 1">
            <a:extLst>
              <a:ext uri="{FF2B5EF4-FFF2-40B4-BE49-F238E27FC236}">
                <a16:creationId xmlns:a16="http://schemas.microsoft.com/office/drawing/2014/main" id="{EF798AE5-893D-0EBA-85E9-192E8DD877E5}"/>
              </a:ext>
            </a:extLst>
          </p:cNvPr>
          <p:cNvSpPr/>
          <p:nvPr userDrawn="1"/>
        </p:nvSpPr>
        <p:spPr>
          <a:xfrm>
            <a:off x="355598" y="5130800"/>
            <a:ext cx="4241778" cy="1371600"/>
          </a:xfrm>
          <a:prstGeom prst="rect">
            <a:avLst/>
          </a:prstGeom>
          <a:noFill/>
          <a:ln/>
        </p:spPr>
      </p:sp>
      <p:sp>
        <p:nvSpPr>
          <p:cNvPr id="14" name="Рисунок 3">
            <a:extLst>
              <a:ext uri="{FF2B5EF4-FFF2-40B4-BE49-F238E27FC236}">
                <a16:creationId xmlns:a16="http://schemas.microsoft.com/office/drawing/2014/main" id="{C51A9764-ABF4-85D7-591A-EA63F3935990}"/>
              </a:ext>
            </a:extLst>
          </p:cNvPr>
          <p:cNvSpPr>
            <a:spLocks noGrp="1"/>
          </p:cNvSpPr>
          <p:nvPr>
            <p:ph type="pic" sz="quarter" idx="11"/>
          </p:nvPr>
        </p:nvSpPr>
        <p:spPr>
          <a:xfrm>
            <a:off x="6096000" y="0"/>
            <a:ext cx="6096000" cy="6858000"/>
          </a:xfrm>
          <a:blipFill>
            <a:blip r:embed="rId2"/>
            <a:stretch>
              <a:fillRect/>
            </a:stretch>
          </a:blipFill>
        </p:spPr>
        <p:txBody>
          <a:bodyPr/>
          <a:lstStyle/>
          <a:p>
            <a:r>
              <a:rPr lang="ru-RU"/>
              <a:t>Вставка рисунка</a:t>
            </a:r>
            <a:endParaRPr lang="ru-RU" dirty="0"/>
          </a:p>
        </p:txBody>
      </p:sp>
      <p:sp>
        <p:nvSpPr>
          <p:cNvPr id="12" name="Текст 26">
            <a:extLst>
              <a:ext uri="{FF2B5EF4-FFF2-40B4-BE49-F238E27FC236}">
                <a16:creationId xmlns:a16="http://schemas.microsoft.com/office/drawing/2014/main" id="{59DD8F73-9751-0891-50F4-575F96BC6EC4}"/>
              </a:ext>
            </a:extLst>
          </p:cNvPr>
          <p:cNvSpPr>
            <a:spLocks noGrp="1"/>
          </p:cNvSpPr>
          <p:nvPr>
            <p:ph type="body" sz="quarter" idx="13" hasCustomPrompt="1"/>
          </p:nvPr>
        </p:nvSpPr>
        <p:spPr>
          <a:xfrm>
            <a:off x="355600" y="1460500"/>
            <a:ext cx="5470525" cy="859338"/>
          </a:xfrm>
        </p:spPr>
        <p:txBody>
          <a:bodyPr/>
          <a:lstStyle>
            <a:lvl1pPr>
              <a:lnSpc>
                <a:spcPct val="75000"/>
              </a:lnSpc>
              <a:defRPr sz="3600" kern="0" spc="-60" baseline="0">
                <a:latin typeface="+mj-lt"/>
              </a:defRPr>
            </a:lvl1pPr>
            <a:lvl2pPr>
              <a:lnSpc>
                <a:spcPct val="90000"/>
              </a:lnSpc>
              <a:defRPr sz="3600" kern="0" spc="-40"/>
            </a:lvl2pPr>
            <a:lvl3pPr>
              <a:lnSpc>
                <a:spcPct val="90000"/>
              </a:lnSpc>
              <a:defRPr sz="3600" kern="0" spc="-40"/>
            </a:lvl3pPr>
            <a:lvl4pPr>
              <a:lnSpc>
                <a:spcPct val="90000"/>
              </a:lnSpc>
              <a:defRPr sz="3600" kern="0" spc="-40"/>
            </a:lvl4pPr>
            <a:lvl5pPr>
              <a:lnSpc>
                <a:spcPct val="90000"/>
              </a:lnSpc>
              <a:defRPr sz="3600" kern="0" spc="-40"/>
            </a:lvl5pPr>
          </a:lstStyle>
          <a:p>
            <a:pPr lvl="0"/>
            <a:r>
              <a:rPr lang="ru-RU" dirty="0"/>
              <a:t>Разделительный слайд </a:t>
            </a:r>
            <a:br>
              <a:rPr lang="ru-RU" dirty="0"/>
            </a:br>
            <a:r>
              <a:rPr lang="ru-RU" dirty="0"/>
              <a:t>с фотографией</a:t>
            </a:r>
          </a:p>
        </p:txBody>
      </p:sp>
      <p:sp>
        <p:nvSpPr>
          <p:cNvPr id="16" name="Текст 3">
            <a:extLst>
              <a:ext uri="{FF2B5EF4-FFF2-40B4-BE49-F238E27FC236}">
                <a16:creationId xmlns:a16="http://schemas.microsoft.com/office/drawing/2014/main" id="{28BA6720-884A-9613-5C1B-FAFEB312AE04}"/>
              </a:ext>
            </a:extLst>
          </p:cNvPr>
          <p:cNvSpPr>
            <a:spLocks noGrp="1"/>
          </p:cNvSpPr>
          <p:nvPr>
            <p:ph type="body" sz="quarter" idx="12" hasCustomPrompt="1"/>
          </p:nvPr>
        </p:nvSpPr>
        <p:spPr>
          <a:xfrm>
            <a:off x="355600" y="5161809"/>
            <a:ext cx="5469767" cy="1355884"/>
          </a:xfrm>
          <a:noFill/>
          <a:ln/>
        </p:spPr>
        <p:txBody>
          <a:bodyPr vert="horz" wrap="square" lIns="0" tIns="0" rIns="0" bIns="0" rtlCol="0" anchor="b">
            <a:spAutoFit/>
          </a:bodyPr>
          <a:lstStyle>
            <a:lvl1pPr marL="0" marR="0" indent="0" algn="l" defTabSz="432000" rtl="0" eaLnBrk="1" fontAlgn="auto" latinLnBrk="0" hangingPunct="1">
              <a:lnSpc>
                <a:spcPts val="2000"/>
              </a:lnSpc>
              <a:spcBef>
                <a:spcPts val="500"/>
              </a:spcBef>
              <a:spcAft>
                <a:spcPts val="0"/>
              </a:spcAft>
              <a:buClrTx/>
              <a:buSzTx/>
              <a:buFont typeface="Arial" panose="020B0604020202020204" pitchFamily="34" charset="0"/>
              <a:buNone/>
              <a:tabLst/>
              <a:defRPr lang="en-US" sz="2000" kern="0" spc="-20" baseline="0" dirty="0" smtClean="0">
                <a:solidFill>
                  <a:schemeClr val="tx1"/>
                </a:solidFill>
                <a:latin typeface="+mn-lt"/>
                <a:ea typeface="Stapel" pitchFamily="34" charset="-122"/>
                <a:cs typeface="Stapel" panose="020B0504020202020204" pitchFamily="34" charset="-52"/>
              </a:defRPr>
            </a:lvl1pPr>
          </a:lstStyle>
          <a:p>
            <a:pPr marR="0" lvl="0" indent="0" fontAlgn="auto">
              <a:lnSpc>
                <a:spcPts val="2000"/>
              </a:lnSpc>
              <a:spcAft>
                <a:spcPts val="0"/>
              </a:spcAft>
              <a:buClrTx/>
              <a:buSzTx/>
              <a:tabLst/>
            </a:pPr>
            <a:r>
              <a:rPr lang="ru-RU" dirty="0"/>
              <a:t>Николай Ланцев</a:t>
            </a:r>
            <a:endParaRPr lang="en-US" dirty="0"/>
          </a:p>
          <a:p>
            <a:pPr marL="0" marR="0" lvl="0" indent="0" algn="l" defTabSz="432000" rtl="0" eaLnBrk="1" fontAlgn="auto" latinLnBrk="0" hangingPunct="1">
              <a:lnSpc>
                <a:spcPts val="2000"/>
              </a:lnSpc>
              <a:spcBef>
                <a:spcPts val="500"/>
              </a:spcBef>
              <a:spcAft>
                <a:spcPts val="0"/>
              </a:spcAft>
              <a:buClrTx/>
              <a:buSzTx/>
              <a:buFont typeface="Arial" panose="020B0604020202020204" pitchFamily="34" charset="0"/>
              <a:buNone/>
              <a:tabLst/>
              <a:defRPr/>
            </a:pPr>
            <a:r>
              <a:rPr lang="ru-RU" dirty="0"/>
              <a:t>руководитель практики </a:t>
            </a:r>
            <a:br>
              <a:rPr lang="ru-RU" dirty="0"/>
            </a:br>
            <a:r>
              <a:rPr lang="ru-RU" dirty="0"/>
              <a:t>«Государственных </a:t>
            </a:r>
            <a:br>
              <a:rPr lang="ru-RU" dirty="0"/>
            </a:br>
            <a:r>
              <a:rPr lang="ru-RU" dirty="0"/>
              <a:t>и социальных инициатив» </a:t>
            </a:r>
            <a:br>
              <a:rPr lang="ru-RU" dirty="0"/>
            </a:br>
            <a:r>
              <a:rPr lang="ru-RU" dirty="0"/>
              <a:t>Рексофт Консалтинг</a:t>
            </a:r>
          </a:p>
        </p:txBody>
      </p:sp>
      <p:pic>
        <p:nvPicPr>
          <p:cNvPr id="3" name="Рисунок 2">
            <a:extLst>
              <a:ext uri="{FF2B5EF4-FFF2-40B4-BE49-F238E27FC236}">
                <a16:creationId xmlns:a16="http://schemas.microsoft.com/office/drawing/2014/main" id="{4378013C-8639-3DBA-3894-A231F0C0E25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4" name="Image 0" descr=" ">
            <a:extLst>
              <a:ext uri="{FF2B5EF4-FFF2-40B4-BE49-F238E27FC236}">
                <a16:creationId xmlns:a16="http://schemas.microsoft.com/office/drawing/2014/main" id="{700F0C38-5FAB-16A4-7A01-3EF59F1F98A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55598" y="355600"/>
            <a:ext cx="1390643" cy="200856"/>
          </a:xfrm>
          <a:prstGeom prst="rect">
            <a:avLst/>
          </a:prstGeom>
        </p:spPr>
      </p:pic>
    </p:spTree>
    <p:extLst>
      <p:ext uri="{BB962C8B-B14F-4D97-AF65-F5344CB8AC3E}">
        <p14:creationId xmlns:p14="http://schemas.microsoft.com/office/powerpoint/2010/main" val="3015399839"/>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52" userDrawn="1">
          <p15:clr>
            <a:srgbClr val="FBAE40"/>
          </p15:clr>
        </p15:guide>
        <p15:guide id="13" orient="horz" pos="3430" userDrawn="1">
          <p15:clr>
            <a:srgbClr val="FBAE40"/>
          </p15:clr>
        </p15:guide>
        <p15:guide id="14" orient="horz" pos="3498"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Разделительный слайд с маленьким фото">
    <p:spTree>
      <p:nvGrpSpPr>
        <p:cNvPr id="1" name=""/>
        <p:cNvGrpSpPr/>
        <p:nvPr/>
      </p:nvGrpSpPr>
      <p:grpSpPr>
        <a:xfrm>
          <a:off x="0" y="0"/>
          <a:ext cx="0" cy="0"/>
          <a:chOff x="0" y="0"/>
          <a:chExt cx="0" cy="0"/>
        </a:xfrm>
      </p:grpSpPr>
      <p:sp>
        <p:nvSpPr>
          <p:cNvPr id="8" name="Shape 1">
            <a:extLst>
              <a:ext uri="{FF2B5EF4-FFF2-40B4-BE49-F238E27FC236}">
                <a16:creationId xmlns:a16="http://schemas.microsoft.com/office/drawing/2014/main" id="{EF798AE5-893D-0EBA-85E9-192E8DD877E5}"/>
              </a:ext>
            </a:extLst>
          </p:cNvPr>
          <p:cNvSpPr/>
          <p:nvPr userDrawn="1"/>
        </p:nvSpPr>
        <p:spPr>
          <a:xfrm>
            <a:off x="355598" y="5130800"/>
            <a:ext cx="4241778" cy="1371600"/>
          </a:xfrm>
          <a:prstGeom prst="rect">
            <a:avLst/>
          </a:prstGeom>
          <a:noFill/>
          <a:ln/>
        </p:spPr>
      </p:sp>
      <p:sp>
        <p:nvSpPr>
          <p:cNvPr id="6" name="Shape 1">
            <a:extLst>
              <a:ext uri="{FF2B5EF4-FFF2-40B4-BE49-F238E27FC236}">
                <a16:creationId xmlns:a16="http://schemas.microsoft.com/office/drawing/2014/main" id="{CB1F3D96-D931-929B-F4EB-44477F5317E4}"/>
              </a:ext>
            </a:extLst>
          </p:cNvPr>
          <p:cNvSpPr/>
          <p:nvPr userDrawn="1"/>
        </p:nvSpPr>
        <p:spPr>
          <a:xfrm>
            <a:off x="355598" y="5130800"/>
            <a:ext cx="4241778" cy="1371600"/>
          </a:xfrm>
          <a:prstGeom prst="rect">
            <a:avLst/>
          </a:prstGeom>
          <a:noFill/>
          <a:ln/>
        </p:spPr>
      </p:sp>
      <p:sp>
        <p:nvSpPr>
          <p:cNvPr id="14" name="Рисунок 3">
            <a:extLst>
              <a:ext uri="{FF2B5EF4-FFF2-40B4-BE49-F238E27FC236}">
                <a16:creationId xmlns:a16="http://schemas.microsoft.com/office/drawing/2014/main" id="{C51A9764-ABF4-85D7-591A-EA63F3935990}"/>
              </a:ext>
            </a:extLst>
          </p:cNvPr>
          <p:cNvSpPr>
            <a:spLocks noGrp="1"/>
          </p:cNvSpPr>
          <p:nvPr>
            <p:ph type="pic" sz="quarter" idx="11"/>
          </p:nvPr>
        </p:nvSpPr>
        <p:spPr>
          <a:xfrm>
            <a:off x="8077158" y="2439194"/>
            <a:ext cx="3759181" cy="4050506"/>
          </a:xfrm>
          <a:blipFill>
            <a:blip r:embed="rId2"/>
            <a:stretch>
              <a:fillRect/>
            </a:stretch>
          </a:blipFill>
        </p:spPr>
        <p:txBody>
          <a:bodyPr/>
          <a:lstStyle/>
          <a:p>
            <a:r>
              <a:rPr lang="ru-RU"/>
              <a:t>Вставка рисунка</a:t>
            </a:r>
            <a:endParaRPr lang="ru-RU" dirty="0"/>
          </a:p>
        </p:txBody>
      </p:sp>
      <p:sp>
        <p:nvSpPr>
          <p:cNvPr id="7" name="Shape 1">
            <a:extLst>
              <a:ext uri="{FF2B5EF4-FFF2-40B4-BE49-F238E27FC236}">
                <a16:creationId xmlns:a16="http://schemas.microsoft.com/office/drawing/2014/main" id="{F5A84BBE-2890-DC06-CBB1-6FF69904E85A}"/>
              </a:ext>
            </a:extLst>
          </p:cNvPr>
          <p:cNvSpPr/>
          <p:nvPr userDrawn="1"/>
        </p:nvSpPr>
        <p:spPr>
          <a:xfrm>
            <a:off x="355598" y="5130800"/>
            <a:ext cx="4241778" cy="1371600"/>
          </a:xfrm>
          <a:prstGeom prst="rect">
            <a:avLst/>
          </a:prstGeom>
          <a:noFill/>
          <a:ln/>
        </p:spPr>
      </p:sp>
      <p:sp>
        <p:nvSpPr>
          <p:cNvPr id="16" name="Текст 26">
            <a:extLst>
              <a:ext uri="{FF2B5EF4-FFF2-40B4-BE49-F238E27FC236}">
                <a16:creationId xmlns:a16="http://schemas.microsoft.com/office/drawing/2014/main" id="{8B358B40-96B2-ACCF-3B78-49F8349058A2}"/>
              </a:ext>
            </a:extLst>
          </p:cNvPr>
          <p:cNvSpPr>
            <a:spLocks noGrp="1"/>
          </p:cNvSpPr>
          <p:nvPr>
            <p:ph type="body" sz="quarter" idx="13" hasCustomPrompt="1"/>
          </p:nvPr>
        </p:nvSpPr>
        <p:spPr>
          <a:xfrm>
            <a:off x="355600" y="1460500"/>
            <a:ext cx="6657975" cy="859338"/>
          </a:xfrm>
        </p:spPr>
        <p:txBody>
          <a:bodyPr/>
          <a:lstStyle>
            <a:lvl1pPr>
              <a:lnSpc>
                <a:spcPct val="75000"/>
              </a:lnSpc>
              <a:defRPr sz="3600" kern="0" spc="-60" baseline="0">
                <a:latin typeface="+mj-lt"/>
              </a:defRPr>
            </a:lvl1pPr>
            <a:lvl2pPr>
              <a:lnSpc>
                <a:spcPct val="90000"/>
              </a:lnSpc>
              <a:defRPr sz="3600" kern="0" spc="-40"/>
            </a:lvl2pPr>
            <a:lvl3pPr>
              <a:lnSpc>
                <a:spcPct val="90000"/>
              </a:lnSpc>
              <a:defRPr sz="3600" kern="0" spc="-40"/>
            </a:lvl3pPr>
            <a:lvl4pPr>
              <a:lnSpc>
                <a:spcPct val="90000"/>
              </a:lnSpc>
              <a:defRPr sz="3600" kern="0" spc="-40"/>
            </a:lvl4pPr>
            <a:lvl5pPr>
              <a:lnSpc>
                <a:spcPct val="90000"/>
              </a:lnSpc>
              <a:defRPr sz="3600" kern="0" spc="-40"/>
            </a:lvl5pPr>
          </a:lstStyle>
          <a:p>
            <a:pPr lvl="0"/>
            <a:r>
              <a:rPr lang="ru-RU" dirty="0"/>
              <a:t>Разделительный слайд </a:t>
            </a:r>
            <a:br>
              <a:rPr lang="ru-RU" dirty="0"/>
            </a:br>
            <a:r>
              <a:rPr lang="ru-RU" dirty="0"/>
              <a:t>с маленькой фотографией</a:t>
            </a:r>
          </a:p>
        </p:txBody>
      </p:sp>
      <p:pic>
        <p:nvPicPr>
          <p:cNvPr id="9" name="Рисунок 8">
            <a:extLst>
              <a:ext uri="{FF2B5EF4-FFF2-40B4-BE49-F238E27FC236}">
                <a16:creationId xmlns:a16="http://schemas.microsoft.com/office/drawing/2014/main" id="{E648E579-471F-10B4-AF26-B9AE38B30A2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sp>
        <p:nvSpPr>
          <p:cNvPr id="2" name="Текст 3">
            <a:extLst>
              <a:ext uri="{FF2B5EF4-FFF2-40B4-BE49-F238E27FC236}">
                <a16:creationId xmlns:a16="http://schemas.microsoft.com/office/drawing/2014/main" id="{35E63FBA-2AC1-0843-4D84-AC326CB02B5C}"/>
              </a:ext>
            </a:extLst>
          </p:cNvPr>
          <p:cNvSpPr>
            <a:spLocks noGrp="1"/>
          </p:cNvSpPr>
          <p:nvPr>
            <p:ph type="body" sz="quarter" idx="12" hasCustomPrompt="1"/>
          </p:nvPr>
        </p:nvSpPr>
        <p:spPr>
          <a:xfrm>
            <a:off x="355600" y="5161809"/>
            <a:ext cx="5469767" cy="1355884"/>
          </a:xfrm>
          <a:noFill/>
          <a:ln/>
        </p:spPr>
        <p:txBody>
          <a:bodyPr vert="horz" wrap="square" lIns="0" tIns="0" rIns="0" bIns="0" rtlCol="0" anchor="b">
            <a:spAutoFit/>
          </a:bodyPr>
          <a:lstStyle>
            <a:lvl1pPr marL="0" marR="0" indent="0" algn="l" defTabSz="432000" rtl="0" eaLnBrk="1" fontAlgn="auto" latinLnBrk="0" hangingPunct="1">
              <a:lnSpc>
                <a:spcPts val="2000"/>
              </a:lnSpc>
              <a:spcBef>
                <a:spcPts val="500"/>
              </a:spcBef>
              <a:spcAft>
                <a:spcPts val="0"/>
              </a:spcAft>
              <a:buClrTx/>
              <a:buSzTx/>
              <a:buFont typeface="Arial" panose="020B0604020202020204" pitchFamily="34" charset="0"/>
              <a:buNone/>
              <a:tabLst/>
              <a:defRPr lang="en-US" sz="2000" kern="0" spc="-20" baseline="0" dirty="0" smtClean="0">
                <a:solidFill>
                  <a:schemeClr val="tx1"/>
                </a:solidFill>
                <a:latin typeface="+mn-lt"/>
                <a:ea typeface="Stapel" pitchFamily="34" charset="-122"/>
                <a:cs typeface="Stapel" panose="020B0504020202020204" pitchFamily="34" charset="-52"/>
              </a:defRPr>
            </a:lvl1pPr>
          </a:lstStyle>
          <a:p>
            <a:pPr marR="0" lvl="0" indent="0" fontAlgn="auto">
              <a:lnSpc>
                <a:spcPts val="2000"/>
              </a:lnSpc>
              <a:spcAft>
                <a:spcPts val="0"/>
              </a:spcAft>
              <a:buClrTx/>
              <a:buSzTx/>
              <a:tabLst/>
            </a:pPr>
            <a:r>
              <a:rPr lang="ru-RU" dirty="0"/>
              <a:t>Николай Ланцев</a:t>
            </a:r>
            <a:endParaRPr lang="en-US" dirty="0"/>
          </a:p>
          <a:p>
            <a:pPr marL="0" marR="0" lvl="0" indent="0" algn="l" defTabSz="432000" rtl="0" eaLnBrk="1" fontAlgn="auto" latinLnBrk="0" hangingPunct="1">
              <a:lnSpc>
                <a:spcPts val="2000"/>
              </a:lnSpc>
              <a:spcBef>
                <a:spcPts val="500"/>
              </a:spcBef>
              <a:spcAft>
                <a:spcPts val="0"/>
              </a:spcAft>
              <a:buClrTx/>
              <a:buSzTx/>
              <a:buFont typeface="Arial" panose="020B0604020202020204" pitchFamily="34" charset="0"/>
              <a:buNone/>
              <a:tabLst/>
              <a:defRPr/>
            </a:pPr>
            <a:r>
              <a:rPr lang="ru-RU" dirty="0"/>
              <a:t>руководитель практики </a:t>
            </a:r>
            <a:br>
              <a:rPr lang="ru-RU" dirty="0"/>
            </a:br>
            <a:r>
              <a:rPr lang="ru-RU" dirty="0"/>
              <a:t>«Государственных </a:t>
            </a:r>
            <a:br>
              <a:rPr lang="ru-RU" dirty="0"/>
            </a:br>
            <a:r>
              <a:rPr lang="ru-RU" dirty="0"/>
              <a:t>и социальных инициатив» </a:t>
            </a:r>
            <a:br>
              <a:rPr lang="ru-RU" dirty="0"/>
            </a:br>
            <a:r>
              <a:rPr lang="ru-RU" dirty="0"/>
              <a:t>Рексофт Консалтинг</a:t>
            </a:r>
          </a:p>
        </p:txBody>
      </p:sp>
      <p:pic>
        <p:nvPicPr>
          <p:cNvPr id="4" name="Image 0" descr=" ">
            <a:extLst>
              <a:ext uri="{FF2B5EF4-FFF2-40B4-BE49-F238E27FC236}">
                <a16:creationId xmlns:a16="http://schemas.microsoft.com/office/drawing/2014/main" id="{C1A8F66D-2DDC-6E61-47E7-492845D4F68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55598" y="355600"/>
            <a:ext cx="1390643" cy="200856"/>
          </a:xfrm>
          <a:prstGeom prst="rect">
            <a:avLst/>
          </a:prstGeom>
        </p:spPr>
      </p:pic>
    </p:spTree>
    <p:extLst>
      <p:ext uri="{BB962C8B-B14F-4D97-AF65-F5344CB8AC3E}">
        <p14:creationId xmlns:p14="http://schemas.microsoft.com/office/powerpoint/2010/main" val="1809626512"/>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498"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Предпосылки и подход">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542627E0-0E55-24A0-4237-06220979E951}"/>
              </a:ext>
            </a:extLst>
          </p:cNvPr>
          <p:cNvSpPr/>
          <p:nvPr userDrawn="1"/>
        </p:nvSpPr>
        <p:spPr>
          <a:xfrm>
            <a:off x="355598" y="1498600"/>
            <a:ext cx="3759181" cy="5003800"/>
          </a:xfrm>
          <a:prstGeom prst="rect">
            <a:avLst/>
          </a:prstGeom>
          <a:solidFill>
            <a:srgbClr val="CF0522">
              <a:alpha val="10000"/>
            </a:srgbClr>
          </a:solidFill>
          <a:ln/>
        </p:spPr>
      </p:sp>
      <p:sp>
        <p:nvSpPr>
          <p:cNvPr id="12" name="Shape 2">
            <a:extLst>
              <a:ext uri="{FF2B5EF4-FFF2-40B4-BE49-F238E27FC236}">
                <a16:creationId xmlns:a16="http://schemas.microsoft.com/office/drawing/2014/main" id="{BB0914D1-2011-CF80-CC2C-D19D8EE2CE4D}"/>
              </a:ext>
            </a:extLst>
          </p:cNvPr>
          <p:cNvSpPr/>
          <p:nvPr userDrawn="1"/>
        </p:nvSpPr>
        <p:spPr>
          <a:xfrm>
            <a:off x="3403582" y="1600200"/>
            <a:ext cx="609597" cy="609600"/>
          </a:xfrm>
          <a:prstGeom prst="rect">
            <a:avLst/>
          </a:prstGeom>
          <a:solidFill>
            <a:srgbClr val="FFFFFF">
              <a:alpha val="100000"/>
            </a:srgbClr>
          </a:solidFill>
          <a:ln/>
        </p:spPr>
      </p:sp>
      <p:pic>
        <p:nvPicPr>
          <p:cNvPr id="13" name="Image 1" descr=" ">
            <a:extLst>
              <a:ext uri="{FF2B5EF4-FFF2-40B4-BE49-F238E27FC236}">
                <a16:creationId xmlns:a16="http://schemas.microsoft.com/office/drawing/2014/main" id="{DC98BBBA-7950-F54D-0E17-792C6A3034E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55982" y="1752600"/>
            <a:ext cx="304798" cy="304800"/>
          </a:xfrm>
          <a:prstGeom prst="rect">
            <a:avLst/>
          </a:prstGeom>
        </p:spPr>
      </p:pic>
      <p:sp>
        <p:nvSpPr>
          <p:cNvPr id="23" name="Shape 10">
            <a:extLst>
              <a:ext uri="{FF2B5EF4-FFF2-40B4-BE49-F238E27FC236}">
                <a16:creationId xmlns:a16="http://schemas.microsoft.com/office/drawing/2014/main" id="{F79DEAE7-BA2A-F5D1-C383-63F62E29E2E1}"/>
              </a:ext>
            </a:extLst>
          </p:cNvPr>
          <p:cNvSpPr/>
          <p:nvPr userDrawn="1"/>
        </p:nvSpPr>
        <p:spPr>
          <a:xfrm>
            <a:off x="4216378" y="2004007"/>
            <a:ext cx="7619960" cy="12700"/>
          </a:xfrm>
          <a:prstGeom prst="rect">
            <a:avLst/>
          </a:prstGeom>
          <a:solidFill>
            <a:srgbClr val="000000">
              <a:alpha val="100000"/>
            </a:srgbClr>
          </a:solidFill>
          <a:ln w="6350">
            <a:solidFill>
              <a:schemeClr val="tx1"/>
            </a:solidFill>
          </a:ln>
        </p:spPr>
      </p:sp>
      <p:sp>
        <p:nvSpPr>
          <p:cNvPr id="24" name="Shape 11">
            <a:extLst>
              <a:ext uri="{FF2B5EF4-FFF2-40B4-BE49-F238E27FC236}">
                <a16:creationId xmlns:a16="http://schemas.microsoft.com/office/drawing/2014/main" id="{650527DD-20DE-B3A4-E35F-611A8A98F06F}"/>
              </a:ext>
            </a:extLst>
          </p:cNvPr>
          <p:cNvSpPr/>
          <p:nvPr userDrawn="1"/>
        </p:nvSpPr>
        <p:spPr>
          <a:xfrm>
            <a:off x="4216378" y="4114800"/>
            <a:ext cx="7619960" cy="12700"/>
          </a:xfrm>
          <a:prstGeom prst="rect">
            <a:avLst/>
          </a:prstGeom>
          <a:solidFill>
            <a:srgbClr val="000000">
              <a:alpha val="100000"/>
            </a:srgbClr>
          </a:solidFill>
          <a:ln w="6350">
            <a:solidFill>
              <a:schemeClr val="tx1"/>
            </a:solidFill>
          </a:ln>
        </p:spPr>
      </p:sp>
      <p:sp>
        <p:nvSpPr>
          <p:cNvPr id="45" name="Текст 43">
            <a:extLst>
              <a:ext uri="{FF2B5EF4-FFF2-40B4-BE49-F238E27FC236}">
                <a16:creationId xmlns:a16="http://schemas.microsoft.com/office/drawing/2014/main" id="{2D812629-F20B-26F1-D141-34E5574B00EF}"/>
              </a:ext>
            </a:extLst>
          </p:cNvPr>
          <p:cNvSpPr>
            <a:spLocks noGrp="1"/>
          </p:cNvSpPr>
          <p:nvPr>
            <p:ph type="body" sz="quarter" idx="19" hasCustomPrompt="1"/>
          </p:nvPr>
        </p:nvSpPr>
        <p:spPr>
          <a:xfrm>
            <a:off x="561732" y="1711184"/>
            <a:ext cx="2737287" cy="446532"/>
          </a:xfrm>
        </p:spPr>
        <p:txBody>
          <a:bodyPr>
            <a:spAutoFit/>
          </a:bodyPr>
          <a:lstStyle>
            <a:lvl1pPr marL="0" indent="0">
              <a:buNone/>
              <a:defRPr sz="1600" kern="0" spc="0" baseline="0"/>
            </a:lvl1pPr>
          </a:lstStyle>
          <a:p>
            <a:pPr lvl="0"/>
            <a:r>
              <a:rPr lang="ru-RU" dirty="0"/>
              <a:t>Заголовок в одну или несколько строк</a:t>
            </a:r>
          </a:p>
        </p:txBody>
      </p:sp>
      <p:sp>
        <p:nvSpPr>
          <p:cNvPr id="6" name="Текст 61">
            <a:extLst>
              <a:ext uri="{FF2B5EF4-FFF2-40B4-BE49-F238E27FC236}">
                <a16:creationId xmlns:a16="http://schemas.microsoft.com/office/drawing/2014/main" id="{B760172B-C11F-2DEA-DFDA-626D15419CB6}"/>
              </a:ext>
            </a:extLst>
          </p:cNvPr>
          <p:cNvSpPr>
            <a:spLocks noGrp="1"/>
          </p:cNvSpPr>
          <p:nvPr>
            <p:ph type="body" sz="quarter" idx="28" hasCustomPrompt="1"/>
          </p:nvPr>
        </p:nvSpPr>
        <p:spPr>
          <a:xfrm>
            <a:off x="4214660" y="4285396"/>
            <a:ext cx="6746790" cy="153888"/>
          </a:xfrm>
        </p:spPr>
        <p:txBody>
          <a:bodyPr>
            <a:spAutoFit/>
          </a:bodyPr>
          <a:lstStyle>
            <a:lvl1pPr marL="269946" marR="0" indent="-288000" algn="l" defTabSz="457109" rtl="0" eaLnBrk="1" fontAlgn="auto" latinLnBrk="0" hangingPunct="1">
              <a:lnSpc>
                <a:spcPts val="1200"/>
              </a:lnSpc>
              <a:spcBef>
                <a:spcPts val="500"/>
              </a:spcBef>
              <a:spcAft>
                <a:spcPts val="0"/>
              </a:spcAft>
              <a:buClr>
                <a:schemeClr val="tx2"/>
              </a:buClr>
              <a:buSzTx/>
              <a:buFont typeface="+mj-lt"/>
              <a:buAutoNum type="arabicPeriod"/>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ru-RU" dirty="0"/>
          </a:p>
        </p:txBody>
      </p:sp>
      <p:sp>
        <p:nvSpPr>
          <p:cNvPr id="9" name="Текст 61">
            <a:extLst>
              <a:ext uri="{FF2B5EF4-FFF2-40B4-BE49-F238E27FC236}">
                <a16:creationId xmlns:a16="http://schemas.microsoft.com/office/drawing/2014/main" id="{9644557D-965E-71E9-2CE9-4EE31890EE96}"/>
              </a:ext>
            </a:extLst>
          </p:cNvPr>
          <p:cNvSpPr>
            <a:spLocks noGrp="1"/>
          </p:cNvSpPr>
          <p:nvPr>
            <p:ph type="body" sz="quarter" idx="29" hasCustomPrompt="1"/>
          </p:nvPr>
        </p:nvSpPr>
        <p:spPr>
          <a:xfrm>
            <a:off x="4214660" y="2163089"/>
            <a:ext cx="6746790" cy="153888"/>
          </a:xfrm>
        </p:spPr>
        <p:txBody>
          <a:bodyPr>
            <a:spAutoFit/>
          </a:bodyPr>
          <a:lstStyle>
            <a:lvl1pPr marL="269946" marR="0" indent="-288000" algn="l" defTabSz="457109" rtl="0" eaLnBrk="1" fontAlgn="auto" latinLnBrk="0" hangingPunct="1">
              <a:lnSpc>
                <a:spcPts val="1200"/>
              </a:lnSpc>
              <a:spcBef>
                <a:spcPts val="500"/>
              </a:spcBef>
              <a:spcAft>
                <a:spcPts val="0"/>
              </a:spcAft>
              <a:buClr>
                <a:schemeClr val="tx2"/>
              </a:buClr>
              <a:buSzTx/>
              <a:buFont typeface="+mj-lt"/>
              <a:buAutoNum type="arabicPeriod"/>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r>
              <a:rPr lang="ru-RU" dirty="0">
                <a:effectLst/>
              </a:rPr>
              <a:t> </a:t>
            </a:r>
            <a:r>
              <a:rPr lang="en-US" dirty="0">
                <a:effectLst/>
              </a:rPr>
              <a:t> </a:t>
            </a:r>
            <a:endParaRPr lang="ru-RU" dirty="0">
              <a:effectLst/>
            </a:endParaRPr>
          </a:p>
        </p:txBody>
      </p:sp>
      <p:sp>
        <p:nvSpPr>
          <p:cNvPr id="18" name="Заголовок 1">
            <a:extLst>
              <a:ext uri="{FF2B5EF4-FFF2-40B4-BE49-F238E27FC236}">
                <a16:creationId xmlns:a16="http://schemas.microsoft.com/office/drawing/2014/main" id="{C92FCFEB-6BB0-50CC-55DD-3AA0F27FEE7A}"/>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Предпосылки проекта и подход к реализации</a:t>
            </a:r>
            <a:endParaRPr lang="ru-RU" dirty="0"/>
          </a:p>
        </p:txBody>
      </p:sp>
      <p:sp>
        <p:nvSpPr>
          <p:cNvPr id="26" name="Текст 25">
            <a:extLst>
              <a:ext uri="{FF2B5EF4-FFF2-40B4-BE49-F238E27FC236}">
                <a16:creationId xmlns:a16="http://schemas.microsoft.com/office/drawing/2014/main" id="{EDE67E4B-1FD0-9A4F-958A-6F6C5E5A6D0F}"/>
              </a:ext>
            </a:extLst>
          </p:cNvPr>
          <p:cNvSpPr>
            <a:spLocks noGrp="1"/>
          </p:cNvSpPr>
          <p:nvPr>
            <p:ph type="body" sz="quarter" idx="30" hasCustomPrompt="1"/>
          </p:nvPr>
        </p:nvSpPr>
        <p:spPr>
          <a:xfrm>
            <a:off x="4216400" y="1656186"/>
            <a:ext cx="6689725"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Цели и задачи</a:t>
            </a:r>
          </a:p>
        </p:txBody>
      </p:sp>
      <p:sp>
        <p:nvSpPr>
          <p:cNvPr id="28" name="Текст 25">
            <a:extLst>
              <a:ext uri="{FF2B5EF4-FFF2-40B4-BE49-F238E27FC236}">
                <a16:creationId xmlns:a16="http://schemas.microsoft.com/office/drawing/2014/main" id="{417C3F6B-0759-0802-313B-7CE579F56E7F}"/>
              </a:ext>
            </a:extLst>
          </p:cNvPr>
          <p:cNvSpPr>
            <a:spLocks noGrp="1"/>
          </p:cNvSpPr>
          <p:nvPr>
            <p:ph type="body" sz="quarter" idx="31" hasCustomPrompt="1"/>
          </p:nvPr>
        </p:nvSpPr>
        <p:spPr>
          <a:xfrm>
            <a:off x="4216400" y="3755705"/>
            <a:ext cx="6689725"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Наш подход</a:t>
            </a:r>
          </a:p>
        </p:txBody>
      </p:sp>
      <p:sp>
        <p:nvSpPr>
          <p:cNvPr id="30" name="Текст 29">
            <a:extLst>
              <a:ext uri="{FF2B5EF4-FFF2-40B4-BE49-F238E27FC236}">
                <a16:creationId xmlns:a16="http://schemas.microsoft.com/office/drawing/2014/main" id="{84B9AC64-010C-5043-3983-F79F59158B3E}"/>
              </a:ext>
            </a:extLst>
          </p:cNvPr>
          <p:cNvSpPr>
            <a:spLocks noGrp="1"/>
          </p:cNvSpPr>
          <p:nvPr>
            <p:ph type="body" sz="quarter" idx="32" hasCustomPrompt="1"/>
          </p:nvPr>
        </p:nvSpPr>
        <p:spPr>
          <a:xfrm>
            <a:off x="551674" y="2826756"/>
            <a:ext cx="3384000" cy="1538883"/>
          </a:xfrm>
        </p:spPr>
        <p:txBody>
          <a:bodyPr/>
          <a:lstStyle>
            <a:lvl1pPr>
              <a:lnSpc>
                <a:spcPts val="1200"/>
              </a:lnSpc>
              <a:defRPr sz="1000" kern="0" spc="0" baseline="0"/>
            </a:lvl1pPr>
            <a:lvl2pPr>
              <a:lnSpc>
                <a:spcPct val="100000"/>
              </a:lnSpc>
              <a:defRPr sz="1000" kern="0"/>
            </a:lvl2pPr>
            <a:lvl3pPr>
              <a:lnSpc>
                <a:spcPct val="100000"/>
              </a:lnSpc>
              <a:defRPr sz="1000" kern="0"/>
            </a:lvl3pPr>
            <a:lvl4pPr>
              <a:lnSpc>
                <a:spcPct val="100000"/>
              </a:lnSpc>
              <a:defRPr sz="1000" kern="0"/>
            </a:lvl4pPr>
            <a:lvl5pPr>
              <a:lnSpc>
                <a:spcPct val="100000"/>
              </a:lnSpc>
              <a:defRPr sz="1000" kern="0"/>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endParaRPr lang="ru-RU" dirty="0"/>
          </a:p>
        </p:txBody>
      </p:sp>
      <p:sp>
        <p:nvSpPr>
          <p:cNvPr id="31" name="Номер слайда 5">
            <a:extLst>
              <a:ext uri="{FF2B5EF4-FFF2-40B4-BE49-F238E27FC236}">
                <a16:creationId xmlns:a16="http://schemas.microsoft.com/office/drawing/2014/main" id="{ADDF964D-F9B6-56EF-DCAE-2F4805AB0311}"/>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pic>
        <p:nvPicPr>
          <p:cNvPr id="4" name="Рисунок 3">
            <a:extLst>
              <a:ext uri="{FF2B5EF4-FFF2-40B4-BE49-F238E27FC236}">
                <a16:creationId xmlns:a16="http://schemas.microsoft.com/office/drawing/2014/main" id="{F2B9EF2D-B7DA-F5A1-9929-6A87D8DC8BA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67687784-72A6-EE7E-75EE-DEB7D9B60039}"/>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367890133"/>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Предпосылки и подход со списками">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542627E0-0E55-24A0-4237-06220979E951}"/>
              </a:ext>
            </a:extLst>
          </p:cNvPr>
          <p:cNvSpPr/>
          <p:nvPr userDrawn="1"/>
        </p:nvSpPr>
        <p:spPr>
          <a:xfrm>
            <a:off x="355598" y="1498600"/>
            <a:ext cx="3759181" cy="5003800"/>
          </a:xfrm>
          <a:prstGeom prst="rect">
            <a:avLst/>
          </a:prstGeom>
          <a:solidFill>
            <a:srgbClr val="CF0522">
              <a:alpha val="10000"/>
            </a:srgbClr>
          </a:solidFill>
          <a:ln/>
        </p:spPr>
      </p:sp>
      <p:sp>
        <p:nvSpPr>
          <p:cNvPr id="12" name="Shape 2">
            <a:extLst>
              <a:ext uri="{FF2B5EF4-FFF2-40B4-BE49-F238E27FC236}">
                <a16:creationId xmlns:a16="http://schemas.microsoft.com/office/drawing/2014/main" id="{BB0914D1-2011-CF80-CC2C-D19D8EE2CE4D}"/>
              </a:ext>
            </a:extLst>
          </p:cNvPr>
          <p:cNvSpPr/>
          <p:nvPr userDrawn="1"/>
        </p:nvSpPr>
        <p:spPr>
          <a:xfrm>
            <a:off x="3403582" y="1600200"/>
            <a:ext cx="609597" cy="609600"/>
          </a:xfrm>
          <a:prstGeom prst="rect">
            <a:avLst/>
          </a:prstGeom>
          <a:solidFill>
            <a:srgbClr val="FFFFFF">
              <a:alpha val="100000"/>
            </a:srgbClr>
          </a:solidFill>
          <a:ln/>
        </p:spPr>
      </p:sp>
      <p:pic>
        <p:nvPicPr>
          <p:cNvPr id="13" name="Image 1" descr=" ">
            <a:extLst>
              <a:ext uri="{FF2B5EF4-FFF2-40B4-BE49-F238E27FC236}">
                <a16:creationId xmlns:a16="http://schemas.microsoft.com/office/drawing/2014/main" id="{DC98BBBA-7950-F54D-0E17-792C6A3034E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55982" y="1752600"/>
            <a:ext cx="304798" cy="304800"/>
          </a:xfrm>
          <a:prstGeom prst="rect">
            <a:avLst/>
          </a:prstGeom>
        </p:spPr>
      </p:pic>
      <p:sp>
        <p:nvSpPr>
          <p:cNvPr id="3" name="Shape 2">
            <a:extLst>
              <a:ext uri="{FF2B5EF4-FFF2-40B4-BE49-F238E27FC236}">
                <a16:creationId xmlns:a16="http://schemas.microsoft.com/office/drawing/2014/main" id="{6E97BCBF-3D1D-D414-53CC-BC07CA156E2B}"/>
              </a:ext>
            </a:extLst>
          </p:cNvPr>
          <p:cNvSpPr/>
          <p:nvPr userDrawn="1"/>
        </p:nvSpPr>
        <p:spPr>
          <a:xfrm>
            <a:off x="4216378" y="5181600"/>
            <a:ext cx="7619960" cy="19050"/>
          </a:xfrm>
          <a:prstGeom prst="rect">
            <a:avLst/>
          </a:prstGeom>
          <a:solidFill>
            <a:srgbClr val="000000">
              <a:alpha val="10000"/>
            </a:srgbClr>
          </a:solidFill>
          <a:ln/>
        </p:spPr>
      </p:sp>
      <p:sp>
        <p:nvSpPr>
          <p:cNvPr id="4" name="Shape 3">
            <a:extLst>
              <a:ext uri="{FF2B5EF4-FFF2-40B4-BE49-F238E27FC236}">
                <a16:creationId xmlns:a16="http://schemas.microsoft.com/office/drawing/2014/main" id="{6578D5F2-F8F8-63F4-AA15-C59EC074F6C0}"/>
              </a:ext>
            </a:extLst>
          </p:cNvPr>
          <p:cNvSpPr/>
          <p:nvPr userDrawn="1"/>
        </p:nvSpPr>
        <p:spPr>
          <a:xfrm>
            <a:off x="4216378" y="6483350"/>
            <a:ext cx="7619960" cy="19050"/>
          </a:xfrm>
          <a:prstGeom prst="rect">
            <a:avLst/>
          </a:prstGeom>
          <a:solidFill>
            <a:srgbClr val="000000">
              <a:alpha val="10000"/>
            </a:srgbClr>
          </a:solidFill>
          <a:ln/>
        </p:spPr>
      </p:sp>
      <p:sp>
        <p:nvSpPr>
          <p:cNvPr id="21" name="Заголовок 1">
            <a:extLst>
              <a:ext uri="{FF2B5EF4-FFF2-40B4-BE49-F238E27FC236}">
                <a16:creationId xmlns:a16="http://schemas.microsoft.com/office/drawing/2014/main" id="{DF4DA24B-6E73-D277-EE5D-D74F20EF4A60}"/>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Предпосылки проекта и подход к реализации</a:t>
            </a:r>
            <a:endParaRPr lang="ru-RU" dirty="0"/>
          </a:p>
        </p:txBody>
      </p:sp>
      <p:sp>
        <p:nvSpPr>
          <p:cNvPr id="22" name="Текст 25">
            <a:extLst>
              <a:ext uri="{FF2B5EF4-FFF2-40B4-BE49-F238E27FC236}">
                <a16:creationId xmlns:a16="http://schemas.microsoft.com/office/drawing/2014/main" id="{BAF1533B-0AE2-6586-A1A5-6BA65223F547}"/>
              </a:ext>
            </a:extLst>
          </p:cNvPr>
          <p:cNvSpPr>
            <a:spLocks noGrp="1"/>
          </p:cNvSpPr>
          <p:nvPr>
            <p:ph type="body" sz="quarter" idx="30" hasCustomPrompt="1"/>
          </p:nvPr>
        </p:nvSpPr>
        <p:spPr>
          <a:xfrm>
            <a:off x="4216400" y="1656186"/>
            <a:ext cx="6689725"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Цели и задачи</a:t>
            </a:r>
          </a:p>
        </p:txBody>
      </p:sp>
      <p:sp>
        <p:nvSpPr>
          <p:cNvPr id="26" name="Shape 10">
            <a:extLst>
              <a:ext uri="{FF2B5EF4-FFF2-40B4-BE49-F238E27FC236}">
                <a16:creationId xmlns:a16="http://schemas.microsoft.com/office/drawing/2014/main" id="{FDB877D3-AB3C-5392-6D8E-2E87DB5EFD0F}"/>
              </a:ext>
            </a:extLst>
          </p:cNvPr>
          <p:cNvSpPr/>
          <p:nvPr userDrawn="1"/>
        </p:nvSpPr>
        <p:spPr>
          <a:xfrm>
            <a:off x="4216378" y="2004007"/>
            <a:ext cx="7619960" cy="12700"/>
          </a:xfrm>
          <a:prstGeom prst="rect">
            <a:avLst/>
          </a:prstGeom>
          <a:solidFill>
            <a:srgbClr val="000000">
              <a:alpha val="100000"/>
            </a:srgbClr>
          </a:solidFill>
          <a:ln w="6350">
            <a:solidFill>
              <a:schemeClr val="tx1"/>
            </a:solidFill>
          </a:ln>
        </p:spPr>
      </p:sp>
      <p:sp>
        <p:nvSpPr>
          <p:cNvPr id="29" name="Shape 11">
            <a:extLst>
              <a:ext uri="{FF2B5EF4-FFF2-40B4-BE49-F238E27FC236}">
                <a16:creationId xmlns:a16="http://schemas.microsoft.com/office/drawing/2014/main" id="{DC74DE84-9F60-D624-51C8-3B3D86027EB0}"/>
              </a:ext>
            </a:extLst>
          </p:cNvPr>
          <p:cNvSpPr/>
          <p:nvPr userDrawn="1"/>
        </p:nvSpPr>
        <p:spPr>
          <a:xfrm>
            <a:off x="4216378" y="3797560"/>
            <a:ext cx="7619960" cy="12700"/>
          </a:xfrm>
          <a:prstGeom prst="rect">
            <a:avLst/>
          </a:prstGeom>
          <a:solidFill>
            <a:srgbClr val="000000">
              <a:alpha val="100000"/>
            </a:srgbClr>
          </a:solidFill>
          <a:ln w="6350">
            <a:solidFill>
              <a:schemeClr val="tx1"/>
            </a:solidFill>
          </a:ln>
        </p:spPr>
      </p:sp>
      <p:sp>
        <p:nvSpPr>
          <p:cNvPr id="30" name="Текст 25">
            <a:extLst>
              <a:ext uri="{FF2B5EF4-FFF2-40B4-BE49-F238E27FC236}">
                <a16:creationId xmlns:a16="http://schemas.microsoft.com/office/drawing/2014/main" id="{93799831-F8CA-278F-59A8-EABAB2EDA37C}"/>
              </a:ext>
            </a:extLst>
          </p:cNvPr>
          <p:cNvSpPr>
            <a:spLocks noGrp="1"/>
          </p:cNvSpPr>
          <p:nvPr>
            <p:ph type="body" sz="quarter" idx="31" hasCustomPrompt="1"/>
          </p:nvPr>
        </p:nvSpPr>
        <p:spPr>
          <a:xfrm>
            <a:off x="4216400" y="3438465"/>
            <a:ext cx="6689725"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Наш подход</a:t>
            </a:r>
          </a:p>
        </p:txBody>
      </p:sp>
      <p:sp>
        <p:nvSpPr>
          <p:cNvPr id="31" name="Текст 43">
            <a:extLst>
              <a:ext uri="{FF2B5EF4-FFF2-40B4-BE49-F238E27FC236}">
                <a16:creationId xmlns:a16="http://schemas.microsoft.com/office/drawing/2014/main" id="{05DAC619-8EC7-DD2E-FF91-92032C58D49A}"/>
              </a:ext>
            </a:extLst>
          </p:cNvPr>
          <p:cNvSpPr>
            <a:spLocks noGrp="1"/>
          </p:cNvSpPr>
          <p:nvPr>
            <p:ph type="body" sz="quarter" idx="19" hasCustomPrompt="1"/>
          </p:nvPr>
        </p:nvSpPr>
        <p:spPr>
          <a:xfrm>
            <a:off x="561732" y="1711184"/>
            <a:ext cx="2737287" cy="446532"/>
          </a:xfrm>
        </p:spPr>
        <p:txBody>
          <a:bodyPr>
            <a:spAutoFit/>
          </a:bodyPr>
          <a:lstStyle>
            <a:lvl1pPr marL="0" indent="0">
              <a:buNone/>
              <a:defRPr sz="1600" kern="0" spc="0" baseline="0"/>
            </a:lvl1pPr>
          </a:lstStyle>
          <a:p>
            <a:pPr lvl="0"/>
            <a:r>
              <a:rPr lang="ru-RU" dirty="0"/>
              <a:t>Заголовок в одну или несколько строк</a:t>
            </a:r>
          </a:p>
        </p:txBody>
      </p:sp>
      <p:sp>
        <p:nvSpPr>
          <p:cNvPr id="33" name="Текст 29">
            <a:extLst>
              <a:ext uri="{FF2B5EF4-FFF2-40B4-BE49-F238E27FC236}">
                <a16:creationId xmlns:a16="http://schemas.microsoft.com/office/drawing/2014/main" id="{CC7F16E4-E3C5-C2D4-BC24-AC92E0EF857C}"/>
              </a:ext>
            </a:extLst>
          </p:cNvPr>
          <p:cNvSpPr>
            <a:spLocks noGrp="1"/>
          </p:cNvSpPr>
          <p:nvPr>
            <p:ph type="body" sz="quarter" idx="32" hasCustomPrompt="1"/>
          </p:nvPr>
        </p:nvSpPr>
        <p:spPr>
          <a:xfrm>
            <a:off x="551674" y="2826756"/>
            <a:ext cx="3384000" cy="1538883"/>
          </a:xfrm>
        </p:spPr>
        <p:txBody>
          <a:bodyPr/>
          <a:lstStyle>
            <a:lvl1pPr>
              <a:lnSpc>
                <a:spcPts val="1200"/>
              </a:lnSpc>
              <a:defRPr sz="1000" kern="0" spc="0" baseline="0"/>
            </a:lvl1pPr>
            <a:lvl2pPr>
              <a:lnSpc>
                <a:spcPct val="100000"/>
              </a:lnSpc>
              <a:defRPr sz="1000" kern="0"/>
            </a:lvl2pPr>
            <a:lvl3pPr>
              <a:lnSpc>
                <a:spcPct val="100000"/>
              </a:lnSpc>
              <a:defRPr sz="1000" kern="0"/>
            </a:lvl3pPr>
            <a:lvl4pPr>
              <a:lnSpc>
                <a:spcPct val="100000"/>
              </a:lnSpc>
              <a:defRPr sz="1000" kern="0"/>
            </a:lvl4pPr>
            <a:lvl5pPr>
              <a:lnSpc>
                <a:spcPct val="100000"/>
              </a:lnSpc>
              <a:defRPr sz="1000" kern="0"/>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endParaRPr lang="ru-RU" dirty="0"/>
          </a:p>
        </p:txBody>
      </p:sp>
      <p:sp>
        <p:nvSpPr>
          <p:cNvPr id="34" name="Текст 61">
            <a:extLst>
              <a:ext uri="{FF2B5EF4-FFF2-40B4-BE49-F238E27FC236}">
                <a16:creationId xmlns:a16="http://schemas.microsoft.com/office/drawing/2014/main" id="{87311E54-32D1-3714-C269-CBC84301FBE4}"/>
              </a:ext>
            </a:extLst>
          </p:cNvPr>
          <p:cNvSpPr>
            <a:spLocks noGrp="1"/>
          </p:cNvSpPr>
          <p:nvPr>
            <p:ph type="body" sz="quarter" idx="29" hasCustomPrompt="1"/>
          </p:nvPr>
        </p:nvSpPr>
        <p:spPr>
          <a:xfrm>
            <a:off x="4214660" y="2163089"/>
            <a:ext cx="6746790" cy="769441"/>
          </a:xfrm>
        </p:spPr>
        <p:txBody>
          <a:bodyPr>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endParaRPr lang="ru-RU" dirty="0"/>
          </a:p>
        </p:txBody>
      </p:sp>
      <p:sp>
        <p:nvSpPr>
          <p:cNvPr id="42" name="Текст 41">
            <a:extLst>
              <a:ext uri="{FF2B5EF4-FFF2-40B4-BE49-F238E27FC236}">
                <a16:creationId xmlns:a16="http://schemas.microsoft.com/office/drawing/2014/main" id="{9E37EDDB-8078-67CD-94DF-D591E4E77ABD}"/>
              </a:ext>
            </a:extLst>
          </p:cNvPr>
          <p:cNvSpPr>
            <a:spLocks noGrp="1"/>
          </p:cNvSpPr>
          <p:nvPr>
            <p:ph type="body" sz="quarter" idx="33" hasCustomPrompt="1"/>
          </p:nvPr>
        </p:nvSpPr>
        <p:spPr>
          <a:xfrm>
            <a:off x="8032944" y="3916669"/>
            <a:ext cx="3527684" cy="461665"/>
          </a:xfrm>
        </p:spPr>
        <p:txBody>
          <a:bodyPr/>
          <a:lstStyle>
            <a:lvl1pPr marL="27450" indent="-171450">
              <a:lnSpc>
                <a:spcPts val="1200"/>
              </a:lnSpc>
              <a:spcBef>
                <a:spcPts val="0"/>
              </a:spcBef>
              <a:buFont typeface="Arial" panose="020B0604020202020204" pitchFamily="34" charset="0"/>
              <a:buChar char="•"/>
              <a:defRPr sz="1000">
                <a:latin typeface="+mn-lt"/>
              </a:defRPr>
            </a:lvl1pPr>
            <a:lvl2pPr>
              <a:lnSpc>
                <a:spcPts val="1200"/>
              </a:lnSpc>
              <a:defRPr sz="1000"/>
            </a:lvl2pPr>
            <a:lvl3pPr>
              <a:lnSpc>
                <a:spcPts val="1200"/>
              </a:lnSpc>
              <a:defRPr sz="1000"/>
            </a:lvl3pPr>
            <a:lvl4pPr>
              <a:lnSpc>
                <a:spcPts val="1200"/>
              </a:lnSpc>
              <a:defRPr sz="1000"/>
            </a:lvl4pPr>
            <a:lvl5pPr>
              <a:lnSpc>
                <a:spcPts val="1200"/>
              </a:lnSpc>
              <a:defRPr sz="1000"/>
            </a:lvl5pPr>
          </a:lstStyle>
          <a:p>
            <a:pPr lvl="0"/>
            <a:r>
              <a:rPr lang="ru-RU" dirty="0"/>
              <a:t>Маркированный список</a:t>
            </a:r>
          </a:p>
          <a:p>
            <a:pPr lvl="0"/>
            <a:r>
              <a:rPr lang="ru-RU" dirty="0"/>
              <a:t>Маркированный список</a:t>
            </a:r>
          </a:p>
          <a:p>
            <a:pPr lvl="0"/>
            <a:r>
              <a:rPr lang="ru-RU" dirty="0"/>
              <a:t>Маркированный список</a:t>
            </a:r>
          </a:p>
        </p:txBody>
      </p:sp>
      <p:sp>
        <p:nvSpPr>
          <p:cNvPr id="43" name="Текст 41">
            <a:extLst>
              <a:ext uri="{FF2B5EF4-FFF2-40B4-BE49-F238E27FC236}">
                <a16:creationId xmlns:a16="http://schemas.microsoft.com/office/drawing/2014/main" id="{C87451FA-BAA4-7317-ED9F-9E042354C331}"/>
              </a:ext>
            </a:extLst>
          </p:cNvPr>
          <p:cNvSpPr>
            <a:spLocks noGrp="1"/>
          </p:cNvSpPr>
          <p:nvPr>
            <p:ph type="body" sz="quarter" idx="34" hasCustomPrompt="1"/>
          </p:nvPr>
        </p:nvSpPr>
        <p:spPr>
          <a:xfrm>
            <a:off x="8032944" y="5298167"/>
            <a:ext cx="3527684" cy="461665"/>
          </a:xfrm>
        </p:spPr>
        <p:txBody>
          <a:bodyPr/>
          <a:lstStyle>
            <a:lvl1pPr marL="27450" indent="-171450">
              <a:lnSpc>
                <a:spcPts val="1200"/>
              </a:lnSpc>
              <a:spcBef>
                <a:spcPts val="0"/>
              </a:spcBef>
              <a:buFont typeface="Arial" panose="020B0604020202020204" pitchFamily="34" charset="0"/>
              <a:buChar char="•"/>
              <a:defRPr sz="1000">
                <a:latin typeface="+mn-lt"/>
              </a:defRPr>
            </a:lvl1pPr>
            <a:lvl2pPr>
              <a:lnSpc>
                <a:spcPts val="1200"/>
              </a:lnSpc>
              <a:defRPr sz="1000"/>
            </a:lvl2pPr>
            <a:lvl3pPr>
              <a:lnSpc>
                <a:spcPts val="1200"/>
              </a:lnSpc>
              <a:defRPr sz="1000"/>
            </a:lvl3pPr>
            <a:lvl4pPr>
              <a:lnSpc>
                <a:spcPts val="1200"/>
              </a:lnSpc>
              <a:defRPr sz="1000"/>
            </a:lvl4pPr>
            <a:lvl5pPr>
              <a:lnSpc>
                <a:spcPts val="1200"/>
              </a:lnSpc>
              <a:defRPr sz="1000"/>
            </a:lvl5pPr>
          </a:lstStyle>
          <a:p>
            <a:pPr lvl="0"/>
            <a:r>
              <a:rPr lang="ru-RU" dirty="0"/>
              <a:t>Маркированный список</a:t>
            </a:r>
          </a:p>
          <a:p>
            <a:pPr lvl="0"/>
            <a:r>
              <a:rPr lang="ru-RU" dirty="0"/>
              <a:t>Маркированный список</a:t>
            </a:r>
          </a:p>
          <a:p>
            <a:pPr lvl="0"/>
            <a:r>
              <a:rPr lang="ru-RU" dirty="0"/>
              <a:t>Маркированный список</a:t>
            </a:r>
          </a:p>
        </p:txBody>
      </p:sp>
      <p:sp>
        <p:nvSpPr>
          <p:cNvPr id="44" name="Текст 61">
            <a:extLst>
              <a:ext uri="{FF2B5EF4-FFF2-40B4-BE49-F238E27FC236}">
                <a16:creationId xmlns:a16="http://schemas.microsoft.com/office/drawing/2014/main" id="{9E2AB628-729F-DC08-245B-121CC3E053F4}"/>
              </a:ext>
            </a:extLst>
          </p:cNvPr>
          <p:cNvSpPr>
            <a:spLocks noGrp="1"/>
          </p:cNvSpPr>
          <p:nvPr>
            <p:ph type="body" sz="quarter" idx="35" hasCustomPrompt="1"/>
          </p:nvPr>
        </p:nvSpPr>
        <p:spPr>
          <a:xfrm>
            <a:off x="4214660" y="3940962"/>
            <a:ext cx="3199295"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rgbClr val="000000"/>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Этап 01</a:t>
            </a:r>
            <a:endParaRPr lang="ru-RU" dirty="0"/>
          </a:p>
        </p:txBody>
      </p:sp>
      <p:sp>
        <p:nvSpPr>
          <p:cNvPr id="46" name="Текст 61">
            <a:extLst>
              <a:ext uri="{FF2B5EF4-FFF2-40B4-BE49-F238E27FC236}">
                <a16:creationId xmlns:a16="http://schemas.microsoft.com/office/drawing/2014/main" id="{26AB2473-B0ED-B8E3-32F9-C43F6C33906F}"/>
              </a:ext>
            </a:extLst>
          </p:cNvPr>
          <p:cNvSpPr>
            <a:spLocks noGrp="1"/>
          </p:cNvSpPr>
          <p:nvPr>
            <p:ph type="body" sz="quarter" idx="36" hasCustomPrompt="1"/>
          </p:nvPr>
        </p:nvSpPr>
        <p:spPr>
          <a:xfrm>
            <a:off x="4214660" y="4153103"/>
            <a:ext cx="3199295"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Текст…</a:t>
            </a:r>
            <a:endParaRPr lang="ru-RU" dirty="0"/>
          </a:p>
        </p:txBody>
      </p:sp>
      <p:sp>
        <p:nvSpPr>
          <p:cNvPr id="47" name="Текст 61">
            <a:extLst>
              <a:ext uri="{FF2B5EF4-FFF2-40B4-BE49-F238E27FC236}">
                <a16:creationId xmlns:a16="http://schemas.microsoft.com/office/drawing/2014/main" id="{F23C70AC-A645-E23F-F306-C4A6CCE78E0C}"/>
              </a:ext>
            </a:extLst>
          </p:cNvPr>
          <p:cNvSpPr>
            <a:spLocks noGrp="1"/>
          </p:cNvSpPr>
          <p:nvPr>
            <p:ph type="body" sz="quarter" idx="37" hasCustomPrompt="1"/>
          </p:nvPr>
        </p:nvSpPr>
        <p:spPr>
          <a:xfrm>
            <a:off x="4214660" y="5323534"/>
            <a:ext cx="3199295"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rgbClr val="000000"/>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Этап 02</a:t>
            </a:r>
            <a:endParaRPr lang="ru-RU" dirty="0"/>
          </a:p>
        </p:txBody>
      </p:sp>
      <p:sp>
        <p:nvSpPr>
          <p:cNvPr id="48" name="Текст 61">
            <a:extLst>
              <a:ext uri="{FF2B5EF4-FFF2-40B4-BE49-F238E27FC236}">
                <a16:creationId xmlns:a16="http://schemas.microsoft.com/office/drawing/2014/main" id="{26E382FD-806F-0E29-F7FB-DA8C3DED455C}"/>
              </a:ext>
            </a:extLst>
          </p:cNvPr>
          <p:cNvSpPr>
            <a:spLocks noGrp="1"/>
          </p:cNvSpPr>
          <p:nvPr>
            <p:ph type="body" sz="quarter" idx="38" hasCustomPrompt="1"/>
          </p:nvPr>
        </p:nvSpPr>
        <p:spPr>
          <a:xfrm>
            <a:off x="4214660" y="5535675"/>
            <a:ext cx="3199295"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Текст…</a:t>
            </a:r>
            <a:endParaRPr lang="ru-RU" dirty="0"/>
          </a:p>
        </p:txBody>
      </p:sp>
      <p:sp>
        <p:nvSpPr>
          <p:cNvPr id="49" name="Текст 61">
            <a:extLst>
              <a:ext uri="{FF2B5EF4-FFF2-40B4-BE49-F238E27FC236}">
                <a16:creationId xmlns:a16="http://schemas.microsoft.com/office/drawing/2014/main" id="{B7CE61DB-D258-51CD-D83D-77D013A11130}"/>
              </a:ext>
            </a:extLst>
          </p:cNvPr>
          <p:cNvSpPr>
            <a:spLocks noGrp="1"/>
          </p:cNvSpPr>
          <p:nvPr>
            <p:ph type="body" sz="quarter" idx="39" hasCustomPrompt="1"/>
          </p:nvPr>
        </p:nvSpPr>
        <p:spPr>
          <a:xfrm>
            <a:off x="4214660" y="4955907"/>
            <a:ext cx="3199295"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tx1">
                    <a:alpha val="45000"/>
                  </a:schemeClr>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6 месяцев</a:t>
            </a:r>
            <a:endParaRPr lang="ru-RU" dirty="0"/>
          </a:p>
        </p:txBody>
      </p:sp>
      <p:sp>
        <p:nvSpPr>
          <p:cNvPr id="50" name="Текст 61">
            <a:extLst>
              <a:ext uri="{FF2B5EF4-FFF2-40B4-BE49-F238E27FC236}">
                <a16:creationId xmlns:a16="http://schemas.microsoft.com/office/drawing/2014/main" id="{3B49375B-6C77-BE0F-4B31-C28E16605A7C}"/>
              </a:ext>
            </a:extLst>
          </p:cNvPr>
          <p:cNvSpPr>
            <a:spLocks noGrp="1"/>
          </p:cNvSpPr>
          <p:nvPr>
            <p:ph type="body" sz="quarter" idx="40" hasCustomPrompt="1"/>
          </p:nvPr>
        </p:nvSpPr>
        <p:spPr>
          <a:xfrm>
            <a:off x="4214660" y="6245171"/>
            <a:ext cx="3199295"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tx1">
                    <a:alpha val="45000"/>
                  </a:schemeClr>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12 месяцев</a:t>
            </a:r>
            <a:endParaRPr lang="ru-RU" dirty="0"/>
          </a:p>
        </p:txBody>
      </p:sp>
      <p:sp>
        <p:nvSpPr>
          <p:cNvPr id="51" name="Номер слайда 5">
            <a:extLst>
              <a:ext uri="{FF2B5EF4-FFF2-40B4-BE49-F238E27FC236}">
                <a16:creationId xmlns:a16="http://schemas.microsoft.com/office/drawing/2014/main" id="{BB75440B-191D-5826-8E77-8759E52F36C7}"/>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pic>
        <p:nvPicPr>
          <p:cNvPr id="6" name="Рисунок 5">
            <a:extLst>
              <a:ext uri="{FF2B5EF4-FFF2-40B4-BE49-F238E27FC236}">
                <a16:creationId xmlns:a16="http://schemas.microsoft.com/office/drawing/2014/main" id="{A95E51E1-0311-F573-87E2-C2A2865BB09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B2BF36D2-D05C-A367-59E4-9ECA62F44C49}"/>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1398774926"/>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Предпосылки и подход с проблематикой">
    <p:spTree>
      <p:nvGrpSpPr>
        <p:cNvPr id="1" name=""/>
        <p:cNvGrpSpPr/>
        <p:nvPr/>
      </p:nvGrpSpPr>
      <p:grpSpPr>
        <a:xfrm>
          <a:off x="0" y="0"/>
          <a:ext cx="0" cy="0"/>
          <a:chOff x="0" y="0"/>
          <a:chExt cx="0" cy="0"/>
        </a:xfrm>
      </p:grpSpPr>
      <p:sp>
        <p:nvSpPr>
          <p:cNvPr id="30" name="Shape 15">
            <a:extLst>
              <a:ext uri="{FF2B5EF4-FFF2-40B4-BE49-F238E27FC236}">
                <a16:creationId xmlns:a16="http://schemas.microsoft.com/office/drawing/2014/main" id="{1701A98A-ABBA-CFD5-D127-57AAE665CD61}"/>
              </a:ext>
            </a:extLst>
          </p:cNvPr>
          <p:cNvSpPr/>
          <p:nvPr userDrawn="1"/>
        </p:nvSpPr>
        <p:spPr>
          <a:xfrm>
            <a:off x="8077158" y="1498600"/>
            <a:ext cx="3759181" cy="5003800"/>
          </a:xfrm>
          <a:prstGeom prst="rect">
            <a:avLst/>
          </a:prstGeom>
          <a:solidFill>
            <a:srgbClr val="CF0522">
              <a:alpha val="10000"/>
            </a:srgbClr>
          </a:solidFill>
          <a:ln/>
        </p:spPr>
      </p:sp>
      <p:sp>
        <p:nvSpPr>
          <p:cNvPr id="26" name="Shape 7">
            <a:extLst>
              <a:ext uri="{FF2B5EF4-FFF2-40B4-BE49-F238E27FC236}">
                <a16:creationId xmlns:a16="http://schemas.microsoft.com/office/drawing/2014/main" id="{ECA0BD6E-4196-E2A9-F9BB-3BE8BB56F420}"/>
              </a:ext>
            </a:extLst>
          </p:cNvPr>
          <p:cNvSpPr/>
          <p:nvPr userDrawn="1"/>
        </p:nvSpPr>
        <p:spPr>
          <a:xfrm>
            <a:off x="355598" y="2000250"/>
            <a:ext cx="3759181" cy="12700"/>
          </a:xfrm>
          <a:prstGeom prst="rect">
            <a:avLst/>
          </a:prstGeom>
          <a:solidFill>
            <a:srgbClr val="000000">
              <a:alpha val="100000"/>
            </a:srgbClr>
          </a:solidFill>
          <a:ln w="6350">
            <a:noFill/>
          </a:ln>
        </p:spPr>
      </p:sp>
      <p:sp>
        <p:nvSpPr>
          <p:cNvPr id="27" name="Shape 8">
            <a:extLst>
              <a:ext uri="{FF2B5EF4-FFF2-40B4-BE49-F238E27FC236}">
                <a16:creationId xmlns:a16="http://schemas.microsoft.com/office/drawing/2014/main" id="{D5B44C1F-E051-73CC-193E-FE5B0C7DDB0D}"/>
              </a:ext>
            </a:extLst>
          </p:cNvPr>
          <p:cNvSpPr/>
          <p:nvPr userDrawn="1"/>
        </p:nvSpPr>
        <p:spPr>
          <a:xfrm>
            <a:off x="4216378" y="2000250"/>
            <a:ext cx="3759181" cy="12700"/>
          </a:xfrm>
          <a:prstGeom prst="rect">
            <a:avLst/>
          </a:prstGeom>
          <a:solidFill>
            <a:srgbClr val="000000">
              <a:alpha val="100000"/>
            </a:srgbClr>
          </a:solidFill>
          <a:ln w="6350">
            <a:noFill/>
          </a:ln>
        </p:spPr>
      </p:sp>
      <p:sp>
        <p:nvSpPr>
          <p:cNvPr id="28" name="Shape 9">
            <a:extLst>
              <a:ext uri="{FF2B5EF4-FFF2-40B4-BE49-F238E27FC236}">
                <a16:creationId xmlns:a16="http://schemas.microsoft.com/office/drawing/2014/main" id="{E4564103-4166-8F63-A18B-B43AE3C67321}"/>
              </a:ext>
            </a:extLst>
          </p:cNvPr>
          <p:cNvSpPr/>
          <p:nvPr userDrawn="1"/>
        </p:nvSpPr>
        <p:spPr>
          <a:xfrm>
            <a:off x="355599" y="3536950"/>
            <a:ext cx="7619960" cy="12700"/>
          </a:xfrm>
          <a:prstGeom prst="rect">
            <a:avLst/>
          </a:prstGeom>
          <a:solidFill>
            <a:srgbClr val="000000">
              <a:alpha val="100000"/>
            </a:srgbClr>
          </a:solidFill>
          <a:ln/>
        </p:spPr>
      </p:sp>
      <p:sp>
        <p:nvSpPr>
          <p:cNvPr id="29" name="Shape 10">
            <a:extLst>
              <a:ext uri="{FF2B5EF4-FFF2-40B4-BE49-F238E27FC236}">
                <a16:creationId xmlns:a16="http://schemas.microsoft.com/office/drawing/2014/main" id="{0D0C1020-5DBD-503C-0594-9FAC75D75B04}"/>
              </a:ext>
            </a:extLst>
          </p:cNvPr>
          <p:cNvSpPr/>
          <p:nvPr userDrawn="1"/>
        </p:nvSpPr>
        <p:spPr>
          <a:xfrm>
            <a:off x="355599" y="5073650"/>
            <a:ext cx="7619960" cy="12700"/>
          </a:xfrm>
          <a:prstGeom prst="rect">
            <a:avLst/>
          </a:prstGeom>
          <a:solidFill>
            <a:srgbClr val="000000">
              <a:alpha val="100000"/>
            </a:srgbClr>
          </a:solidFill>
          <a:ln/>
        </p:spPr>
      </p:sp>
      <p:sp>
        <p:nvSpPr>
          <p:cNvPr id="39" name="Shape 22">
            <a:extLst>
              <a:ext uri="{FF2B5EF4-FFF2-40B4-BE49-F238E27FC236}">
                <a16:creationId xmlns:a16="http://schemas.microsoft.com/office/drawing/2014/main" id="{BA575AF5-36B2-0A01-318A-7F41040905E8}"/>
              </a:ext>
            </a:extLst>
          </p:cNvPr>
          <p:cNvSpPr/>
          <p:nvPr userDrawn="1"/>
        </p:nvSpPr>
        <p:spPr>
          <a:xfrm>
            <a:off x="11125142" y="1600200"/>
            <a:ext cx="609597" cy="609600"/>
          </a:xfrm>
          <a:prstGeom prst="rect">
            <a:avLst/>
          </a:prstGeom>
          <a:solidFill>
            <a:srgbClr val="FFFFFF">
              <a:alpha val="100000"/>
            </a:srgbClr>
          </a:solidFill>
          <a:ln/>
        </p:spPr>
      </p:sp>
      <p:pic>
        <p:nvPicPr>
          <p:cNvPr id="42" name="Image 1" descr=" ">
            <a:extLst>
              <a:ext uri="{FF2B5EF4-FFF2-40B4-BE49-F238E27FC236}">
                <a16:creationId xmlns:a16="http://schemas.microsoft.com/office/drawing/2014/main" id="{C56F3441-DC4A-1005-4B15-AA5201B6BAE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277541" y="1752600"/>
            <a:ext cx="304798" cy="304800"/>
          </a:xfrm>
          <a:prstGeom prst="rect">
            <a:avLst/>
          </a:prstGeom>
        </p:spPr>
      </p:pic>
      <p:sp>
        <p:nvSpPr>
          <p:cNvPr id="10" name="Номер слайда 5">
            <a:extLst>
              <a:ext uri="{FF2B5EF4-FFF2-40B4-BE49-F238E27FC236}">
                <a16:creationId xmlns:a16="http://schemas.microsoft.com/office/drawing/2014/main" id="{FA74D415-C194-57F4-D900-4F8C0052F725}"/>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1" name="Заголовок 1">
            <a:extLst>
              <a:ext uri="{FF2B5EF4-FFF2-40B4-BE49-F238E27FC236}">
                <a16:creationId xmlns:a16="http://schemas.microsoft.com/office/drawing/2014/main" id="{7516C7B6-5A86-586F-B5F8-5A752D366AD1}"/>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Предпосылки проекта и подход к реализации</a:t>
            </a:r>
            <a:endParaRPr lang="ru-RU" dirty="0"/>
          </a:p>
        </p:txBody>
      </p:sp>
      <p:sp>
        <p:nvSpPr>
          <p:cNvPr id="13" name="Текст 29">
            <a:extLst>
              <a:ext uri="{FF2B5EF4-FFF2-40B4-BE49-F238E27FC236}">
                <a16:creationId xmlns:a16="http://schemas.microsoft.com/office/drawing/2014/main" id="{B0AB134B-1FD9-D157-DE1E-25DE0330F4C9}"/>
              </a:ext>
            </a:extLst>
          </p:cNvPr>
          <p:cNvSpPr>
            <a:spLocks noGrp="1"/>
          </p:cNvSpPr>
          <p:nvPr>
            <p:ph type="body" sz="quarter" idx="32" hasCustomPrompt="1"/>
          </p:nvPr>
        </p:nvSpPr>
        <p:spPr>
          <a:xfrm>
            <a:off x="8277686" y="2823635"/>
            <a:ext cx="3384000" cy="1538883"/>
          </a:xfrm>
        </p:spPr>
        <p:txBody>
          <a:bodyPr/>
          <a:lstStyle>
            <a:lvl1pPr>
              <a:lnSpc>
                <a:spcPts val="1200"/>
              </a:lnSpc>
              <a:defRPr sz="1000" kern="0" spc="0" baseline="0">
                <a:latin typeface="+mn-lt"/>
              </a:defRPr>
            </a:lvl1pPr>
            <a:lvl2pPr>
              <a:lnSpc>
                <a:spcPct val="100000"/>
              </a:lnSpc>
              <a:defRPr sz="1000" kern="0"/>
            </a:lvl2pPr>
            <a:lvl3pPr>
              <a:lnSpc>
                <a:spcPct val="100000"/>
              </a:lnSpc>
              <a:defRPr sz="1000" kern="0"/>
            </a:lvl3pPr>
            <a:lvl4pPr>
              <a:lnSpc>
                <a:spcPct val="100000"/>
              </a:lnSpc>
              <a:defRPr sz="1000" kern="0"/>
            </a:lvl4pPr>
            <a:lvl5pPr>
              <a:lnSpc>
                <a:spcPct val="100000"/>
              </a:lnSpc>
              <a:defRPr sz="1000" kern="0"/>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endParaRPr lang="ru-RU" dirty="0"/>
          </a:p>
        </p:txBody>
      </p:sp>
      <p:sp>
        <p:nvSpPr>
          <p:cNvPr id="14" name="Текст 43">
            <a:extLst>
              <a:ext uri="{FF2B5EF4-FFF2-40B4-BE49-F238E27FC236}">
                <a16:creationId xmlns:a16="http://schemas.microsoft.com/office/drawing/2014/main" id="{96FC495D-BF3B-04CD-F27C-00AA26AA40EC}"/>
              </a:ext>
            </a:extLst>
          </p:cNvPr>
          <p:cNvSpPr>
            <a:spLocks noGrp="1"/>
          </p:cNvSpPr>
          <p:nvPr>
            <p:ph type="body" sz="quarter" idx="31" hasCustomPrompt="1"/>
          </p:nvPr>
        </p:nvSpPr>
        <p:spPr>
          <a:xfrm>
            <a:off x="8278413" y="1708063"/>
            <a:ext cx="2737287" cy="224933"/>
          </a:xfrm>
        </p:spPr>
        <p:txBody>
          <a:bodyPr>
            <a:spAutoFit/>
          </a:bodyPr>
          <a:lstStyle>
            <a:lvl1pPr marL="0" indent="0">
              <a:buNone/>
              <a:defRPr sz="1600" kern="0" spc="0" baseline="0">
                <a:latin typeface="+mn-lt"/>
              </a:defRPr>
            </a:lvl1pPr>
          </a:lstStyle>
          <a:p>
            <a:pPr lvl="0"/>
            <a:r>
              <a:rPr lang="ru-RU" dirty="0"/>
              <a:t>Периметр проекта</a:t>
            </a:r>
          </a:p>
        </p:txBody>
      </p:sp>
      <p:sp>
        <p:nvSpPr>
          <p:cNvPr id="17" name="Текст 25">
            <a:extLst>
              <a:ext uri="{FF2B5EF4-FFF2-40B4-BE49-F238E27FC236}">
                <a16:creationId xmlns:a16="http://schemas.microsoft.com/office/drawing/2014/main" id="{C7C1E693-1122-0BFB-8BCF-BF760C8FD01B}"/>
              </a:ext>
            </a:extLst>
          </p:cNvPr>
          <p:cNvSpPr>
            <a:spLocks noGrp="1"/>
          </p:cNvSpPr>
          <p:nvPr>
            <p:ph type="body" sz="quarter" idx="33" hasCustomPrompt="1"/>
          </p:nvPr>
        </p:nvSpPr>
        <p:spPr>
          <a:xfrm>
            <a:off x="4216400" y="1656186"/>
            <a:ext cx="2928263"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Проблематика</a:t>
            </a:r>
          </a:p>
        </p:txBody>
      </p:sp>
      <p:sp>
        <p:nvSpPr>
          <p:cNvPr id="18" name="Текст 25">
            <a:extLst>
              <a:ext uri="{FF2B5EF4-FFF2-40B4-BE49-F238E27FC236}">
                <a16:creationId xmlns:a16="http://schemas.microsoft.com/office/drawing/2014/main" id="{E3623902-C07D-D45B-57E7-920E74DDF91C}"/>
              </a:ext>
            </a:extLst>
          </p:cNvPr>
          <p:cNvSpPr>
            <a:spLocks noGrp="1"/>
          </p:cNvSpPr>
          <p:nvPr>
            <p:ph type="body" sz="quarter" idx="34" hasCustomPrompt="1"/>
          </p:nvPr>
        </p:nvSpPr>
        <p:spPr>
          <a:xfrm>
            <a:off x="352685" y="1656186"/>
            <a:ext cx="2928263"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Бизнес-контекст</a:t>
            </a:r>
          </a:p>
        </p:txBody>
      </p:sp>
      <p:sp>
        <p:nvSpPr>
          <p:cNvPr id="19" name="Текст 61">
            <a:extLst>
              <a:ext uri="{FF2B5EF4-FFF2-40B4-BE49-F238E27FC236}">
                <a16:creationId xmlns:a16="http://schemas.microsoft.com/office/drawing/2014/main" id="{D500B716-4BB5-B503-BBBA-6F358BF298BD}"/>
              </a:ext>
            </a:extLst>
          </p:cNvPr>
          <p:cNvSpPr>
            <a:spLocks noGrp="1"/>
          </p:cNvSpPr>
          <p:nvPr>
            <p:ph type="body" sz="quarter" idx="35" hasCustomPrompt="1"/>
          </p:nvPr>
        </p:nvSpPr>
        <p:spPr>
          <a:xfrm>
            <a:off x="4214660" y="2104569"/>
            <a:ext cx="2930003"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a:t>
            </a:r>
            <a:endParaRPr lang="ru-RU" dirty="0"/>
          </a:p>
        </p:txBody>
      </p:sp>
      <p:sp>
        <p:nvSpPr>
          <p:cNvPr id="20" name="Текст 61">
            <a:extLst>
              <a:ext uri="{FF2B5EF4-FFF2-40B4-BE49-F238E27FC236}">
                <a16:creationId xmlns:a16="http://schemas.microsoft.com/office/drawing/2014/main" id="{0BEEA61A-5611-A65D-C47A-5A523C5040D2}"/>
              </a:ext>
            </a:extLst>
          </p:cNvPr>
          <p:cNvSpPr>
            <a:spLocks noGrp="1"/>
          </p:cNvSpPr>
          <p:nvPr>
            <p:ph type="body" sz="quarter" idx="36" hasCustomPrompt="1"/>
          </p:nvPr>
        </p:nvSpPr>
        <p:spPr>
          <a:xfrm>
            <a:off x="352529" y="2104569"/>
            <a:ext cx="2930003"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a:t>
            </a:r>
            <a:endParaRPr lang="ru-RU" dirty="0"/>
          </a:p>
        </p:txBody>
      </p:sp>
      <p:sp>
        <p:nvSpPr>
          <p:cNvPr id="21" name="Текст 25">
            <a:extLst>
              <a:ext uri="{FF2B5EF4-FFF2-40B4-BE49-F238E27FC236}">
                <a16:creationId xmlns:a16="http://schemas.microsoft.com/office/drawing/2014/main" id="{442A4346-43FB-A8C9-E9F1-F9A4ABD30ABB}"/>
              </a:ext>
            </a:extLst>
          </p:cNvPr>
          <p:cNvSpPr>
            <a:spLocks noGrp="1"/>
          </p:cNvSpPr>
          <p:nvPr>
            <p:ph type="body" sz="quarter" idx="37" hasCustomPrompt="1"/>
          </p:nvPr>
        </p:nvSpPr>
        <p:spPr>
          <a:xfrm>
            <a:off x="352685" y="3190769"/>
            <a:ext cx="2928263"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Цели проекта</a:t>
            </a:r>
          </a:p>
        </p:txBody>
      </p:sp>
      <p:sp>
        <p:nvSpPr>
          <p:cNvPr id="23" name="Текст 25">
            <a:extLst>
              <a:ext uri="{FF2B5EF4-FFF2-40B4-BE49-F238E27FC236}">
                <a16:creationId xmlns:a16="http://schemas.microsoft.com/office/drawing/2014/main" id="{E432D453-5C7C-711B-838A-2592B58B605F}"/>
              </a:ext>
            </a:extLst>
          </p:cNvPr>
          <p:cNvSpPr>
            <a:spLocks noGrp="1"/>
          </p:cNvSpPr>
          <p:nvPr>
            <p:ph type="body" sz="quarter" idx="38" hasCustomPrompt="1"/>
          </p:nvPr>
        </p:nvSpPr>
        <p:spPr>
          <a:xfrm>
            <a:off x="352685" y="4726960"/>
            <a:ext cx="2928263"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Результат</a:t>
            </a:r>
          </a:p>
        </p:txBody>
      </p:sp>
      <p:sp>
        <p:nvSpPr>
          <p:cNvPr id="24" name="Текст 61">
            <a:extLst>
              <a:ext uri="{FF2B5EF4-FFF2-40B4-BE49-F238E27FC236}">
                <a16:creationId xmlns:a16="http://schemas.microsoft.com/office/drawing/2014/main" id="{70DF6F8B-0370-1B7A-B919-1FA068C6843A}"/>
              </a:ext>
            </a:extLst>
          </p:cNvPr>
          <p:cNvSpPr>
            <a:spLocks noGrp="1"/>
          </p:cNvSpPr>
          <p:nvPr>
            <p:ph type="body" sz="quarter" idx="39" hasCustomPrompt="1"/>
          </p:nvPr>
        </p:nvSpPr>
        <p:spPr>
          <a:xfrm>
            <a:off x="353983" y="5191581"/>
            <a:ext cx="6690555"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endParaRPr lang="ru-RU" dirty="0"/>
          </a:p>
        </p:txBody>
      </p:sp>
      <p:pic>
        <p:nvPicPr>
          <p:cNvPr id="4" name="Рисунок 3">
            <a:extLst>
              <a:ext uri="{FF2B5EF4-FFF2-40B4-BE49-F238E27FC236}">
                <a16:creationId xmlns:a16="http://schemas.microsoft.com/office/drawing/2014/main" id="{D1D6A234-ACD0-A81B-6420-1CD92CB9F95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sp>
        <p:nvSpPr>
          <p:cNvPr id="3" name="Текст 61">
            <a:extLst>
              <a:ext uri="{FF2B5EF4-FFF2-40B4-BE49-F238E27FC236}">
                <a16:creationId xmlns:a16="http://schemas.microsoft.com/office/drawing/2014/main" id="{10A95866-5BDF-6758-84B8-FFC4F368FDDF}"/>
              </a:ext>
            </a:extLst>
          </p:cNvPr>
          <p:cNvSpPr>
            <a:spLocks noGrp="1"/>
          </p:cNvSpPr>
          <p:nvPr>
            <p:ph type="body" sz="quarter" idx="40" hasCustomPrompt="1"/>
          </p:nvPr>
        </p:nvSpPr>
        <p:spPr>
          <a:xfrm>
            <a:off x="352685" y="3670020"/>
            <a:ext cx="5760000" cy="371897"/>
          </a:xfrm>
        </p:spPr>
        <p:txBody>
          <a:bodyPr>
            <a:spAutoFit/>
          </a:bodyPr>
          <a:lstStyle>
            <a:lvl1pPr marL="269946" marR="0" indent="-288000" algn="l" defTabSz="457109" rtl="0" eaLnBrk="1" fontAlgn="auto" latinLnBrk="0" hangingPunct="1">
              <a:lnSpc>
                <a:spcPts val="1200"/>
              </a:lnSpc>
              <a:spcBef>
                <a:spcPts val="500"/>
              </a:spcBef>
              <a:spcAft>
                <a:spcPts val="0"/>
              </a:spcAft>
              <a:buClr>
                <a:schemeClr val="tx2"/>
              </a:buClr>
              <a:buSzTx/>
              <a:buFont typeface="+mj-lt"/>
              <a:buAutoNum type="arabicPeriod"/>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r>
              <a:rPr lang="ru-RU" dirty="0">
                <a:effectLst/>
              </a:rPr>
              <a:t> </a:t>
            </a:r>
            <a:r>
              <a:rPr lang="en-US" dirty="0">
                <a:effectLst/>
              </a:rPr>
              <a:t> </a:t>
            </a:r>
          </a:p>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a:t>
            </a:r>
            <a:endParaRPr lang="ru-RU" dirty="0">
              <a:effectLst/>
            </a:endParaRPr>
          </a:p>
        </p:txBody>
      </p:sp>
      <p:pic>
        <p:nvPicPr>
          <p:cNvPr id="2" name="Image 0" descr=" ">
            <a:extLst>
              <a:ext uri="{FF2B5EF4-FFF2-40B4-BE49-F238E27FC236}">
                <a16:creationId xmlns:a16="http://schemas.microsoft.com/office/drawing/2014/main" id="{0DDBDC9A-6E1A-5561-B013-764AA9A7295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3305826065"/>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Предпосылки и подход с пот. эффектами">
    <p:spTree>
      <p:nvGrpSpPr>
        <p:cNvPr id="1" name=""/>
        <p:cNvGrpSpPr/>
        <p:nvPr/>
      </p:nvGrpSpPr>
      <p:grpSpPr>
        <a:xfrm>
          <a:off x="0" y="0"/>
          <a:ext cx="0" cy="0"/>
          <a:chOff x="0" y="0"/>
          <a:chExt cx="0" cy="0"/>
        </a:xfrm>
      </p:grpSpPr>
      <p:sp>
        <p:nvSpPr>
          <p:cNvPr id="15" name="Shape 12">
            <a:extLst>
              <a:ext uri="{FF2B5EF4-FFF2-40B4-BE49-F238E27FC236}">
                <a16:creationId xmlns:a16="http://schemas.microsoft.com/office/drawing/2014/main" id="{1F513740-4F96-CCDA-E728-31237FD3B0E9}"/>
              </a:ext>
            </a:extLst>
          </p:cNvPr>
          <p:cNvSpPr/>
          <p:nvPr userDrawn="1"/>
        </p:nvSpPr>
        <p:spPr>
          <a:xfrm>
            <a:off x="7111963" y="1498600"/>
            <a:ext cx="4724375" cy="5003800"/>
          </a:xfrm>
          <a:prstGeom prst="rect">
            <a:avLst/>
          </a:prstGeom>
          <a:solidFill>
            <a:srgbClr val="CF0522">
              <a:alpha val="10000"/>
            </a:srgbClr>
          </a:solidFill>
          <a:ln/>
        </p:spPr>
      </p:sp>
      <p:sp>
        <p:nvSpPr>
          <p:cNvPr id="26" name="Shape 7">
            <a:extLst>
              <a:ext uri="{FF2B5EF4-FFF2-40B4-BE49-F238E27FC236}">
                <a16:creationId xmlns:a16="http://schemas.microsoft.com/office/drawing/2014/main" id="{ECA0BD6E-4196-E2A9-F9BB-3BE8BB56F420}"/>
              </a:ext>
            </a:extLst>
          </p:cNvPr>
          <p:cNvSpPr/>
          <p:nvPr userDrawn="1"/>
        </p:nvSpPr>
        <p:spPr>
          <a:xfrm>
            <a:off x="355598" y="2000250"/>
            <a:ext cx="3759181" cy="12700"/>
          </a:xfrm>
          <a:prstGeom prst="rect">
            <a:avLst/>
          </a:prstGeom>
          <a:solidFill>
            <a:srgbClr val="000000">
              <a:alpha val="100000"/>
            </a:srgbClr>
          </a:solidFill>
          <a:ln/>
        </p:spPr>
      </p:sp>
      <p:sp>
        <p:nvSpPr>
          <p:cNvPr id="39" name="Shape 22">
            <a:extLst>
              <a:ext uri="{FF2B5EF4-FFF2-40B4-BE49-F238E27FC236}">
                <a16:creationId xmlns:a16="http://schemas.microsoft.com/office/drawing/2014/main" id="{BA575AF5-36B2-0A01-318A-7F41040905E8}"/>
              </a:ext>
            </a:extLst>
          </p:cNvPr>
          <p:cNvSpPr/>
          <p:nvPr userDrawn="1"/>
        </p:nvSpPr>
        <p:spPr>
          <a:xfrm>
            <a:off x="11125142" y="1600200"/>
            <a:ext cx="609597" cy="609600"/>
          </a:xfrm>
          <a:prstGeom prst="rect">
            <a:avLst/>
          </a:prstGeom>
          <a:solidFill>
            <a:srgbClr val="FFFFFF">
              <a:alpha val="100000"/>
            </a:srgbClr>
          </a:solidFill>
          <a:ln/>
        </p:spPr>
      </p:sp>
      <p:pic>
        <p:nvPicPr>
          <p:cNvPr id="42" name="Image 1" descr=" ">
            <a:extLst>
              <a:ext uri="{FF2B5EF4-FFF2-40B4-BE49-F238E27FC236}">
                <a16:creationId xmlns:a16="http://schemas.microsoft.com/office/drawing/2014/main" id="{C56F3441-DC4A-1005-4B15-AA5201B6BAE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277541" y="1752600"/>
            <a:ext cx="304798" cy="304800"/>
          </a:xfrm>
          <a:prstGeom prst="rect">
            <a:avLst/>
          </a:prstGeom>
        </p:spPr>
      </p:pic>
      <p:sp>
        <p:nvSpPr>
          <p:cNvPr id="12" name="Shape 5">
            <a:extLst>
              <a:ext uri="{FF2B5EF4-FFF2-40B4-BE49-F238E27FC236}">
                <a16:creationId xmlns:a16="http://schemas.microsoft.com/office/drawing/2014/main" id="{CFA9D7CA-9195-2D76-6E2D-C02FD1259AD5}"/>
              </a:ext>
            </a:extLst>
          </p:cNvPr>
          <p:cNvSpPr/>
          <p:nvPr userDrawn="1"/>
        </p:nvSpPr>
        <p:spPr>
          <a:xfrm>
            <a:off x="355598" y="2000250"/>
            <a:ext cx="6654765" cy="12700"/>
          </a:xfrm>
          <a:prstGeom prst="rect">
            <a:avLst/>
          </a:prstGeom>
          <a:solidFill>
            <a:srgbClr val="000000">
              <a:alpha val="100000"/>
            </a:srgbClr>
          </a:solidFill>
          <a:ln/>
        </p:spPr>
      </p:sp>
      <p:sp>
        <p:nvSpPr>
          <p:cNvPr id="13" name="Shape 6">
            <a:extLst>
              <a:ext uri="{FF2B5EF4-FFF2-40B4-BE49-F238E27FC236}">
                <a16:creationId xmlns:a16="http://schemas.microsoft.com/office/drawing/2014/main" id="{3EC6807B-7009-8E82-1665-3BF0E6E6B3B5}"/>
              </a:ext>
            </a:extLst>
          </p:cNvPr>
          <p:cNvSpPr/>
          <p:nvPr userDrawn="1"/>
        </p:nvSpPr>
        <p:spPr>
          <a:xfrm>
            <a:off x="355598" y="3536950"/>
            <a:ext cx="6654765" cy="12700"/>
          </a:xfrm>
          <a:prstGeom prst="rect">
            <a:avLst/>
          </a:prstGeom>
          <a:solidFill>
            <a:srgbClr val="000000">
              <a:alpha val="100000"/>
            </a:srgbClr>
          </a:solidFill>
          <a:ln/>
        </p:spPr>
      </p:sp>
      <p:sp>
        <p:nvSpPr>
          <p:cNvPr id="14" name="Shape 7">
            <a:extLst>
              <a:ext uri="{FF2B5EF4-FFF2-40B4-BE49-F238E27FC236}">
                <a16:creationId xmlns:a16="http://schemas.microsoft.com/office/drawing/2014/main" id="{E5B889C8-980A-053E-4936-45DBBB59D987}"/>
              </a:ext>
            </a:extLst>
          </p:cNvPr>
          <p:cNvSpPr/>
          <p:nvPr userDrawn="1"/>
        </p:nvSpPr>
        <p:spPr>
          <a:xfrm>
            <a:off x="355598" y="5073650"/>
            <a:ext cx="6654765" cy="12700"/>
          </a:xfrm>
          <a:prstGeom prst="rect">
            <a:avLst/>
          </a:prstGeom>
          <a:solidFill>
            <a:srgbClr val="000000">
              <a:alpha val="100000"/>
            </a:srgbClr>
          </a:solidFill>
          <a:ln/>
        </p:spPr>
      </p:sp>
      <p:sp>
        <p:nvSpPr>
          <p:cNvPr id="11" name="Номер слайда 5">
            <a:extLst>
              <a:ext uri="{FF2B5EF4-FFF2-40B4-BE49-F238E27FC236}">
                <a16:creationId xmlns:a16="http://schemas.microsoft.com/office/drawing/2014/main" id="{FB336CCF-9F52-484F-877D-9D7F7E6C9386}"/>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latin typeface="+mn-lt"/>
              </a:defRPr>
            </a:lvl1pPr>
          </a:lstStyle>
          <a:p>
            <a:fld id="{13FB4C0F-BB20-4298-B11D-AEB97E17A107}" type="slidenum">
              <a:rPr lang="ru-RU" smtClean="0"/>
              <a:pPr/>
              <a:t>‹#›</a:t>
            </a:fld>
            <a:endParaRPr lang="ru-RU" dirty="0"/>
          </a:p>
        </p:txBody>
      </p:sp>
      <p:sp>
        <p:nvSpPr>
          <p:cNvPr id="16" name="Заголовок 1">
            <a:extLst>
              <a:ext uri="{FF2B5EF4-FFF2-40B4-BE49-F238E27FC236}">
                <a16:creationId xmlns:a16="http://schemas.microsoft.com/office/drawing/2014/main" id="{8757921B-1C0B-DC23-BE59-D46A7AA82697}"/>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Предпосылки проекта и подход к реализации</a:t>
            </a:r>
            <a:endParaRPr lang="ru-RU" dirty="0"/>
          </a:p>
        </p:txBody>
      </p:sp>
      <p:sp>
        <p:nvSpPr>
          <p:cNvPr id="17" name="Текст 25">
            <a:extLst>
              <a:ext uri="{FF2B5EF4-FFF2-40B4-BE49-F238E27FC236}">
                <a16:creationId xmlns:a16="http://schemas.microsoft.com/office/drawing/2014/main" id="{49C1C8DB-A7C1-4EFF-DF29-9502E035EDF0}"/>
              </a:ext>
            </a:extLst>
          </p:cNvPr>
          <p:cNvSpPr>
            <a:spLocks noGrp="1"/>
          </p:cNvSpPr>
          <p:nvPr>
            <p:ph type="body" sz="quarter" idx="34" hasCustomPrompt="1"/>
          </p:nvPr>
        </p:nvSpPr>
        <p:spPr>
          <a:xfrm>
            <a:off x="352685" y="1656186"/>
            <a:ext cx="2928263"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Бизнес-контекст</a:t>
            </a:r>
          </a:p>
        </p:txBody>
      </p:sp>
      <p:sp>
        <p:nvSpPr>
          <p:cNvPr id="18" name="Текст 25">
            <a:extLst>
              <a:ext uri="{FF2B5EF4-FFF2-40B4-BE49-F238E27FC236}">
                <a16:creationId xmlns:a16="http://schemas.microsoft.com/office/drawing/2014/main" id="{07F6DD92-C75C-E2EA-70C0-2D2622E9076D}"/>
              </a:ext>
            </a:extLst>
          </p:cNvPr>
          <p:cNvSpPr>
            <a:spLocks noGrp="1"/>
          </p:cNvSpPr>
          <p:nvPr>
            <p:ph type="body" sz="quarter" idx="37" hasCustomPrompt="1"/>
          </p:nvPr>
        </p:nvSpPr>
        <p:spPr>
          <a:xfrm>
            <a:off x="352685" y="3190769"/>
            <a:ext cx="2928263"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Цели</a:t>
            </a:r>
          </a:p>
        </p:txBody>
      </p:sp>
      <p:sp>
        <p:nvSpPr>
          <p:cNvPr id="19" name="Текст 61">
            <a:extLst>
              <a:ext uri="{FF2B5EF4-FFF2-40B4-BE49-F238E27FC236}">
                <a16:creationId xmlns:a16="http://schemas.microsoft.com/office/drawing/2014/main" id="{A5F97C22-5D55-CFB4-32C0-BB04535FA02D}"/>
              </a:ext>
            </a:extLst>
          </p:cNvPr>
          <p:cNvSpPr>
            <a:spLocks noGrp="1"/>
          </p:cNvSpPr>
          <p:nvPr>
            <p:ph type="body" sz="quarter" idx="36" hasCustomPrompt="1"/>
          </p:nvPr>
        </p:nvSpPr>
        <p:spPr>
          <a:xfrm>
            <a:off x="352529" y="2104569"/>
            <a:ext cx="5760000" cy="461665"/>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22" name="Текст 61">
            <a:extLst>
              <a:ext uri="{FF2B5EF4-FFF2-40B4-BE49-F238E27FC236}">
                <a16:creationId xmlns:a16="http://schemas.microsoft.com/office/drawing/2014/main" id="{3FCCD514-C7B8-DCF5-4113-7CBA348C95CA}"/>
              </a:ext>
            </a:extLst>
          </p:cNvPr>
          <p:cNvSpPr>
            <a:spLocks noGrp="1"/>
          </p:cNvSpPr>
          <p:nvPr>
            <p:ph type="body" sz="quarter" idx="38" hasCustomPrompt="1"/>
          </p:nvPr>
        </p:nvSpPr>
        <p:spPr>
          <a:xfrm>
            <a:off x="352685" y="3670020"/>
            <a:ext cx="5760000" cy="371897"/>
          </a:xfrm>
        </p:spPr>
        <p:txBody>
          <a:bodyPr>
            <a:spAutoFit/>
          </a:bodyPr>
          <a:lstStyle>
            <a:lvl1pPr marL="269946" marR="0" indent="-288000" algn="l" defTabSz="457109" rtl="0" eaLnBrk="1" fontAlgn="auto" latinLnBrk="0" hangingPunct="1">
              <a:lnSpc>
                <a:spcPts val="1200"/>
              </a:lnSpc>
              <a:spcBef>
                <a:spcPts val="500"/>
              </a:spcBef>
              <a:spcAft>
                <a:spcPts val="0"/>
              </a:spcAft>
              <a:buClr>
                <a:schemeClr val="tx2"/>
              </a:buClr>
              <a:buSzTx/>
              <a:buFont typeface="+mj-lt"/>
              <a:buAutoNum type="arabicPeriod"/>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r>
              <a:rPr lang="ru-RU" dirty="0">
                <a:effectLst/>
              </a:rPr>
              <a:t> </a:t>
            </a:r>
            <a:r>
              <a:rPr lang="en-US" dirty="0">
                <a:effectLst/>
              </a:rPr>
              <a:t> </a:t>
            </a:r>
          </a:p>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a:t>
            </a:r>
            <a:endParaRPr lang="ru-RU" dirty="0">
              <a:effectLst/>
            </a:endParaRPr>
          </a:p>
        </p:txBody>
      </p:sp>
      <p:sp>
        <p:nvSpPr>
          <p:cNvPr id="23" name="Текст 25">
            <a:extLst>
              <a:ext uri="{FF2B5EF4-FFF2-40B4-BE49-F238E27FC236}">
                <a16:creationId xmlns:a16="http://schemas.microsoft.com/office/drawing/2014/main" id="{5826CDD0-522A-F183-C08D-A48A43C19971}"/>
              </a:ext>
            </a:extLst>
          </p:cNvPr>
          <p:cNvSpPr>
            <a:spLocks noGrp="1"/>
          </p:cNvSpPr>
          <p:nvPr>
            <p:ph type="body" sz="quarter" idx="39" hasCustomPrompt="1"/>
          </p:nvPr>
        </p:nvSpPr>
        <p:spPr>
          <a:xfrm>
            <a:off x="352685" y="4726960"/>
            <a:ext cx="2928263"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Задачи</a:t>
            </a:r>
          </a:p>
        </p:txBody>
      </p:sp>
      <p:sp>
        <p:nvSpPr>
          <p:cNvPr id="24" name="Текст 61">
            <a:extLst>
              <a:ext uri="{FF2B5EF4-FFF2-40B4-BE49-F238E27FC236}">
                <a16:creationId xmlns:a16="http://schemas.microsoft.com/office/drawing/2014/main" id="{2EAFB6E9-E93E-2D95-6E60-344BDEEBF4F0}"/>
              </a:ext>
            </a:extLst>
          </p:cNvPr>
          <p:cNvSpPr>
            <a:spLocks noGrp="1"/>
          </p:cNvSpPr>
          <p:nvPr>
            <p:ph type="body" sz="quarter" idx="40" hasCustomPrompt="1"/>
          </p:nvPr>
        </p:nvSpPr>
        <p:spPr>
          <a:xfrm>
            <a:off x="353982" y="5191581"/>
            <a:ext cx="5760000" cy="923330"/>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endParaRPr lang="ru-RU" dirty="0"/>
          </a:p>
        </p:txBody>
      </p:sp>
      <p:sp>
        <p:nvSpPr>
          <p:cNvPr id="25" name="Текст 43">
            <a:extLst>
              <a:ext uri="{FF2B5EF4-FFF2-40B4-BE49-F238E27FC236}">
                <a16:creationId xmlns:a16="http://schemas.microsoft.com/office/drawing/2014/main" id="{226AA203-93AC-38EA-F1AB-1535C22FC13B}"/>
              </a:ext>
            </a:extLst>
          </p:cNvPr>
          <p:cNvSpPr>
            <a:spLocks noGrp="1"/>
          </p:cNvSpPr>
          <p:nvPr>
            <p:ph type="body" sz="quarter" idx="31" hasCustomPrompt="1"/>
          </p:nvPr>
        </p:nvSpPr>
        <p:spPr>
          <a:xfrm>
            <a:off x="7314017" y="1708063"/>
            <a:ext cx="2737287" cy="446532"/>
          </a:xfrm>
        </p:spPr>
        <p:txBody>
          <a:bodyPr>
            <a:spAutoFit/>
          </a:bodyPr>
          <a:lstStyle>
            <a:lvl1pPr marL="0" indent="0">
              <a:buNone/>
              <a:defRPr sz="1600" kern="0" spc="0" baseline="0">
                <a:latin typeface="+mn-lt"/>
              </a:defRPr>
            </a:lvl1pPr>
          </a:lstStyle>
          <a:p>
            <a:pPr lvl="0"/>
            <a:r>
              <a:rPr lang="ru-RU" dirty="0">
                <a:effectLst/>
              </a:rPr>
              <a:t>Периметр проекта / Потенциальные эффекты</a:t>
            </a:r>
            <a:endParaRPr lang="ru-RU" dirty="0"/>
          </a:p>
        </p:txBody>
      </p:sp>
      <p:sp>
        <p:nvSpPr>
          <p:cNvPr id="27" name="Текст 29">
            <a:extLst>
              <a:ext uri="{FF2B5EF4-FFF2-40B4-BE49-F238E27FC236}">
                <a16:creationId xmlns:a16="http://schemas.microsoft.com/office/drawing/2014/main" id="{D7E237FD-CDFB-C8D3-422E-52D9A47EAA56}"/>
              </a:ext>
            </a:extLst>
          </p:cNvPr>
          <p:cNvSpPr>
            <a:spLocks noGrp="1"/>
          </p:cNvSpPr>
          <p:nvPr>
            <p:ph type="body" sz="quarter" idx="32" hasCustomPrompt="1"/>
          </p:nvPr>
        </p:nvSpPr>
        <p:spPr>
          <a:xfrm>
            <a:off x="7314016" y="2823635"/>
            <a:ext cx="4320000" cy="1885131"/>
          </a:xfrm>
        </p:spPr>
        <p:txBody>
          <a:bodyPr/>
          <a:lstStyle>
            <a:lvl1pPr marL="0" marR="0" indent="0" algn="l" defTabSz="432000" rtl="0" eaLnBrk="1" fontAlgn="auto" latinLnBrk="0" hangingPunct="1">
              <a:lnSpc>
                <a:spcPts val="1200"/>
              </a:lnSpc>
              <a:spcBef>
                <a:spcPts val="500"/>
              </a:spcBef>
              <a:spcAft>
                <a:spcPts val="0"/>
              </a:spcAft>
              <a:buClrTx/>
              <a:buSzTx/>
              <a:buFont typeface="Arial" panose="020B0604020202020204" pitchFamily="34" charset="0"/>
              <a:buNone/>
              <a:tabLst/>
              <a:defRPr sz="1000" kern="0" spc="0" baseline="0">
                <a:latin typeface="+mn-lt"/>
              </a:defRPr>
            </a:lvl1pPr>
            <a:lvl2pPr>
              <a:lnSpc>
                <a:spcPct val="100000"/>
              </a:lnSpc>
              <a:defRPr sz="1000" kern="0"/>
            </a:lvl2pPr>
            <a:lvl3pPr>
              <a:lnSpc>
                <a:spcPct val="100000"/>
              </a:lnSpc>
              <a:defRPr sz="1000" kern="0"/>
            </a:lvl3pPr>
            <a:lvl4pPr>
              <a:lnSpc>
                <a:spcPct val="100000"/>
              </a:lnSpc>
              <a:defRPr sz="1000" kern="0"/>
            </a:lvl4pPr>
            <a:lvl5pPr>
              <a:lnSpc>
                <a:spcPct val="100000"/>
              </a:lnSpc>
              <a:defRPr sz="1000" kern="0"/>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br>
              <a:rPr lang="ru-RU" dirty="0">
                <a:effectLst/>
              </a:rPr>
            </a:br>
            <a:endParaRPr lang="ru-RU" dirty="0">
              <a:effectLst/>
            </a:endParaRPr>
          </a:p>
          <a:p>
            <a:r>
              <a:rPr lang="ru-RU" dirty="0">
                <a:effectLst/>
              </a:rPr>
              <a:t>Маркированный список</a:t>
            </a:r>
          </a:p>
          <a:p>
            <a:r>
              <a:rPr lang="ru-RU" dirty="0">
                <a:effectLst/>
              </a:rPr>
              <a:t>Маркированный список</a:t>
            </a:r>
          </a:p>
          <a:p>
            <a:r>
              <a:rPr lang="ru-RU" dirty="0">
                <a:effectLst/>
              </a:rPr>
              <a:t>Маркированный список</a:t>
            </a:r>
          </a:p>
        </p:txBody>
      </p:sp>
      <p:pic>
        <p:nvPicPr>
          <p:cNvPr id="4" name="Рисунок 3">
            <a:extLst>
              <a:ext uri="{FF2B5EF4-FFF2-40B4-BE49-F238E27FC236}">
                <a16:creationId xmlns:a16="http://schemas.microsoft.com/office/drawing/2014/main" id="{9AED14DB-7E21-9224-4FEA-8307E6F3195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97A4B549-CACD-431B-3072-C41C423F556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3434893134"/>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Заголовок и описание в 2 колонки">
    <p:spTree>
      <p:nvGrpSpPr>
        <p:cNvPr id="1" name=""/>
        <p:cNvGrpSpPr/>
        <p:nvPr/>
      </p:nvGrpSpPr>
      <p:grpSpPr>
        <a:xfrm>
          <a:off x="0" y="0"/>
          <a:ext cx="0" cy="0"/>
          <a:chOff x="0" y="0"/>
          <a:chExt cx="0" cy="0"/>
        </a:xfrm>
      </p:grpSpPr>
      <p:sp>
        <p:nvSpPr>
          <p:cNvPr id="27" name="Shape 14">
            <a:extLst>
              <a:ext uri="{FF2B5EF4-FFF2-40B4-BE49-F238E27FC236}">
                <a16:creationId xmlns:a16="http://schemas.microsoft.com/office/drawing/2014/main" id="{99C03F2E-A4A2-81C0-CC1A-B2B126D9DDCF}"/>
              </a:ext>
            </a:extLst>
          </p:cNvPr>
          <p:cNvSpPr/>
          <p:nvPr userDrawn="1"/>
        </p:nvSpPr>
        <p:spPr>
          <a:xfrm>
            <a:off x="355598" y="2000250"/>
            <a:ext cx="5689570" cy="12700"/>
          </a:xfrm>
          <a:prstGeom prst="rect">
            <a:avLst/>
          </a:prstGeom>
          <a:solidFill>
            <a:srgbClr val="000000">
              <a:alpha val="100000"/>
            </a:srgbClr>
          </a:solidFill>
          <a:ln/>
        </p:spPr>
      </p:sp>
      <p:sp>
        <p:nvSpPr>
          <p:cNvPr id="28" name="Shape 15">
            <a:extLst>
              <a:ext uri="{FF2B5EF4-FFF2-40B4-BE49-F238E27FC236}">
                <a16:creationId xmlns:a16="http://schemas.microsoft.com/office/drawing/2014/main" id="{D467361B-1A60-A8E7-81A7-5C97FD4FD97E}"/>
              </a:ext>
            </a:extLst>
          </p:cNvPr>
          <p:cNvSpPr/>
          <p:nvPr userDrawn="1"/>
        </p:nvSpPr>
        <p:spPr>
          <a:xfrm>
            <a:off x="6146768" y="2000250"/>
            <a:ext cx="5689570" cy="12700"/>
          </a:xfrm>
          <a:prstGeom prst="rect">
            <a:avLst/>
          </a:prstGeom>
          <a:solidFill>
            <a:srgbClr val="000000">
              <a:alpha val="100000"/>
            </a:srgbClr>
          </a:solidFill>
          <a:ln/>
        </p:spPr>
      </p:sp>
      <p:sp>
        <p:nvSpPr>
          <p:cNvPr id="10" name="Номер слайда 5">
            <a:extLst>
              <a:ext uri="{FF2B5EF4-FFF2-40B4-BE49-F238E27FC236}">
                <a16:creationId xmlns:a16="http://schemas.microsoft.com/office/drawing/2014/main" id="{BFBDF66F-06E0-C092-C604-A0A97E7538A2}"/>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1" name="Заголовок 1">
            <a:extLst>
              <a:ext uri="{FF2B5EF4-FFF2-40B4-BE49-F238E27FC236}">
                <a16:creationId xmlns:a16="http://schemas.microsoft.com/office/drawing/2014/main" id="{118F794D-7FDE-F959-59F9-1A2A5CC419EC}"/>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Шаблон слайда</a:t>
            </a:r>
            <a:endParaRPr lang="ru-RU" dirty="0"/>
          </a:p>
        </p:txBody>
      </p:sp>
      <p:sp>
        <p:nvSpPr>
          <p:cNvPr id="12" name="Текст 25">
            <a:extLst>
              <a:ext uri="{FF2B5EF4-FFF2-40B4-BE49-F238E27FC236}">
                <a16:creationId xmlns:a16="http://schemas.microsoft.com/office/drawing/2014/main" id="{485B2FB7-F76C-72AF-7E5D-4B241AFAABDB}"/>
              </a:ext>
            </a:extLst>
          </p:cNvPr>
          <p:cNvSpPr>
            <a:spLocks noGrp="1"/>
          </p:cNvSpPr>
          <p:nvPr>
            <p:ph type="body" sz="quarter" idx="34" hasCustomPrompt="1"/>
          </p:nvPr>
        </p:nvSpPr>
        <p:spPr>
          <a:xfrm>
            <a:off x="352684" y="1656186"/>
            <a:ext cx="4788000"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Заголовок</a:t>
            </a:r>
          </a:p>
        </p:txBody>
      </p:sp>
      <p:sp>
        <p:nvSpPr>
          <p:cNvPr id="15" name="Текст 25">
            <a:extLst>
              <a:ext uri="{FF2B5EF4-FFF2-40B4-BE49-F238E27FC236}">
                <a16:creationId xmlns:a16="http://schemas.microsoft.com/office/drawing/2014/main" id="{19B57AAE-F238-8969-D0BB-6A7C2E5BC03A}"/>
              </a:ext>
            </a:extLst>
          </p:cNvPr>
          <p:cNvSpPr>
            <a:spLocks noGrp="1"/>
          </p:cNvSpPr>
          <p:nvPr>
            <p:ph type="body" sz="quarter" idx="35" hasCustomPrompt="1"/>
          </p:nvPr>
        </p:nvSpPr>
        <p:spPr>
          <a:xfrm>
            <a:off x="6150417" y="1656186"/>
            <a:ext cx="4788000"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Заголовок</a:t>
            </a:r>
          </a:p>
        </p:txBody>
      </p:sp>
      <p:sp>
        <p:nvSpPr>
          <p:cNvPr id="16" name="Текст 61">
            <a:extLst>
              <a:ext uri="{FF2B5EF4-FFF2-40B4-BE49-F238E27FC236}">
                <a16:creationId xmlns:a16="http://schemas.microsoft.com/office/drawing/2014/main" id="{01A2A767-EA03-27A7-61EF-ADF72E250555}"/>
              </a:ext>
            </a:extLst>
          </p:cNvPr>
          <p:cNvSpPr>
            <a:spLocks noGrp="1"/>
          </p:cNvSpPr>
          <p:nvPr>
            <p:ph type="body" sz="quarter" idx="36" hasCustomPrompt="1"/>
          </p:nvPr>
        </p:nvSpPr>
        <p:spPr>
          <a:xfrm>
            <a:off x="350668" y="2270782"/>
            <a:ext cx="4788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17" name="Текст 61">
            <a:extLst>
              <a:ext uri="{FF2B5EF4-FFF2-40B4-BE49-F238E27FC236}">
                <a16:creationId xmlns:a16="http://schemas.microsoft.com/office/drawing/2014/main" id="{270E1820-EB92-9C8C-2890-982ACA33765A}"/>
              </a:ext>
            </a:extLst>
          </p:cNvPr>
          <p:cNvSpPr>
            <a:spLocks noGrp="1"/>
          </p:cNvSpPr>
          <p:nvPr>
            <p:ph type="body" sz="quarter" idx="37" hasCustomPrompt="1"/>
          </p:nvPr>
        </p:nvSpPr>
        <p:spPr>
          <a:xfrm>
            <a:off x="6150417" y="2270782"/>
            <a:ext cx="4788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18" name="Текст 61">
            <a:extLst>
              <a:ext uri="{FF2B5EF4-FFF2-40B4-BE49-F238E27FC236}">
                <a16:creationId xmlns:a16="http://schemas.microsoft.com/office/drawing/2014/main" id="{36E2BF5B-F7C3-E85D-E0B4-55DAFB1C8133}"/>
              </a:ext>
            </a:extLst>
          </p:cNvPr>
          <p:cNvSpPr>
            <a:spLocks noGrp="1"/>
          </p:cNvSpPr>
          <p:nvPr>
            <p:ph type="body" sz="quarter" idx="38" hasCustomPrompt="1"/>
          </p:nvPr>
        </p:nvSpPr>
        <p:spPr>
          <a:xfrm>
            <a:off x="352529" y="2571414"/>
            <a:ext cx="4788000" cy="615553"/>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19" name="Текст 61">
            <a:extLst>
              <a:ext uri="{FF2B5EF4-FFF2-40B4-BE49-F238E27FC236}">
                <a16:creationId xmlns:a16="http://schemas.microsoft.com/office/drawing/2014/main" id="{CEF2E352-FDB2-F474-D738-D43F7CEEA7B7}"/>
              </a:ext>
            </a:extLst>
          </p:cNvPr>
          <p:cNvSpPr>
            <a:spLocks noGrp="1"/>
          </p:cNvSpPr>
          <p:nvPr>
            <p:ph type="body" sz="quarter" idx="39" hasCustomPrompt="1"/>
          </p:nvPr>
        </p:nvSpPr>
        <p:spPr>
          <a:xfrm>
            <a:off x="6146768" y="2571414"/>
            <a:ext cx="4788000" cy="615553"/>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20" name="Текст 61">
            <a:extLst>
              <a:ext uri="{FF2B5EF4-FFF2-40B4-BE49-F238E27FC236}">
                <a16:creationId xmlns:a16="http://schemas.microsoft.com/office/drawing/2014/main" id="{CB5C4C83-8E41-19B0-AFA5-674F62B64AFC}"/>
              </a:ext>
            </a:extLst>
          </p:cNvPr>
          <p:cNvSpPr>
            <a:spLocks noGrp="1"/>
          </p:cNvSpPr>
          <p:nvPr>
            <p:ph type="body" sz="quarter" idx="40" hasCustomPrompt="1"/>
          </p:nvPr>
        </p:nvSpPr>
        <p:spPr>
          <a:xfrm>
            <a:off x="350668" y="3483765"/>
            <a:ext cx="4788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21" name="Текст 61">
            <a:extLst>
              <a:ext uri="{FF2B5EF4-FFF2-40B4-BE49-F238E27FC236}">
                <a16:creationId xmlns:a16="http://schemas.microsoft.com/office/drawing/2014/main" id="{1FE7176F-962B-0918-3103-A64AE96568FC}"/>
              </a:ext>
            </a:extLst>
          </p:cNvPr>
          <p:cNvSpPr>
            <a:spLocks noGrp="1"/>
          </p:cNvSpPr>
          <p:nvPr>
            <p:ph type="body" sz="quarter" idx="41" hasCustomPrompt="1"/>
          </p:nvPr>
        </p:nvSpPr>
        <p:spPr>
          <a:xfrm>
            <a:off x="6150417" y="3483765"/>
            <a:ext cx="4788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22" name="Текст 61">
            <a:extLst>
              <a:ext uri="{FF2B5EF4-FFF2-40B4-BE49-F238E27FC236}">
                <a16:creationId xmlns:a16="http://schemas.microsoft.com/office/drawing/2014/main" id="{2D9252A7-2220-1980-C3D8-C81647F2E12F}"/>
              </a:ext>
            </a:extLst>
          </p:cNvPr>
          <p:cNvSpPr>
            <a:spLocks noGrp="1"/>
          </p:cNvSpPr>
          <p:nvPr>
            <p:ph type="body" sz="quarter" idx="42" hasCustomPrompt="1"/>
          </p:nvPr>
        </p:nvSpPr>
        <p:spPr>
          <a:xfrm>
            <a:off x="352529" y="3784398"/>
            <a:ext cx="4788000" cy="1487587"/>
          </a:xfrm>
        </p:spPr>
        <p:txBody>
          <a:bodyPr wrap="square">
            <a:spAutoFit/>
          </a:bodyPr>
          <a:lstStyle>
            <a:lvl1pPr marL="0" marR="0" indent="0" algn="l" defTabSz="457109" rtl="0" eaLnBrk="1" fontAlgn="auto" latinLnBrk="0" hangingPunct="1">
              <a:lnSpc>
                <a:spcPts val="1200"/>
              </a:lnSpc>
              <a:spcBef>
                <a:spcPts val="500"/>
              </a:spcBef>
              <a:spcAft>
                <a:spcPts val="0"/>
              </a:spcAft>
              <a:buClr>
                <a:srgbClr val="000000"/>
              </a:buClr>
              <a:buSzTx/>
              <a:buFont typeface="Arial" panose="020B0604020202020204" pitchFamily="34" charset="0"/>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effectLst/>
            </a:endParaRPr>
          </a:p>
          <a:p>
            <a:endParaRPr lang="ru-RU" dirty="0">
              <a:effectLst/>
            </a:endParaRPr>
          </a:p>
          <a:p>
            <a:r>
              <a:rPr lang="ru-RU" dirty="0">
                <a:effectLst/>
              </a:rPr>
              <a:t>Маркированный список</a:t>
            </a:r>
          </a:p>
          <a:p>
            <a:r>
              <a:rPr lang="ru-RU" dirty="0">
                <a:effectLst/>
              </a:rPr>
              <a:t>Маркированный список</a:t>
            </a:r>
          </a:p>
          <a:p>
            <a:r>
              <a:rPr lang="ru-RU" dirty="0">
                <a:effectLst/>
              </a:rPr>
              <a:t>Маркированный список</a:t>
            </a:r>
          </a:p>
        </p:txBody>
      </p:sp>
      <p:sp>
        <p:nvSpPr>
          <p:cNvPr id="23" name="Текст 61">
            <a:extLst>
              <a:ext uri="{FF2B5EF4-FFF2-40B4-BE49-F238E27FC236}">
                <a16:creationId xmlns:a16="http://schemas.microsoft.com/office/drawing/2014/main" id="{02F279E2-F345-333F-087C-94775B41312F}"/>
              </a:ext>
            </a:extLst>
          </p:cNvPr>
          <p:cNvSpPr>
            <a:spLocks noGrp="1"/>
          </p:cNvSpPr>
          <p:nvPr>
            <p:ph type="body" sz="quarter" idx="43" hasCustomPrompt="1"/>
          </p:nvPr>
        </p:nvSpPr>
        <p:spPr>
          <a:xfrm>
            <a:off x="6146768" y="3784398"/>
            <a:ext cx="4788000" cy="1359346"/>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1"/>
              </a:buClr>
              <a:buSzTx/>
              <a:buFont typeface="Arial" panose="020B0604020202020204" pitchFamily="34" charset="0"/>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br>
              <a:rPr lang="en-US" dirty="0"/>
            </a:br>
            <a:br>
              <a:rPr lang="en-US" dirty="0"/>
            </a:br>
            <a:r>
              <a:rPr lang="ru-RU" dirty="0">
                <a:effectLst/>
              </a:rPr>
              <a:t>Маркированный список</a:t>
            </a:r>
          </a:p>
          <a:p>
            <a:r>
              <a:rPr lang="ru-RU" dirty="0">
                <a:effectLst/>
              </a:rPr>
              <a:t>Маркированный список</a:t>
            </a:r>
          </a:p>
          <a:p>
            <a:r>
              <a:rPr lang="ru-RU" dirty="0">
                <a:effectLst/>
              </a:rPr>
              <a:t>Маркированный список</a:t>
            </a:r>
          </a:p>
        </p:txBody>
      </p:sp>
      <p:pic>
        <p:nvPicPr>
          <p:cNvPr id="4" name="Рисунок 3">
            <a:extLst>
              <a:ext uri="{FF2B5EF4-FFF2-40B4-BE49-F238E27FC236}">
                <a16:creationId xmlns:a16="http://schemas.microsoft.com/office/drawing/2014/main" id="{20BEFBB7-4E75-66BD-A8C5-A750A6997F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A4A79FC8-39D3-7647-906B-90EAC74E87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48456903"/>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42"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Заголовок и описание в 3 колонки">
    <p:spTree>
      <p:nvGrpSpPr>
        <p:cNvPr id="1" name=""/>
        <p:cNvGrpSpPr/>
        <p:nvPr/>
      </p:nvGrpSpPr>
      <p:grpSpPr>
        <a:xfrm>
          <a:off x="0" y="0"/>
          <a:ext cx="0" cy="0"/>
          <a:chOff x="0" y="0"/>
          <a:chExt cx="0" cy="0"/>
        </a:xfrm>
      </p:grpSpPr>
      <p:sp>
        <p:nvSpPr>
          <p:cNvPr id="7" name="Shape 21">
            <a:extLst>
              <a:ext uri="{FF2B5EF4-FFF2-40B4-BE49-F238E27FC236}">
                <a16:creationId xmlns:a16="http://schemas.microsoft.com/office/drawing/2014/main" id="{16C5AD0E-B178-30F2-E4E3-E9C23A6E1C1C}"/>
              </a:ext>
            </a:extLst>
          </p:cNvPr>
          <p:cNvSpPr/>
          <p:nvPr userDrawn="1"/>
        </p:nvSpPr>
        <p:spPr>
          <a:xfrm>
            <a:off x="355598" y="2000250"/>
            <a:ext cx="3759181" cy="12700"/>
          </a:xfrm>
          <a:prstGeom prst="rect">
            <a:avLst/>
          </a:prstGeom>
          <a:solidFill>
            <a:srgbClr val="000000">
              <a:alpha val="100000"/>
            </a:srgbClr>
          </a:solidFill>
          <a:ln/>
        </p:spPr>
      </p:sp>
      <p:sp>
        <p:nvSpPr>
          <p:cNvPr id="8" name="Shape 22">
            <a:extLst>
              <a:ext uri="{FF2B5EF4-FFF2-40B4-BE49-F238E27FC236}">
                <a16:creationId xmlns:a16="http://schemas.microsoft.com/office/drawing/2014/main" id="{6375011A-409C-F42B-1531-932D8DBD84BD}"/>
              </a:ext>
            </a:extLst>
          </p:cNvPr>
          <p:cNvSpPr/>
          <p:nvPr userDrawn="1"/>
        </p:nvSpPr>
        <p:spPr>
          <a:xfrm>
            <a:off x="4216378" y="2000250"/>
            <a:ext cx="3759181" cy="12700"/>
          </a:xfrm>
          <a:prstGeom prst="rect">
            <a:avLst/>
          </a:prstGeom>
          <a:solidFill>
            <a:srgbClr val="000000">
              <a:alpha val="100000"/>
            </a:srgbClr>
          </a:solidFill>
          <a:ln/>
        </p:spPr>
      </p:sp>
      <p:sp>
        <p:nvSpPr>
          <p:cNvPr id="10" name="Shape 23">
            <a:extLst>
              <a:ext uri="{FF2B5EF4-FFF2-40B4-BE49-F238E27FC236}">
                <a16:creationId xmlns:a16="http://schemas.microsoft.com/office/drawing/2014/main" id="{0DA260B8-163A-757A-E54E-C6167A85BD7C}"/>
              </a:ext>
            </a:extLst>
          </p:cNvPr>
          <p:cNvSpPr/>
          <p:nvPr userDrawn="1"/>
        </p:nvSpPr>
        <p:spPr>
          <a:xfrm>
            <a:off x="8077158" y="2000250"/>
            <a:ext cx="3759181" cy="12700"/>
          </a:xfrm>
          <a:prstGeom prst="rect">
            <a:avLst/>
          </a:prstGeom>
          <a:solidFill>
            <a:srgbClr val="000000">
              <a:alpha val="100000"/>
            </a:srgbClr>
          </a:solidFill>
          <a:ln/>
        </p:spPr>
      </p:sp>
      <p:sp>
        <p:nvSpPr>
          <p:cNvPr id="12" name="Номер слайда 5">
            <a:extLst>
              <a:ext uri="{FF2B5EF4-FFF2-40B4-BE49-F238E27FC236}">
                <a16:creationId xmlns:a16="http://schemas.microsoft.com/office/drawing/2014/main" id="{8D772E9A-DAF1-975B-7F31-DE115A150E4A}"/>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31" name="Заголовок 1">
            <a:extLst>
              <a:ext uri="{FF2B5EF4-FFF2-40B4-BE49-F238E27FC236}">
                <a16:creationId xmlns:a16="http://schemas.microsoft.com/office/drawing/2014/main" id="{2C759B45-2C72-07FA-BE24-8A13D81FB481}"/>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Шаблон слайда</a:t>
            </a:r>
            <a:endParaRPr lang="ru-RU" dirty="0"/>
          </a:p>
        </p:txBody>
      </p:sp>
      <p:sp>
        <p:nvSpPr>
          <p:cNvPr id="33" name="Текст 25">
            <a:extLst>
              <a:ext uri="{FF2B5EF4-FFF2-40B4-BE49-F238E27FC236}">
                <a16:creationId xmlns:a16="http://schemas.microsoft.com/office/drawing/2014/main" id="{0E03D740-8A12-3B66-E3BF-0B5783093C52}"/>
              </a:ext>
            </a:extLst>
          </p:cNvPr>
          <p:cNvSpPr>
            <a:spLocks noGrp="1"/>
          </p:cNvSpPr>
          <p:nvPr>
            <p:ph type="body" sz="quarter" idx="41" hasCustomPrompt="1"/>
          </p:nvPr>
        </p:nvSpPr>
        <p:spPr>
          <a:xfrm>
            <a:off x="352684" y="1656186"/>
            <a:ext cx="3600000"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Заголовок</a:t>
            </a:r>
          </a:p>
        </p:txBody>
      </p:sp>
      <p:sp>
        <p:nvSpPr>
          <p:cNvPr id="34" name="Текст 61">
            <a:extLst>
              <a:ext uri="{FF2B5EF4-FFF2-40B4-BE49-F238E27FC236}">
                <a16:creationId xmlns:a16="http://schemas.microsoft.com/office/drawing/2014/main" id="{5CC662FE-70BD-9229-5962-F1A32B0A4FEA}"/>
              </a:ext>
            </a:extLst>
          </p:cNvPr>
          <p:cNvSpPr>
            <a:spLocks noGrp="1"/>
          </p:cNvSpPr>
          <p:nvPr>
            <p:ph type="body" sz="quarter" idx="42" hasCustomPrompt="1"/>
          </p:nvPr>
        </p:nvSpPr>
        <p:spPr>
          <a:xfrm>
            <a:off x="350668" y="2270782"/>
            <a:ext cx="3600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35" name="Текст 61">
            <a:extLst>
              <a:ext uri="{FF2B5EF4-FFF2-40B4-BE49-F238E27FC236}">
                <a16:creationId xmlns:a16="http://schemas.microsoft.com/office/drawing/2014/main" id="{C422E648-74E7-64DD-F180-B6AC9F73D0AD}"/>
              </a:ext>
            </a:extLst>
          </p:cNvPr>
          <p:cNvSpPr>
            <a:spLocks noGrp="1"/>
          </p:cNvSpPr>
          <p:nvPr>
            <p:ph type="body" sz="quarter" idx="43" hasCustomPrompt="1"/>
          </p:nvPr>
        </p:nvSpPr>
        <p:spPr>
          <a:xfrm>
            <a:off x="352529" y="2571414"/>
            <a:ext cx="3600000"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36" name="Текст 61">
            <a:extLst>
              <a:ext uri="{FF2B5EF4-FFF2-40B4-BE49-F238E27FC236}">
                <a16:creationId xmlns:a16="http://schemas.microsoft.com/office/drawing/2014/main" id="{5409AE8B-A802-F2CB-D5EF-6D5E4040E046}"/>
              </a:ext>
            </a:extLst>
          </p:cNvPr>
          <p:cNvSpPr>
            <a:spLocks noGrp="1"/>
          </p:cNvSpPr>
          <p:nvPr>
            <p:ph type="body" sz="quarter" idx="44" hasCustomPrompt="1"/>
          </p:nvPr>
        </p:nvSpPr>
        <p:spPr>
          <a:xfrm>
            <a:off x="350668" y="3651925"/>
            <a:ext cx="3600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37" name="Текст 61">
            <a:extLst>
              <a:ext uri="{FF2B5EF4-FFF2-40B4-BE49-F238E27FC236}">
                <a16:creationId xmlns:a16="http://schemas.microsoft.com/office/drawing/2014/main" id="{B027FCE4-B4F6-ED75-EA43-BC2D062F8F75}"/>
              </a:ext>
            </a:extLst>
          </p:cNvPr>
          <p:cNvSpPr>
            <a:spLocks noGrp="1"/>
          </p:cNvSpPr>
          <p:nvPr>
            <p:ph type="body" sz="quarter" idx="45" hasCustomPrompt="1"/>
          </p:nvPr>
        </p:nvSpPr>
        <p:spPr>
          <a:xfrm>
            <a:off x="352529" y="3952558"/>
            <a:ext cx="3600000" cy="1641475"/>
          </a:xfrm>
        </p:spPr>
        <p:txBody>
          <a:bodyPr wrap="square">
            <a:spAutoFit/>
          </a:bodyPr>
          <a:lstStyle>
            <a:lvl1pPr marL="0" marR="0" indent="0" algn="l" defTabSz="457109" rtl="0" eaLnBrk="1" fontAlgn="auto" latinLnBrk="0" hangingPunct="1">
              <a:lnSpc>
                <a:spcPts val="1200"/>
              </a:lnSpc>
              <a:spcBef>
                <a:spcPts val="500"/>
              </a:spcBef>
              <a:spcAft>
                <a:spcPts val="0"/>
              </a:spcAft>
              <a:buClr>
                <a:srgbClr val="000000"/>
              </a:buClr>
              <a:buSzTx/>
              <a:buFont typeface="Arial" panose="020B0604020202020204" pitchFamily="34" charset="0"/>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effectLst/>
            </a:endParaRPr>
          </a:p>
          <a:p>
            <a:endParaRPr lang="ru-RU" dirty="0">
              <a:effectLst/>
            </a:endParaRPr>
          </a:p>
          <a:p>
            <a:r>
              <a:rPr lang="ru-RU" dirty="0">
                <a:effectLst/>
              </a:rPr>
              <a:t>Маркированный список</a:t>
            </a:r>
          </a:p>
          <a:p>
            <a:r>
              <a:rPr lang="ru-RU" dirty="0">
                <a:effectLst/>
              </a:rPr>
              <a:t>Маркированный список</a:t>
            </a:r>
          </a:p>
          <a:p>
            <a:r>
              <a:rPr lang="ru-RU" dirty="0">
                <a:effectLst/>
              </a:rPr>
              <a:t>Маркированный список</a:t>
            </a:r>
          </a:p>
        </p:txBody>
      </p:sp>
      <p:sp>
        <p:nvSpPr>
          <p:cNvPr id="38" name="Текст 25">
            <a:extLst>
              <a:ext uri="{FF2B5EF4-FFF2-40B4-BE49-F238E27FC236}">
                <a16:creationId xmlns:a16="http://schemas.microsoft.com/office/drawing/2014/main" id="{6488721C-0AE8-D1C8-8F5A-2005613CE357}"/>
              </a:ext>
            </a:extLst>
          </p:cNvPr>
          <p:cNvSpPr>
            <a:spLocks noGrp="1"/>
          </p:cNvSpPr>
          <p:nvPr>
            <p:ph type="body" sz="quarter" idx="46" hasCustomPrompt="1"/>
          </p:nvPr>
        </p:nvSpPr>
        <p:spPr>
          <a:xfrm>
            <a:off x="4218394" y="1656186"/>
            <a:ext cx="3600000"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Заголовок</a:t>
            </a:r>
          </a:p>
        </p:txBody>
      </p:sp>
      <p:sp>
        <p:nvSpPr>
          <p:cNvPr id="39" name="Текст 61">
            <a:extLst>
              <a:ext uri="{FF2B5EF4-FFF2-40B4-BE49-F238E27FC236}">
                <a16:creationId xmlns:a16="http://schemas.microsoft.com/office/drawing/2014/main" id="{E25B003B-E258-DE40-C347-B08B2E4450E2}"/>
              </a:ext>
            </a:extLst>
          </p:cNvPr>
          <p:cNvSpPr>
            <a:spLocks noGrp="1"/>
          </p:cNvSpPr>
          <p:nvPr>
            <p:ph type="body" sz="quarter" idx="47" hasCustomPrompt="1"/>
          </p:nvPr>
        </p:nvSpPr>
        <p:spPr>
          <a:xfrm>
            <a:off x="4216378" y="2270782"/>
            <a:ext cx="3600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40" name="Текст 61">
            <a:extLst>
              <a:ext uri="{FF2B5EF4-FFF2-40B4-BE49-F238E27FC236}">
                <a16:creationId xmlns:a16="http://schemas.microsoft.com/office/drawing/2014/main" id="{4F927D3C-103B-C0A9-D11F-88C798A7F87B}"/>
              </a:ext>
            </a:extLst>
          </p:cNvPr>
          <p:cNvSpPr>
            <a:spLocks noGrp="1"/>
          </p:cNvSpPr>
          <p:nvPr>
            <p:ph type="body" sz="quarter" idx="48" hasCustomPrompt="1"/>
          </p:nvPr>
        </p:nvSpPr>
        <p:spPr>
          <a:xfrm>
            <a:off x="4218239" y="2571414"/>
            <a:ext cx="3600000"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41" name="Текст 61">
            <a:extLst>
              <a:ext uri="{FF2B5EF4-FFF2-40B4-BE49-F238E27FC236}">
                <a16:creationId xmlns:a16="http://schemas.microsoft.com/office/drawing/2014/main" id="{201CF85E-0589-EF94-B0FE-92E49AF8C21A}"/>
              </a:ext>
            </a:extLst>
          </p:cNvPr>
          <p:cNvSpPr>
            <a:spLocks noGrp="1"/>
          </p:cNvSpPr>
          <p:nvPr>
            <p:ph type="body" sz="quarter" idx="49" hasCustomPrompt="1"/>
          </p:nvPr>
        </p:nvSpPr>
        <p:spPr>
          <a:xfrm>
            <a:off x="4216378" y="3651925"/>
            <a:ext cx="3600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42" name="Текст 61">
            <a:extLst>
              <a:ext uri="{FF2B5EF4-FFF2-40B4-BE49-F238E27FC236}">
                <a16:creationId xmlns:a16="http://schemas.microsoft.com/office/drawing/2014/main" id="{25147953-9F70-36D8-0C1C-0FE782EABD2B}"/>
              </a:ext>
            </a:extLst>
          </p:cNvPr>
          <p:cNvSpPr>
            <a:spLocks noGrp="1"/>
          </p:cNvSpPr>
          <p:nvPr>
            <p:ph type="body" sz="quarter" idx="50" hasCustomPrompt="1"/>
          </p:nvPr>
        </p:nvSpPr>
        <p:spPr>
          <a:xfrm>
            <a:off x="4218239" y="3952558"/>
            <a:ext cx="3600000" cy="1641475"/>
          </a:xfrm>
        </p:spPr>
        <p:txBody>
          <a:bodyPr wrap="square">
            <a:spAutoFit/>
          </a:bodyPr>
          <a:lstStyle>
            <a:lvl1pPr marL="0" marR="0" indent="0" algn="l" defTabSz="457109" rtl="0" eaLnBrk="1" fontAlgn="auto" latinLnBrk="0" hangingPunct="1">
              <a:lnSpc>
                <a:spcPts val="1200"/>
              </a:lnSpc>
              <a:spcBef>
                <a:spcPts val="500"/>
              </a:spcBef>
              <a:spcAft>
                <a:spcPts val="0"/>
              </a:spcAft>
              <a:buClr>
                <a:srgbClr val="000000"/>
              </a:buClr>
              <a:buSzTx/>
              <a:buFont typeface="Arial" panose="020B0604020202020204" pitchFamily="34" charset="0"/>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effectLst/>
            </a:endParaRPr>
          </a:p>
          <a:p>
            <a:endParaRPr lang="ru-RU" dirty="0">
              <a:effectLst/>
            </a:endParaRPr>
          </a:p>
          <a:p>
            <a:r>
              <a:rPr lang="ru-RU" dirty="0">
                <a:effectLst/>
              </a:rPr>
              <a:t>Маркированный список</a:t>
            </a:r>
          </a:p>
          <a:p>
            <a:r>
              <a:rPr lang="ru-RU" dirty="0">
                <a:effectLst/>
              </a:rPr>
              <a:t>Маркированный список</a:t>
            </a:r>
          </a:p>
          <a:p>
            <a:r>
              <a:rPr lang="ru-RU" dirty="0">
                <a:effectLst/>
              </a:rPr>
              <a:t>Маркированный список</a:t>
            </a:r>
          </a:p>
        </p:txBody>
      </p:sp>
      <p:sp>
        <p:nvSpPr>
          <p:cNvPr id="43" name="Текст 25">
            <a:extLst>
              <a:ext uri="{FF2B5EF4-FFF2-40B4-BE49-F238E27FC236}">
                <a16:creationId xmlns:a16="http://schemas.microsoft.com/office/drawing/2014/main" id="{90F4EF2C-3D1E-C662-37C0-5928B68DED19}"/>
              </a:ext>
            </a:extLst>
          </p:cNvPr>
          <p:cNvSpPr>
            <a:spLocks noGrp="1"/>
          </p:cNvSpPr>
          <p:nvPr>
            <p:ph type="body" sz="quarter" idx="51" hasCustomPrompt="1"/>
          </p:nvPr>
        </p:nvSpPr>
        <p:spPr>
          <a:xfrm>
            <a:off x="8077158" y="1656186"/>
            <a:ext cx="3600000"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Заголовок</a:t>
            </a:r>
          </a:p>
        </p:txBody>
      </p:sp>
      <p:sp>
        <p:nvSpPr>
          <p:cNvPr id="44" name="Текст 61">
            <a:extLst>
              <a:ext uri="{FF2B5EF4-FFF2-40B4-BE49-F238E27FC236}">
                <a16:creationId xmlns:a16="http://schemas.microsoft.com/office/drawing/2014/main" id="{4148DE60-F211-38D3-6024-B64CCE86A539}"/>
              </a:ext>
            </a:extLst>
          </p:cNvPr>
          <p:cNvSpPr>
            <a:spLocks noGrp="1"/>
          </p:cNvSpPr>
          <p:nvPr>
            <p:ph type="body" sz="quarter" idx="52" hasCustomPrompt="1"/>
          </p:nvPr>
        </p:nvSpPr>
        <p:spPr>
          <a:xfrm>
            <a:off x="8075142" y="2270782"/>
            <a:ext cx="3600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45" name="Текст 61">
            <a:extLst>
              <a:ext uri="{FF2B5EF4-FFF2-40B4-BE49-F238E27FC236}">
                <a16:creationId xmlns:a16="http://schemas.microsoft.com/office/drawing/2014/main" id="{E41E3389-9E99-D9EC-5420-7379C9FA751C}"/>
              </a:ext>
            </a:extLst>
          </p:cNvPr>
          <p:cNvSpPr>
            <a:spLocks noGrp="1"/>
          </p:cNvSpPr>
          <p:nvPr>
            <p:ph type="body" sz="quarter" idx="53" hasCustomPrompt="1"/>
          </p:nvPr>
        </p:nvSpPr>
        <p:spPr>
          <a:xfrm>
            <a:off x="8077003" y="2571414"/>
            <a:ext cx="3600000"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46" name="Текст 61">
            <a:extLst>
              <a:ext uri="{FF2B5EF4-FFF2-40B4-BE49-F238E27FC236}">
                <a16:creationId xmlns:a16="http://schemas.microsoft.com/office/drawing/2014/main" id="{E30BE74D-4739-2C68-4030-543D03020889}"/>
              </a:ext>
            </a:extLst>
          </p:cNvPr>
          <p:cNvSpPr>
            <a:spLocks noGrp="1"/>
          </p:cNvSpPr>
          <p:nvPr>
            <p:ph type="body" sz="quarter" idx="54" hasCustomPrompt="1"/>
          </p:nvPr>
        </p:nvSpPr>
        <p:spPr>
          <a:xfrm>
            <a:off x="8075142" y="3651925"/>
            <a:ext cx="3600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47" name="Текст 61">
            <a:extLst>
              <a:ext uri="{FF2B5EF4-FFF2-40B4-BE49-F238E27FC236}">
                <a16:creationId xmlns:a16="http://schemas.microsoft.com/office/drawing/2014/main" id="{2D88CEDD-2EAB-B6AD-42DB-7FDC093602D2}"/>
              </a:ext>
            </a:extLst>
          </p:cNvPr>
          <p:cNvSpPr>
            <a:spLocks noGrp="1"/>
          </p:cNvSpPr>
          <p:nvPr>
            <p:ph type="body" sz="quarter" idx="55" hasCustomPrompt="1"/>
          </p:nvPr>
        </p:nvSpPr>
        <p:spPr>
          <a:xfrm>
            <a:off x="8077003" y="3952558"/>
            <a:ext cx="3600000" cy="1641475"/>
          </a:xfrm>
        </p:spPr>
        <p:txBody>
          <a:bodyPr wrap="square">
            <a:spAutoFit/>
          </a:bodyPr>
          <a:lstStyle>
            <a:lvl1pPr marL="0" marR="0" indent="0" algn="l" defTabSz="457109" rtl="0" eaLnBrk="1" fontAlgn="auto" latinLnBrk="0" hangingPunct="1">
              <a:lnSpc>
                <a:spcPts val="1200"/>
              </a:lnSpc>
              <a:spcBef>
                <a:spcPts val="500"/>
              </a:spcBef>
              <a:spcAft>
                <a:spcPts val="0"/>
              </a:spcAft>
              <a:buClr>
                <a:srgbClr val="000000"/>
              </a:buClr>
              <a:buSzTx/>
              <a:buFont typeface="Arial" panose="020B0604020202020204" pitchFamily="34" charset="0"/>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effectLst/>
            </a:endParaRPr>
          </a:p>
          <a:p>
            <a:endParaRPr lang="ru-RU" dirty="0">
              <a:effectLst/>
            </a:endParaRPr>
          </a:p>
          <a:p>
            <a:r>
              <a:rPr lang="ru-RU" dirty="0">
                <a:effectLst/>
              </a:rPr>
              <a:t>Маркированный список</a:t>
            </a:r>
          </a:p>
          <a:p>
            <a:r>
              <a:rPr lang="ru-RU" dirty="0">
                <a:effectLst/>
              </a:rPr>
              <a:t>Маркированный список</a:t>
            </a:r>
          </a:p>
          <a:p>
            <a:r>
              <a:rPr lang="ru-RU" dirty="0">
                <a:effectLst/>
              </a:rPr>
              <a:t>Маркированный список</a:t>
            </a:r>
          </a:p>
        </p:txBody>
      </p:sp>
      <p:pic>
        <p:nvPicPr>
          <p:cNvPr id="4" name="Рисунок 3">
            <a:extLst>
              <a:ext uri="{FF2B5EF4-FFF2-40B4-BE49-F238E27FC236}">
                <a16:creationId xmlns:a16="http://schemas.microsoft.com/office/drawing/2014/main" id="{820F5E54-FB00-712B-7969-0EF8F6F4B0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88D54C88-7977-BD21-2A0E-660F1B35CE6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2814063571"/>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42"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Заголовок и описание в 3 колонки с изображением">
    <p:spTree>
      <p:nvGrpSpPr>
        <p:cNvPr id="1" name=""/>
        <p:cNvGrpSpPr/>
        <p:nvPr/>
      </p:nvGrpSpPr>
      <p:grpSpPr>
        <a:xfrm>
          <a:off x="0" y="0"/>
          <a:ext cx="0" cy="0"/>
          <a:chOff x="0" y="0"/>
          <a:chExt cx="0" cy="0"/>
        </a:xfrm>
      </p:grpSpPr>
      <p:sp>
        <p:nvSpPr>
          <p:cNvPr id="7" name="Shape 21">
            <a:extLst>
              <a:ext uri="{FF2B5EF4-FFF2-40B4-BE49-F238E27FC236}">
                <a16:creationId xmlns:a16="http://schemas.microsoft.com/office/drawing/2014/main" id="{16C5AD0E-B178-30F2-E4E3-E9C23A6E1C1C}"/>
              </a:ext>
            </a:extLst>
          </p:cNvPr>
          <p:cNvSpPr/>
          <p:nvPr userDrawn="1"/>
        </p:nvSpPr>
        <p:spPr>
          <a:xfrm>
            <a:off x="355598" y="2000250"/>
            <a:ext cx="3759181" cy="12700"/>
          </a:xfrm>
          <a:prstGeom prst="rect">
            <a:avLst/>
          </a:prstGeom>
          <a:solidFill>
            <a:srgbClr val="000000">
              <a:alpha val="100000"/>
            </a:srgbClr>
          </a:solidFill>
          <a:ln/>
        </p:spPr>
      </p:sp>
      <p:sp>
        <p:nvSpPr>
          <p:cNvPr id="8" name="Shape 22">
            <a:extLst>
              <a:ext uri="{FF2B5EF4-FFF2-40B4-BE49-F238E27FC236}">
                <a16:creationId xmlns:a16="http://schemas.microsoft.com/office/drawing/2014/main" id="{6375011A-409C-F42B-1531-932D8DBD84BD}"/>
              </a:ext>
            </a:extLst>
          </p:cNvPr>
          <p:cNvSpPr/>
          <p:nvPr userDrawn="1"/>
        </p:nvSpPr>
        <p:spPr>
          <a:xfrm>
            <a:off x="4216378" y="2000250"/>
            <a:ext cx="3759181" cy="12700"/>
          </a:xfrm>
          <a:prstGeom prst="rect">
            <a:avLst/>
          </a:prstGeom>
          <a:solidFill>
            <a:srgbClr val="000000">
              <a:alpha val="100000"/>
            </a:srgbClr>
          </a:solidFill>
          <a:ln/>
        </p:spPr>
      </p:sp>
      <p:sp>
        <p:nvSpPr>
          <p:cNvPr id="10" name="Shape 23">
            <a:extLst>
              <a:ext uri="{FF2B5EF4-FFF2-40B4-BE49-F238E27FC236}">
                <a16:creationId xmlns:a16="http://schemas.microsoft.com/office/drawing/2014/main" id="{0DA260B8-163A-757A-E54E-C6167A85BD7C}"/>
              </a:ext>
            </a:extLst>
          </p:cNvPr>
          <p:cNvSpPr/>
          <p:nvPr userDrawn="1"/>
        </p:nvSpPr>
        <p:spPr>
          <a:xfrm>
            <a:off x="8077158" y="2000250"/>
            <a:ext cx="3759181" cy="12700"/>
          </a:xfrm>
          <a:prstGeom prst="rect">
            <a:avLst/>
          </a:prstGeom>
          <a:solidFill>
            <a:srgbClr val="000000">
              <a:alpha val="100000"/>
            </a:srgbClr>
          </a:solidFill>
          <a:ln/>
        </p:spPr>
      </p:sp>
      <p:pic>
        <p:nvPicPr>
          <p:cNvPr id="6" name="Рисунок 5">
            <a:extLst>
              <a:ext uri="{FF2B5EF4-FFF2-40B4-BE49-F238E27FC236}">
                <a16:creationId xmlns:a16="http://schemas.microsoft.com/office/drawing/2014/main" id="{2C78E236-849C-EE00-756F-1E688CF9851D}"/>
              </a:ext>
            </a:extLst>
          </p:cNvPr>
          <p:cNvPicPr>
            <a:picLocks noChangeAspect="1"/>
          </p:cNvPicPr>
          <p:nvPr userDrawn="1"/>
        </p:nvPicPr>
        <p:blipFill>
          <a:blip r:embed="rId2"/>
          <a:stretch>
            <a:fillRect/>
          </a:stretch>
        </p:blipFill>
        <p:spPr>
          <a:xfrm>
            <a:off x="360164" y="4508748"/>
            <a:ext cx="11477870" cy="1980953"/>
          </a:xfrm>
          <a:prstGeom prst="rect">
            <a:avLst/>
          </a:prstGeom>
        </p:spPr>
      </p:pic>
      <p:sp>
        <p:nvSpPr>
          <p:cNvPr id="16" name="Номер слайда 5">
            <a:extLst>
              <a:ext uri="{FF2B5EF4-FFF2-40B4-BE49-F238E27FC236}">
                <a16:creationId xmlns:a16="http://schemas.microsoft.com/office/drawing/2014/main" id="{75DBF6B7-8211-689D-730D-7EB1542D0509}"/>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7" name="Текст 25">
            <a:extLst>
              <a:ext uri="{FF2B5EF4-FFF2-40B4-BE49-F238E27FC236}">
                <a16:creationId xmlns:a16="http://schemas.microsoft.com/office/drawing/2014/main" id="{33A26B95-F53B-2303-FDCE-B4E82D68F3D6}"/>
              </a:ext>
            </a:extLst>
          </p:cNvPr>
          <p:cNvSpPr>
            <a:spLocks noGrp="1"/>
          </p:cNvSpPr>
          <p:nvPr>
            <p:ph type="body" sz="quarter" idx="41" hasCustomPrompt="1"/>
          </p:nvPr>
        </p:nvSpPr>
        <p:spPr>
          <a:xfrm>
            <a:off x="352684" y="1656186"/>
            <a:ext cx="3600000"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Заголовок</a:t>
            </a:r>
          </a:p>
        </p:txBody>
      </p:sp>
      <p:sp>
        <p:nvSpPr>
          <p:cNvPr id="21" name="Текст 61">
            <a:extLst>
              <a:ext uri="{FF2B5EF4-FFF2-40B4-BE49-F238E27FC236}">
                <a16:creationId xmlns:a16="http://schemas.microsoft.com/office/drawing/2014/main" id="{16D544C3-6F80-BCE6-744E-0A2C9091E86C}"/>
              </a:ext>
            </a:extLst>
          </p:cNvPr>
          <p:cNvSpPr>
            <a:spLocks noGrp="1"/>
          </p:cNvSpPr>
          <p:nvPr>
            <p:ph type="body" sz="quarter" idx="42" hasCustomPrompt="1"/>
          </p:nvPr>
        </p:nvSpPr>
        <p:spPr>
          <a:xfrm>
            <a:off x="350668" y="2270782"/>
            <a:ext cx="3600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22" name="Текст 61">
            <a:extLst>
              <a:ext uri="{FF2B5EF4-FFF2-40B4-BE49-F238E27FC236}">
                <a16:creationId xmlns:a16="http://schemas.microsoft.com/office/drawing/2014/main" id="{95E6E05E-23E5-44E6-5E44-42E00116941B}"/>
              </a:ext>
            </a:extLst>
          </p:cNvPr>
          <p:cNvSpPr>
            <a:spLocks noGrp="1"/>
          </p:cNvSpPr>
          <p:nvPr>
            <p:ph type="body" sz="quarter" idx="43" hasCustomPrompt="1"/>
          </p:nvPr>
        </p:nvSpPr>
        <p:spPr>
          <a:xfrm>
            <a:off x="352529" y="2571414"/>
            <a:ext cx="3600000"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23" name="Текст 25">
            <a:extLst>
              <a:ext uri="{FF2B5EF4-FFF2-40B4-BE49-F238E27FC236}">
                <a16:creationId xmlns:a16="http://schemas.microsoft.com/office/drawing/2014/main" id="{4CB9D931-0A78-3881-9802-0E1A594D32FA}"/>
              </a:ext>
            </a:extLst>
          </p:cNvPr>
          <p:cNvSpPr>
            <a:spLocks noGrp="1"/>
          </p:cNvSpPr>
          <p:nvPr>
            <p:ph type="body" sz="quarter" idx="46" hasCustomPrompt="1"/>
          </p:nvPr>
        </p:nvSpPr>
        <p:spPr>
          <a:xfrm>
            <a:off x="4218394" y="1656186"/>
            <a:ext cx="3600000"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Заголовок</a:t>
            </a:r>
          </a:p>
        </p:txBody>
      </p:sp>
      <p:sp>
        <p:nvSpPr>
          <p:cNvPr id="24" name="Текст 61">
            <a:extLst>
              <a:ext uri="{FF2B5EF4-FFF2-40B4-BE49-F238E27FC236}">
                <a16:creationId xmlns:a16="http://schemas.microsoft.com/office/drawing/2014/main" id="{325BBE08-BE88-460E-18C4-F445659DD550}"/>
              </a:ext>
            </a:extLst>
          </p:cNvPr>
          <p:cNvSpPr>
            <a:spLocks noGrp="1"/>
          </p:cNvSpPr>
          <p:nvPr>
            <p:ph type="body" sz="quarter" idx="47" hasCustomPrompt="1"/>
          </p:nvPr>
        </p:nvSpPr>
        <p:spPr>
          <a:xfrm>
            <a:off x="4216378" y="2270782"/>
            <a:ext cx="3600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25" name="Текст 61">
            <a:extLst>
              <a:ext uri="{FF2B5EF4-FFF2-40B4-BE49-F238E27FC236}">
                <a16:creationId xmlns:a16="http://schemas.microsoft.com/office/drawing/2014/main" id="{093CA431-F2FF-2083-0689-9F288B422755}"/>
              </a:ext>
            </a:extLst>
          </p:cNvPr>
          <p:cNvSpPr>
            <a:spLocks noGrp="1"/>
          </p:cNvSpPr>
          <p:nvPr>
            <p:ph type="body" sz="quarter" idx="48" hasCustomPrompt="1"/>
          </p:nvPr>
        </p:nvSpPr>
        <p:spPr>
          <a:xfrm>
            <a:off x="4218239" y="2571414"/>
            <a:ext cx="3600000"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26" name="Текст 25">
            <a:extLst>
              <a:ext uri="{FF2B5EF4-FFF2-40B4-BE49-F238E27FC236}">
                <a16:creationId xmlns:a16="http://schemas.microsoft.com/office/drawing/2014/main" id="{2DBD2F59-279D-D06D-22AC-0FDE2E65C401}"/>
              </a:ext>
            </a:extLst>
          </p:cNvPr>
          <p:cNvSpPr>
            <a:spLocks noGrp="1"/>
          </p:cNvSpPr>
          <p:nvPr>
            <p:ph type="body" sz="quarter" idx="51" hasCustomPrompt="1"/>
          </p:nvPr>
        </p:nvSpPr>
        <p:spPr>
          <a:xfrm>
            <a:off x="8077158" y="1656186"/>
            <a:ext cx="3600000"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Заголовок</a:t>
            </a:r>
          </a:p>
        </p:txBody>
      </p:sp>
      <p:sp>
        <p:nvSpPr>
          <p:cNvPr id="27" name="Текст 61">
            <a:extLst>
              <a:ext uri="{FF2B5EF4-FFF2-40B4-BE49-F238E27FC236}">
                <a16:creationId xmlns:a16="http://schemas.microsoft.com/office/drawing/2014/main" id="{72FF48F5-1DF3-375B-8A7C-EFD89B148208}"/>
              </a:ext>
            </a:extLst>
          </p:cNvPr>
          <p:cNvSpPr>
            <a:spLocks noGrp="1"/>
          </p:cNvSpPr>
          <p:nvPr>
            <p:ph type="body" sz="quarter" idx="52" hasCustomPrompt="1"/>
          </p:nvPr>
        </p:nvSpPr>
        <p:spPr>
          <a:xfrm>
            <a:off x="8075142" y="2270782"/>
            <a:ext cx="3600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28" name="Текст 61">
            <a:extLst>
              <a:ext uri="{FF2B5EF4-FFF2-40B4-BE49-F238E27FC236}">
                <a16:creationId xmlns:a16="http://schemas.microsoft.com/office/drawing/2014/main" id="{9E45C494-517D-C818-0E6F-DA0E63703CC1}"/>
              </a:ext>
            </a:extLst>
          </p:cNvPr>
          <p:cNvSpPr>
            <a:spLocks noGrp="1"/>
          </p:cNvSpPr>
          <p:nvPr>
            <p:ph type="body" sz="quarter" idx="53" hasCustomPrompt="1"/>
          </p:nvPr>
        </p:nvSpPr>
        <p:spPr>
          <a:xfrm>
            <a:off x="8077003" y="2571414"/>
            <a:ext cx="3600000"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29" name="Заголовок 1">
            <a:extLst>
              <a:ext uri="{FF2B5EF4-FFF2-40B4-BE49-F238E27FC236}">
                <a16:creationId xmlns:a16="http://schemas.microsoft.com/office/drawing/2014/main" id="{E31B9ED5-93F2-4CE6-509B-C72D3045D1FC}"/>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Шаблон слайда</a:t>
            </a:r>
            <a:endParaRPr lang="ru-RU" dirty="0"/>
          </a:p>
        </p:txBody>
      </p:sp>
      <p:pic>
        <p:nvPicPr>
          <p:cNvPr id="4" name="Рисунок 3">
            <a:extLst>
              <a:ext uri="{FF2B5EF4-FFF2-40B4-BE49-F238E27FC236}">
                <a16:creationId xmlns:a16="http://schemas.microsoft.com/office/drawing/2014/main" id="{3681E912-FB4E-D3FF-378A-798ACE78E60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ABF08783-CAFD-4A8D-DEB0-C51C386A18B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3156516821"/>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42"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Таблица">
    <p:bg>
      <p:bgPr>
        <a:solidFill>
          <a:schemeClr val="bg1"/>
        </a:solidFill>
        <a:effectLst/>
      </p:bgPr>
    </p:bg>
    <p:spTree>
      <p:nvGrpSpPr>
        <p:cNvPr id="1" name=""/>
        <p:cNvGrpSpPr/>
        <p:nvPr/>
      </p:nvGrpSpPr>
      <p:grpSpPr>
        <a:xfrm>
          <a:off x="0" y="0"/>
          <a:ext cx="0" cy="0"/>
          <a:chOff x="0" y="0"/>
          <a:chExt cx="0" cy="0"/>
        </a:xfrm>
      </p:grpSpPr>
      <p:sp>
        <p:nvSpPr>
          <p:cNvPr id="173" name="Таблица 172">
            <a:extLst>
              <a:ext uri="{FF2B5EF4-FFF2-40B4-BE49-F238E27FC236}">
                <a16:creationId xmlns:a16="http://schemas.microsoft.com/office/drawing/2014/main" id="{99860466-0432-D87E-EDA8-6E430130589F}"/>
              </a:ext>
            </a:extLst>
          </p:cNvPr>
          <p:cNvSpPr>
            <a:spLocks noGrp="1"/>
          </p:cNvSpPr>
          <p:nvPr>
            <p:ph type="tbl" sz="quarter" idx="10"/>
          </p:nvPr>
        </p:nvSpPr>
        <p:spPr>
          <a:xfrm>
            <a:off x="349937" y="1304925"/>
            <a:ext cx="11486509" cy="5006975"/>
          </a:xfrm>
        </p:spPr>
        <p:txBody>
          <a:bodyPr>
            <a:noAutofit/>
          </a:bodyPr>
          <a:lstStyle>
            <a:lvl1pPr>
              <a:defRPr sz="800">
                <a:solidFill>
                  <a:schemeClr val="tx1"/>
                </a:solidFill>
              </a:defRPr>
            </a:lvl1pPr>
          </a:lstStyle>
          <a:p>
            <a:r>
              <a:rPr lang="ru-RU"/>
              <a:t>Вставка таблицы</a:t>
            </a:r>
            <a:endParaRPr lang="ru-RU" dirty="0"/>
          </a:p>
        </p:txBody>
      </p:sp>
      <p:sp>
        <p:nvSpPr>
          <p:cNvPr id="9" name="Номер слайда 5">
            <a:extLst>
              <a:ext uri="{FF2B5EF4-FFF2-40B4-BE49-F238E27FC236}">
                <a16:creationId xmlns:a16="http://schemas.microsoft.com/office/drawing/2014/main" id="{E587D649-0277-5DF1-DEDB-D49A34B9401E}"/>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0" name="Заголовок 1">
            <a:extLst>
              <a:ext uri="{FF2B5EF4-FFF2-40B4-BE49-F238E27FC236}">
                <a16:creationId xmlns:a16="http://schemas.microsoft.com/office/drawing/2014/main" id="{1B5B431C-EED4-FE85-A695-B9E418FABE55}"/>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Таблица</a:t>
            </a:r>
            <a:endParaRPr lang="ru-RU" dirty="0"/>
          </a:p>
        </p:txBody>
      </p:sp>
      <p:pic>
        <p:nvPicPr>
          <p:cNvPr id="3" name="Рисунок 2">
            <a:extLst>
              <a:ext uri="{FF2B5EF4-FFF2-40B4-BE49-F238E27FC236}">
                <a16:creationId xmlns:a16="http://schemas.microsoft.com/office/drawing/2014/main" id="{957FA5C9-BF2F-E82E-F8FC-89927D700D6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F68611DC-3946-6646-07BE-89EDB36D310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2530422898"/>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Таймлайн">
    <p:bg>
      <p:bgPr>
        <a:solidFill>
          <a:schemeClr val="bg1"/>
        </a:solidFill>
        <a:effectLst/>
      </p:bgPr>
    </p:bg>
    <p:spTree>
      <p:nvGrpSpPr>
        <p:cNvPr id="1" name=""/>
        <p:cNvGrpSpPr/>
        <p:nvPr/>
      </p:nvGrpSpPr>
      <p:grpSpPr>
        <a:xfrm>
          <a:off x="0" y="0"/>
          <a:ext cx="0" cy="0"/>
          <a:chOff x="0" y="0"/>
          <a:chExt cx="0" cy="0"/>
        </a:xfrm>
      </p:grpSpPr>
      <p:sp>
        <p:nvSpPr>
          <p:cNvPr id="12" name="Image 13">
            <a:extLst>
              <a:ext uri="{FF2B5EF4-FFF2-40B4-BE49-F238E27FC236}">
                <a16:creationId xmlns:a16="http://schemas.microsoft.com/office/drawing/2014/main" id="{283CDC1A-5DB7-DD2F-CC3D-4ADBBA742EA7}"/>
              </a:ext>
            </a:extLst>
          </p:cNvPr>
          <p:cNvSpPr/>
          <p:nvPr/>
        </p:nvSpPr>
        <p:spPr>
          <a:xfrm>
            <a:off x="355598" y="1079501"/>
            <a:ext cx="11633139" cy="304798"/>
          </a:xfrm>
          <a:custGeom>
            <a:avLst/>
            <a:gdLst>
              <a:gd name="connsiteX0" fmla="*/ 0 w 11633139"/>
              <a:gd name="connsiteY0" fmla="*/ 0 h 304798"/>
              <a:gd name="connsiteX1" fmla="*/ 11480740 w 11633139"/>
              <a:gd name="connsiteY1" fmla="*/ 0 h 304798"/>
              <a:gd name="connsiteX2" fmla="*/ 11633139 w 11633139"/>
              <a:gd name="connsiteY2" fmla="*/ 152399 h 304798"/>
              <a:gd name="connsiteX3" fmla="*/ 11480740 w 11633139"/>
              <a:gd name="connsiteY3" fmla="*/ 304798 h 304798"/>
              <a:gd name="connsiteX4" fmla="*/ 0 w 11633139"/>
              <a:gd name="connsiteY4" fmla="*/ 304798 h 304798"/>
              <a:gd name="connsiteX5" fmla="*/ 0 w 11633139"/>
              <a:gd name="connsiteY5" fmla="*/ 0 h 30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33139" h="304798">
                <a:moveTo>
                  <a:pt x="0" y="0"/>
                </a:moveTo>
                <a:lnTo>
                  <a:pt x="11480740" y="0"/>
                </a:lnTo>
                <a:lnTo>
                  <a:pt x="11633139" y="152399"/>
                </a:lnTo>
                <a:lnTo>
                  <a:pt x="11480740" y="304798"/>
                </a:lnTo>
                <a:lnTo>
                  <a:pt x="0" y="304798"/>
                </a:lnTo>
                <a:lnTo>
                  <a:pt x="0" y="0"/>
                </a:lnTo>
                <a:close/>
              </a:path>
            </a:pathLst>
          </a:custGeom>
          <a:solidFill>
            <a:srgbClr val="000000">
              <a:alpha val="10000"/>
            </a:srgbClr>
          </a:solidFill>
          <a:ln w="6348" cap="flat">
            <a:noFill/>
            <a:prstDash val="solid"/>
            <a:miter/>
          </a:ln>
        </p:spPr>
        <p:txBody>
          <a:bodyPr rtlCol="0" anchor="ctr"/>
          <a:lstStyle/>
          <a:p>
            <a:endParaRPr lang="ru-RU"/>
          </a:p>
        </p:txBody>
      </p:sp>
      <p:sp>
        <p:nvSpPr>
          <p:cNvPr id="173" name="Таблица 172">
            <a:extLst>
              <a:ext uri="{FF2B5EF4-FFF2-40B4-BE49-F238E27FC236}">
                <a16:creationId xmlns:a16="http://schemas.microsoft.com/office/drawing/2014/main" id="{99860466-0432-D87E-EDA8-6E430130589F}"/>
              </a:ext>
            </a:extLst>
          </p:cNvPr>
          <p:cNvSpPr>
            <a:spLocks noGrp="1"/>
          </p:cNvSpPr>
          <p:nvPr>
            <p:ph type="tbl" sz="quarter" idx="10"/>
          </p:nvPr>
        </p:nvSpPr>
        <p:spPr>
          <a:xfrm>
            <a:off x="349937" y="1079500"/>
            <a:ext cx="11486509" cy="5232400"/>
          </a:xfrm>
        </p:spPr>
        <p:txBody>
          <a:bodyPr>
            <a:noAutofit/>
          </a:bodyPr>
          <a:lstStyle>
            <a:lvl1pPr>
              <a:defRPr sz="800">
                <a:solidFill>
                  <a:schemeClr val="tx1"/>
                </a:solidFill>
              </a:defRPr>
            </a:lvl1pPr>
          </a:lstStyle>
          <a:p>
            <a:r>
              <a:rPr lang="ru-RU"/>
              <a:t>Вставка таблицы</a:t>
            </a:r>
            <a:endParaRPr lang="ru-RU" dirty="0"/>
          </a:p>
        </p:txBody>
      </p:sp>
      <p:sp>
        <p:nvSpPr>
          <p:cNvPr id="10" name="Номер слайда 5">
            <a:extLst>
              <a:ext uri="{FF2B5EF4-FFF2-40B4-BE49-F238E27FC236}">
                <a16:creationId xmlns:a16="http://schemas.microsoft.com/office/drawing/2014/main" id="{9CE8A058-8AB4-CAD4-AE91-27B7188F5CD8}"/>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3" name="Заголовок 1">
            <a:extLst>
              <a:ext uri="{FF2B5EF4-FFF2-40B4-BE49-F238E27FC236}">
                <a16:creationId xmlns:a16="http://schemas.microsoft.com/office/drawing/2014/main" id="{7F38E80F-819A-9CD8-7EE4-287923369F62}"/>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Таймлайн</a:t>
            </a:r>
            <a:endParaRPr lang="ru-RU" dirty="0"/>
          </a:p>
        </p:txBody>
      </p:sp>
      <p:pic>
        <p:nvPicPr>
          <p:cNvPr id="4" name="Рисунок 3">
            <a:extLst>
              <a:ext uri="{FF2B5EF4-FFF2-40B4-BE49-F238E27FC236}">
                <a16:creationId xmlns:a16="http://schemas.microsoft.com/office/drawing/2014/main" id="{70BA9946-AC6F-C0D1-BD25-18DCCD3A602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73BB0628-3DAE-92B1-0A02-F19C8F8C0F4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2038995270"/>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Дорожная карта">
    <p:bg>
      <p:bgPr>
        <a:solidFill>
          <a:schemeClr val="bg1"/>
        </a:solidFill>
        <a:effectLst/>
      </p:bgPr>
    </p:bg>
    <p:spTree>
      <p:nvGrpSpPr>
        <p:cNvPr id="1" name=""/>
        <p:cNvGrpSpPr/>
        <p:nvPr/>
      </p:nvGrpSpPr>
      <p:grpSpPr>
        <a:xfrm>
          <a:off x="0" y="0"/>
          <a:ext cx="0" cy="0"/>
          <a:chOff x="0" y="0"/>
          <a:chExt cx="0" cy="0"/>
        </a:xfrm>
      </p:grpSpPr>
      <p:sp>
        <p:nvSpPr>
          <p:cNvPr id="173" name="Таблица 172">
            <a:extLst>
              <a:ext uri="{FF2B5EF4-FFF2-40B4-BE49-F238E27FC236}">
                <a16:creationId xmlns:a16="http://schemas.microsoft.com/office/drawing/2014/main" id="{99860466-0432-D87E-EDA8-6E430130589F}"/>
              </a:ext>
            </a:extLst>
          </p:cNvPr>
          <p:cNvSpPr>
            <a:spLocks noGrp="1"/>
          </p:cNvSpPr>
          <p:nvPr>
            <p:ph type="tbl" sz="quarter" idx="10"/>
          </p:nvPr>
        </p:nvSpPr>
        <p:spPr>
          <a:xfrm>
            <a:off x="349937" y="952502"/>
            <a:ext cx="11486509" cy="4834263"/>
          </a:xfrm>
        </p:spPr>
        <p:txBody>
          <a:bodyPr>
            <a:noAutofit/>
          </a:bodyPr>
          <a:lstStyle>
            <a:lvl1pPr>
              <a:defRPr sz="800">
                <a:solidFill>
                  <a:schemeClr val="tx1"/>
                </a:solidFill>
              </a:defRPr>
            </a:lvl1pPr>
          </a:lstStyle>
          <a:p>
            <a:r>
              <a:rPr lang="ru-RU"/>
              <a:t>Вставка таблицы</a:t>
            </a:r>
            <a:endParaRPr lang="ru-RU" dirty="0"/>
          </a:p>
        </p:txBody>
      </p:sp>
      <p:sp>
        <p:nvSpPr>
          <p:cNvPr id="8" name="Shape 52">
            <a:extLst>
              <a:ext uri="{FF2B5EF4-FFF2-40B4-BE49-F238E27FC236}">
                <a16:creationId xmlns:a16="http://schemas.microsoft.com/office/drawing/2014/main" id="{06A0EBB2-80D5-C1B0-2B2A-D2A4068C255D}"/>
              </a:ext>
            </a:extLst>
          </p:cNvPr>
          <p:cNvSpPr/>
          <p:nvPr userDrawn="1"/>
        </p:nvSpPr>
        <p:spPr>
          <a:xfrm>
            <a:off x="6146769" y="6100563"/>
            <a:ext cx="253998" cy="165100"/>
          </a:xfrm>
          <a:prstGeom prst="rect">
            <a:avLst/>
          </a:prstGeom>
          <a:solidFill>
            <a:srgbClr val="CF0522">
              <a:alpha val="100000"/>
            </a:srgbClr>
          </a:solidFill>
          <a:ln/>
        </p:spPr>
      </p:sp>
      <p:sp>
        <p:nvSpPr>
          <p:cNvPr id="9" name="Text 53">
            <a:extLst>
              <a:ext uri="{FF2B5EF4-FFF2-40B4-BE49-F238E27FC236}">
                <a16:creationId xmlns:a16="http://schemas.microsoft.com/office/drawing/2014/main" id="{F2F8C989-B5E0-6F4E-422D-DA4CC834B798}"/>
              </a:ext>
            </a:extLst>
          </p:cNvPr>
          <p:cNvSpPr/>
          <p:nvPr userDrawn="1"/>
        </p:nvSpPr>
        <p:spPr>
          <a:xfrm>
            <a:off x="6208152" y="6117497"/>
            <a:ext cx="131232" cy="118534"/>
          </a:xfrm>
          <a:prstGeom prst="rect">
            <a:avLst/>
          </a:prstGeom>
          <a:noFill/>
          <a:ln/>
        </p:spPr>
        <p:txBody>
          <a:bodyPr wrap="square" lIns="0" tIns="0" rIns="0" bIns="0" rtlCol="0" anchor="ctr"/>
          <a:lstStyle/>
          <a:p>
            <a:pPr marL="0" indent="0" algn="ctr">
              <a:lnSpc>
                <a:spcPts val="700"/>
              </a:lnSpc>
              <a:buNone/>
            </a:pPr>
            <a:r>
              <a:rPr lang="en-US" sz="700" dirty="0">
                <a:solidFill>
                  <a:srgbClr val="FFFFFF">
                    <a:alpha val="100000"/>
                  </a:srgbClr>
                </a:solidFill>
                <a:latin typeface="Stapel" panose="020B0504020202020204" pitchFamily="34" charset="-52"/>
                <a:ea typeface="Stapel" pitchFamily="34" charset="-122"/>
                <a:cs typeface="Stapel" pitchFamily="34" charset="-120"/>
              </a:rPr>
              <a:t>1</a:t>
            </a:r>
            <a:endParaRPr lang="en-US" sz="700" dirty="0"/>
          </a:p>
        </p:txBody>
      </p:sp>
      <p:sp>
        <p:nvSpPr>
          <p:cNvPr id="13" name="Shape 62">
            <a:extLst>
              <a:ext uri="{FF2B5EF4-FFF2-40B4-BE49-F238E27FC236}">
                <a16:creationId xmlns:a16="http://schemas.microsoft.com/office/drawing/2014/main" id="{942AA2BD-FCD7-C27B-96FF-E9E8AD2FACE3}"/>
              </a:ext>
            </a:extLst>
          </p:cNvPr>
          <p:cNvSpPr/>
          <p:nvPr userDrawn="1"/>
        </p:nvSpPr>
        <p:spPr>
          <a:xfrm>
            <a:off x="450848" y="6132313"/>
            <a:ext cx="101599" cy="101600"/>
          </a:xfrm>
          <a:prstGeom prst="rect">
            <a:avLst/>
          </a:prstGeom>
          <a:solidFill>
            <a:srgbClr val="EF80BB"/>
          </a:solidFill>
          <a:ln/>
        </p:spPr>
      </p:sp>
      <p:sp>
        <p:nvSpPr>
          <p:cNvPr id="16" name="Shape 65">
            <a:extLst>
              <a:ext uri="{FF2B5EF4-FFF2-40B4-BE49-F238E27FC236}">
                <a16:creationId xmlns:a16="http://schemas.microsoft.com/office/drawing/2014/main" id="{7B41FDBB-7437-6681-B86A-28CF9A946283}"/>
              </a:ext>
            </a:extLst>
          </p:cNvPr>
          <p:cNvSpPr/>
          <p:nvPr userDrawn="1"/>
        </p:nvSpPr>
        <p:spPr>
          <a:xfrm>
            <a:off x="3327383" y="6132313"/>
            <a:ext cx="1749416" cy="101600"/>
          </a:xfrm>
          <a:prstGeom prst="rect">
            <a:avLst/>
          </a:prstGeom>
          <a:noFill/>
          <a:ln/>
        </p:spPr>
      </p:sp>
      <p:sp>
        <p:nvSpPr>
          <p:cNvPr id="17" name="Shape 66">
            <a:extLst>
              <a:ext uri="{FF2B5EF4-FFF2-40B4-BE49-F238E27FC236}">
                <a16:creationId xmlns:a16="http://schemas.microsoft.com/office/drawing/2014/main" id="{D1558D45-877A-E516-8D66-6594778FB422}"/>
              </a:ext>
            </a:extLst>
          </p:cNvPr>
          <p:cNvSpPr/>
          <p:nvPr userDrawn="1"/>
        </p:nvSpPr>
        <p:spPr>
          <a:xfrm>
            <a:off x="3327383" y="6132313"/>
            <a:ext cx="101599" cy="101600"/>
          </a:xfrm>
          <a:prstGeom prst="rect">
            <a:avLst/>
          </a:prstGeom>
          <a:solidFill>
            <a:srgbClr val="F9CCE4"/>
          </a:solidFill>
          <a:ln/>
        </p:spPr>
      </p:sp>
      <p:sp>
        <p:nvSpPr>
          <p:cNvPr id="27" name="Полилиния: фигура 26">
            <a:extLst>
              <a:ext uri="{FF2B5EF4-FFF2-40B4-BE49-F238E27FC236}">
                <a16:creationId xmlns:a16="http://schemas.microsoft.com/office/drawing/2014/main" id="{5014A199-8FFB-45B4-0DAF-0D670B2F259A}"/>
              </a:ext>
            </a:extLst>
          </p:cNvPr>
          <p:cNvSpPr/>
          <p:nvPr userDrawn="1"/>
        </p:nvSpPr>
        <p:spPr>
          <a:xfrm>
            <a:off x="6146769" y="6090742"/>
            <a:ext cx="253998" cy="165100"/>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marL="0" lvl="0" indent="0" algn="ctr" defTabSz="444411">
              <a:lnSpc>
                <a:spcPct val="100000"/>
              </a:lnSpc>
              <a:spcBef>
                <a:spcPct val="0"/>
              </a:spcBef>
              <a:spcAft>
                <a:spcPct val="35000"/>
              </a:spcAft>
              <a:buNone/>
            </a:pPr>
            <a:r>
              <a:rPr lang="ru-RU" sz="700" kern="1200" dirty="0">
                <a:latin typeface="Stapel" panose="020B0504020202020204" pitchFamily="34" charset="-52"/>
              </a:rPr>
              <a:t>1</a:t>
            </a:r>
          </a:p>
        </p:txBody>
      </p:sp>
      <p:sp>
        <p:nvSpPr>
          <p:cNvPr id="14" name="Объект 6">
            <a:extLst>
              <a:ext uri="{FF2B5EF4-FFF2-40B4-BE49-F238E27FC236}">
                <a16:creationId xmlns:a16="http://schemas.microsoft.com/office/drawing/2014/main" id="{DB1A42C6-F5D1-F83F-0966-C234B59CFBBA}"/>
              </a:ext>
            </a:extLst>
          </p:cNvPr>
          <p:cNvSpPr>
            <a:spLocks noGrp="1"/>
          </p:cNvSpPr>
          <p:nvPr>
            <p:ph sz="quarter" idx="29" hasCustomPrompt="1"/>
          </p:nvPr>
        </p:nvSpPr>
        <p:spPr>
          <a:xfrm>
            <a:off x="601362" y="6119359"/>
            <a:ext cx="2229354" cy="204800"/>
          </a:xfrm>
        </p:spPr>
        <p:txBody>
          <a:bodyPr>
            <a:spAutoFit/>
          </a:bodyPr>
          <a:lstStyle>
            <a:lvl1pPr marL="0" indent="0">
              <a:buNone/>
              <a:defRPr sz="800"/>
            </a:lvl1pPr>
            <a:lvl2pPr marL="228554" indent="0">
              <a:buNone/>
              <a:defRPr sz="800"/>
            </a:lvl2pPr>
            <a:lvl3pPr marL="457109" indent="0">
              <a:buNone/>
              <a:defRPr sz="800"/>
            </a:lvl3pPr>
            <a:lvl4pPr marL="685663" indent="0">
              <a:buNone/>
              <a:defRPr sz="800"/>
            </a:lvl4pPr>
            <a:lvl5pPr marL="914217" indent="0">
              <a:buNone/>
              <a:defRPr sz="800"/>
            </a:lvl5pPr>
          </a:lstStyle>
          <a:p>
            <a:pPr lvl="0"/>
            <a:r>
              <a:rPr lang="ru-RU" dirty="0"/>
              <a:t>Здесь должен быть ваш текст</a:t>
            </a:r>
          </a:p>
        </p:txBody>
      </p:sp>
      <p:sp>
        <p:nvSpPr>
          <p:cNvPr id="15" name="Объект 6">
            <a:extLst>
              <a:ext uri="{FF2B5EF4-FFF2-40B4-BE49-F238E27FC236}">
                <a16:creationId xmlns:a16="http://schemas.microsoft.com/office/drawing/2014/main" id="{B8C4A463-C66E-D236-C11D-689B1D5B52D7}"/>
              </a:ext>
            </a:extLst>
          </p:cNvPr>
          <p:cNvSpPr>
            <a:spLocks noGrp="1"/>
          </p:cNvSpPr>
          <p:nvPr>
            <p:ph sz="quarter" idx="30" hasCustomPrompt="1"/>
          </p:nvPr>
        </p:nvSpPr>
        <p:spPr>
          <a:xfrm>
            <a:off x="3477966" y="6119359"/>
            <a:ext cx="2229354" cy="204800"/>
          </a:xfrm>
        </p:spPr>
        <p:txBody>
          <a:bodyPr>
            <a:spAutoFit/>
          </a:bodyPr>
          <a:lstStyle>
            <a:lvl1pPr marL="0" indent="0">
              <a:buNone/>
              <a:defRPr sz="800"/>
            </a:lvl1pPr>
            <a:lvl2pPr marL="228554" indent="0">
              <a:buNone/>
              <a:defRPr sz="800"/>
            </a:lvl2pPr>
            <a:lvl3pPr marL="457109" indent="0">
              <a:buNone/>
              <a:defRPr sz="800"/>
            </a:lvl3pPr>
            <a:lvl4pPr marL="685663" indent="0">
              <a:buNone/>
              <a:defRPr sz="800"/>
            </a:lvl4pPr>
            <a:lvl5pPr marL="914217" indent="0">
              <a:buNone/>
              <a:defRPr sz="800"/>
            </a:lvl5pPr>
          </a:lstStyle>
          <a:p>
            <a:pPr lvl="0"/>
            <a:r>
              <a:rPr lang="ru-RU" dirty="0"/>
              <a:t>Здесь должен быть ваш текст</a:t>
            </a:r>
          </a:p>
        </p:txBody>
      </p:sp>
      <p:sp>
        <p:nvSpPr>
          <p:cNvPr id="18" name="Объект 6">
            <a:extLst>
              <a:ext uri="{FF2B5EF4-FFF2-40B4-BE49-F238E27FC236}">
                <a16:creationId xmlns:a16="http://schemas.microsoft.com/office/drawing/2014/main" id="{910F0DFF-9EE8-3E19-D36E-179FA34A0550}"/>
              </a:ext>
            </a:extLst>
          </p:cNvPr>
          <p:cNvSpPr>
            <a:spLocks noGrp="1"/>
          </p:cNvSpPr>
          <p:nvPr>
            <p:ph sz="quarter" idx="31" hasCustomPrompt="1"/>
          </p:nvPr>
        </p:nvSpPr>
        <p:spPr>
          <a:xfrm>
            <a:off x="6453657" y="6119359"/>
            <a:ext cx="2229354" cy="204800"/>
          </a:xfrm>
        </p:spPr>
        <p:txBody>
          <a:bodyPr>
            <a:spAutoFit/>
          </a:bodyPr>
          <a:lstStyle>
            <a:lvl1pPr marL="0" indent="0">
              <a:buNone/>
              <a:defRPr sz="800"/>
            </a:lvl1pPr>
            <a:lvl2pPr marL="228554" indent="0">
              <a:buNone/>
              <a:defRPr sz="800"/>
            </a:lvl2pPr>
            <a:lvl3pPr marL="457109" indent="0">
              <a:buNone/>
              <a:defRPr sz="800"/>
            </a:lvl3pPr>
            <a:lvl4pPr marL="685663" indent="0">
              <a:buNone/>
              <a:defRPr sz="800"/>
            </a:lvl4pPr>
            <a:lvl5pPr marL="914217" indent="0">
              <a:buNone/>
              <a:defRPr sz="800"/>
            </a:lvl5pPr>
          </a:lstStyle>
          <a:p>
            <a:pPr lvl="0"/>
            <a:r>
              <a:rPr lang="ru-RU" dirty="0"/>
              <a:t>Здесь должен быть ваш текст</a:t>
            </a:r>
          </a:p>
        </p:txBody>
      </p:sp>
      <p:sp>
        <p:nvSpPr>
          <p:cNvPr id="12" name="Номер слайда 5">
            <a:extLst>
              <a:ext uri="{FF2B5EF4-FFF2-40B4-BE49-F238E27FC236}">
                <a16:creationId xmlns:a16="http://schemas.microsoft.com/office/drawing/2014/main" id="{313E7485-6C56-13C5-6594-DB23B13B4620}"/>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9" name="Заголовок 1">
            <a:extLst>
              <a:ext uri="{FF2B5EF4-FFF2-40B4-BE49-F238E27FC236}">
                <a16:creationId xmlns:a16="http://schemas.microsoft.com/office/drawing/2014/main" id="{3A5AF719-DBA5-D07F-B52A-AABA288E70AC}"/>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Дорожная карта проекта</a:t>
            </a:r>
            <a:endParaRPr lang="ru-RU" dirty="0"/>
          </a:p>
        </p:txBody>
      </p:sp>
      <p:pic>
        <p:nvPicPr>
          <p:cNvPr id="4" name="Рисунок 3">
            <a:extLst>
              <a:ext uri="{FF2B5EF4-FFF2-40B4-BE49-F238E27FC236}">
                <a16:creationId xmlns:a16="http://schemas.microsoft.com/office/drawing/2014/main" id="{C2D9335F-7022-D6F2-6E47-3624FEB9B2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7EEDE2CD-F5FE-6D1E-3CD4-50EE6507CE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3250349946"/>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Направление 1. Дизайн операционной модели">
    <p:bg>
      <p:bgPr>
        <a:solidFill>
          <a:schemeClr val="bg1"/>
        </a:solidFill>
        <a:effectLst/>
      </p:bgPr>
    </p:bg>
    <p:spTree>
      <p:nvGrpSpPr>
        <p:cNvPr id="1" name=""/>
        <p:cNvGrpSpPr/>
        <p:nvPr/>
      </p:nvGrpSpPr>
      <p:grpSpPr>
        <a:xfrm>
          <a:off x="0" y="0"/>
          <a:ext cx="0" cy="0"/>
          <a:chOff x="0" y="0"/>
          <a:chExt cx="0" cy="0"/>
        </a:xfrm>
      </p:grpSpPr>
      <p:sp>
        <p:nvSpPr>
          <p:cNvPr id="173" name="Таблица 172">
            <a:extLst>
              <a:ext uri="{FF2B5EF4-FFF2-40B4-BE49-F238E27FC236}">
                <a16:creationId xmlns:a16="http://schemas.microsoft.com/office/drawing/2014/main" id="{99860466-0432-D87E-EDA8-6E430130589F}"/>
              </a:ext>
            </a:extLst>
          </p:cNvPr>
          <p:cNvSpPr>
            <a:spLocks noGrp="1"/>
          </p:cNvSpPr>
          <p:nvPr>
            <p:ph type="tbl" sz="quarter" idx="10"/>
          </p:nvPr>
        </p:nvSpPr>
        <p:spPr>
          <a:xfrm>
            <a:off x="349937" y="952502"/>
            <a:ext cx="11486509" cy="3125723"/>
          </a:xfrm>
        </p:spPr>
        <p:txBody>
          <a:bodyPr>
            <a:noAutofit/>
          </a:bodyPr>
          <a:lstStyle>
            <a:lvl1pPr>
              <a:defRPr sz="800">
                <a:solidFill>
                  <a:schemeClr val="tx1"/>
                </a:solidFill>
              </a:defRPr>
            </a:lvl1pPr>
          </a:lstStyle>
          <a:p>
            <a:r>
              <a:rPr lang="ru-RU"/>
              <a:t>Вставка таблицы</a:t>
            </a:r>
            <a:endParaRPr lang="ru-RU" dirty="0"/>
          </a:p>
        </p:txBody>
      </p:sp>
      <p:pic>
        <p:nvPicPr>
          <p:cNvPr id="3" name="Image 22" descr=" ">
            <a:extLst>
              <a:ext uri="{FF2B5EF4-FFF2-40B4-BE49-F238E27FC236}">
                <a16:creationId xmlns:a16="http://schemas.microsoft.com/office/drawing/2014/main" id="{0A16B182-0258-39A9-F7F7-9B44F688C1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31433" y="6142892"/>
            <a:ext cx="84676" cy="80442"/>
          </a:xfrm>
          <a:prstGeom prst="rect">
            <a:avLst/>
          </a:prstGeom>
        </p:spPr>
      </p:pic>
      <p:sp>
        <p:nvSpPr>
          <p:cNvPr id="14" name="Shape 44">
            <a:extLst>
              <a:ext uri="{FF2B5EF4-FFF2-40B4-BE49-F238E27FC236}">
                <a16:creationId xmlns:a16="http://schemas.microsoft.com/office/drawing/2014/main" id="{25F8CAD7-7969-17F6-2A66-9362C8B3D27B}"/>
              </a:ext>
            </a:extLst>
          </p:cNvPr>
          <p:cNvSpPr/>
          <p:nvPr userDrawn="1"/>
        </p:nvSpPr>
        <p:spPr>
          <a:xfrm>
            <a:off x="355598" y="4597400"/>
            <a:ext cx="11480740" cy="12700"/>
          </a:xfrm>
          <a:prstGeom prst="rect">
            <a:avLst/>
          </a:prstGeom>
          <a:solidFill>
            <a:srgbClr val="000000">
              <a:alpha val="100000"/>
            </a:srgbClr>
          </a:solidFill>
          <a:ln/>
        </p:spPr>
      </p:sp>
      <p:sp>
        <p:nvSpPr>
          <p:cNvPr id="29" name="Текст 12">
            <a:extLst>
              <a:ext uri="{FF2B5EF4-FFF2-40B4-BE49-F238E27FC236}">
                <a16:creationId xmlns:a16="http://schemas.microsoft.com/office/drawing/2014/main" id="{8B76828E-FF94-3627-8E4C-4149D5501C98}"/>
              </a:ext>
            </a:extLst>
          </p:cNvPr>
          <p:cNvSpPr>
            <a:spLocks noGrp="1"/>
          </p:cNvSpPr>
          <p:nvPr>
            <p:ph type="body" sz="quarter" idx="34" hasCustomPrompt="1"/>
          </p:nvPr>
        </p:nvSpPr>
        <p:spPr>
          <a:xfrm>
            <a:off x="405182" y="4688450"/>
            <a:ext cx="2736000" cy="501612"/>
          </a:xfrm>
        </p:spPr>
        <p:txBody>
          <a:bodyPr wrap="square">
            <a:spAutoFit/>
          </a:bodyPr>
          <a:lstStyle>
            <a:lvl1pPr marL="0" marR="0" indent="0" algn="l" defTabSz="457109" rtl="0" eaLnBrk="1" fontAlgn="auto" latinLnBrk="0" hangingPunct="1">
              <a:lnSpc>
                <a:spcPts val="1100"/>
              </a:lnSpc>
              <a:spcBef>
                <a:spcPts val="500"/>
              </a:spcBef>
              <a:spcAft>
                <a:spcPts val="0"/>
              </a:spcAft>
              <a:buClrTx/>
              <a:buSzTx/>
              <a:buFont typeface="Arial" panose="020B0604020202020204" pitchFamily="34" charset="0"/>
              <a:buNone/>
              <a:tabLst/>
              <a:defRPr lang="ru-RU" sz="1000" kern="1200" dirty="0" smtClean="0">
                <a:solidFill>
                  <a:srgbClr val="000000">
                    <a:alpha val="100000"/>
                  </a:srgbClr>
                </a:solidFill>
                <a:latin typeface="Stapel" panose="020B0504020202020204" pitchFamily="34" charset="-52"/>
                <a:ea typeface="Stapel" pitchFamily="34" charset="-122"/>
                <a:cs typeface="Stapel" pitchFamily="34" charset="-120"/>
              </a:defRPr>
            </a:lvl1pPr>
            <a:lvl2pPr marL="171415" indent="0" algn="l">
              <a:lnSpc>
                <a:spcPts val="1100"/>
              </a:lnSpc>
              <a:buSzPct val="100000"/>
              <a:buNone/>
              <a:defRPr>
                <a:latin typeface="+mn-lt"/>
              </a:defRPr>
            </a:lvl2pPr>
          </a:lstStyle>
          <a:p>
            <a:pPr marL="342831" lvl="1" indent="-171416" algn="l">
              <a:lnSpc>
                <a:spcPts val="1100"/>
              </a:lnSpc>
              <a:buSzPct val="100000"/>
              <a:buChar char="•"/>
            </a:pPr>
            <a:r>
              <a:rPr lang="ru-RU" sz="1000" dirty="0"/>
              <a:t>Маркированный список</a:t>
            </a:r>
          </a:p>
          <a:p>
            <a:pPr marL="342831" lvl="1" indent="-171416" algn="l">
              <a:lnSpc>
                <a:spcPts val="1100"/>
              </a:lnSpc>
              <a:buSzPct val="100000"/>
              <a:buChar char="•"/>
            </a:pPr>
            <a:r>
              <a:rPr lang="ru-RU" sz="1000" dirty="0"/>
              <a:t>Маркированный список</a:t>
            </a:r>
          </a:p>
          <a:p>
            <a:pPr marL="342831" lvl="1" indent="-171416" algn="l">
              <a:lnSpc>
                <a:spcPts val="1100"/>
              </a:lnSpc>
              <a:buSzPct val="100000"/>
              <a:buChar char="•"/>
            </a:pPr>
            <a:r>
              <a:rPr lang="ru-RU" sz="1000" dirty="0"/>
              <a:t>Маркированный список</a:t>
            </a:r>
            <a:endParaRPr lang="en-US" sz="1000" dirty="0"/>
          </a:p>
        </p:txBody>
      </p:sp>
      <p:sp>
        <p:nvSpPr>
          <p:cNvPr id="30" name="Текст 12">
            <a:extLst>
              <a:ext uri="{FF2B5EF4-FFF2-40B4-BE49-F238E27FC236}">
                <a16:creationId xmlns:a16="http://schemas.microsoft.com/office/drawing/2014/main" id="{D4532099-C76B-57F2-8057-0D13824558C3}"/>
              </a:ext>
            </a:extLst>
          </p:cNvPr>
          <p:cNvSpPr>
            <a:spLocks noGrp="1"/>
          </p:cNvSpPr>
          <p:nvPr>
            <p:ph type="body" sz="quarter" idx="35" hasCustomPrompt="1"/>
          </p:nvPr>
        </p:nvSpPr>
        <p:spPr>
          <a:xfrm>
            <a:off x="3298779" y="4688450"/>
            <a:ext cx="2736000" cy="501612"/>
          </a:xfrm>
        </p:spPr>
        <p:txBody>
          <a:bodyPr wrap="square">
            <a:spAutoFit/>
          </a:bodyPr>
          <a:lstStyle>
            <a:lvl1pPr marL="0" marR="0" indent="0" algn="l" defTabSz="457109" rtl="0" eaLnBrk="1" fontAlgn="auto" latinLnBrk="0" hangingPunct="1">
              <a:lnSpc>
                <a:spcPts val="1100"/>
              </a:lnSpc>
              <a:spcBef>
                <a:spcPts val="500"/>
              </a:spcBef>
              <a:spcAft>
                <a:spcPts val="0"/>
              </a:spcAft>
              <a:buClrTx/>
              <a:buSzTx/>
              <a:buFont typeface="Arial" panose="020B0604020202020204" pitchFamily="34" charset="0"/>
              <a:buNone/>
              <a:tabLst/>
              <a:defRPr lang="ru-RU" sz="1000" kern="1200" dirty="0" smtClean="0">
                <a:solidFill>
                  <a:srgbClr val="000000">
                    <a:alpha val="100000"/>
                  </a:srgbClr>
                </a:solidFill>
                <a:latin typeface="Stapel" panose="020B0504020202020204" pitchFamily="34" charset="-52"/>
                <a:ea typeface="Stapel" pitchFamily="34" charset="-122"/>
                <a:cs typeface="Stapel" pitchFamily="34" charset="-120"/>
              </a:defRPr>
            </a:lvl1pPr>
            <a:lvl2pPr marL="342831" indent="-171416" algn="l">
              <a:lnSpc>
                <a:spcPts val="1100"/>
              </a:lnSpc>
              <a:buSzPct val="100000"/>
              <a:buChar char="•"/>
              <a:defRPr>
                <a:latin typeface="+mn-lt"/>
              </a:defRPr>
            </a:lvl2pPr>
          </a:lstStyle>
          <a:p>
            <a:pPr marL="342831" lvl="1" indent="-171416" algn="l">
              <a:lnSpc>
                <a:spcPts val="1100"/>
              </a:lnSpc>
              <a:buSzPct val="100000"/>
              <a:buChar char="•"/>
            </a:pPr>
            <a:r>
              <a:rPr lang="ru-RU" sz="1000" dirty="0"/>
              <a:t>Маркированный список</a:t>
            </a:r>
          </a:p>
          <a:p>
            <a:pPr marL="342831" lvl="1" indent="-171416" algn="l">
              <a:lnSpc>
                <a:spcPts val="1100"/>
              </a:lnSpc>
              <a:buSzPct val="100000"/>
              <a:buChar char="•"/>
            </a:pPr>
            <a:r>
              <a:rPr lang="ru-RU" sz="1000" dirty="0"/>
              <a:t>Маркированный список</a:t>
            </a:r>
          </a:p>
          <a:p>
            <a:pPr marL="342831" lvl="1" indent="-171416" algn="l">
              <a:lnSpc>
                <a:spcPts val="1100"/>
              </a:lnSpc>
              <a:buSzPct val="100000"/>
              <a:buChar char="•"/>
            </a:pPr>
            <a:r>
              <a:rPr lang="ru-RU" sz="1000" dirty="0"/>
              <a:t>Маркированный список</a:t>
            </a:r>
            <a:endParaRPr lang="en-US" sz="1000" dirty="0"/>
          </a:p>
        </p:txBody>
      </p:sp>
      <p:sp>
        <p:nvSpPr>
          <p:cNvPr id="34" name="Текст 12">
            <a:extLst>
              <a:ext uri="{FF2B5EF4-FFF2-40B4-BE49-F238E27FC236}">
                <a16:creationId xmlns:a16="http://schemas.microsoft.com/office/drawing/2014/main" id="{8E130590-7FE5-97C1-9858-EEA9F4B20C42}"/>
              </a:ext>
            </a:extLst>
          </p:cNvPr>
          <p:cNvSpPr>
            <a:spLocks noGrp="1"/>
          </p:cNvSpPr>
          <p:nvPr>
            <p:ph type="body" sz="quarter" idx="36" hasCustomPrompt="1"/>
          </p:nvPr>
        </p:nvSpPr>
        <p:spPr>
          <a:xfrm>
            <a:off x="6194364" y="4688450"/>
            <a:ext cx="2736000" cy="501612"/>
          </a:xfrm>
        </p:spPr>
        <p:txBody>
          <a:bodyPr wrap="square">
            <a:spAutoFit/>
          </a:bodyPr>
          <a:lstStyle>
            <a:lvl1pPr marL="0" marR="0" indent="0" algn="l" defTabSz="457109" rtl="0" eaLnBrk="1" fontAlgn="auto" latinLnBrk="0" hangingPunct="1">
              <a:lnSpc>
                <a:spcPts val="1100"/>
              </a:lnSpc>
              <a:spcBef>
                <a:spcPts val="500"/>
              </a:spcBef>
              <a:spcAft>
                <a:spcPts val="0"/>
              </a:spcAft>
              <a:buClrTx/>
              <a:buSzTx/>
              <a:buFont typeface="Arial" panose="020B0604020202020204" pitchFamily="34" charset="0"/>
              <a:buNone/>
              <a:tabLst/>
              <a:defRPr lang="ru-RU" sz="1000" kern="1200" dirty="0" smtClean="0">
                <a:solidFill>
                  <a:srgbClr val="000000">
                    <a:alpha val="100000"/>
                  </a:srgbClr>
                </a:solidFill>
                <a:latin typeface="Stapel" panose="020B0504020202020204" pitchFamily="34" charset="-52"/>
                <a:ea typeface="Stapel" pitchFamily="34" charset="-122"/>
                <a:cs typeface="Stapel" pitchFamily="34" charset="-120"/>
              </a:defRPr>
            </a:lvl1pPr>
            <a:lvl2pPr marL="342831" indent="-171416" algn="l">
              <a:lnSpc>
                <a:spcPts val="1100"/>
              </a:lnSpc>
              <a:buSzPct val="100000"/>
              <a:buChar char="•"/>
              <a:defRPr>
                <a:latin typeface="+mn-lt"/>
              </a:defRPr>
            </a:lvl2pPr>
          </a:lstStyle>
          <a:p>
            <a:pPr marL="342831" lvl="1" indent="-171416" algn="l">
              <a:lnSpc>
                <a:spcPts val="1100"/>
              </a:lnSpc>
              <a:buSzPct val="100000"/>
              <a:buChar char="•"/>
            </a:pPr>
            <a:r>
              <a:rPr lang="ru-RU" sz="1000" dirty="0"/>
              <a:t>Маркированный список</a:t>
            </a:r>
          </a:p>
          <a:p>
            <a:pPr marL="342831" lvl="1" indent="-171416" algn="l">
              <a:lnSpc>
                <a:spcPts val="1100"/>
              </a:lnSpc>
              <a:buSzPct val="100000"/>
              <a:buChar char="•"/>
            </a:pPr>
            <a:r>
              <a:rPr lang="ru-RU" sz="1000" dirty="0"/>
              <a:t>Маркированный список</a:t>
            </a:r>
          </a:p>
          <a:p>
            <a:pPr marL="342831" lvl="1" indent="-171416" algn="l">
              <a:lnSpc>
                <a:spcPts val="1100"/>
              </a:lnSpc>
              <a:buSzPct val="100000"/>
              <a:buChar char="•"/>
            </a:pPr>
            <a:r>
              <a:rPr lang="ru-RU" sz="1000" dirty="0"/>
              <a:t>Маркированный список</a:t>
            </a:r>
            <a:endParaRPr lang="en-US" sz="1000" dirty="0"/>
          </a:p>
        </p:txBody>
      </p:sp>
      <p:sp>
        <p:nvSpPr>
          <p:cNvPr id="35" name="Текст 12">
            <a:extLst>
              <a:ext uri="{FF2B5EF4-FFF2-40B4-BE49-F238E27FC236}">
                <a16:creationId xmlns:a16="http://schemas.microsoft.com/office/drawing/2014/main" id="{65AD625E-C4E1-1DD1-04CB-4AC1A3535380}"/>
              </a:ext>
            </a:extLst>
          </p:cNvPr>
          <p:cNvSpPr>
            <a:spLocks noGrp="1"/>
          </p:cNvSpPr>
          <p:nvPr>
            <p:ph type="body" sz="quarter" idx="37" hasCustomPrompt="1"/>
          </p:nvPr>
        </p:nvSpPr>
        <p:spPr>
          <a:xfrm>
            <a:off x="9087961" y="4688450"/>
            <a:ext cx="2736000" cy="501612"/>
          </a:xfrm>
        </p:spPr>
        <p:txBody>
          <a:bodyPr wrap="square">
            <a:spAutoFit/>
          </a:bodyPr>
          <a:lstStyle>
            <a:lvl1pPr marL="0" marR="0" indent="0" algn="l" defTabSz="457109" rtl="0" eaLnBrk="1" fontAlgn="auto" latinLnBrk="0" hangingPunct="1">
              <a:lnSpc>
                <a:spcPts val="1100"/>
              </a:lnSpc>
              <a:spcBef>
                <a:spcPts val="500"/>
              </a:spcBef>
              <a:spcAft>
                <a:spcPts val="0"/>
              </a:spcAft>
              <a:buClrTx/>
              <a:buSzTx/>
              <a:buFont typeface="Arial" panose="020B0604020202020204" pitchFamily="34" charset="0"/>
              <a:buNone/>
              <a:tabLst/>
              <a:defRPr lang="ru-RU" sz="1000" kern="1200" dirty="0" smtClean="0">
                <a:solidFill>
                  <a:srgbClr val="000000">
                    <a:alpha val="100000"/>
                  </a:srgbClr>
                </a:solidFill>
                <a:latin typeface="Stapel" panose="020B0504020202020204" pitchFamily="34" charset="-52"/>
                <a:ea typeface="Stapel" pitchFamily="34" charset="-122"/>
                <a:cs typeface="Stapel" pitchFamily="34" charset="-120"/>
              </a:defRPr>
            </a:lvl1pPr>
            <a:lvl2pPr marL="342831" indent="-171416" algn="l">
              <a:lnSpc>
                <a:spcPts val="1100"/>
              </a:lnSpc>
              <a:buSzPct val="100000"/>
              <a:buChar char="•"/>
              <a:defRPr>
                <a:latin typeface="+mn-lt"/>
              </a:defRPr>
            </a:lvl2pPr>
          </a:lstStyle>
          <a:p>
            <a:pPr marL="342831" lvl="1" indent="-171416" algn="l">
              <a:lnSpc>
                <a:spcPts val="1100"/>
              </a:lnSpc>
              <a:buSzPct val="100000"/>
              <a:buChar char="•"/>
            </a:pPr>
            <a:r>
              <a:rPr lang="ru-RU" sz="1000" dirty="0"/>
              <a:t>Маркированный список</a:t>
            </a:r>
          </a:p>
          <a:p>
            <a:pPr marL="342831" lvl="1" indent="-171416" algn="l">
              <a:lnSpc>
                <a:spcPts val="1100"/>
              </a:lnSpc>
              <a:buSzPct val="100000"/>
              <a:buChar char="•"/>
            </a:pPr>
            <a:r>
              <a:rPr lang="ru-RU" sz="1000" dirty="0"/>
              <a:t>Маркированный список</a:t>
            </a:r>
          </a:p>
          <a:p>
            <a:pPr marL="342831" lvl="1" indent="-171416" algn="l">
              <a:lnSpc>
                <a:spcPts val="1100"/>
              </a:lnSpc>
              <a:buSzPct val="100000"/>
              <a:buChar char="•"/>
            </a:pPr>
            <a:r>
              <a:rPr lang="ru-RU" sz="1000" dirty="0"/>
              <a:t>Маркированный список</a:t>
            </a:r>
            <a:endParaRPr lang="en-US" sz="1000" dirty="0"/>
          </a:p>
        </p:txBody>
      </p:sp>
      <p:sp>
        <p:nvSpPr>
          <p:cNvPr id="19" name="Номер слайда 5">
            <a:extLst>
              <a:ext uri="{FF2B5EF4-FFF2-40B4-BE49-F238E27FC236}">
                <a16:creationId xmlns:a16="http://schemas.microsoft.com/office/drawing/2014/main" id="{012895F1-EDDA-9A6B-7B7F-E105527BE653}"/>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21" name="Заголовок 1">
            <a:extLst>
              <a:ext uri="{FF2B5EF4-FFF2-40B4-BE49-F238E27FC236}">
                <a16:creationId xmlns:a16="http://schemas.microsoft.com/office/drawing/2014/main" id="{10E2205A-2B8E-62C5-1A8E-B41B0E7079E6}"/>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Направление 1. Дизайн операционной модели</a:t>
            </a:r>
            <a:endParaRPr lang="ru-RU" dirty="0"/>
          </a:p>
        </p:txBody>
      </p:sp>
      <p:sp>
        <p:nvSpPr>
          <p:cNvPr id="27" name="Текст 25">
            <a:extLst>
              <a:ext uri="{FF2B5EF4-FFF2-40B4-BE49-F238E27FC236}">
                <a16:creationId xmlns:a16="http://schemas.microsoft.com/office/drawing/2014/main" id="{24DD48EB-A63B-E492-A461-4651CD3EA708}"/>
              </a:ext>
            </a:extLst>
          </p:cNvPr>
          <p:cNvSpPr>
            <a:spLocks noGrp="1"/>
          </p:cNvSpPr>
          <p:nvPr>
            <p:ph type="body" sz="quarter" idx="41" hasCustomPrompt="1"/>
          </p:nvPr>
        </p:nvSpPr>
        <p:spPr>
          <a:xfrm>
            <a:off x="360000" y="4255008"/>
            <a:ext cx="3600000"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Результаты</a:t>
            </a:r>
          </a:p>
        </p:txBody>
      </p:sp>
      <p:sp>
        <p:nvSpPr>
          <p:cNvPr id="32" name="Shape 62">
            <a:extLst>
              <a:ext uri="{FF2B5EF4-FFF2-40B4-BE49-F238E27FC236}">
                <a16:creationId xmlns:a16="http://schemas.microsoft.com/office/drawing/2014/main" id="{60A435B7-948C-2C24-1509-FF18D09636D0}"/>
              </a:ext>
            </a:extLst>
          </p:cNvPr>
          <p:cNvSpPr/>
          <p:nvPr userDrawn="1"/>
        </p:nvSpPr>
        <p:spPr>
          <a:xfrm>
            <a:off x="450848" y="6132313"/>
            <a:ext cx="101599" cy="101600"/>
          </a:xfrm>
          <a:prstGeom prst="rect">
            <a:avLst/>
          </a:prstGeom>
          <a:solidFill>
            <a:srgbClr val="EF80BB"/>
          </a:solidFill>
          <a:ln/>
        </p:spPr>
      </p:sp>
      <p:sp>
        <p:nvSpPr>
          <p:cNvPr id="33" name="Shape 65">
            <a:extLst>
              <a:ext uri="{FF2B5EF4-FFF2-40B4-BE49-F238E27FC236}">
                <a16:creationId xmlns:a16="http://schemas.microsoft.com/office/drawing/2014/main" id="{B540CFFB-A28C-4931-84A1-FD0AD37AE68C}"/>
              </a:ext>
            </a:extLst>
          </p:cNvPr>
          <p:cNvSpPr/>
          <p:nvPr userDrawn="1"/>
        </p:nvSpPr>
        <p:spPr>
          <a:xfrm>
            <a:off x="3327383" y="6132313"/>
            <a:ext cx="1749416" cy="101600"/>
          </a:xfrm>
          <a:prstGeom prst="rect">
            <a:avLst/>
          </a:prstGeom>
          <a:noFill/>
          <a:ln/>
        </p:spPr>
      </p:sp>
      <p:sp>
        <p:nvSpPr>
          <p:cNvPr id="36" name="Shape 66">
            <a:extLst>
              <a:ext uri="{FF2B5EF4-FFF2-40B4-BE49-F238E27FC236}">
                <a16:creationId xmlns:a16="http://schemas.microsoft.com/office/drawing/2014/main" id="{66FC89A9-0EF5-A4DC-B776-5D0717E3FB9C}"/>
              </a:ext>
            </a:extLst>
          </p:cNvPr>
          <p:cNvSpPr/>
          <p:nvPr userDrawn="1"/>
        </p:nvSpPr>
        <p:spPr>
          <a:xfrm>
            <a:off x="3327383" y="6132313"/>
            <a:ext cx="101599" cy="101600"/>
          </a:xfrm>
          <a:prstGeom prst="rect">
            <a:avLst/>
          </a:prstGeom>
          <a:solidFill>
            <a:srgbClr val="F9CCE4"/>
          </a:solidFill>
          <a:ln/>
        </p:spPr>
      </p:sp>
      <p:sp>
        <p:nvSpPr>
          <p:cNvPr id="38" name="Объект 6">
            <a:extLst>
              <a:ext uri="{FF2B5EF4-FFF2-40B4-BE49-F238E27FC236}">
                <a16:creationId xmlns:a16="http://schemas.microsoft.com/office/drawing/2014/main" id="{DEBE148B-2BE6-34A5-FD29-DE73289572E9}"/>
              </a:ext>
            </a:extLst>
          </p:cNvPr>
          <p:cNvSpPr>
            <a:spLocks noGrp="1"/>
          </p:cNvSpPr>
          <p:nvPr>
            <p:ph sz="quarter" idx="29" hasCustomPrompt="1"/>
          </p:nvPr>
        </p:nvSpPr>
        <p:spPr>
          <a:xfrm>
            <a:off x="601362" y="6119359"/>
            <a:ext cx="2229354" cy="112467"/>
          </a:xfrm>
        </p:spPr>
        <p:txBody>
          <a:bodyPr>
            <a:spAutoFit/>
          </a:bodyPr>
          <a:lstStyle>
            <a:lvl1pPr marL="0" indent="0">
              <a:buNone/>
              <a:defRPr sz="800">
                <a:latin typeface="+mn-lt"/>
              </a:defRPr>
            </a:lvl1pPr>
            <a:lvl2pPr marL="228554" indent="0">
              <a:buNone/>
              <a:defRPr sz="800"/>
            </a:lvl2pPr>
            <a:lvl3pPr marL="457109" indent="0">
              <a:buNone/>
              <a:defRPr sz="800"/>
            </a:lvl3pPr>
            <a:lvl4pPr marL="685663" indent="0">
              <a:buNone/>
              <a:defRPr sz="800"/>
            </a:lvl4pPr>
            <a:lvl5pPr marL="914217" indent="0">
              <a:buNone/>
              <a:defRPr sz="800"/>
            </a:lvl5pPr>
          </a:lstStyle>
          <a:p>
            <a:pPr lvl="0"/>
            <a:r>
              <a:rPr lang="ru-RU" dirty="0"/>
              <a:t>Здесь должен быть ваш текст</a:t>
            </a:r>
          </a:p>
        </p:txBody>
      </p:sp>
      <p:sp>
        <p:nvSpPr>
          <p:cNvPr id="39" name="Объект 6">
            <a:extLst>
              <a:ext uri="{FF2B5EF4-FFF2-40B4-BE49-F238E27FC236}">
                <a16:creationId xmlns:a16="http://schemas.microsoft.com/office/drawing/2014/main" id="{5BB8E487-C171-0D87-C0D8-845AB61B1194}"/>
              </a:ext>
            </a:extLst>
          </p:cNvPr>
          <p:cNvSpPr>
            <a:spLocks noGrp="1"/>
          </p:cNvSpPr>
          <p:nvPr>
            <p:ph sz="quarter" idx="30" hasCustomPrompt="1"/>
          </p:nvPr>
        </p:nvSpPr>
        <p:spPr>
          <a:xfrm>
            <a:off x="3477966" y="6119359"/>
            <a:ext cx="2229354" cy="112467"/>
          </a:xfrm>
        </p:spPr>
        <p:txBody>
          <a:bodyPr>
            <a:spAutoFit/>
          </a:bodyPr>
          <a:lstStyle>
            <a:lvl1pPr marL="0" indent="0">
              <a:buNone/>
              <a:defRPr sz="800">
                <a:latin typeface="+mn-lt"/>
              </a:defRPr>
            </a:lvl1pPr>
            <a:lvl2pPr marL="228554" indent="0">
              <a:buNone/>
              <a:defRPr sz="800"/>
            </a:lvl2pPr>
            <a:lvl3pPr marL="457109" indent="0">
              <a:buNone/>
              <a:defRPr sz="800"/>
            </a:lvl3pPr>
            <a:lvl4pPr marL="685663" indent="0">
              <a:buNone/>
              <a:defRPr sz="800"/>
            </a:lvl4pPr>
            <a:lvl5pPr marL="914217" indent="0">
              <a:buNone/>
              <a:defRPr sz="800"/>
            </a:lvl5pPr>
          </a:lstStyle>
          <a:p>
            <a:pPr lvl="0"/>
            <a:r>
              <a:rPr lang="ru-RU" dirty="0"/>
              <a:t>Здесь должен быть ваш текст</a:t>
            </a:r>
          </a:p>
        </p:txBody>
      </p:sp>
      <p:sp>
        <p:nvSpPr>
          <p:cNvPr id="40" name="Объект 6">
            <a:extLst>
              <a:ext uri="{FF2B5EF4-FFF2-40B4-BE49-F238E27FC236}">
                <a16:creationId xmlns:a16="http://schemas.microsoft.com/office/drawing/2014/main" id="{A7EF94ED-57C3-A89F-72BC-E88407237DA8}"/>
              </a:ext>
            </a:extLst>
          </p:cNvPr>
          <p:cNvSpPr>
            <a:spLocks noGrp="1"/>
          </p:cNvSpPr>
          <p:nvPr>
            <p:ph sz="quarter" idx="31" hasCustomPrompt="1"/>
          </p:nvPr>
        </p:nvSpPr>
        <p:spPr>
          <a:xfrm>
            <a:off x="6453657" y="6119359"/>
            <a:ext cx="2229354" cy="112467"/>
          </a:xfrm>
        </p:spPr>
        <p:txBody>
          <a:bodyPr>
            <a:spAutoFit/>
          </a:bodyPr>
          <a:lstStyle>
            <a:lvl1pPr marL="0" indent="0">
              <a:buNone/>
              <a:defRPr sz="800">
                <a:latin typeface="+mn-lt"/>
              </a:defRPr>
            </a:lvl1pPr>
            <a:lvl2pPr marL="228554" indent="0">
              <a:buNone/>
              <a:defRPr sz="800"/>
            </a:lvl2pPr>
            <a:lvl3pPr marL="457109" indent="0">
              <a:buNone/>
              <a:defRPr sz="800"/>
            </a:lvl3pPr>
            <a:lvl4pPr marL="685663" indent="0">
              <a:buNone/>
              <a:defRPr sz="800"/>
            </a:lvl4pPr>
            <a:lvl5pPr marL="914217" indent="0">
              <a:buNone/>
              <a:defRPr sz="800"/>
            </a:lvl5pPr>
          </a:lstStyle>
          <a:p>
            <a:pPr lvl="0"/>
            <a:r>
              <a:rPr lang="ru-RU" dirty="0"/>
              <a:t>Здесь должен быть ваш текст</a:t>
            </a:r>
          </a:p>
        </p:txBody>
      </p:sp>
      <p:pic>
        <p:nvPicPr>
          <p:cNvPr id="5" name="Рисунок 4">
            <a:extLst>
              <a:ext uri="{FF2B5EF4-FFF2-40B4-BE49-F238E27FC236}">
                <a16:creationId xmlns:a16="http://schemas.microsoft.com/office/drawing/2014/main" id="{3F5977DA-CF25-D587-2541-8B22851B614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960307D8-BA6C-2B10-B583-84600DFB753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103798818"/>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Детализация ключевых задач">
    <p:bg>
      <p:bgPr>
        <a:solidFill>
          <a:schemeClr val="bg1"/>
        </a:solidFill>
        <a:effectLst/>
      </p:bgPr>
    </p:bg>
    <p:spTree>
      <p:nvGrpSpPr>
        <p:cNvPr id="1" name=""/>
        <p:cNvGrpSpPr/>
        <p:nvPr/>
      </p:nvGrpSpPr>
      <p:grpSpPr>
        <a:xfrm>
          <a:off x="0" y="0"/>
          <a:ext cx="0" cy="0"/>
          <a:chOff x="0" y="0"/>
          <a:chExt cx="0" cy="0"/>
        </a:xfrm>
      </p:grpSpPr>
      <p:pic>
        <p:nvPicPr>
          <p:cNvPr id="129" name="Image 18" descr=" ">
            <a:extLst>
              <a:ext uri="{FF2B5EF4-FFF2-40B4-BE49-F238E27FC236}">
                <a16:creationId xmlns:a16="http://schemas.microsoft.com/office/drawing/2014/main" id="{B7BDF01E-2D67-83B2-9D99-FAA86FE95BC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0848" y="3013710"/>
            <a:ext cx="101599" cy="101600"/>
          </a:xfrm>
          <a:prstGeom prst="rect">
            <a:avLst/>
          </a:prstGeom>
        </p:spPr>
      </p:pic>
      <p:pic>
        <p:nvPicPr>
          <p:cNvPr id="130" name="Image 19" descr=" ">
            <a:extLst>
              <a:ext uri="{FF2B5EF4-FFF2-40B4-BE49-F238E27FC236}">
                <a16:creationId xmlns:a16="http://schemas.microsoft.com/office/drawing/2014/main" id="{A1BA2946-5835-4EC0-6A06-78CDD078945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9315" y="3026410"/>
            <a:ext cx="87988" cy="76200"/>
          </a:xfrm>
          <a:prstGeom prst="rect">
            <a:avLst/>
          </a:prstGeom>
        </p:spPr>
      </p:pic>
      <p:pic>
        <p:nvPicPr>
          <p:cNvPr id="134" name="Image 20" descr=" ">
            <a:extLst>
              <a:ext uri="{FF2B5EF4-FFF2-40B4-BE49-F238E27FC236}">
                <a16:creationId xmlns:a16="http://schemas.microsoft.com/office/drawing/2014/main" id="{751CC97C-2A50-15F2-08B8-7A25066824C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27383" y="3013710"/>
            <a:ext cx="101599" cy="101600"/>
          </a:xfrm>
          <a:prstGeom prst="rect">
            <a:avLst/>
          </a:prstGeom>
        </p:spPr>
      </p:pic>
      <p:pic>
        <p:nvPicPr>
          <p:cNvPr id="135" name="Image 21" descr=" ">
            <a:extLst>
              <a:ext uri="{FF2B5EF4-FFF2-40B4-BE49-F238E27FC236}">
                <a16:creationId xmlns:a16="http://schemas.microsoft.com/office/drawing/2014/main" id="{E763B0E9-304D-D6EA-26AB-31E99FB7451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335850" y="3026410"/>
            <a:ext cx="87988" cy="76200"/>
          </a:xfrm>
          <a:prstGeom prst="rect">
            <a:avLst/>
          </a:prstGeom>
        </p:spPr>
      </p:pic>
      <p:pic>
        <p:nvPicPr>
          <p:cNvPr id="139" name="Image 22" descr=" ">
            <a:extLst>
              <a:ext uri="{FF2B5EF4-FFF2-40B4-BE49-F238E27FC236}">
                <a16:creationId xmlns:a16="http://schemas.microsoft.com/office/drawing/2014/main" id="{CE0E4B1C-5318-8A01-E702-DC3F5EFC44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22968" y="3013710"/>
            <a:ext cx="101599" cy="101600"/>
          </a:xfrm>
          <a:prstGeom prst="rect">
            <a:avLst/>
          </a:prstGeom>
        </p:spPr>
      </p:pic>
      <p:pic>
        <p:nvPicPr>
          <p:cNvPr id="140" name="Image 23" descr=" ">
            <a:extLst>
              <a:ext uri="{FF2B5EF4-FFF2-40B4-BE49-F238E27FC236}">
                <a16:creationId xmlns:a16="http://schemas.microsoft.com/office/drawing/2014/main" id="{DAC6CF89-147C-502E-ECA2-2380889ACE5D}"/>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6231435" y="3026410"/>
            <a:ext cx="87988" cy="76200"/>
          </a:xfrm>
          <a:prstGeom prst="rect">
            <a:avLst/>
          </a:prstGeom>
        </p:spPr>
      </p:pic>
      <p:pic>
        <p:nvPicPr>
          <p:cNvPr id="144" name="Image 24" descr=" ">
            <a:extLst>
              <a:ext uri="{FF2B5EF4-FFF2-40B4-BE49-F238E27FC236}">
                <a16:creationId xmlns:a16="http://schemas.microsoft.com/office/drawing/2014/main" id="{C80859BC-0B6F-1154-1D81-FBC1C569293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118553" y="3013710"/>
            <a:ext cx="101599" cy="101600"/>
          </a:xfrm>
          <a:prstGeom prst="rect">
            <a:avLst/>
          </a:prstGeom>
        </p:spPr>
      </p:pic>
      <p:pic>
        <p:nvPicPr>
          <p:cNvPr id="145" name="Image 25" descr=" ">
            <a:extLst>
              <a:ext uri="{FF2B5EF4-FFF2-40B4-BE49-F238E27FC236}">
                <a16:creationId xmlns:a16="http://schemas.microsoft.com/office/drawing/2014/main" id="{BE5DD7F2-0BDF-FF47-CAFC-12DFE1BD185A}"/>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9127020" y="3026410"/>
            <a:ext cx="87988" cy="76200"/>
          </a:xfrm>
          <a:prstGeom prst="rect">
            <a:avLst/>
          </a:prstGeom>
        </p:spPr>
      </p:pic>
      <p:sp>
        <p:nvSpPr>
          <p:cNvPr id="175" name="Текст 173">
            <a:extLst>
              <a:ext uri="{FF2B5EF4-FFF2-40B4-BE49-F238E27FC236}">
                <a16:creationId xmlns:a16="http://schemas.microsoft.com/office/drawing/2014/main" id="{3929FE00-48EB-9112-5C4C-04FF9607806F}"/>
              </a:ext>
            </a:extLst>
          </p:cNvPr>
          <p:cNvSpPr>
            <a:spLocks noGrp="1"/>
          </p:cNvSpPr>
          <p:nvPr>
            <p:ph type="body" sz="quarter" idx="30" hasCustomPrompt="1"/>
          </p:nvPr>
        </p:nvSpPr>
        <p:spPr>
          <a:xfrm>
            <a:off x="356539" y="1077717"/>
            <a:ext cx="8584038" cy="140616"/>
          </a:xfrm>
        </p:spPr>
        <p:txBody>
          <a:bodyPr>
            <a:spAutoFit/>
          </a:bodyPr>
          <a:lstStyle>
            <a:lvl1pPr marL="0" marR="0" indent="0" algn="l" defTabSz="457109" rtl="0" eaLnBrk="1" fontAlgn="auto" latinLnBrk="0" hangingPunct="1">
              <a:lnSpc>
                <a:spcPct val="90000"/>
              </a:lnSpc>
              <a:spcBef>
                <a:spcPts val="500"/>
              </a:spcBef>
              <a:spcAft>
                <a:spcPts val="0"/>
              </a:spcAft>
              <a:buClrTx/>
              <a:buSzTx/>
              <a:buFont typeface="Arial" panose="020B0604020202020204" pitchFamily="34" charset="0"/>
              <a:buNone/>
              <a:tabLst/>
              <a:defRPr sz="1000">
                <a:latin typeface="+mn-lt"/>
              </a:defRPr>
            </a:lvl1pPr>
            <a:lvl2pPr>
              <a:defRPr sz="1000">
                <a:latin typeface="+mn-lt"/>
              </a:defRPr>
            </a:lvl2pPr>
            <a:lvl3pPr>
              <a:defRPr sz="1000">
                <a:latin typeface="+mn-lt"/>
              </a:defRPr>
            </a:lvl3pPr>
            <a:lvl4pPr>
              <a:defRPr sz="1000">
                <a:latin typeface="+mn-lt"/>
              </a:defRPr>
            </a:lvl4pPr>
            <a:lvl5pPr>
              <a:defRPr sz="1000">
                <a:latin typeface="+mn-lt"/>
              </a:defRPr>
            </a:lvl5pPr>
          </a:lstStyle>
          <a:p>
            <a:pPr marL="0" marR="0" lvl="0" indent="0" algn="l" defTabSz="457109" rtl="0" eaLnBrk="1" fontAlgn="auto" latinLnBrk="0" hangingPunct="1">
              <a:lnSpc>
                <a:spcPct val="90000"/>
              </a:lnSpc>
              <a:spcBef>
                <a:spcPts val="500"/>
              </a:spcBef>
              <a:spcAft>
                <a:spcPts val="0"/>
              </a:spcAft>
              <a:buClrTx/>
              <a:buSzTx/>
              <a:buFont typeface="Arial" panose="020B0604020202020204" pitchFamily="34" charset="0"/>
              <a:buNone/>
              <a:tabLst/>
              <a:defRPr/>
            </a:pPr>
            <a:r>
              <a:rPr lang="ru-RU" sz="1000" dirty="0"/>
              <a:t>Направление 1. Текст</a:t>
            </a:r>
          </a:p>
        </p:txBody>
      </p:sp>
      <p:sp>
        <p:nvSpPr>
          <p:cNvPr id="9" name="Номер слайда 5">
            <a:extLst>
              <a:ext uri="{FF2B5EF4-FFF2-40B4-BE49-F238E27FC236}">
                <a16:creationId xmlns:a16="http://schemas.microsoft.com/office/drawing/2014/main" id="{7EEC7432-4FEA-5D80-01AC-7A78263ECD03}"/>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6" name="Объект 6">
            <a:extLst>
              <a:ext uri="{FF2B5EF4-FFF2-40B4-BE49-F238E27FC236}">
                <a16:creationId xmlns:a16="http://schemas.microsoft.com/office/drawing/2014/main" id="{B35DB1F9-BAF7-02B8-B4CD-F9CA913EB598}"/>
              </a:ext>
            </a:extLst>
          </p:cNvPr>
          <p:cNvSpPr>
            <a:spLocks noGrp="1"/>
          </p:cNvSpPr>
          <p:nvPr>
            <p:ph sz="quarter" idx="29" hasCustomPrompt="1"/>
          </p:nvPr>
        </p:nvSpPr>
        <p:spPr>
          <a:xfrm>
            <a:off x="601362" y="3006353"/>
            <a:ext cx="2229354" cy="112467"/>
          </a:xfrm>
        </p:spPr>
        <p:txBody>
          <a:bodyPr>
            <a:spAutoFit/>
          </a:bodyPr>
          <a:lstStyle>
            <a:lvl1pPr marL="0" indent="0">
              <a:buNone/>
              <a:defRPr sz="800">
                <a:latin typeface="+mn-lt"/>
              </a:defRPr>
            </a:lvl1pPr>
            <a:lvl2pPr marL="228554" indent="0">
              <a:buNone/>
              <a:defRPr sz="800"/>
            </a:lvl2pPr>
            <a:lvl3pPr marL="457109" indent="0">
              <a:buNone/>
              <a:defRPr sz="800"/>
            </a:lvl3pPr>
            <a:lvl4pPr marL="685663" indent="0">
              <a:buNone/>
              <a:defRPr sz="800"/>
            </a:lvl4pPr>
            <a:lvl5pPr marL="914217" indent="0">
              <a:buNone/>
              <a:defRPr sz="800"/>
            </a:lvl5pPr>
          </a:lstStyle>
          <a:p>
            <a:pPr lvl="0"/>
            <a:r>
              <a:rPr lang="ru-RU" dirty="0"/>
              <a:t>Здесь должен быть ваш текст</a:t>
            </a:r>
          </a:p>
        </p:txBody>
      </p:sp>
      <p:sp>
        <p:nvSpPr>
          <p:cNvPr id="17" name="Объект 6">
            <a:extLst>
              <a:ext uri="{FF2B5EF4-FFF2-40B4-BE49-F238E27FC236}">
                <a16:creationId xmlns:a16="http://schemas.microsoft.com/office/drawing/2014/main" id="{55E46A0D-D28F-4862-6B26-D3EF603AED87}"/>
              </a:ext>
            </a:extLst>
          </p:cNvPr>
          <p:cNvSpPr>
            <a:spLocks noGrp="1"/>
          </p:cNvSpPr>
          <p:nvPr>
            <p:ph sz="quarter" idx="35" hasCustomPrompt="1"/>
          </p:nvPr>
        </p:nvSpPr>
        <p:spPr>
          <a:xfrm>
            <a:off x="3477966" y="3006353"/>
            <a:ext cx="2229354" cy="112467"/>
          </a:xfrm>
        </p:spPr>
        <p:txBody>
          <a:bodyPr>
            <a:spAutoFit/>
          </a:bodyPr>
          <a:lstStyle>
            <a:lvl1pPr marL="0" indent="0">
              <a:buNone/>
              <a:defRPr sz="800">
                <a:latin typeface="+mn-lt"/>
              </a:defRPr>
            </a:lvl1pPr>
            <a:lvl2pPr marL="228554" indent="0">
              <a:buNone/>
              <a:defRPr sz="800"/>
            </a:lvl2pPr>
            <a:lvl3pPr marL="457109" indent="0">
              <a:buNone/>
              <a:defRPr sz="800"/>
            </a:lvl3pPr>
            <a:lvl4pPr marL="685663" indent="0">
              <a:buNone/>
              <a:defRPr sz="800"/>
            </a:lvl4pPr>
            <a:lvl5pPr marL="914217" indent="0">
              <a:buNone/>
              <a:defRPr sz="800"/>
            </a:lvl5pPr>
          </a:lstStyle>
          <a:p>
            <a:pPr lvl="0"/>
            <a:r>
              <a:rPr lang="ru-RU" dirty="0"/>
              <a:t>Здесь должен быть ваш текст</a:t>
            </a:r>
          </a:p>
        </p:txBody>
      </p:sp>
      <p:sp>
        <p:nvSpPr>
          <p:cNvPr id="18" name="Объект 6">
            <a:extLst>
              <a:ext uri="{FF2B5EF4-FFF2-40B4-BE49-F238E27FC236}">
                <a16:creationId xmlns:a16="http://schemas.microsoft.com/office/drawing/2014/main" id="{35B8BBBF-214F-08EB-82BC-87F8C7324B2F}"/>
              </a:ext>
            </a:extLst>
          </p:cNvPr>
          <p:cNvSpPr>
            <a:spLocks noGrp="1"/>
          </p:cNvSpPr>
          <p:nvPr>
            <p:ph sz="quarter" idx="36" hasCustomPrompt="1"/>
          </p:nvPr>
        </p:nvSpPr>
        <p:spPr>
          <a:xfrm>
            <a:off x="6453657" y="3006353"/>
            <a:ext cx="2229354" cy="112467"/>
          </a:xfrm>
        </p:spPr>
        <p:txBody>
          <a:bodyPr>
            <a:spAutoFit/>
          </a:bodyPr>
          <a:lstStyle>
            <a:lvl1pPr marL="0" indent="0">
              <a:buNone/>
              <a:defRPr sz="800">
                <a:latin typeface="+mn-lt"/>
              </a:defRPr>
            </a:lvl1pPr>
            <a:lvl2pPr marL="228554" indent="0">
              <a:buNone/>
              <a:defRPr sz="800"/>
            </a:lvl2pPr>
            <a:lvl3pPr marL="457109" indent="0">
              <a:buNone/>
              <a:defRPr sz="800"/>
            </a:lvl3pPr>
            <a:lvl4pPr marL="685663" indent="0">
              <a:buNone/>
              <a:defRPr sz="800"/>
            </a:lvl4pPr>
            <a:lvl5pPr marL="914217" indent="0">
              <a:buNone/>
              <a:defRPr sz="800"/>
            </a:lvl5pPr>
          </a:lstStyle>
          <a:p>
            <a:pPr lvl="0"/>
            <a:r>
              <a:rPr lang="ru-RU" dirty="0"/>
              <a:t>Здесь должен быть ваш текст</a:t>
            </a:r>
          </a:p>
        </p:txBody>
      </p:sp>
      <p:sp>
        <p:nvSpPr>
          <p:cNvPr id="19" name="Объект 6">
            <a:extLst>
              <a:ext uri="{FF2B5EF4-FFF2-40B4-BE49-F238E27FC236}">
                <a16:creationId xmlns:a16="http://schemas.microsoft.com/office/drawing/2014/main" id="{85932323-F9C3-4803-CCF4-0AEE270CEBF0}"/>
              </a:ext>
            </a:extLst>
          </p:cNvPr>
          <p:cNvSpPr>
            <a:spLocks noGrp="1"/>
          </p:cNvSpPr>
          <p:nvPr>
            <p:ph sz="quarter" idx="37" hasCustomPrompt="1"/>
          </p:nvPr>
        </p:nvSpPr>
        <p:spPr>
          <a:xfrm>
            <a:off x="9350786" y="3006353"/>
            <a:ext cx="2229354" cy="112467"/>
          </a:xfrm>
        </p:spPr>
        <p:txBody>
          <a:bodyPr>
            <a:spAutoFit/>
          </a:bodyPr>
          <a:lstStyle>
            <a:lvl1pPr marL="0" indent="0">
              <a:buNone/>
              <a:defRPr sz="800">
                <a:latin typeface="+mn-lt"/>
              </a:defRPr>
            </a:lvl1pPr>
            <a:lvl2pPr marL="228554" indent="0">
              <a:buNone/>
              <a:defRPr sz="800"/>
            </a:lvl2pPr>
            <a:lvl3pPr marL="457109" indent="0">
              <a:buNone/>
              <a:defRPr sz="800"/>
            </a:lvl3pPr>
            <a:lvl4pPr marL="685663" indent="0">
              <a:buNone/>
              <a:defRPr sz="800"/>
            </a:lvl4pPr>
            <a:lvl5pPr marL="914217" indent="0">
              <a:buNone/>
              <a:defRPr sz="800"/>
            </a:lvl5pPr>
          </a:lstStyle>
          <a:p>
            <a:pPr lvl="0"/>
            <a:r>
              <a:rPr lang="ru-RU" dirty="0"/>
              <a:t>Здесь должен быть ваш текст</a:t>
            </a:r>
          </a:p>
        </p:txBody>
      </p:sp>
      <p:sp>
        <p:nvSpPr>
          <p:cNvPr id="20" name="Заголовок 1">
            <a:extLst>
              <a:ext uri="{FF2B5EF4-FFF2-40B4-BE49-F238E27FC236}">
                <a16:creationId xmlns:a16="http://schemas.microsoft.com/office/drawing/2014/main" id="{800880AF-BD32-C030-5D9F-76A400B8A40E}"/>
              </a:ext>
            </a:extLst>
          </p:cNvPr>
          <p:cNvSpPr>
            <a:spLocks noGrp="1"/>
          </p:cNvSpPr>
          <p:nvPr>
            <p:ph type="title" hasCustomPrompt="1"/>
          </p:nvPr>
        </p:nvSpPr>
        <p:spPr>
          <a:xfrm>
            <a:off x="360000" y="252000"/>
            <a:ext cx="9533300" cy="781496"/>
          </a:xfrm>
          <a:prstGeom prst="rect">
            <a:avLst/>
          </a:prstGeom>
        </p:spPr>
        <p:txBody>
          <a:bodyPr vert="horz" wrap="square" lIns="0" tIns="0" rIns="0" bIns="0" rtlCol="0" anchor="t">
            <a:spAutoFit/>
          </a:bodyPr>
          <a:lstStyle>
            <a:lvl1pPr>
              <a:defRPr sz="2800" spc="-30" baseline="0"/>
            </a:lvl1pPr>
          </a:lstStyle>
          <a:p>
            <a:r>
              <a:rPr lang="ru-RU" dirty="0">
                <a:effectLst/>
              </a:rPr>
              <a:t>Детализация ключевых задач: </a:t>
            </a:r>
            <a:br>
              <a:rPr lang="ru-RU" dirty="0">
                <a:effectLst/>
              </a:rPr>
            </a:br>
            <a:r>
              <a:rPr lang="ru-RU" dirty="0">
                <a:effectLst/>
              </a:rPr>
              <a:t>Этап 1. Концепция цифровизации</a:t>
            </a:r>
            <a:endParaRPr lang="ru-RU" dirty="0"/>
          </a:p>
        </p:txBody>
      </p:sp>
      <p:pic>
        <p:nvPicPr>
          <p:cNvPr id="4" name="Рисунок 3">
            <a:extLst>
              <a:ext uri="{FF2B5EF4-FFF2-40B4-BE49-F238E27FC236}">
                <a16:creationId xmlns:a16="http://schemas.microsoft.com/office/drawing/2014/main" id="{E47F9721-73C4-3C72-A424-F2807872DA2D}"/>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68F79398-FF7E-89A9-7A10-3F7911EB3E86}"/>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3535565479"/>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Детализация работ">
    <p:bg>
      <p:bgPr>
        <a:solidFill>
          <a:schemeClr val="bg1"/>
        </a:solidFill>
        <a:effectLst/>
      </p:bgPr>
    </p:bg>
    <p:spTree>
      <p:nvGrpSpPr>
        <p:cNvPr id="1" name=""/>
        <p:cNvGrpSpPr/>
        <p:nvPr/>
      </p:nvGrpSpPr>
      <p:grpSpPr>
        <a:xfrm>
          <a:off x="0" y="0"/>
          <a:ext cx="0" cy="0"/>
          <a:chOff x="0" y="0"/>
          <a:chExt cx="0" cy="0"/>
        </a:xfrm>
      </p:grpSpPr>
      <p:sp>
        <p:nvSpPr>
          <p:cNvPr id="7" name="Shape 3">
            <a:extLst>
              <a:ext uri="{FF2B5EF4-FFF2-40B4-BE49-F238E27FC236}">
                <a16:creationId xmlns:a16="http://schemas.microsoft.com/office/drawing/2014/main" id="{6974614B-CDE7-EB23-03C1-2036FCB76F75}"/>
              </a:ext>
            </a:extLst>
          </p:cNvPr>
          <p:cNvSpPr/>
          <p:nvPr userDrawn="1"/>
        </p:nvSpPr>
        <p:spPr>
          <a:xfrm>
            <a:off x="355598" y="3187700"/>
            <a:ext cx="863596" cy="1454150"/>
          </a:xfrm>
          <a:prstGeom prst="rect">
            <a:avLst/>
          </a:prstGeom>
          <a:solidFill>
            <a:srgbClr val="FAE6E9">
              <a:alpha val="100000"/>
            </a:srgbClr>
          </a:solidFill>
          <a:ln/>
        </p:spPr>
      </p:sp>
      <p:sp>
        <p:nvSpPr>
          <p:cNvPr id="4" name="Shape 2">
            <a:extLst>
              <a:ext uri="{FF2B5EF4-FFF2-40B4-BE49-F238E27FC236}">
                <a16:creationId xmlns:a16="http://schemas.microsoft.com/office/drawing/2014/main" id="{7DAF913E-445A-1148-ED11-F7EF87AAA82F}"/>
              </a:ext>
            </a:extLst>
          </p:cNvPr>
          <p:cNvSpPr/>
          <p:nvPr userDrawn="1"/>
        </p:nvSpPr>
        <p:spPr>
          <a:xfrm>
            <a:off x="355598" y="1619250"/>
            <a:ext cx="863596" cy="1454150"/>
          </a:xfrm>
          <a:prstGeom prst="rect">
            <a:avLst/>
          </a:prstGeom>
          <a:solidFill>
            <a:srgbClr val="FAE6E9">
              <a:alpha val="100000"/>
            </a:srgbClr>
          </a:solidFill>
          <a:ln/>
        </p:spPr>
      </p:sp>
      <p:sp>
        <p:nvSpPr>
          <p:cNvPr id="17" name="Shape 10">
            <a:extLst>
              <a:ext uri="{FF2B5EF4-FFF2-40B4-BE49-F238E27FC236}">
                <a16:creationId xmlns:a16="http://schemas.microsoft.com/office/drawing/2014/main" id="{4E0B2911-33FB-6B1D-10BD-17851034FDB5}"/>
              </a:ext>
            </a:extLst>
          </p:cNvPr>
          <p:cNvSpPr/>
          <p:nvPr userDrawn="1"/>
        </p:nvSpPr>
        <p:spPr>
          <a:xfrm>
            <a:off x="355598" y="3175000"/>
            <a:ext cx="11480740" cy="12700"/>
          </a:xfrm>
          <a:prstGeom prst="rect">
            <a:avLst/>
          </a:prstGeom>
          <a:solidFill>
            <a:srgbClr val="000000">
              <a:alpha val="10000"/>
            </a:srgbClr>
          </a:solidFill>
          <a:ln/>
        </p:spPr>
      </p:sp>
      <p:sp>
        <p:nvSpPr>
          <p:cNvPr id="18" name="Shape 11">
            <a:extLst>
              <a:ext uri="{FF2B5EF4-FFF2-40B4-BE49-F238E27FC236}">
                <a16:creationId xmlns:a16="http://schemas.microsoft.com/office/drawing/2014/main" id="{1505024B-C76A-3308-319A-F62989D634EB}"/>
              </a:ext>
            </a:extLst>
          </p:cNvPr>
          <p:cNvSpPr/>
          <p:nvPr userDrawn="1"/>
        </p:nvSpPr>
        <p:spPr>
          <a:xfrm>
            <a:off x="355598" y="1612900"/>
            <a:ext cx="11480740" cy="12700"/>
          </a:xfrm>
          <a:prstGeom prst="rect">
            <a:avLst/>
          </a:prstGeom>
          <a:solidFill>
            <a:srgbClr val="000000">
              <a:alpha val="100000"/>
            </a:srgbClr>
          </a:solidFill>
          <a:ln/>
        </p:spPr>
      </p:sp>
      <p:sp>
        <p:nvSpPr>
          <p:cNvPr id="19" name="Shape 12">
            <a:extLst>
              <a:ext uri="{FF2B5EF4-FFF2-40B4-BE49-F238E27FC236}">
                <a16:creationId xmlns:a16="http://schemas.microsoft.com/office/drawing/2014/main" id="{A84EBD8E-55BA-2B15-367A-8D37CA536144}"/>
              </a:ext>
            </a:extLst>
          </p:cNvPr>
          <p:cNvSpPr/>
          <p:nvPr userDrawn="1"/>
        </p:nvSpPr>
        <p:spPr>
          <a:xfrm>
            <a:off x="355598" y="5111750"/>
            <a:ext cx="11480740" cy="12700"/>
          </a:xfrm>
          <a:prstGeom prst="rect">
            <a:avLst/>
          </a:prstGeom>
          <a:solidFill>
            <a:srgbClr val="000000">
              <a:alpha val="100000"/>
            </a:srgbClr>
          </a:solidFill>
          <a:ln/>
        </p:spPr>
      </p:sp>
      <p:sp>
        <p:nvSpPr>
          <p:cNvPr id="20" name="Text 13">
            <a:extLst>
              <a:ext uri="{FF2B5EF4-FFF2-40B4-BE49-F238E27FC236}">
                <a16:creationId xmlns:a16="http://schemas.microsoft.com/office/drawing/2014/main" id="{A32D9663-886D-817F-0596-EA2B3A2DC2D6}"/>
              </a:ext>
            </a:extLst>
          </p:cNvPr>
          <p:cNvSpPr/>
          <p:nvPr userDrawn="1"/>
        </p:nvSpPr>
        <p:spPr>
          <a:xfrm>
            <a:off x="1320793" y="1397000"/>
            <a:ext cx="1871123" cy="182034"/>
          </a:xfrm>
          <a:prstGeom prst="rect">
            <a:avLst/>
          </a:prstGeom>
          <a:noFill/>
          <a:ln/>
        </p:spPr>
        <p:txBody>
          <a:bodyPr wrap="square" lIns="0" tIns="0" rIns="0" bIns="0" rtlCol="0" anchor="t"/>
          <a:lstStyle/>
          <a:p>
            <a:pPr marL="0" indent="0" algn="l">
              <a:lnSpc>
                <a:spcPts val="1100"/>
              </a:lnSpc>
              <a:buNone/>
            </a:pPr>
            <a:r>
              <a:rPr lang="en-US" sz="1000" dirty="0">
                <a:solidFill>
                  <a:srgbClr val="000000">
                    <a:alpha val="100000"/>
                  </a:srgbClr>
                </a:solidFill>
                <a:latin typeface="+mn-lt"/>
                <a:ea typeface="Stapel" pitchFamily="34" charset="-122"/>
                <a:cs typeface="Stapel" pitchFamily="34" charset="-120"/>
              </a:rPr>
              <a:t>Работы</a:t>
            </a:r>
            <a:endParaRPr lang="en-US" sz="1000" dirty="0">
              <a:latin typeface="+mn-lt"/>
            </a:endParaRPr>
          </a:p>
        </p:txBody>
      </p:sp>
      <p:sp>
        <p:nvSpPr>
          <p:cNvPr id="21" name="Text 14">
            <a:extLst>
              <a:ext uri="{FF2B5EF4-FFF2-40B4-BE49-F238E27FC236}">
                <a16:creationId xmlns:a16="http://schemas.microsoft.com/office/drawing/2014/main" id="{9033569D-22E7-D3BF-1128-69B1BA1CFB24}"/>
              </a:ext>
            </a:extLst>
          </p:cNvPr>
          <p:cNvSpPr/>
          <p:nvPr userDrawn="1"/>
        </p:nvSpPr>
        <p:spPr>
          <a:xfrm>
            <a:off x="1320793" y="4895850"/>
            <a:ext cx="1871123" cy="182034"/>
          </a:xfrm>
          <a:prstGeom prst="rect">
            <a:avLst/>
          </a:prstGeom>
          <a:noFill/>
          <a:ln/>
        </p:spPr>
        <p:txBody>
          <a:bodyPr wrap="square" lIns="0" tIns="0" rIns="0" bIns="0" rtlCol="0" anchor="t"/>
          <a:lstStyle/>
          <a:p>
            <a:pPr marL="0" indent="0" algn="l">
              <a:lnSpc>
                <a:spcPts val="1100"/>
              </a:lnSpc>
              <a:buNone/>
            </a:pPr>
            <a:r>
              <a:rPr lang="en-US" sz="1000" dirty="0">
                <a:solidFill>
                  <a:srgbClr val="000000">
                    <a:alpha val="100000"/>
                  </a:srgbClr>
                </a:solidFill>
                <a:latin typeface="+mn-lt"/>
                <a:ea typeface="Stapel" pitchFamily="34" charset="-122"/>
                <a:cs typeface="Stapel" pitchFamily="34" charset="-120"/>
              </a:rPr>
              <a:t>Общие ограничения</a:t>
            </a:r>
            <a:endParaRPr lang="en-US" sz="1000" dirty="0">
              <a:latin typeface="+mn-lt"/>
            </a:endParaRPr>
          </a:p>
        </p:txBody>
      </p:sp>
      <p:sp>
        <p:nvSpPr>
          <p:cNvPr id="22" name="Text 15">
            <a:extLst>
              <a:ext uri="{FF2B5EF4-FFF2-40B4-BE49-F238E27FC236}">
                <a16:creationId xmlns:a16="http://schemas.microsoft.com/office/drawing/2014/main" id="{6EAC210C-A55F-887D-4C70-4228734FA1FE}"/>
              </a:ext>
            </a:extLst>
          </p:cNvPr>
          <p:cNvSpPr/>
          <p:nvPr userDrawn="1"/>
        </p:nvSpPr>
        <p:spPr>
          <a:xfrm>
            <a:off x="4216378" y="1397000"/>
            <a:ext cx="1871123" cy="182034"/>
          </a:xfrm>
          <a:prstGeom prst="rect">
            <a:avLst/>
          </a:prstGeom>
          <a:noFill/>
          <a:ln/>
        </p:spPr>
        <p:txBody>
          <a:bodyPr wrap="square" lIns="0" tIns="0" rIns="0" bIns="0" rtlCol="0" anchor="t"/>
          <a:lstStyle/>
          <a:p>
            <a:pPr marL="0" indent="0" algn="l">
              <a:lnSpc>
                <a:spcPts val="1100"/>
              </a:lnSpc>
              <a:buNone/>
            </a:pPr>
            <a:r>
              <a:rPr lang="en-US" sz="1000" dirty="0">
                <a:solidFill>
                  <a:srgbClr val="000000">
                    <a:alpha val="100000"/>
                  </a:srgbClr>
                </a:solidFill>
                <a:latin typeface="+mn-lt"/>
                <a:ea typeface="Stapel" pitchFamily="34" charset="-122"/>
                <a:cs typeface="Stapel" pitchFamily="34" charset="-120"/>
              </a:rPr>
              <a:t>Результаты</a:t>
            </a:r>
            <a:endParaRPr lang="en-US" sz="1000" dirty="0">
              <a:latin typeface="+mn-lt"/>
            </a:endParaRPr>
          </a:p>
        </p:txBody>
      </p:sp>
      <p:sp>
        <p:nvSpPr>
          <p:cNvPr id="23" name="Text 16">
            <a:extLst>
              <a:ext uri="{FF2B5EF4-FFF2-40B4-BE49-F238E27FC236}">
                <a16:creationId xmlns:a16="http://schemas.microsoft.com/office/drawing/2014/main" id="{2A534A5B-93C0-5B6A-BE6C-53F2673512C5}"/>
              </a:ext>
            </a:extLst>
          </p:cNvPr>
          <p:cNvSpPr/>
          <p:nvPr userDrawn="1"/>
        </p:nvSpPr>
        <p:spPr>
          <a:xfrm>
            <a:off x="7111963" y="1397000"/>
            <a:ext cx="1871123" cy="182034"/>
          </a:xfrm>
          <a:prstGeom prst="rect">
            <a:avLst/>
          </a:prstGeom>
          <a:noFill/>
          <a:ln/>
        </p:spPr>
        <p:txBody>
          <a:bodyPr wrap="square" lIns="0" tIns="0" rIns="0" bIns="0" rtlCol="0" anchor="t"/>
          <a:lstStyle/>
          <a:p>
            <a:pPr marL="0" indent="0" algn="l">
              <a:lnSpc>
                <a:spcPts val="1100"/>
              </a:lnSpc>
              <a:buNone/>
            </a:pPr>
            <a:r>
              <a:rPr lang="en-US" sz="1000" dirty="0">
                <a:solidFill>
                  <a:srgbClr val="000000">
                    <a:alpha val="100000"/>
                  </a:srgbClr>
                </a:solidFill>
                <a:latin typeface="+mn-lt"/>
                <a:ea typeface="Stapel" pitchFamily="34" charset="-122"/>
                <a:cs typeface="Stapel" pitchFamily="34" charset="-120"/>
              </a:rPr>
              <a:t>Ограничения</a:t>
            </a:r>
            <a:endParaRPr lang="en-US" sz="1000" dirty="0">
              <a:latin typeface="+mn-lt"/>
            </a:endParaRPr>
          </a:p>
        </p:txBody>
      </p:sp>
      <p:sp>
        <p:nvSpPr>
          <p:cNvPr id="16" name="Номер слайда 5">
            <a:extLst>
              <a:ext uri="{FF2B5EF4-FFF2-40B4-BE49-F238E27FC236}">
                <a16:creationId xmlns:a16="http://schemas.microsoft.com/office/drawing/2014/main" id="{6B84EE11-B77D-7346-74C8-35AAA9AE92BF}"/>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27" name="Заголовок 1">
            <a:extLst>
              <a:ext uri="{FF2B5EF4-FFF2-40B4-BE49-F238E27FC236}">
                <a16:creationId xmlns:a16="http://schemas.microsoft.com/office/drawing/2014/main" id="{8AA3E8FD-92CF-E2EC-6499-7EB418C46047}"/>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Шаблон слайда</a:t>
            </a:r>
            <a:endParaRPr lang="ru-RU" dirty="0"/>
          </a:p>
        </p:txBody>
      </p:sp>
      <p:sp>
        <p:nvSpPr>
          <p:cNvPr id="29" name="Текст 61">
            <a:extLst>
              <a:ext uri="{FF2B5EF4-FFF2-40B4-BE49-F238E27FC236}">
                <a16:creationId xmlns:a16="http://schemas.microsoft.com/office/drawing/2014/main" id="{EB7D4905-527A-9345-C316-339489D02F24}"/>
              </a:ext>
            </a:extLst>
          </p:cNvPr>
          <p:cNvSpPr>
            <a:spLocks noGrp="1"/>
          </p:cNvSpPr>
          <p:nvPr>
            <p:ph type="body" sz="quarter" idx="53" hasCustomPrompt="1"/>
          </p:nvPr>
        </p:nvSpPr>
        <p:spPr>
          <a:xfrm>
            <a:off x="7111962" y="1727852"/>
            <a:ext cx="4724375" cy="615553"/>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33" name="Текст 61">
            <a:extLst>
              <a:ext uri="{FF2B5EF4-FFF2-40B4-BE49-F238E27FC236}">
                <a16:creationId xmlns:a16="http://schemas.microsoft.com/office/drawing/2014/main" id="{0934AE21-18DF-C89B-FE3A-715D7E2991D0}"/>
              </a:ext>
            </a:extLst>
          </p:cNvPr>
          <p:cNvSpPr>
            <a:spLocks noGrp="1"/>
          </p:cNvSpPr>
          <p:nvPr>
            <p:ph type="body" sz="quarter" idx="54" hasCustomPrompt="1"/>
          </p:nvPr>
        </p:nvSpPr>
        <p:spPr>
          <a:xfrm>
            <a:off x="4300358" y="1727852"/>
            <a:ext cx="2734928" cy="461665"/>
          </a:xfrm>
        </p:spPr>
        <p:txBody>
          <a:bodyPr wrap="square">
            <a:spAutoFit/>
          </a:bodyPr>
          <a:lstStyle>
            <a:lvl1pPr marL="72000" marR="0" indent="-108000" algn="l" defTabSz="457109" rtl="0" eaLnBrk="1" fontAlgn="auto" latinLnBrk="0" hangingPunct="1">
              <a:lnSpc>
                <a:spcPts val="1200"/>
              </a:lnSpc>
              <a:spcBef>
                <a:spcPts val="0"/>
              </a:spcBef>
              <a:spcAft>
                <a:spcPts val="0"/>
              </a:spcAft>
              <a:buClr>
                <a:schemeClr val="tx1"/>
              </a:buClr>
              <a:buSzTx/>
              <a:buFont typeface="Arial" panose="020B0604020202020204" pitchFamily="34" charset="0"/>
              <a:buChar char="•"/>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ru-RU" dirty="0">
                <a:effectLst/>
              </a:rPr>
              <a:t>Маркированный список</a:t>
            </a:r>
          </a:p>
          <a:p>
            <a:r>
              <a:rPr lang="ru-RU" dirty="0">
                <a:effectLst/>
              </a:rPr>
              <a:t>Маркированный список</a:t>
            </a:r>
          </a:p>
          <a:p>
            <a:r>
              <a:rPr lang="ru-RU" dirty="0">
                <a:effectLst/>
              </a:rPr>
              <a:t>Маркированный список</a:t>
            </a:r>
          </a:p>
        </p:txBody>
      </p:sp>
      <p:sp>
        <p:nvSpPr>
          <p:cNvPr id="34" name="Текст 61">
            <a:extLst>
              <a:ext uri="{FF2B5EF4-FFF2-40B4-BE49-F238E27FC236}">
                <a16:creationId xmlns:a16="http://schemas.microsoft.com/office/drawing/2014/main" id="{7AF74427-2A60-6794-CAD8-C39685FBC756}"/>
              </a:ext>
            </a:extLst>
          </p:cNvPr>
          <p:cNvSpPr>
            <a:spLocks noGrp="1"/>
          </p:cNvSpPr>
          <p:nvPr>
            <p:ph type="body" sz="quarter" idx="55" hasCustomPrompt="1"/>
          </p:nvPr>
        </p:nvSpPr>
        <p:spPr>
          <a:xfrm>
            <a:off x="1398537" y="1727852"/>
            <a:ext cx="2734928" cy="461665"/>
          </a:xfrm>
        </p:spPr>
        <p:txBody>
          <a:bodyPr wrap="square">
            <a:spAutoFit/>
          </a:bodyPr>
          <a:lstStyle>
            <a:lvl1pPr marL="72000" marR="0" indent="-108000" algn="l" defTabSz="457109" rtl="0" eaLnBrk="1" fontAlgn="auto" latinLnBrk="0" hangingPunct="1">
              <a:lnSpc>
                <a:spcPts val="1200"/>
              </a:lnSpc>
              <a:spcBef>
                <a:spcPts val="0"/>
              </a:spcBef>
              <a:spcAft>
                <a:spcPts val="0"/>
              </a:spcAft>
              <a:buClr>
                <a:schemeClr val="tx1"/>
              </a:buClr>
              <a:buSzTx/>
              <a:buFont typeface="Arial" panose="020B0604020202020204" pitchFamily="34" charset="0"/>
              <a:buChar char="•"/>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ru-RU" dirty="0">
                <a:effectLst/>
              </a:rPr>
              <a:t>Маркированный список</a:t>
            </a:r>
          </a:p>
          <a:p>
            <a:r>
              <a:rPr lang="ru-RU" dirty="0">
                <a:effectLst/>
              </a:rPr>
              <a:t>Маркированный список</a:t>
            </a:r>
          </a:p>
          <a:p>
            <a:r>
              <a:rPr lang="ru-RU" dirty="0">
                <a:effectLst/>
              </a:rPr>
              <a:t>Маркированный список</a:t>
            </a:r>
          </a:p>
        </p:txBody>
      </p:sp>
      <p:sp>
        <p:nvSpPr>
          <p:cNvPr id="35" name="Текст 61">
            <a:extLst>
              <a:ext uri="{FF2B5EF4-FFF2-40B4-BE49-F238E27FC236}">
                <a16:creationId xmlns:a16="http://schemas.microsoft.com/office/drawing/2014/main" id="{75B783CE-6FD0-CF4E-6F67-BBE185480582}"/>
              </a:ext>
            </a:extLst>
          </p:cNvPr>
          <p:cNvSpPr>
            <a:spLocks noGrp="1"/>
          </p:cNvSpPr>
          <p:nvPr>
            <p:ph type="body" sz="quarter" idx="56" hasCustomPrompt="1"/>
          </p:nvPr>
        </p:nvSpPr>
        <p:spPr>
          <a:xfrm>
            <a:off x="510088" y="1727852"/>
            <a:ext cx="638407" cy="15953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Этап 1</a:t>
            </a:r>
            <a:endParaRPr lang="ru-RU" dirty="0"/>
          </a:p>
        </p:txBody>
      </p:sp>
      <p:sp>
        <p:nvSpPr>
          <p:cNvPr id="36" name="Текст 61">
            <a:extLst>
              <a:ext uri="{FF2B5EF4-FFF2-40B4-BE49-F238E27FC236}">
                <a16:creationId xmlns:a16="http://schemas.microsoft.com/office/drawing/2014/main" id="{7B4C4B83-257B-5EE7-91A7-7C58580D1673}"/>
              </a:ext>
            </a:extLst>
          </p:cNvPr>
          <p:cNvSpPr>
            <a:spLocks noGrp="1"/>
          </p:cNvSpPr>
          <p:nvPr>
            <p:ph type="body" sz="quarter" idx="57" hasCustomPrompt="1"/>
          </p:nvPr>
        </p:nvSpPr>
        <p:spPr>
          <a:xfrm>
            <a:off x="7111962" y="3295394"/>
            <a:ext cx="4724375" cy="615553"/>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37" name="Текст 61">
            <a:extLst>
              <a:ext uri="{FF2B5EF4-FFF2-40B4-BE49-F238E27FC236}">
                <a16:creationId xmlns:a16="http://schemas.microsoft.com/office/drawing/2014/main" id="{DF5E8EF5-030B-3808-985F-0D0653BE7363}"/>
              </a:ext>
            </a:extLst>
          </p:cNvPr>
          <p:cNvSpPr>
            <a:spLocks noGrp="1"/>
          </p:cNvSpPr>
          <p:nvPr>
            <p:ph type="body" sz="quarter" idx="58" hasCustomPrompt="1"/>
          </p:nvPr>
        </p:nvSpPr>
        <p:spPr>
          <a:xfrm>
            <a:off x="4300358" y="3295394"/>
            <a:ext cx="2734928" cy="461665"/>
          </a:xfrm>
        </p:spPr>
        <p:txBody>
          <a:bodyPr wrap="square">
            <a:spAutoFit/>
          </a:bodyPr>
          <a:lstStyle>
            <a:lvl1pPr marL="72000" marR="0" indent="-108000" algn="l" defTabSz="457109" rtl="0" eaLnBrk="1" fontAlgn="auto" latinLnBrk="0" hangingPunct="1">
              <a:lnSpc>
                <a:spcPts val="1200"/>
              </a:lnSpc>
              <a:spcBef>
                <a:spcPts val="0"/>
              </a:spcBef>
              <a:spcAft>
                <a:spcPts val="0"/>
              </a:spcAft>
              <a:buClr>
                <a:schemeClr val="tx1"/>
              </a:buClr>
              <a:buSzTx/>
              <a:buFont typeface="Arial" panose="020B0604020202020204" pitchFamily="34" charset="0"/>
              <a:buChar char="•"/>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ru-RU" dirty="0">
                <a:effectLst/>
              </a:rPr>
              <a:t>Маркированный список</a:t>
            </a:r>
          </a:p>
          <a:p>
            <a:r>
              <a:rPr lang="ru-RU" dirty="0">
                <a:effectLst/>
              </a:rPr>
              <a:t>Маркированный список</a:t>
            </a:r>
          </a:p>
          <a:p>
            <a:r>
              <a:rPr lang="ru-RU" dirty="0">
                <a:effectLst/>
              </a:rPr>
              <a:t>Маркированный список</a:t>
            </a:r>
          </a:p>
        </p:txBody>
      </p:sp>
      <p:sp>
        <p:nvSpPr>
          <p:cNvPr id="38" name="Текст 61">
            <a:extLst>
              <a:ext uri="{FF2B5EF4-FFF2-40B4-BE49-F238E27FC236}">
                <a16:creationId xmlns:a16="http://schemas.microsoft.com/office/drawing/2014/main" id="{91728009-4156-1543-774C-81836D34B0B9}"/>
              </a:ext>
            </a:extLst>
          </p:cNvPr>
          <p:cNvSpPr>
            <a:spLocks noGrp="1"/>
          </p:cNvSpPr>
          <p:nvPr>
            <p:ph type="body" sz="quarter" idx="59" hasCustomPrompt="1"/>
          </p:nvPr>
        </p:nvSpPr>
        <p:spPr>
          <a:xfrm>
            <a:off x="1398537" y="3295394"/>
            <a:ext cx="2734928" cy="461665"/>
          </a:xfrm>
        </p:spPr>
        <p:txBody>
          <a:bodyPr wrap="square">
            <a:spAutoFit/>
          </a:bodyPr>
          <a:lstStyle>
            <a:lvl1pPr marL="72000" marR="0" indent="-108000" algn="l" defTabSz="457109" rtl="0" eaLnBrk="1" fontAlgn="auto" latinLnBrk="0" hangingPunct="1">
              <a:lnSpc>
                <a:spcPts val="1200"/>
              </a:lnSpc>
              <a:spcBef>
                <a:spcPts val="0"/>
              </a:spcBef>
              <a:spcAft>
                <a:spcPts val="0"/>
              </a:spcAft>
              <a:buClr>
                <a:schemeClr val="tx1"/>
              </a:buClr>
              <a:buSzTx/>
              <a:buFont typeface="Arial" panose="020B0604020202020204" pitchFamily="34" charset="0"/>
              <a:buChar char="•"/>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ru-RU" dirty="0">
                <a:effectLst/>
              </a:rPr>
              <a:t>Маркированный список</a:t>
            </a:r>
          </a:p>
          <a:p>
            <a:r>
              <a:rPr lang="ru-RU" dirty="0">
                <a:effectLst/>
              </a:rPr>
              <a:t>Маркированный список</a:t>
            </a:r>
          </a:p>
          <a:p>
            <a:r>
              <a:rPr lang="ru-RU" dirty="0">
                <a:effectLst/>
              </a:rPr>
              <a:t>Маркированный список</a:t>
            </a:r>
          </a:p>
        </p:txBody>
      </p:sp>
      <p:sp>
        <p:nvSpPr>
          <p:cNvPr id="39" name="Текст 61">
            <a:extLst>
              <a:ext uri="{FF2B5EF4-FFF2-40B4-BE49-F238E27FC236}">
                <a16:creationId xmlns:a16="http://schemas.microsoft.com/office/drawing/2014/main" id="{FBC269B4-F412-2314-09B0-AB9386318CE6}"/>
              </a:ext>
            </a:extLst>
          </p:cNvPr>
          <p:cNvSpPr>
            <a:spLocks noGrp="1"/>
          </p:cNvSpPr>
          <p:nvPr>
            <p:ph type="body" sz="quarter" idx="60" hasCustomPrompt="1"/>
          </p:nvPr>
        </p:nvSpPr>
        <p:spPr>
          <a:xfrm>
            <a:off x="510088" y="3295394"/>
            <a:ext cx="638407" cy="15953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Этап 1</a:t>
            </a:r>
            <a:endParaRPr lang="ru-RU" dirty="0"/>
          </a:p>
        </p:txBody>
      </p:sp>
      <p:sp>
        <p:nvSpPr>
          <p:cNvPr id="40" name="Текст 61">
            <a:extLst>
              <a:ext uri="{FF2B5EF4-FFF2-40B4-BE49-F238E27FC236}">
                <a16:creationId xmlns:a16="http://schemas.microsoft.com/office/drawing/2014/main" id="{66EFAFAD-8483-F716-2DB9-FD0591490F43}"/>
              </a:ext>
            </a:extLst>
          </p:cNvPr>
          <p:cNvSpPr>
            <a:spLocks noGrp="1"/>
          </p:cNvSpPr>
          <p:nvPr>
            <p:ph type="body" sz="quarter" idx="61" hasCustomPrompt="1"/>
          </p:nvPr>
        </p:nvSpPr>
        <p:spPr>
          <a:xfrm>
            <a:off x="1320793" y="5236158"/>
            <a:ext cx="6731525"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endParaRPr lang="ru-RU" dirty="0"/>
          </a:p>
        </p:txBody>
      </p:sp>
      <p:pic>
        <p:nvPicPr>
          <p:cNvPr id="5" name="Рисунок 4">
            <a:extLst>
              <a:ext uri="{FF2B5EF4-FFF2-40B4-BE49-F238E27FC236}">
                <a16:creationId xmlns:a16="http://schemas.microsoft.com/office/drawing/2014/main" id="{69A819E2-AE92-7DDB-A197-290017132F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ED8455A9-BBE2-68EB-9B33-978627F3453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911380544"/>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Стоимость проекта">
    <p:bg>
      <p:bgPr>
        <a:solidFill>
          <a:schemeClr val="bg1"/>
        </a:solidFill>
        <a:effectLst/>
      </p:bgPr>
    </p:bg>
    <p:spTree>
      <p:nvGrpSpPr>
        <p:cNvPr id="1" name=""/>
        <p:cNvGrpSpPr/>
        <p:nvPr/>
      </p:nvGrpSpPr>
      <p:grpSpPr>
        <a:xfrm>
          <a:off x="0" y="0"/>
          <a:ext cx="0" cy="0"/>
          <a:chOff x="0" y="0"/>
          <a:chExt cx="0" cy="0"/>
        </a:xfrm>
      </p:grpSpPr>
      <p:sp>
        <p:nvSpPr>
          <p:cNvPr id="12" name="Shape 30">
            <a:extLst>
              <a:ext uri="{FF2B5EF4-FFF2-40B4-BE49-F238E27FC236}">
                <a16:creationId xmlns:a16="http://schemas.microsoft.com/office/drawing/2014/main" id="{BB3EDA8E-E0F1-CBD4-871F-369582485AC1}"/>
              </a:ext>
            </a:extLst>
          </p:cNvPr>
          <p:cNvSpPr/>
          <p:nvPr userDrawn="1"/>
        </p:nvSpPr>
        <p:spPr>
          <a:xfrm>
            <a:off x="355598" y="5651500"/>
            <a:ext cx="5689570" cy="850900"/>
          </a:xfrm>
          <a:prstGeom prst="rect">
            <a:avLst/>
          </a:prstGeom>
          <a:solidFill>
            <a:srgbClr val="FAE6E9">
              <a:alpha val="100000"/>
            </a:srgbClr>
          </a:solidFill>
          <a:ln/>
        </p:spPr>
      </p:sp>
      <p:sp>
        <p:nvSpPr>
          <p:cNvPr id="8" name="Text 28">
            <a:extLst>
              <a:ext uri="{FF2B5EF4-FFF2-40B4-BE49-F238E27FC236}">
                <a16:creationId xmlns:a16="http://schemas.microsoft.com/office/drawing/2014/main" id="{F78E2757-A5C8-2745-F823-CAE6A4126370}"/>
              </a:ext>
            </a:extLst>
          </p:cNvPr>
          <p:cNvSpPr/>
          <p:nvPr userDrawn="1"/>
        </p:nvSpPr>
        <p:spPr>
          <a:xfrm>
            <a:off x="6146768" y="5660831"/>
            <a:ext cx="1026578" cy="169334"/>
          </a:xfrm>
          <a:prstGeom prst="rect">
            <a:avLst/>
          </a:prstGeom>
          <a:noFill/>
          <a:ln/>
        </p:spPr>
        <p:txBody>
          <a:bodyPr wrap="square" lIns="0" tIns="0" rIns="0" bIns="0" rtlCol="0" anchor="t"/>
          <a:lstStyle/>
          <a:p>
            <a:pPr marL="0" indent="0" algn="l">
              <a:lnSpc>
                <a:spcPts val="1000"/>
              </a:lnSpc>
              <a:buNone/>
            </a:pPr>
            <a:r>
              <a:rPr lang="en-US" sz="1000" dirty="0">
                <a:solidFill>
                  <a:srgbClr val="000000">
                    <a:alpha val="100000"/>
                  </a:srgbClr>
                </a:solidFill>
                <a:latin typeface="+mn-lt"/>
                <a:ea typeface="Stapel" pitchFamily="34" charset="-122"/>
                <a:cs typeface="Stapel" pitchFamily="34" charset="-120"/>
              </a:rPr>
              <a:t>Условия оплаты</a:t>
            </a:r>
            <a:endParaRPr lang="en-US" sz="1000" dirty="0">
              <a:latin typeface="+mn-lt"/>
            </a:endParaRPr>
          </a:p>
        </p:txBody>
      </p:sp>
      <p:sp>
        <p:nvSpPr>
          <p:cNvPr id="9" name="Shape 29">
            <a:extLst>
              <a:ext uri="{FF2B5EF4-FFF2-40B4-BE49-F238E27FC236}">
                <a16:creationId xmlns:a16="http://schemas.microsoft.com/office/drawing/2014/main" id="{669BD78A-C739-E24C-89A1-241C37163F7D}"/>
              </a:ext>
            </a:extLst>
          </p:cNvPr>
          <p:cNvSpPr/>
          <p:nvPr userDrawn="1"/>
        </p:nvSpPr>
        <p:spPr>
          <a:xfrm>
            <a:off x="6146768" y="5854700"/>
            <a:ext cx="5689570" cy="12700"/>
          </a:xfrm>
          <a:prstGeom prst="rect">
            <a:avLst/>
          </a:prstGeom>
          <a:solidFill>
            <a:srgbClr val="000000">
              <a:alpha val="100000"/>
            </a:srgbClr>
          </a:solidFill>
          <a:ln/>
        </p:spPr>
      </p:sp>
      <p:sp>
        <p:nvSpPr>
          <p:cNvPr id="37" name="Таблица 23">
            <a:extLst>
              <a:ext uri="{FF2B5EF4-FFF2-40B4-BE49-F238E27FC236}">
                <a16:creationId xmlns:a16="http://schemas.microsoft.com/office/drawing/2014/main" id="{0B8B26D2-DC0B-A374-B2D4-D72DB817A382}"/>
              </a:ext>
            </a:extLst>
          </p:cNvPr>
          <p:cNvSpPr>
            <a:spLocks noGrp="1"/>
          </p:cNvSpPr>
          <p:nvPr>
            <p:ph type="tbl" sz="quarter" idx="13"/>
          </p:nvPr>
        </p:nvSpPr>
        <p:spPr>
          <a:xfrm>
            <a:off x="374601" y="1350169"/>
            <a:ext cx="11470575" cy="2926556"/>
          </a:xfrm>
        </p:spPr>
        <p:txBody>
          <a:bodyPr/>
          <a:lstStyle/>
          <a:p>
            <a:r>
              <a:rPr lang="ru-RU"/>
              <a:t>Вставка таблицы</a:t>
            </a:r>
            <a:endParaRPr lang="ru-RU" dirty="0"/>
          </a:p>
        </p:txBody>
      </p:sp>
      <p:sp>
        <p:nvSpPr>
          <p:cNvPr id="13" name="Номер слайда 5">
            <a:extLst>
              <a:ext uri="{FF2B5EF4-FFF2-40B4-BE49-F238E27FC236}">
                <a16:creationId xmlns:a16="http://schemas.microsoft.com/office/drawing/2014/main" id="{8D3EE255-CA81-4AB1-0B29-ADCC5F2584DB}"/>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4" name="Заголовок 1">
            <a:extLst>
              <a:ext uri="{FF2B5EF4-FFF2-40B4-BE49-F238E27FC236}">
                <a16:creationId xmlns:a16="http://schemas.microsoft.com/office/drawing/2014/main" id="{C327A527-814F-F27E-79FA-27D8BD9C376A}"/>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Стоимость проекта</a:t>
            </a:r>
            <a:endParaRPr lang="ru-RU" dirty="0"/>
          </a:p>
        </p:txBody>
      </p:sp>
      <p:sp>
        <p:nvSpPr>
          <p:cNvPr id="17" name="Текст 61">
            <a:extLst>
              <a:ext uri="{FF2B5EF4-FFF2-40B4-BE49-F238E27FC236}">
                <a16:creationId xmlns:a16="http://schemas.microsoft.com/office/drawing/2014/main" id="{3C87C8BC-370D-CCA6-4A18-3A4C75429A25}"/>
              </a:ext>
            </a:extLst>
          </p:cNvPr>
          <p:cNvSpPr>
            <a:spLocks noGrp="1"/>
          </p:cNvSpPr>
          <p:nvPr>
            <p:ph type="body" sz="quarter" idx="57" hasCustomPrompt="1"/>
          </p:nvPr>
        </p:nvSpPr>
        <p:spPr>
          <a:xfrm>
            <a:off x="6146768" y="5970602"/>
            <a:ext cx="5544489" cy="461665"/>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a:t>
            </a:r>
            <a:endParaRPr lang="ru-RU" dirty="0"/>
          </a:p>
        </p:txBody>
      </p:sp>
      <p:sp>
        <p:nvSpPr>
          <p:cNvPr id="18" name="Текст 61">
            <a:extLst>
              <a:ext uri="{FF2B5EF4-FFF2-40B4-BE49-F238E27FC236}">
                <a16:creationId xmlns:a16="http://schemas.microsoft.com/office/drawing/2014/main" id="{1E9B2A60-315F-431B-9230-EEA48D9110CF}"/>
              </a:ext>
            </a:extLst>
          </p:cNvPr>
          <p:cNvSpPr>
            <a:spLocks noGrp="1"/>
          </p:cNvSpPr>
          <p:nvPr>
            <p:ph type="body" sz="quarter" idx="58" hasCustomPrompt="1"/>
          </p:nvPr>
        </p:nvSpPr>
        <p:spPr>
          <a:xfrm>
            <a:off x="500679" y="6213063"/>
            <a:ext cx="5400000"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Стоимость указана без НДС</a:t>
            </a:r>
            <a:endParaRPr lang="ru-RU" dirty="0"/>
          </a:p>
        </p:txBody>
      </p:sp>
      <p:sp>
        <p:nvSpPr>
          <p:cNvPr id="20" name="Текст 25">
            <a:extLst>
              <a:ext uri="{FF2B5EF4-FFF2-40B4-BE49-F238E27FC236}">
                <a16:creationId xmlns:a16="http://schemas.microsoft.com/office/drawing/2014/main" id="{57295FA2-688A-B4A6-D1BD-BD077F66E94A}"/>
              </a:ext>
            </a:extLst>
          </p:cNvPr>
          <p:cNvSpPr>
            <a:spLocks noGrp="1"/>
          </p:cNvSpPr>
          <p:nvPr>
            <p:ph type="body" sz="quarter" idx="34" hasCustomPrompt="1"/>
          </p:nvPr>
        </p:nvSpPr>
        <p:spPr>
          <a:xfrm>
            <a:off x="510010" y="5764489"/>
            <a:ext cx="5390669" cy="430887"/>
          </a:xfrm>
        </p:spPr>
        <p:txBody>
          <a:bodyPr/>
          <a:lstStyle>
            <a:lvl1pPr>
              <a:lnSpc>
                <a:spcPct val="100000"/>
              </a:lnSpc>
              <a:defRPr sz="28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ХХХ млн руб.</a:t>
            </a:r>
            <a:endParaRPr lang="ru-RU" dirty="0"/>
          </a:p>
        </p:txBody>
      </p:sp>
      <p:pic>
        <p:nvPicPr>
          <p:cNvPr id="4" name="Рисунок 3">
            <a:extLst>
              <a:ext uri="{FF2B5EF4-FFF2-40B4-BE49-F238E27FC236}">
                <a16:creationId xmlns:a16="http://schemas.microsoft.com/office/drawing/2014/main" id="{05460FA9-ABF1-7CD9-42A8-D7BAAF317FB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1ECC19CC-7610-0B8F-E2A4-77611804EB6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2914607078"/>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Стоимость проекта">
    <p:bg>
      <p:bgPr>
        <a:solidFill>
          <a:schemeClr val="bg1"/>
        </a:solidFill>
        <a:effectLst/>
      </p:bgPr>
    </p:bg>
    <p:spTree>
      <p:nvGrpSpPr>
        <p:cNvPr id="1" name=""/>
        <p:cNvGrpSpPr/>
        <p:nvPr/>
      </p:nvGrpSpPr>
      <p:grpSpPr>
        <a:xfrm>
          <a:off x="0" y="0"/>
          <a:ext cx="0" cy="0"/>
          <a:chOff x="0" y="0"/>
          <a:chExt cx="0" cy="0"/>
        </a:xfrm>
      </p:grpSpPr>
      <p:sp>
        <p:nvSpPr>
          <p:cNvPr id="37" name="Таблица 23">
            <a:extLst>
              <a:ext uri="{FF2B5EF4-FFF2-40B4-BE49-F238E27FC236}">
                <a16:creationId xmlns:a16="http://schemas.microsoft.com/office/drawing/2014/main" id="{0B8B26D2-DC0B-A374-B2D4-D72DB817A382}"/>
              </a:ext>
            </a:extLst>
          </p:cNvPr>
          <p:cNvSpPr>
            <a:spLocks noGrp="1"/>
          </p:cNvSpPr>
          <p:nvPr>
            <p:ph type="tbl" sz="quarter" idx="13"/>
          </p:nvPr>
        </p:nvSpPr>
        <p:spPr>
          <a:xfrm>
            <a:off x="374601" y="1350169"/>
            <a:ext cx="11470575" cy="2926556"/>
          </a:xfrm>
        </p:spPr>
        <p:txBody>
          <a:bodyPr/>
          <a:lstStyle/>
          <a:p>
            <a:r>
              <a:rPr lang="ru-RU"/>
              <a:t>Вставка таблицы</a:t>
            </a:r>
            <a:endParaRPr lang="ru-RU" dirty="0"/>
          </a:p>
        </p:txBody>
      </p:sp>
      <p:sp>
        <p:nvSpPr>
          <p:cNvPr id="4" name="Shape 25">
            <a:extLst>
              <a:ext uri="{FF2B5EF4-FFF2-40B4-BE49-F238E27FC236}">
                <a16:creationId xmlns:a16="http://schemas.microsoft.com/office/drawing/2014/main" id="{518FC8FE-75DB-6C4B-0990-65F6DE815BD8}"/>
              </a:ext>
            </a:extLst>
          </p:cNvPr>
          <p:cNvSpPr/>
          <p:nvPr userDrawn="1"/>
        </p:nvSpPr>
        <p:spPr>
          <a:xfrm>
            <a:off x="355598" y="4546600"/>
            <a:ext cx="11480740" cy="660400"/>
          </a:xfrm>
          <a:prstGeom prst="rect">
            <a:avLst/>
          </a:prstGeom>
          <a:solidFill>
            <a:srgbClr val="FAE6E9">
              <a:alpha val="100000"/>
            </a:srgbClr>
          </a:solidFill>
          <a:ln/>
        </p:spPr>
      </p:sp>
      <p:sp>
        <p:nvSpPr>
          <p:cNvPr id="15" name="Text 30">
            <a:extLst>
              <a:ext uri="{FF2B5EF4-FFF2-40B4-BE49-F238E27FC236}">
                <a16:creationId xmlns:a16="http://schemas.microsoft.com/office/drawing/2014/main" id="{3DFE5171-4F0C-CAEC-DD2D-7DBC1AAA40CD}"/>
              </a:ext>
            </a:extLst>
          </p:cNvPr>
          <p:cNvSpPr/>
          <p:nvPr userDrawn="1"/>
        </p:nvSpPr>
        <p:spPr>
          <a:xfrm>
            <a:off x="355598" y="5470331"/>
            <a:ext cx="1445676" cy="169334"/>
          </a:xfrm>
          <a:prstGeom prst="rect">
            <a:avLst/>
          </a:prstGeom>
          <a:noFill/>
          <a:ln/>
        </p:spPr>
        <p:txBody>
          <a:bodyPr wrap="square" lIns="0" tIns="0" rIns="0" bIns="0" rtlCol="0" anchor="t"/>
          <a:lstStyle/>
          <a:p>
            <a:pPr marL="0" indent="0" algn="l">
              <a:lnSpc>
                <a:spcPts val="1000"/>
              </a:lnSpc>
              <a:buNone/>
            </a:pPr>
            <a:r>
              <a:rPr lang="en-US" sz="1000" dirty="0">
                <a:solidFill>
                  <a:srgbClr val="000000">
                    <a:alpha val="100000"/>
                  </a:srgbClr>
                </a:solidFill>
                <a:latin typeface="+mn-lt"/>
                <a:ea typeface="Stapel" pitchFamily="34" charset="-122"/>
                <a:cs typeface="Stapel" pitchFamily="34" charset="-120"/>
              </a:rPr>
              <a:t>Ключевые примечания</a:t>
            </a:r>
            <a:endParaRPr lang="en-US" sz="1000" dirty="0">
              <a:latin typeface="+mn-lt"/>
            </a:endParaRPr>
          </a:p>
        </p:txBody>
      </p:sp>
      <p:sp>
        <p:nvSpPr>
          <p:cNvPr id="16" name="Shape 31">
            <a:extLst>
              <a:ext uri="{FF2B5EF4-FFF2-40B4-BE49-F238E27FC236}">
                <a16:creationId xmlns:a16="http://schemas.microsoft.com/office/drawing/2014/main" id="{8ABEDA7E-066C-8D19-E850-483FB3BDE2DF}"/>
              </a:ext>
            </a:extLst>
          </p:cNvPr>
          <p:cNvSpPr/>
          <p:nvPr userDrawn="1"/>
        </p:nvSpPr>
        <p:spPr>
          <a:xfrm>
            <a:off x="355598" y="5664200"/>
            <a:ext cx="11480740" cy="12700"/>
          </a:xfrm>
          <a:prstGeom prst="rect">
            <a:avLst/>
          </a:prstGeom>
          <a:solidFill>
            <a:srgbClr val="000000">
              <a:alpha val="100000"/>
            </a:srgbClr>
          </a:solidFill>
          <a:ln/>
        </p:spPr>
      </p:sp>
      <p:sp>
        <p:nvSpPr>
          <p:cNvPr id="9" name="Номер слайда 5">
            <a:extLst>
              <a:ext uri="{FF2B5EF4-FFF2-40B4-BE49-F238E27FC236}">
                <a16:creationId xmlns:a16="http://schemas.microsoft.com/office/drawing/2014/main" id="{D5F6D10A-82CF-C8D4-97A4-5F057AAB1AD0}"/>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2" name="Заголовок 1">
            <a:extLst>
              <a:ext uri="{FF2B5EF4-FFF2-40B4-BE49-F238E27FC236}">
                <a16:creationId xmlns:a16="http://schemas.microsoft.com/office/drawing/2014/main" id="{B1971A28-2977-7A9C-24D5-EC8C0295435E}"/>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vl1pPr>
          </a:lstStyle>
          <a:p>
            <a:r>
              <a:rPr lang="ru-RU" dirty="0">
                <a:effectLst/>
              </a:rPr>
              <a:t>Стоимость проекта</a:t>
            </a:r>
            <a:endParaRPr lang="ru-RU" dirty="0"/>
          </a:p>
        </p:txBody>
      </p:sp>
      <p:sp>
        <p:nvSpPr>
          <p:cNvPr id="13" name="Текст 61">
            <a:extLst>
              <a:ext uri="{FF2B5EF4-FFF2-40B4-BE49-F238E27FC236}">
                <a16:creationId xmlns:a16="http://schemas.microsoft.com/office/drawing/2014/main" id="{993AF01C-9181-A0C7-2275-3B37D2DB6EF9}"/>
              </a:ext>
            </a:extLst>
          </p:cNvPr>
          <p:cNvSpPr>
            <a:spLocks noGrp="1"/>
          </p:cNvSpPr>
          <p:nvPr>
            <p:ph type="body" sz="quarter" idx="58" hasCustomPrompt="1"/>
          </p:nvPr>
        </p:nvSpPr>
        <p:spPr>
          <a:xfrm>
            <a:off x="6254959" y="4883027"/>
            <a:ext cx="5400000"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Стоимость указана без НДС</a:t>
            </a:r>
            <a:endParaRPr lang="ru-RU" dirty="0"/>
          </a:p>
        </p:txBody>
      </p:sp>
      <p:sp>
        <p:nvSpPr>
          <p:cNvPr id="17" name="Текст 25">
            <a:extLst>
              <a:ext uri="{FF2B5EF4-FFF2-40B4-BE49-F238E27FC236}">
                <a16:creationId xmlns:a16="http://schemas.microsoft.com/office/drawing/2014/main" id="{49729AC8-17B2-8DE4-049F-D1FBE054BB37}"/>
              </a:ext>
            </a:extLst>
          </p:cNvPr>
          <p:cNvSpPr>
            <a:spLocks noGrp="1"/>
          </p:cNvSpPr>
          <p:nvPr>
            <p:ph type="body" sz="quarter" idx="34" hasCustomPrompt="1"/>
          </p:nvPr>
        </p:nvSpPr>
        <p:spPr>
          <a:xfrm>
            <a:off x="462220" y="4606347"/>
            <a:ext cx="5390669" cy="553998"/>
          </a:xfrm>
        </p:spPr>
        <p:txBody>
          <a:bodyPr/>
          <a:lstStyle>
            <a:lvl1pPr>
              <a:lnSpc>
                <a:spcPct val="100000"/>
              </a:lnSpc>
              <a:defRPr sz="36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ХХХ млн руб.</a:t>
            </a:r>
            <a:endParaRPr lang="ru-RU" dirty="0"/>
          </a:p>
        </p:txBody>
      </p:sp>
      <p:sp>
        <p:nvSpPr>
          <p:cNvPr id="20" name="Текст 61">
            <a:extLst>
              <a:ext uri="{FF2B5EF4-FFF2-40B4-BE49-F238E27FC236}">
                <a16:creationId xmlns:a16="http://schemas.microsoft.com/office/drawing/2014/main" id="{C125104B-B09E-AAEA-4893-23EFC3A0C96B}"/>
              </a:ext>
            </a:extLst>
          </p:cNvPr>
          <p:cNvSpPr>
            <a:spLocks noGrp="1"/>
          </p:cNvSpPr>
          <p:nvPr>
            <p:ph type="body" sz="quarter" idx="57" hasCustomPrompt="1"/>
          </p:nvPr>
        </p:nvSpPr>
        <p:spPr>
          <a:xfrm>
            <a:off x="6156099" y="5783990"/>
            <a:ext cx="5544489" cy="461665"/>
          </a:xfrm>
        </p:spPr>
        <p:txBody>
          <a:bodyPr wrap="square">
            <a:spAutoFit/>
          </a:bodyPr>
          <a:lstStyle>
            <a:lvl1pPr marL="171450" marR="0" indent="-171450" algn="l" defTabSz="457109" rtl="0" eaLnBrk="1" fontAlgn="auto" latinLnBrk="0" hangingPunct="1">
              <a:lnSpc>
                <a:spcPts val="1200"/>
              </a:lnSpc>
              <a:spcBef>
                <a:spcPts val="500"/>
              </a:spcBef>
              <a:spcAft>
                <a:spcPts val="0"/>
              </a:spcAft>
              <a:buClr>
                <a:schemeClr val="tx1"/>
              </a:buClr>
              <a:buSzTx/>
              <a:buFont typeface="Arial" panose="020B0604020202020204" pitchFamily="34" charset="0"/>
              <a:buChar char="•"/>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a:t>
            </a:r>
            <a:endParaRPr lang="ru-RU" dirty="0"/>
          </a:p>
        </p:txBody>
      </p:sp>
      <p:sp>
        <p:nvSpPr>
          <p:cNvPr id="21" name="Текст 61">
            <a:extLst>
              <a:ext uri="{FF2B5EF4-FFF2-40B4-BE49-F238E27FC236}">
                <a16:creationId xmlns:a16="http://schemas.microsoft.com/office/drawing/2014/main" id="{4EDF4433-CD8C-B8F0-BBD1-3B25E02B511F}"/>
              </a:ext>
            </a:extLst>
          </p:cNvPr>
          <p:cNvSpPr>
            <a:spLocks noGrp="1"/>
          </p:cNvSpPr>
          <p:nvPr>
            <p:ph type="body" sz="quarter" idx="59" hasCustomPrompt="1"/>
          </p:nvPr>
        </p:nvSpPr>
        <p:spPr>
          <a:xfrm>
            <a:off x="369331" y="5783990"/>
            <a:ext cx="5544489" cy="461665"/>
          </a:xfrm>
        </p:spPr>
        <p:txBody>
          <a:bodyPr wrap="square">
            <a:spAutoFit/>
          </a:bodyPr>
          <a:lstStyle>
            <a:lvl1pPr marL="171450" marR="0" indent="-171450" algn="l" defTabSz="457109" rtl="0" eaLnBrk="1" fontAlgn="auto" latinLnBrk="0" hangingPunct="1">
              <a:lnSpc>
                <a:spcPts val="1200"/>
              </a:lnSpc>
              <a:spcBef>
                <a:spcPts val="500"/>
              </a:spcBef>
              <a:spcAft>
                <a:spcPts val="0"/>
              </a:spcAft>
              <a:buClr>
                <a:schemeClr val="tx1"/>
              </a:buClr>
              <a:buSzTx/>
              <a:buFont typeface="Arial" panose="020B0604020202020204" pitchFamily="34" charset="0"/>
              <a:buChar char="•"/>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a:t>
            </a:r>
            <a:endParaRPr lang="ru-RU" dirty="0"/>
          </a:p>
        </p:txBody>
      </p:sp>
      <p:pic>
        <p:nvPicPr>
          <p:cNvPr id="5" name="Рисунок 4">
            <a:extLst>
              <a:ext uri="{FF2B5EF4-FFF2-40B4-BE49-F238E27FC236}">
                <a16:creationId xmlns:a16="http://schemas.microsoft.com/office/drawing/2014/main" id="{BEBD14F0-3345-4059-DCF5-DC3359FE48B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B907C389-000D-4814-7E08-B250EFDF1D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316426862"/>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Графики план-факт">
    <p:bg>
      <p:bgPr>
        <a:solidFill>
          <a:schemeClr val="bg1"/>
        </a:solidFill>
        <a:effectLst/>
      </p:bgPr>
    </p:bg>
    <p:spTree>
      <p:nvGrpSpPr>
        <p:cNvPr id="1" name=""/>
        <p:cNvGrpSpPr/>
        <p:nvPr/>
      </p:nvGrpSpPr>
      <p:grpSpPr>
        <a:xfrm>
          <a:off x="0" y="0"/>
          <a:ext cx="0" cy="0"/>
          <a:chOff x="0" y="0"/>
          <a:chExt cx="0" cy="0"/>
        </a:xfrm>
      </p:grpSpPr>
      <p:sp>
        <p:nvSpPr>
          <p:cNvPr id="210" name="Text 54">
            <a:extLst>
              <a:ext uri="{FF2B5EF4-FFF2-40B4-BE49-F238E27FC236}">
                <a16:creationId xmlns:a16="http://schemas.microsoft.com/office/drawing/2014/main" id="{7FCAE3F5-B2E3-C965-26D4-C4F3847843EC}"/>
              </a:ext>
            </a:extLst>
          </p:cNvPr>
          <p:cNvSpPr/>
          <p:nvPr userDrawn="1"/>
        </p:nvSpPr>
        <p:spPr>
          <a:xfrm>
            <a:off x="374648" y="1250950"/>
            <a:ext cx="787396" cy="203200"/>
          </a:xfrm>
          <a:prstGeom prst="rect">
            <a:avLst/>
          </a:prstGeom>
          <a:noFill/>
          <a:ln/>
        </p:spPr>
        <p:txBody>
          <a:bodyPr wrap="square" lIns="0" tIns="0" rIns="0" bIns="0" rtlCol="0" anchor="t"/>
          <a:lstStyle/>
          <a:p>
            <a:pPr marL="0" indent="0" algn="l">
              <a:lnSpc>
                <a:spcPts val="1200"/>
              </a:lnSpc>
              <a:buNone/>
            </a:pPr>
            <a:r>
              <a:rPr lang="en-US" sz="1200" dirty="0">
                <a:solidFill>
                  <a:srgbClr val="000000">
                    <a:alpha val="100000"/>
                  </a:srgbClr>
                </a:solidFill>
                <a:latin typeface="+mn-lt"/>
                <a:ea typeface="Stapel" pitchFamily="34" charset="-122"/>
                <a:cs typeface="Stapel" pitchFamily="34" charset="-120"/>
              </a:rPr>
              <a:t>REVENUE</a:t>
            </a:r>
            <a:endParaRPr lang="en-US" sz="1200" dirty="0">
              <a:latin typeface="+mn-lt"/>
            </a:endParaRPr>
          </a:p>
        </p:txBody>
      </p:sp>
      <p:sp>
        <p:nvSpPr>
          <p:cNvPr id="211" name="Text 55">
            <a:extLst>
              <a:ext uri="{FF2B5EF4-FFF2-40B4-BE49-F238E27FC236}">
                <a16:creationId xmlns:a16="http://schemas.microsoft.com/office/drawing/2014/main" id="{5488749B-DCB3-F9D6-C344-1571192305AA}"/>
              </a:ext>
            </a:extLst>
          </p:cNvPr>
          <p:cNvSpPr/>
          <p:nvPr userDrawn="1"/>
        </p:nvSpPr>
        <p:spPr>
          <a:xfrm>
            <a:off x="374648" y="4000500"/>
            <a:ext cx="609597" cy="203200"/>
          </a:xfrm>
          <a:prstGeom prst="rect">
            <a:avLst/>
          </a:prstGeom>
          <a:noFill/>
          <a:ln/>
        </p:spPr>
        <p:txBody>
          <a:bodyPr wrap="square" lIns="0" tIns="0" rIns="0" bIns="0" rtlCol="0" anchor="t"/>
          <a:lstStyle/>
          <a:p>
            <a:pPr marL="0" indent="0" algn="l">
              <a:lnSpc>
                <a:spcPts val="1200"/>
              </a:lnSpc>
              <a:buNone/>
            </a:pPr>
            <a:r>
              <a:rPr lang="en-US" sz="1200" dirty="0">
                <a:solidFill>
                  <a:srgbClr val="000000">
                    <a:alpha val="100000"/>
                  </a:srgbClr>
                </a:solidFill>
                <a:latin typeface="+mn-lt"/>
                <a:ea typeface="Stapel" pitchFamily="34" charset="-122"/>
                <a:cs typeface="Stapel" pitchFamily="34" charset="-120"/>
              </a:rPr>
              <a:t>EBITDA</a:t>
            </a:r>
            <a:endParaRPr lang="en-US" sz="1200" dirty="0">
              <a:latin typeface="+mn-lt"/>
            </a:endParaRPr>
          </a:p>
        </p:txBody>
      </p:sp>
      <p:sp>
        <p:nvSpPr>
          <p:cNvPr id="216" name="Text 60">
            <a:extLst>
              <a:ext uri="{FF2B5EF4-FFF2-40B4-BE49-F238E27FC236}">
                <a16:creationId xmlns:a16="http://schemas.microsoft.com/office/drawing/2014/main" id="{31593C30-9F7A-009A-86CD-451F86CD8806}"/>
              </a:ext>
            </a:extLst>
          </p:cNvPr>
          <p:cNvSpPr/>
          <p:nvPr userDrawn="1"/>
        </p:nvSpPr>
        <p:spPr>
          <a:xfrm>
            <a:off x="11328341" y="1276350"/>
            <a:ext cx="550330" cy="169334"/>
          </a:xfrm>
          <a:prstGeom prst="rect">
            <a:avLst/>
          </a:prstGeom>
          <a:noFill/>
          <a:ln/>
        </p:spPr>
        <p:txBody>
          <a:bodyPr wrap="square" lIns="0" tIns="0" rIns="0" bIns="0" rtlCol="0" anchor="t"/>
          <a:lstStyle/>
          <a:p>
            <a:pPr marL="0" indent="0" algn="r">
              <a:lnSpc>
                <a:spcPts val="1000"/>
              </a:lnSpc>
              <a:buNone/>
            </a:pPr>
            <a:r>
              <a:rPr lang="en-US" sz="1000" dirty="0">
                <a:solidFill>
                  <a:schemeClr val="tx1">
                    <a:alpha val="45000"/>
                  </a:schemeClr>
                </a:solidFill>
                <a:latin typeface="Stapel" panose="020B0504020202020204" pitchFamily="34" charset="-52"/>
                <a:ea typeface="Stapel" pitchFamily="34" charset="-122"/>
                <a:cs typeface="Stapel" pitchFamily="34" charset="-120"/>
              </a:rPr>
              <a:t>млн руб.</a:t>
            </a:r>
            <a:endParaRPr lang="en-US" sz="1000" dirty="0">
              <a:solidFill>
                <a:schemeClr val="tx1">
                  <a:alpha val="45000"/>
                </a:schemeClr>
              </a:solidFill>
            </a:endParaRPr>
          </a:p>
        </p:txBody>
      </p:sp>
      <p:sp>
        <p:nvSpPr>
          <p:cNvPr id="217" name="Text 61">
            <a:extLst>
              <a:ext uri="{FF2B5EF4-FFF2-40B4-BE49-F238E27FC236}">
                <a16:creationId xmlns:a16="http://schemas.microsoft.com/office/drawing/2014/main" id="{D86C6951-A4EB-66CF-58AA-345A5646237E}"/>
              </a:ext>
            </a:extLst>
          </p:cNvPr>
          <p:cNvSpPr/>
          <p:nvPr userDrawn="1"/>
        </p:nvSpPr>
        <p:spPr>
          <a:xfrm>
            <a:off x="11328341" y="4025900"/>
            <a:ext cx="550330" cy="169334"/>
          </a:xfrm>
          <a:prstGeom prst="rect">
            <a:avLst/>
          </a:prstGeom>
          <a:noFill/>
          <a:ln/>
        </p:spPr>
        <p:txBody>
          <a:bodyPr wrap="square" lIns="0" tIns="0" rIns="0" bIns="0" rtlCol="0" anchor="t"/>
          <a:lstStyle/>
          <a:p>
            <a:pPr marL="0" indent="0" algn="r">
              <a:lnSpc>
                <a:spcPts val="1000"/>
              </a:lnSpc>
              <a:buNone/>
            </a:pPr>
            <a:r>
              <a:rPr lang="en-US" sz="1000" dirty="0">
                <a:solidFill>
                  <a:schemeClr val="tx1">
                    <a:alpha val="45000"/>
                  </a:schemeClr>
                </a:solidFill>
                <a:latin typeface="Stapel" panose="020B0504020202020204" pitchFamily="34" charset="-52"/>
                <a:ea typeface="Stapel" pitchFamily="34" charset="-122"/>
                <a:cs typeface="Stapel" pitchFamily="34" charset="-120"/>
              </a:rPr>
              <a:t>млн руб.</a:t>
            </a:r>
            <a:endParaRPr lang="en-US" sz="1000" dirty="0">
              <a:solidFill>
                <a:schemeClr val="tx1">
                  <a:alpha val="45000"/>
                </a:schemeClr>
              </a:solidFill>
            </a:endParaRPr>
          </a:p>
        </p:txBody>
      </p:sp>
      <p:pic>
        <p:nvPicPr>
          <p:cNvPr id="224" name="Image 20" descr=" ">
            <a:extLst>
              <a:ext uri="{FF2B5EF4-FFF2-40B4-BE49-F238E27FC236}">
                <a16:creationId xmlns:a16="http://schemas.microsoft.com/office/drawing/2014/main" id="{E3D25E00-3CA0-BAFC-8BA7-904170C3934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5598" y="3683000"/>
            <a:ext cx="11480740" cy="12700"/>
          </a:xfrm>
          <a:prstGeom prst="rect">
            <a:avLst/>
          </a:prstGeom>
        </p:spPr>
      </p:pic>
      <p:sp>
        <p:nvSpPr>
          <p:cNvPr id="6" name="Объект 5">
            <a:extLst>
              <a:ext uri="{FF2B5EF4-FFF2-40B4-BE49-F238E27FC236}">
                <a16:creationId xmlns:a16="http://schemas.microsoft.com/office/drawing/2014/main" id="{A5FB4006-A2D2-ECCD-0570-3366A04273BE}"/>
              </a:ext>
            </a:extLst>
          </p:cNvPr>
          <p:cNvSpPr>
            <a:spLocks noGrp="1"/>
          </p:cNvSpPr>
          <p:nvPr>
            <p:ph sz="quarter" idx="13"/>
          </p:nvPr>
        </p:nvSpPr>
        <p:spPr>
          <a:xfrm>
            <a:off x="374601" y="1454150"/>
            <a:ext cx="8565035" cy="2056469"/>
          </a:xfrm>
        </p:spPr>
        <p:txBody>
          <a:bodyPr/>
          <a:lstStyle>
            <a:lvl1pPr marL="0" indent="0">
              <a:buNone/>
              <a:defRPr/>
            </a:lvl1pPr>
          </a:lstStyle>
          <a:p>
            <a:pPr lvl="0"/>
            <a:r>
              <a:rPr lang="ru-RU"/>
              <a:t>Образец текста</a:t>
            </a:r>
          </a:p>
        </p:txBody>
      </p:sp>
      <p:sp>
        <p:nvSpPr>
          <p:cNvPr id="9" name="Объект 5">
            <a:extLst>
              <a:ext uri="{FF2B5EF4-FFF2-40B4-BE49-F238E27FC236}">
                <a16:creationId xmlns:a16="http://schemas.microsoft.com/office/drawing/2014/main" id="{29BDFAD4-BFA9-233E-7BBD-64195FBF86ED}"/>
              </a:ext>
            </a:extLst>
          </p:cNvPr>
          <p:cNvSpPr>
            <a:spLocks noGrp="1"/>
          </p:cNvSpPr>
          <p:nvPr>
            <p:ph sz="quarter" idx="14"/>
          </p:nvPr>
        </p:nvSpPr>
        <p:spPr>
          <a:xfrm>
            <a:off x="374601" y="4203700"/>
            <a:ext cx="8565035" cy="2056469"/>
          </a:xfrm>
        </p:spPr>
        <p:txBody>
          <a:bodyPr/>
          <a:lstStyle>
            <a:lvl1pPr marL="0" indent="0">
              <a:buNone/>
              <a:defRPr/>
            </a:lvl1pPr>
          </a:lstStyle>
          <a:p>
            <a:pPr lvl="0"/>
            <a:r>
              <a:rPr lang="ru-RU"/>
              <a:t>Образец текста</a:t>
            </a:r>
          </a:p>
        </p:txBody>
      </p:sp>
      <p:sp>
        <p:nvSpPr>
          <p:cNvPr id="12" name="Номер слайда 5">
            <a:extLst>
              <a:ext uri="{FF2B5EF4-FFF2-40B4-BE49-F238E27FC236}">
                <a16:creationId xmlns:a16="http://schemas.microsoft.com/office/drawing/2014/main" id="{71F0F9ED-DF55-70BF-9B96-B01C085526F0}"/>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4" name="Заголовок 1">
            <a:extLst>
              <a:ext uri="{FF2B5EF4-FFF2-40B4-BE49-F238E27FC236}">
                <a16:creationId xmlns:a16="http://schemas.microsoft.com/office/drawing/2014/main" id="{5E538D2C-7B9A-9E2F-37E9-6A9A1273399B}"/>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atin typeface="+mj-lt"/>
              </a:defRPr>
            </a:lvl1pPr>
          </a:lstStyle>
          <a:p>
            <a:r>
              <a:rPr lang="ru-RU" dirty="0">
                <a:effectLst/>
              </a:rPr>
              <a:t>Графики план-факт за последние 12 месяцев</a:t>
            </a:r>
            <a:endParaRPr lang="ru-RU" dirty="0"/>
          </a:p>
        </p:txBody>
      </p:sp>
      <p:pic>
        <p:nvPicPr>
          <p:cNvPr id="4" name="Рисунок 3">
            <a:extLst>
              <a:ext uri="{FF2B5EF4-FFF2-40B4-BE49-F238E27FC236}">
                <a16:creationId xmlns:a16="http://schemas.microsoft.com/office/drawing/2014/main" id="{2465C590-BBE7-C1F8-C1BC-7AADC8CA045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0584AFBE-5045-CAB5-9C0D-DEA618BB6B1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3439236897"/>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Слайд со схемой">
    <p:bg>
      <p:bgPr>
        <a:solidFill>
          <a:schemeClr val="bg1"/>
        </a:solidFill>
        <a:effectLst/>
      </p:bgPr>
    </p:bg>
    <p:spTree>
      <p:nvGrpSpPr>
        <p:cNvPr id="1" name=""/>
        <p:cNvGrpSpPr/>
        <p:nvPr/>
      </p:nvGrpSpPr>
      <p:grpSpPr>
        <a:xfrm>
          <a:off x="0" y="0"/>
          <a:ext cx="0" cy="0"/>
          <a:chOff x="0" y="0"/>
          <a:chExt cx="0" cy="0"/>
        </a:xfrm>
      </p:grpSpPr>
      <p:pic>
        <p:nvPicPr>
          <p:cNvPr id="21" name="Image 1" descr=" ">
            <a:extLst>
              <a:ext uri="{FF2B5EF4-FFF2-40B4-BE49-F238E27FC236}">
                <a16:creationId xmlns:a16="http://schemas.microsoft.com/office/drawing/2014/main" id="{598AE3F5-0E51-DFB9-02AA-774AAFCA7B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16378" y="1955800"/>
            <a:ext cx="7619960" cy="1117600"/>
          </a:xfrm>
          <a:prstGeom prst="rect">
            <a:avLst/>
          </a:prstGeom>
        </p:spPr>
      </p:pic>
      <p:sp>
        <p:nvSpPr>
          <p:cNvPr id="40" name="Shape 29">
            <a:extLst>
              <a:ext uri="{FF2B5EF4-FFF2-40B4-BE49-F238E27FC236}">
                <a16:creationId xmlns:a16="http://schemas.microsoft.com/office/drawing/2014/main" id="{A81B0609-EE5A-7971-AE49-1C9C99066708}"/>
              </a:ext>
            </a:extLst>
          </p:cNvPr>
          <p:cNvSpPr/>
          <p:nvPr userDrawn="1"/>
        </p:nvSpPr>
        <p:spPr>
          <a:xfrm>
            <a:off x="355598" y="876300"/>
            <a:ext cx="3759181" cy="5615940"/>
          </a:xfrm>
          <a:prstGeom prst="rect">
            <a:avLst/>
          </a:prstGeom>
          <a:solidFill>
            <a:srgbClr val="F5F4F4">
              <a:alpha val="100000"/>
            </a:srgbClr>
          </a:solidFill>
          <a:ln/>
        </p:spPr>
      </p:sp>
      <p:sp>
        <p:nvSpPr>
          <p:cNvPr id="20" name="Shape 12">
            <a:extLst>
              <a:ext uri="{FF2B5EF4-FFF2-40B4-BE49-F238E27FC236}">
                <a16:creationId xmlns:a16="http://schemas.microsoft.com/office/drawing/2014/main" id="{A16B6DF5-A887-7D15-0B8F-D8DEEB2E21A5}"/>
              </a:ext>
            </a:extLst>
          </p:cNvPr>
          <p:cNvSpPr/>
          <p:nvPr userDrawn="1"/>
        </p:nvSpPr>
        <p:spPr>
          <a:xfrm>
            <a:off x="4216378" y="876300"/>
            <a:ext cx="3759181" cy="558800"/>
          </a:xfrm>
          <a:prstGeom prst="rect">
            <a:avLst/>
          </a:prstGeom>
          <a:solidFill>
            <a:srgbClr val="CF0522">
              <a:alpha val="10000"/>
            </a:srgbClr>
          </a:solidFill>
          <a:ln/>
        </p:spPr>
      </p:sp>
      <p:sp>
        <p:nvSpPr>
          <p:cNvPr id="18" name="Shape 10">
            <a:extLst>
              <a:ext uri="{FF2B5EF4-FFF2-40B4-BE49-F238E27FC236}">
                <a16:creationId xmlns:a16="http://schemas.microsoft.com/office/drawing/2014/main" id="{D4BD31DB-48C8-34CF-7920-2AE9D971E2E6}"/>
              </a:ext>
            </a:extLst>
          </p:cNvPr>
          <p:cNvSpPr/>
          <p:nvPr userDrawn="1"/>
        </p:nvSpPr>
        <p:spPr>
          <a:xfrm>
            <a:off x="4216378" y="3378200"/>
            <a:ext cx="3759181" cy="12700"/>
          </a:xfrm>
          <a:prstGeom prst="rect">
            <a:avLst/>
          </a:prstGeom>
          <a:solidFill>
            <a:srgbClr val="000000">
              <a:alpha val="100000"/>
            </a:srgbClr>
          </a:solidFill>
          <a:ln/>
        </p:spPr>
      </p:sp>
      <p:sp>
        <p:nvSpPr>
          <p:cNvPr id="22" name="Shape 13">
            <a:extLst>
              <a:ext uri="{FF2B5EF4-FFF2-40B4-BE49-F238E27FC236}">
                <a16:creationId xmlns:a16="http://schemas.microsoft.com/office/drawing/2014/main" id="{EA513E67-E7F4-1DC3-BB55-A3A550F4837F}"/>
              </a:ext>
            </a:extLst>
          </p:cNvPr>
          <p:cNvSpPr/>
          <p:nvPr userDrawn="1"/>
        </p:nvSpPr>
        <p:spPr>
          <a:xfrm>
            <a:off x="8077158" y="876300"/>
            <a:ext cx="3759181" cy="558800"/>
          </a:xfrm>
          <a:prstGeom prst="rect">
            <a:avLst/>
          </a:prstGeom>
          <a:solidFill>
            <a:srgbClr val="F5F4F4">
              <a:alpha val="100000"/>
            </a:srgbClr>
          </a:solidFill>
          <a:ln/>
        </p:spPr>
      </p:sp>
      <p:sp>
        <p:nvSpPr>
          <p:cNvPr id="42" name="Shape 31">
            <a:extLst>
              <a:ext uri="{FF2B5EF4-FFF2-40B4-BE49-F238E27FC236}">
                <a16:creationId xmlns:a16="http://schemas.microsoft.com/office/drawing/2014/main" id="{AF5A612C-8CFB-CB97-CF2C-DCA64DE9861D}"/>
              </a:ext>
            </a:extLst>
          </p:cNvPr>
          <p:cNvSpPr/>
          <p:nvPr userDrawn="1"/>
        </p:nvSpPr>
        <p:spPr>
          <a:xfrm>
            <a:off x="4317978" y="1352550"/>
            <a:ext cx="253998" cy="144000"/>
          </a:xfrm>
          <a:prstGeom prst="rect">
            <a:avLst/>
          </a:prstGeom>
          <a:solidFill>
            <a:srgbClr val="CF0522">
              <a:alpha val="100000"/>
            </a:srgbClr>
          </a:solidFill>
          <a:ln/>
        </p:spPr>
      </p:sp>
      <p:sp>
        <p:nvSpPr>
          <p:cNvPr id="43" name="Text 32">
            <a:extLst>
              <a:ext uri="{FF2B5EF4-FFF2-40B4-BE49-F238E27FC236}">
                <a16:creationId xmlns:a16="http://schemas.microsoft.com/office/drawing/2014/main" id="{4B719EA6-04A9-01FC-446A-D3BACF5F66F4}"/>
              </a:ext>
            </a:extLst>
          </p:cNvPr>
          <p:cNvSpPr/>
          <p:nvPr userDrawn="1"/>
        </p:nvSpPr>
        <p:spPr>
          <a:xfrm>
            <a:off x="4379361" y="1369484"/>
            <a:ext cx="131232" cy="118534"/>
          </a:xfrm>
          <a:prstGeom prst="rect">
            <a:avLst/>
          </a:prstGeom>
          <a:noFill/>
          <a:ln/>
        </p:spPr>
        <p:txBody>
          <a:bodyPr wrap="square" lIns="0" tIns="0" rIns="0" bIns="0" rtlCol="0" anchor="ctr"/>
          <a:lstStyle/>
          <a:p>
            <a:pPr marL="0" indent="0" algn="ctr">
              <a:lnSpc>
                <a:spcPct val="100000"/>
              </a:lnSpc>
              <a:buNone/>
            </a:pPr>
            <a:r>
              <a:rPr lang="en-US" sz="700" dirty="0">
                <a:solidFill>
                  <a:srgbClr val="FFFFFF">
                    <a:alpha val="100000"/>
                  </a:srgbClr>
                </a:solidFill>
                <a:latin typeface="Stapel" panose="020B0504020202020204" pitchFamily="34" charset="-52"/>
                <a:ea typeface="Stapel" pitchFamily="34" charset="-122"/>
                <a:cs typeface="Stapel" pitchFamily="34" charset="-120"/>
              </a:rPr>
              <a:t>1</a:t>
            </a:r>
            <a:endParaRPr lang="en-US" sz="700" dirty="0"/>
          </a:p>
        </p:txBody>
      </p:sp>
      <p:sp>
        <p:nvSpPr>
          <p:cNvPr id="44" name="Shape 33">
            <a:extLst>
              <a:ext uri="{FF2B5EF4-FFF2-40B4-BE49-F238E27FC236}">
                <a16:creationId xmlns:a16="http://schemas.microsoft.com/office/drawing/2014/main" id="{5A10B9B4-AB67-2254-EB33-21ECC95273B6}"/>
              </a:ext>
            </a:extLst>
          </p:cNvPr>
          <p:cNvSpPr/>
          <p:nvPr userDrawn="1"/>
        </p:nvSpPr>
        <p:spPr>
          <a:xfrm>
            <a:off x="4635476" y="1352550"/>
            <a:ext cx="253998" cy="144000"/>
          </a:xfrm>
          <a:prstGeom prst="rect">
            <a:avLst/>
          </a:prstGeom>
          <a:solidFill>
            <a:srgbClr val="CF0522">
              <a:alpha val="100000"/>
            </a:srgbClr>
          </a:solidFill>
          <a:ln/>
        </p:spPr>
      </p:sp>
      <p:sp>
        <p:nvSpPr>
          <p:cNvPr id="45" name="Text 34">
            <a:extLst>
              <a:ext uri="{FF2B5EF4-FFF2-40B4-BE49-F238E27FC236}">
                <a16:creationId xmlns:a16="http://schemas.microsoft.com/office/drawing/2014/main" id="{637C3E78-3825-BC78-A854-5436FDD011C2}"/>
              </a:ext>
            </a:extLst>
          </p:cNvPr>
          <p:cNvSpPr/>
          <p:nvPr userDrawn="1"/>
        </p:nvSpPr>
        <p:spPr>
          <a:xfrm>
            <a:off x="4696859" y="1369484"/>
            <a:ext cx="131232" cy="118534"/>
          </a:xfrm>
          <a:prstGeom prst="rect">
            <a:avLst/>
          </a:prstGeom>
          <a:noFill/>
          <a:ln/>
        </p:spPr>
        <p:txBody>
          <a:bodyPr wrap="square" lIns="0" tIns="0" rIns="0" bIns="0" rtlCol="0" anchor="ctr"/>
          <a:lstStyle/>
          <a:p>
            <a:pPr marL="0" indent="0" algn="ctr">
              <a:lnSpc>
                <a:spcPct val="100000"/>
              </a:lnSpc>
              <a:buNone/>
            </a:pPr>
            <a:r>
              <a:rPr lang="en-US" sz="700" dirty="0">
                <a:solidFill>
                  <a:srgbClr val="FFFFFF">
                    <a:alpha val="100000"/>
                  </a:srgbClr>
                </a:solidFill>
                <a:latin typeface="Stapel" panose="020B0504020202020204" pitchFamily="34" charset="-52"/>
                <a:ea typeface="Stapel" pitchFamily="34" charset="-122"/>
                <a:cs typeface="Stapel" pitchFamily="34" charset="-120"/>
              </a:rPr>
              <a:t>2</a:t>
            </a:r>
            <a:endParaRPr lang="en-US" sz="700" dirty="0"/>
          </a:p>
        </p:txBody>
      </p:sp>
      <p:sp>
        <p:nvSpPr>
          <p:cNvPr id="46" name="Shape 35">
            <a:extLst>
              <a:ext uri="{FF2B5EF4-FFF2-40B4-BE49-F238E27FC236}">
                <a16:creationId xmlns:a16="http://schemas.microsoft.com/office/drawing/2014/main" id="{2529B8CC-935B-C82D-6DBE-BA631002ABDF}"/>
              </a:ext>
            </a:extLst>
          </p:cNvPr>
          <p:cNvSpPr/>
          <p:nvPr userDrawn="1"/>
        </p:nvSpPr>
        <p:spPr>
          <a:xfrm>
            <a:off x="4940275" y="1352550"/>
            <a:ext cx="253998" cy="144000"/>
          </a:xfrm>
          <a:prstGeom prst="rect">
            <a:avLst/>
          </a:prstGeom>
          <a:solidFill>
            <a:srgbClr val="CF0522">
              <a:alpha val="100000"/>
            </a:srgbClr>
          </a:solidFill>
          <a:ln/>
        </p:spPr>
      </p:sp>
      <p:sp>
        <p:nvSpPr>
          <p:cNvPr id="47" name="Text 36">
            <a:extLst>
              <a:ext uri="{FF2B5EF4-FFF2-40B4-BE49-F238E27FC236}">
                <a16:creationId xmlns:a16="http://schemas.microsoft.com/office/drawing/2014/main" id="{3976B54E-68D3-13FA-BC2E-70EF2FC42AEF}"/>
              </a:ext>
            </a:extLst>
          </p:cNvPr>
          <p:cNvSpPr/>
          <p:nvPr userDrawn="1"/>
        </p:nvSpPr>
        <p:spPr>
          <a:xfrm>
            <a:off x="5001658" y="1369484"/>
            <a:ext cx="131232" cy="118534"/>
          </a:xfrm>
          <a:prstGeom prst="rect">
            <a:avLst/>
          </a:prstGeom>
          <a:noFill/>
          <a:ln/>
        </p:spPr>
        <p:txBody>
          <a:bodyPr wrap="square" lIns="0" tIns="0" rIns="0" bIns="0" rtlCol="0" anchor="ctr"/>
          <a:lstStyle/>
          <a:p>
            <a:pPr marL="0" indent="0" algn="ctr">
              <a:lnSpc>
                <a:spcPct val="100000"/>
              </a:lnSpc>
              <a:buNone/>
            </a:pPr>
            <a:r>
              <a:rPr lang="en-US" sz="700" dirty="0">
                <a:solidFill>
                  <a:srgbClr val="FFFFFF">
                    <a:alpha val="100000"/>
                  </a:srgbClr>
                </a:solidFill>
                <a:latin typeface="Stapel" panose="020B0504020202020204" pitchFamily="34" charset="-52"/>
                <a:ea typeface="Stapel" pitchFamily="34" charset="-122"/>
                <a:cs typeface="Stapel" pitchFamily="34" charset="-120"/>
              </a:rPr>
              <a:t>3</a:t>
            </a:r>
            <a:endParaRPr lang="en-US" sz="700" dirty="0"/>
          </a:p>
        </p:txBody>
      </p:sp>
      <p:pic>
        <p:nvPicPr>
          <p:cNvPr id="48" name="Image 2" descr=" ">
            <a:extLst>
              <a:ext uri="{FF2B5EF4-FFF2-40B4-BE49-F238E27FC236}">
                <a16:creationId xmlns:a16="http://schemas.microsoft.com/office/drawing/2014/main" id="{550AF648-720C-CF86-7712-367C2F900EE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038819" y="1435100"/>
            <a:ext cx="12700" cy="520700"/>
          </a:xfrm>
          <a:prstGeom prst="rect">
            <a:avLst/>
          </a:prstGeom>
        </p:spPr>
      </p:pic>
      <p:sp>
        <p:nvSpPr>
          <p:cNvPr id="138" name="Текст 58">
            <a:extLst>
              <a:ext uri="{FF2B5EF4-FFF2-40B4-BE49-F238E27FC236}">
                <a16:creationId xmlns:a16="http://schemas.microsoft.com/office/drawing/2014/main" id="{27A0B7C8-BB06-9C4D-DFF4-BCDF087E847A}"/>
              </a:ext>
            </a:extLst>
          </p:cNvPr>
          <p:cNvSpPr>
            <a:spLocks noGrp="1"/>
          </p:cNvSpPr>
          <p:nvPr>
            <p:ph type="body" sz="quarter" idx="62" hasCustomPrompt="1"/>
          </p:nvPr>
        </p:nvSpPr>
        <p:spPr>
          <a:xfrm>
            <a:off x="4309089" y="946150"/>
            <a:ext cx="3587477" cy="406400"/>
          </a:xfrm>
        </p:spPr>
        <p:txBody>
          <a:bodyPr anchor="ctr">
            <a:normAutofit/>
          </a:bodyPr>
          <a:lstStyle>
            <a:lvl1pPr marL="0" indent="0" algn="ctr">
              <a:lnSpc>
                <a:spcPct val="100000"/>
              </a:lnSpc>
              <a:buNone/>
              <a:defRPr sz="2000"/>
            </a:lvl1pPr>
          </a:lstStyle>
          <a:p>
            <a:pPr lvl="0"/>
            <a:r>
              <a:rPr lang="ru-RU" dirty="0"/>
              <a:t>ХХХ</a:t>
            </a:r>
          </a:p>
        </p:txBody>
      </p:sp>
      <p:sp>
        <p:nvSpPr>
          <p:cNvPr id="139" name="Текст 58">
            <a:extLst>
              <a:ext uri="{FF2B5EF4-FFF2-40B4-BE49-F238E27FC236}">
                <a16:creationId xmlns:a16="http://schemas.microsoft.com/office/drawing/2014/main" id="{0B260B33-6A6E-20F8-4E08-00B236D7F790}"/>
              </a:ext>
            </a:extLst>
          </p:cNvPr>
          <p:cNvSpPr>
            <a:spLocks noGrp="1"/>
          </p:cNvSpPr>
          <p:nvPr>
            <p:ph type="body" sz="quarter" idx="63" hasCustomPrompt="1"/>
          </p:nvPr>
        </p:nvSpPr>
        <p:spPr>
          <a:xfrm>
            <a:off x="8157081" y="946150"/>
            <a:ext cx="3587477" cy="406400"/>
          </a:xfrm>
        </p:spPr>
        <p:txBody>
          <a:bodyPr anchor="ctr">
            <a:normAutofit/>
          </a:bodyPr>
          <a:lstStyle>
            <a:lvl1pPr marL="0" indent="0" algn="ctr">
              <a:lnSpc>
                <a:spcPct val="100000"/>
              </a:lnSpc>
              <a:buNone/>
              <a:defRPr sz="2000"/>
            </a:lvl1pPr>
          </a:lstStyle>
          <a:p>
            <a:pPr lvl="0"/>
            <a:r>
              <a:rPr lang="ru-RU" dirty="0"/>
              <a:t>ХХХ</a:t>
            </a:r>
          </a:p>
        </p:txBody>
      </p:sp>
      <p:sp>
        <p:nvSpPr>
          <p:cNvPr id="4" name="Shape 10">
            <a:extLst>
              <a:ext uri="{FF2B5EF4-FFF2-40B4-BE49-F238E27FC236}">
                <a16:creationId xmlns:a16="http://schemas.microsoft.com/office/drawing/2014/main" id="{CD5530D0-DFF6-9D8D-2BB4-3072CCDFC424}"/>
              </a:ext>
            </a:extLst>
          </p:cNvPr>
          <p:cNvSpPr/>
          <p:nvPr userDrawn="1"/>
        </p:nvSpPr>
        <p:spPr>
          <a:xfrm>
            <a:off x="8077158" y="3378200"/>
            <a:ext cx="3759181" cy="12700"/>
          </a:xfrm>
          <a:prstGeom prst="rect">
            <a:avLst/>
          </a:prstGeom>
          <a:solidFill>
            <a:srgbClr val="000000">
              <a:alpha val="100000"/>
            </a:srgbClr>
          </a:solidFill>
          <a:ln/>
        </p:spPr>
      </p:sp>
      <p:sp>
        <p:nvSpPr>
          <p:cNvPr id="10" name="Текст 8">
            <a:extLst>
              <a:ext uri="{FF2B5EF4-FFF2-40B4-BE49-F238E27FC236}">
                <a16:creationId xmlns:a16="http://schemas.microsoft.com/office/drawing/2014/main" id="{9E52910D-4684-BD9F-A434-FD0D7570E3E7}"/>
              </a:ext>
            </a:extLst>
          </p:cNvPr>
          <p:cNvSpPr>
            <a:spLocks noGrp="1"/>
          </p:cNvSpPr>
          <p:nvPr>
            <p:ph type="body" sz="quarter" idx="69" hasCustomPrompt="1"/>
          </p:nvPr>
        </p:nvSpPr>
        <p:spPr>
          <a:xfrm>
            <a:off x="6335715" y="1556806"/>
            <a:ext cx="2884392" cy="279115"/>
          </a:xfrm>
        </p:spPr>
        <p:txBody>
          <a:bodyPr wrap="square">
            <a:spAutoFit/>
          </a:bodyPr>
          <a:lstStyle>
            <a:lvl1pPr marL="0" indent="0">
              <a:lnSpc>
                <a:spcPct val="90000"/>
              </a:lnSpc>
              <a:buNone/>
              <a:defRPr sz="1000"/>
            </a:lvl1pPr>
            <a:lvl2pPr marL="228554" indent="0">
              <a:lnSpc>
                <a:spcPct val="120000"/>
              </a:lnSpc>
              <a:buNone/>
              <a:defRPr sz="800"/>
            </a:lvl2pPr>
            <a:lvl3pPr marL="457109" indent="0">
              <a:lnSpc>
                <a:spcPct val="120000"/>
              </a:lnSpc>
              <a:buNone/>
              <a:defRPr sz="800"/>
            </a:lvl3pPr>
            <a:lvl4pPr marL="685663" indent="0">
              <a:lnSpc>
                <a:spcPct val="120000"/>
              </a:lnSpc>
              <a:buNone/>
              <a:defRPr sz="800"/>
            </a:lvl4pPr>
            <a:lvl5pPr marL="914217" indent="0">
              <a:lnSpc>
                <a:spcPct val="120000"/>
              </a:lnSpc>
              <a:buNone/>
              <a:defRPr sz="800"/>
            </a:lvl5pPr>
          </a:lstStyle>
          <a:p>
            <a:pPr lvl="0"/>
            <a:r>
              <a:rPr lang="ru-RU" dirty="0"/>
              <a:t>Здесь должен быть текст </a:t>
            </a:r>
            <a:br>
              <a:rPr lang="ru-RU" dirty="0"/>
            </a:br>
            <a:r>
              <a:rPr lang="ru-RU" dirty="0"/>
              <a:t>в одну или две строки</a:t>
            </a:r>
          </a:p>
        </p:txBody>
      </p:sp>
      <p:sp>
        <p:nvSpPr>
          <p:cNvPr id="13" name="Номер слайда 5">
            <a:extLst>
              <a:ext uri="{FF2B5EF4-FFF2-40B4-BE49-F238E27FC236}">
                <a16:creationId xmlns:a16="http://schemas.microsoft.com/office/drawing/2014/main" id="{A5B0988F-291A-6987-FE62-246A60D7801A}"/>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4" name="Заголовок 1">
            <a:extLst>
              <a:ext uri="{FF2B5EF4-FFF2-40B4-BE49-F238E27FC236}">
                <a16:creationId xmlns:a16="http://schemas.microsoft.com/office/drawing/2014/main" id="{00E7D5B7-5F4B-1D58-BA3A-DBB22F348B6B}"/>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atin typeface="+mj-lt"/>
              </a:defRPr>
            </a:lvl1pPr>
          </a:lstStyle>
          <a:p>
            <a:r>
              <a:rPr lang="ru-RU" dirty="0">
                <a:effectLst/>
              </a:rPr>
              <a:t>Заголовок слайда</a:t>
            </a:r>
            <a:endParaRPr lang="ru-RU" dirty="0"/>
          </a:p>
        </p:txBody>
      </p:sp>
      <p:sp>
        <p:nvSpPr>
          <p:cNvPr id="19" name="Текст 29">
            <a:extLst>
              <a:ext uri="{FF2B5EF4-FFF2-40B4-BE49-F238E27FC236}">
                <a16:creationId xmlns:a16="http://schemas.microsoft.com/office/drawing/2014/main" id="{5B2FB417-F896-2E08-F1E6-388BA452274A}"/>
              </a:ext>
            </a:extLst>
          </p:cNvPr>
          <p:cNvSpPr>
            <a:spLocks noGrp="1"/>
          </p:cNvSpPr>
          <p:nvPr>
            <p:ph type="body" sz="quarter" idx="32" hasCustomPrompt="1"/>
          </p:nvPr>
        </p:nvSpPr>
        <p:spPr>
          <a:xfrm>
            <a:off x="551674" y="1086478"/>
            <a:ext cx="3384000" cy="4924425"/>
          </a:xfrm>
        </p:spPr>
        <p:txBody>
          <a:bodyPr/>
          <a:lstStyle>
            <a:lvl1pPr>
              <a:lnSpc>
                <a:spcPts val="1200"/>
              </a:lnSpc>
              <a:defRPr sz="1000" kern="0" spc="0" baseline="0"/>
            </a:lvl1pPr>
            <a:lvl2pPr>
              <a:lnSpc>
                <a:spcPct val="100000"/>
              </a:lnSpc>
              <a:defRPr sz="1000" kern="0"/>
            </a:lvl2pPr>
            <a:lvl3pPr>
              <a:lnSpc>
                <a:spcPct val="100000"/>
              </a:lnSpc>
              <a:defRPr sz="1000" kern="0"/>
            </a:lvl3pPr>
            <a:lvl4pPr>
              <a:lnSpc>
                <a:spcPct val="100000"/>
              </a:lnSpc>
              <a:defRPr sz="1000" kern="0"/>
            </a:lvl4pPr>
            <a:lvl5pPr>
              <a:lnSpc>
                <a:spcPct val="100000"/>
              </a:lnSpc>
              <a:defRPr sz="1000" kern="0"/>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br>
              <a:rPr lang="en-US" dirty="0"/>
            </a:br>
            <a:br>
              <a:rPr lang="en-US" dirty="0"/>
            </a:br>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br>
              <a:rPr lang="en-US" dirty="0"/>
            </a:br>
            <a:br>
              <a:rPr lang="en-US" dirty="0"/>
            </a:br>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endParaRPr lang="ru-RU" dirty="0"/>
          </a:p>
        </p:txBody>
      </p:sp>
      <p:sp>
        <p:nvSpPr>
          <p:cNvPr id="30" name="Текст 29">
            <a:extLst>
              <a:ext uri="{FF2B5EF4-FFF2-40B4-BE49-F238E27FC236}">
                <a16:creationId xmlns:a16="http://schemas.microsoft.com/office/drawing/2014/main" id="{45FB4F93-800A-EB9F-10D7-59BE877F5EA5}"/>
              </a:ext>
            </a:extLst>
          </p:cNvPr>
          <p:cNvSpPr>
            <a:spLocks noGrp="1"/>
          </p:cNvSpPr>
          <p:nvPr>
            <p:ph type="body" sz="quarter" idx="70" hasCustomPrompt="1"/>
          </p:nvPr>
        </p:nvSpPr>
        <p:spPr>
          <a:xfrm>
            <a:off x="4644831" y="3553831"/>
            <a:ext cx="3216275" cy="2356607"/>
          </a:xfrm>
        </p:spPr>
        <p:txBody>
          <a:bodyPr/>
          <a:lstStyle>
            <a:lvl1pPr>
              <a:spcBef>
                <a:spcPts val="500"/>
              </a:spcBef>
              <a:defRPr sz="1000">
                <a:solidFill>
                  <a:schemeClr val="tx1">
                    <a:alpha val="45000"/>
                  </a:schemeClr>
                </a:solidFill>
              </a:defRPr>
            </a:lvl1pPr>
            <a:lvl2pPr>
              <a:spcBef>
                <a:spcPts val="400"/>
              </a:spcBef>
              <a:defRPr sz="1000">
                <a:solidFill>
                  <a:schemeClr val="tx1">
                    <a:alpha val="45000"/>
                  </a:schemeClr>
                </a:solidFill>
              </a:defRPr>
            </a:lvl2pPr>
            <a:lvl3pPr>
              <a:spcBef>
                <a:spcPts val="400"/>
              </a:spcBef>
              <a:defRPr sz="1000">
                <a:solidFill>
                  <a:schemeClr val="tx1">
                    <a:alpha val="45000"/>
                  </a:schemeClr>
                </a:solidFill>
              </a:defRPr>
            </a:lvl3pPr>
            <a:lvl4pPr>
              <a:spcBef>
                <a:spcPts val="400"/>
              </a:spcBef>
              <a:defRPr sz="1000">
                <a:solidFill>
                  <a:schemeClr val="tx1">
                    <a:alpha val="45000"/>
                  </a:schemeClr>
                </a:solidFill>
              </a:defRPr>
            </a:lvl4pPr>
            <a:lvl5pPr>
              <a:spcBef>
                <a:spcPts val="400"/>
              </a:spcBef>
              <a:defRPr sz="1000">
                <a:solidFill>
                  <a:schemeClr val="tx1">
                    <a:alpha val="45000"/>
                  </a:schemeClr>
                </a:solidFill>
              </a:defRPr>
            </a:lvl5pPr>
          </a:lstStyle>
          <a:p>
            <a:pPr lvl="0"/>
            <a:r>
              <a:rPr lang="en-US" dirty="0">
                <a:effectLst/>
              </a:rPr>
              <a:t>Lorem ipsum dolor sit </a:t>
            </a:r>
            <a:r>
              <a:rPr lang="en-US" dirty="0" err="1">
                <a:effectLst/>
              </a:rPr>
              <a:t>amet</a:t>
            </a:r>
            <a:r>
              <a:rPr lang="en-US" dirty="0">
                <a:effectLst/>
              </a:rPr>
              <a:t>, </a:t>
            </a:r>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Nulla a ante magna. </a:t>
            </a:r>
            <a:br>
              <a:rPr lang="en-US" dirty="0"/>
            </a:br>
            <a:br>
              <a:rPr lang="en-US" dirty="0"/>
            </a:br>
            <a:r>
              <a:rPr lang="en-US" dirty="0">
                <a:effectLst/>
              </a:rPr>
              <a:t>Lorem ipsum dolor sit </a:t>
            </a:r>
            <a:r>
              <a:rPr lang="en-US" dirty="0" err="1">
                <a:effectLst/>
              </a:rPr>
              <a:t>amet</a:t>
            </a:r>
            <a:r>
              <a:rPr lang="en-US" dirty="0">
                <a:effectLst/>
              </a:rPr>
              <a:t>, </a:t>
            </a:r>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Nulla a ante magna. Nunc </a:t>
            </a:r>
            <a:r>
              <a:rPr lang="en-US" dirty="0" err="1">
                <a:effectLst/>
              </a:rPr>
              <a:t>luctus</a:t>
            </a:r>
            <a:r>
              <a:rPr lang="en-US" dirty="0">
                <a:effectLst/>
              </a:rPr>
              <a:t> nisi sit </a:t>
            </a:r>
            <a:r>
              <a:rPr lang="en-US" dirty="0" err="1">
                <a:effectLst/>
              </a:rPr>
              <a:t>amet</a:t>
            </a:r>
            <a:r>
              <a:rPr lang="en-US" dirty="0">
                <a:effectLst/>
              </a:rPr>
              <a:t> </a:t>
            </a:r>
            <a:r>
              <a:rPr lang="en-US" dirty="0" err="1">
                <a:effectLst/>
              </a:rPr>
              <a:t>arcu</a:t>
            </a:r>
            <a:r>
              <a:rPr lang="en-US" dirty="0">
                <a:effectLst/>
              </a:rPr>
              <a:t> </a:t>
            </a:r>
            <a:r>
              <a:rPr lang="en-US" dirty="0" err="1">
                <a:effectLst/>
              </a:rPr>
              <a:t>eleifend</a:t>
            </a:r>
            <a:r>
              <a:rPr lang="en-US" dirty="0">
                <a:effectLst/>
              </a:rPr>
              <a:t> </a:t>
            </a:r>
            <a:r>
              <a:rPr lang="en-US" dirty="0" err="1">
                <a:effectLst/>
              </a:rPr>
              <a:t>condimentum</a:t>
            </a:r>
            <a:r>
              <a:rPr lang="en-US" dirty="0">
                <a:effectLst/>
              </a:rPr>
              <a:t>. In </a:t>
            </a:r>
            <a:r>
              <a:rPr lang="en-US" dirty="0" err="1">
                <a:effectLst/>
              </a:rPr>
              <a:t>quam</a:t>
            </a:r>
            <a:r>
              <a:rPr lang="en-US" dirty="0">
                <a:effectLst/>
              </a:rPr>
              <a:t> </a:t>
            </a:r>
            <a:r>
              <a:rPr lang="en-US" dirty="0" err="1">
                <a:effectLst/>
              </a:rPr>
              <a:t>metus</a:t>
            </a:r>
            <a:r>
              <a:rPr lang="en-US" dirty="0">
                <a:effectLst/>
              </a:rPr>
              <a:t>, </a:t>
            </a:r>
            <a:r>
              <a:rPr lang="en-US" dirty="0" err="1">
                <a:effectLst/>
              </a:rPr>
              <a:t>vehicula</a:t>
            </a:r>
            <a:r>
              <a:rPr lang="en-US" dirty="0">
                <a:effectLst/>
              </a:rPr>
              <a:t> </a:t>
            </a:r>
            <a:r>
              <a:rPr lang="en-US" dirty="0" err="1">
                <a:effectLst/>
              </a:rPr>
              <a:t>quis</a:t>
            </a:r>
            <a:r>
              <a:rPr lang="en-US" dirty="0">
                <a:effectLst/>
              </a:rPr>
              <a:t> </a:t>
            </a:r>
            <a:r>
              <a:rPr lang="en-US" dirty="0" err="1">
                <a:effectLst/>
              </a:rPr>
              <a:t>dignissim</a:t>
            </a:r>
            <a:r>
              <a:rPr lang="en-US" dirty="0">
                <a:effectLst/>
              </a:rPr>
              <a:t> </a:t>
            </a:r>
            <a:r>
              <a:rPr lang="en-US" dirty="0" err="1">
                <a:effectLst/>
              </a:rPr>
              <a:t>eget</a:t>
            </a:r>
            <a:r>
              <a:rPr lang="en-US" dirty="0">
                <a:effectLst/>
              </a:rPr>
              <a:t>, </a:t>
            </a:r>
            <a:r>
              <a:rPr lang="en-US" dirty="0" err="1">
                <a:effectLst/>
              </a:rPr>
              <a:t>placerat</a:t>
            </a:r>
            <a:r>
              <a:rPr lang="en-US" dirty="0">
                <a:effectLst/>
              </a:rPr>
              <a:t> </a:t>
            </a:r>
            <a:r>
              <a:rPr lang="en-US" dirty="0" err="1">
                <a:effectLst/>
              </a:rPr>
              <a:t>aliquam</a:t>
            </a:r>
            <a:r>
              <a:rPr lang="en-US" dirty="0">
                <a:effectLst/>
              </a:rPr>
              <a:t> </a:t>
            </a:r>
            <a:r>
              <a:rPr lang="en-US" dirty="0" err="1">
                <a:effectLst/>
              </a:rPr>
              <a:t>augue</a:t>
            </a:r>
            <a:r>
              <a:rPr lang="en-US" dirty="0">
                <a:effectLst/>
              </a:rPr>
              <a:t>. Ut </a:t>
            </a:r>
            <a:r>
              <a:rPr lang="en-US" dirty="0" err="1">
                <a:effectLst/>
              </a:rPr>
              <a:t>ut</a:t>
            </a:r>
            <a:r>
              <a:rPr lang="en-US" dirty="0">
                <a:effectLst/>
              </a:rPr>
              <a:t> </a:t>
            </a:r>
            <a:r>
              <a:rPr lang="en-US" dirty="0" err="1">
                <a:effectLst/>
              </a:rPr>
              <a:t>nisl</a:t>
            </a:r>
            <a:r>
              <a:rPr lang="en-US" dirty="0">
                <a:effectLst/>
              </a:rPr>
              <a:t> </a:t>
            </a:r>
            <a:r>
              <a:rPr lang="en-US" dirty="0" err="1">
                <a:effectLst/>
              </a:rPr>
              <a:t>molestie</a:t>
            </a:r>
            <a:r>
              <a:rPr lang="en-US" dirty="0">
                <a:effectLst/>
              </a:rPr>
              <a:t>, </a:t>
            </a:r>
            <a:r>
              <a:rPr lang="en-US" dirty="0" err="1">
                <a:effectLst/>
              </a:rPr>
              <a:t>sollicitudin</a:t>
            </a:r>
            <a:r>
              <a:rPr lang="en-US" dirty="0">
                <a:effectLst/>
              </a:rPr>
              <a:t> </a:t>
            </a:r>
            <a:r>
              <a:rPr lang="en-US" dirty="0" err="1">
                <a:effectLst/>
              </a:rPr>
              <a:t>nibh</a:t>
            </a:r>
            <a:r>
              <a:rPr lang="en-US" dirty="0">
                <a:effectLst/>
              </a:rPr>
              <a:t> non, </a:t>
            </a:r>
            <a:r>
              <a:rPr lang="en-US" dirty="0" err="1">
                <a:effectLst/>
              </a:rPr>
              <a:t>egestas</a:t>
            </a:r>
            <a:r>
              <a:rPr lang="en-US" dirty="0">
                <a:effectLst/>
              </a:rPr>
              <a:t> </a:t>
            </a:r>
            <a:r>
              <a:rPr lang="en-US" dirty="0" err="1">
                <a:effectLst/>
              </a:rPr>
              <a:t>tortor</a:t>
            </a:r>
            <a:r>
              <a:rPr lang="en-US" dirty="0">
                <a:effectLst/>
              </a:rPr>
              <a:t>. </a:t>
            </a:r>
            <a:r>
              <a:rPr lang="en-US" dirty="0" err="1">
                <a:effectLst/>
              </a:rPr>
              <a:t>Fusce</a:t>
            </a:r>
            <a:r>
              <a:rPr lang="en-US" dirty="0">
                <a:effectLst/>
              </a:rPr>
              <a:t> </a:t>
            </a:r>
            <a:r>
              <a:rPr lang="en-US" dirty="0" err="1">
                <a:effectLst/>
              </a:rPr>
              <a:t>mattis</a:t>
            </a:r>
            <a:r>
              <a:rPr lang="en-US" dirty="0">
                <a:effectLst/>
              </a:rPr>
              <a:t> </a:t>
            </a:r>
            <a:r>
              <a:rPr lang="en-US" dirty="0" err="1">
                <a:effectLst/>
              </a:rPr>
              <a:t>tincidunt</a:t>
            </a:r>
            <a:r>
              <a:rPr lang="en-US" dirty="0">
                <a:effectLst/>
              </a:rPr>
              <a:t> </a:t>
            </a:r>
            <a:r>
              <a:rPr lang="en-US" dirty="0" err="1">
                <a:effectLst/>
              </a:rPr>
              <a:t>tellus</a:t>
            </a:r>
            <a:r>
              <a:rPr lang="en-US" dirty="0">
                <a:effectLst/>
              </a:rPr>
              <a:t> vestibulum </a:t>
            </a:r>
            <a:r>
              <a:rPr lang="en-US" dirty="0" err="1">
                <a:effectLst/>
              </a:rPr>
              <a:t>mollis</a:t>
            </a:r>
            <a:r>
              <a:rPr lang="en-US" dirty="0">
                <a:effectLst/>
              </a:rPr>
              <a:t>. </a:t>
            </a:r>
            <a:r>
              <a:rPr lang="en-US" dirty="0" err="1">
                <a:effectLst/>
              </a:rPr>
              <a:t>Vivamus</a:t>
            </a:r>
            <a:r>
              <a:rPr lang="en-US" dirty="0">
                <a:effectLst/>
              </a:rPr>
              <a:t> in </a:t>
            </a:r>
            <a:r>
              <a:rPr lang="en-US" dirty="0" err="1">
                <a:effectLst/>
              </a:rPr>
              <a:t>justo</a:t>
            </a:r>
            <a:r>
              <a:rPr lang="en-US" dirty="0">
                <a:effectLst/>
              </a:rPr>
              <a:t> </a:t>
            </a:r>
            <a:r>
              <a:rPr lang="en-US" dirty="0" err="1">
                <a:effectLst/>
              </a:rPr>
              <a:t>scelerisque</a:t>
            </a:r>
            <a:r>
              <a:rPr lang="en-US" dirty="0">
                <a:effectLst/>
              </a:rPr>
              <a:t>, </a:t>
            </a:r>
            <a:r>
              <a:rPr lang="en-US" dirty="0" err="1">
                <a:effectLst/>
              </a:rPr>
              <a:t>faucibus</a:t>
            </a:r>
            <a:r>
              <a:rPr lang="en-US" dirty="0">
                <a:effectLst/>
              </a:rPr>
              <a:t> </a:t>
            </a:r>
            <a:r>
              <a:rPr lang="en-US" dirty="0" err="1">
                <a:effectLst/>
              </a:rPr>
              <a:t>lacus</a:t>
            </a:r>
            <a:r>
              <a:rPr lang="en-US" dirty="0">
                <a:effectLst/>
              </a:rPr>
              <a:t> sed, </a:t>
            </a:r>
            <a:r>
              <a:rPr lang="en-US" dirty="0" err="1">
                <a:effectLst/>
              </a:rPr>
              <a:t>aliquet</a:t>
            </a:r>
            <a:r>
              <a:rPr lang="en-US" dirty="0">
                <a:effectLst/>
              </a:rPr>
              <a:t> est. Donec non diam tempus, </a:t>
            </a:r>
            <a:r>
              <a:rPr lang="en-US" dirty="0" err="1">
                <a:effectLst/>
              </a:rPr>
              <a:t>ultricies</a:t>
            </a:r>
            <a:r>
              <a:rPr lang="en-US" dirty="0">
                <a:effectLst/>
              </a:rPr>
              <a:t> </a:t>
            </a:r>
            <a:r>
              <a:rPr lang="en-US" dirty="0" err="1">
                <a:effectLst/>
              </a:rPr>
              <a:t>orci</a:t>
            </a:r>
            <a:r>
              <a:rPr lang="en-US" dirty="0">
                <a:effectLst/>
              </a:rPr>
              <a:t> </a:t>
            </a:r>
            <a:r>
              <a:rPr lang="en-US" dirty="0" err="1">
                <a:effectLst/>
              </a:rPr>
              <a:t>ut</a:t>
            </a:r>
            <a:r>
              <a:rPr lang="en-US" dirty="0">
                <a:effectLst/>
              </a:rPr>
              <a:t>, </a:t>
            </a:r>
            <a:r>
              <a:rPr lang="en-US" dirty="0" err="1">
                <a:effectLst/>
              </a:rPr>
              <a:t>imperdiet</a:t>
            </a:r>
            <a:r>
              <a:rPr lang="en-US" dirty="0">
                <a:effectLst/>
              </a:rPr>
              <a:t> </a:t>
            </a:r>
            <a:r>
              <a:rPr lang="en-US" dirty="0" err="1">
                <a:effectLst/>
              </a:rPr>
              <a:t>tortor</a:t>
            </a:r>
            <a:r>
              <a:rPr lang="en-US" dirty="0">
                <a:effectLst/>
              </a:rPr>
              <a:t>. </a:t>
            </a:r>
            <a:br>
              <a:rPr lang="en-US" dirty="0"/>
            </a:br>
            <a:br>
              <a:rPr lang="en-US" dirty="0"/>
            </a:br>
            <a:r>
              <a:rPr lang="en-US" dirty="0">
                <a:effectLst/>
              </a:rPr>
              <a:t>Donec </a:t>
            </a:r>
            <a:r>
              <a:rPr lang="en-US" dirty="0" err="1">
                <a:effectLst/>
              </a:rPr>
              <a:t>ut</a:t>
            </a:r>
            <a:r>
              <a:rPr lang="en-US" dirty="0">
                <a:effectLst/>
              </a:rPr>
              <a:t> </a:t>
            </a:r>
            <a:r>
              <a:rPr lang="en-US" dirty="0" err="1">
                <a:effectLst/>
              </a:rPr>
              <a:t>nibh</a:t>
            </a:r>
            <a:r>
              <a:rPr lang="en-US" dirty="0">
                <a:effectLst/>
              </a:rPr>
              <a:t> dolor. </a:t>
            </a:r>
            <a:r>
              <a:rPr lang="en-US" dirty="0" err="1">
                <a:effectLst/>
              </a:rPr>
              <a:t>Praesent</a:t>
            </a:r>
            <a:r>
              <a:rPr lang="en-US" dirty="0">
                <a:effectLst/>
              </a:rPr>
              <a:t> </a:t>
            </a:r>
            <a:r>
              <a:rPr lang="en-US" dirty="0" err="1">
                <a:effectLst/>
              </a:rPr>
              <a:t>euismod</a:t>
            </a:r>
            <a:r>
              <a:rPr lang="en-US" dirty="0">
                <a:effectLst/>
              </a:rPr>
              <a:t> ante id ante ornare, at </a:t>
            </a:r>
            <a:r>
              <a:rPr lang="en-US" dirty="0" err="1">
                <a:effectLst/>
              </a:rPr>
              <a:t>feugiat</a:t>
            </a:r>
            <a:r>
              <a:rPr lang="en-US" dirty="0">
                <a:effectLst/>
              </a:rPr>
              <a:t> magna </a:t>
            </a:r>
            <a:r>
              <a:rPr lang="en-US" dirty="0" err="1">
                <a:effectLst/>
              </a:rPr>
              <a:t>imperdiet</a:t>
            </a:r>
            <a:r>
              <a:rPr lang="en-US" dirty="0">
                <a:effectLst/>
              </a:rPr>
              <a:t>. Maecenas </a:t>
            </a:r>
            <a:r>
              <a:rPr lang="en-US" dirty="0" err="1">
                <a:effectLst/>
              </a:rPr>
              <a:t>elementum</a:t>
            </a:r>
            <a:r>
              <a:rPr lang="en-US" dirty="0">
                <a:effectLst/>
              </a:rPr>
              <a:t> </a:t>
            </a:r>
            <a:r>
              <a:rPr lang="en-US" dirty="0" err="1">
                <a:effectLst/>
              </a:rPr>
              <a:t>sollicitudin</a:t>
            </a:r>
            <a:r>
              <a:rPr lang="en-US" dirty="0">
                <a:effectLst/>
              </a:rPr>
              <a:t> </a:t>
            </a:r>
            <a:r>
              <a:rPr lang="en-US" dirty="0" err="1">
                <a:effectLst/>
              </a:rPr>
              <a:t>leo</a:t>
            </a:r>
            <a:r>
              <a:rPr lang="en-US" dirty="0">
                <a:effectLst/>
              </a:rPr>
              <a:t>. Nulla </a:t>
            </a:r>
            <a:r>
              <a:rPr lang="en-US" dirty="0" err="1">
                <a:effectLst/>
              </a:rPr>
              <a:t>facilisi</a:t>
            </a:r>
            <a:r>
              <a:rPr lang="en-US" dirty="0">
                <a:effectLst/>
              </a:rPr>
              <a:t>. Donec lacinia </a:t>
            </a:r>
            <a:r>
              <a:rPr lang="en-US" dirty="0" err="1">
                <a:effectLst/>
              </a:rPr>
              <a:t>sapien</a:t>
            </a:r>
            <a:r>
              <a:rPr lang="en-US" dirty="0">
                <a:effectLst/>
              </a:rPr>
              <a:t> libero, sed </a:t>
            </a:r>
            <a:r>
              <a:rPr lang="en-US" dirty="0" err="1">
                <a:effectLst/>
              </a:rPr>
              <a:t>elementum</a:t>
            </a:r>
            <a:r>
              <a:rPr lang="en-US" dirty="0">
                <a:effectLst/>
              </a:rPr>
              <a:t> ante </a:t>
            </a:r>
            <a:r>
              <a:rPr lang="en-US" dirty="0" err="1">
                <a:effectLst/>
              </a:rPr>
              <a:t>finibus</a:t>
            </a:r>
            <a:r>
              <a:rPr lang="en-US" dirty="0">
                <a:effectLst/>
              </a:rPr>
              <a:t> sit </a:t>
            </a:r>
            <a:r>
              <a:rPr lang="en-US" dirty="0" err="1">
                <a:effectLst/>
              </a:rPr>
              <a:t>amet</a:t>
            </a:r>
            <a:r>
              <a:rPr lang="en-US" dirty="0">
                <a:effectLst/>
              </a:rPr>
              <a:t>.</a:t>
            </a:r>
            <a:endParaRPr lang="ru-RU" dirty="0"/>
          </a:p>
        </p:txBody>
      </p:sp>
      <p:sp>
        <p:nvSpPr>
          <p:cNvPr id="32" name="Текст 29">
            <a:extLst>
              <a:ext uri="{FF2B5EF4-FFF2-40B4-BE49-F238E27FC236}">
                <a16:creationId xmlns:a16="http://schemas.microsoft.com/office/drawing/2014/main" id="{65027142-78A9-9419-FA5E-B8D5716F38FA}"/>
              </a:ext>
            </a:extLst>
          </p:cNvPr>
          <p:cNvSpPr>
            <a:spLocks noGrp="1"/>
          </p:cNvSpPr>
          <p:nvPr>
            <p:ph type="body" sz="quarter" idx="71" hasCustomPrompt="1"/>
          </p:nvPr>
        </p:nvSpPr>
        <p:spPr>
          <a:xfrm>
            <a:off x="8505763" y="3553831"/>
            <a:ext cx="3330576" cy="1387111"/>
          </a:xfrm>
        </p:spPr>
        <p:txBody>
          <a:bodyPr/>
          <a:lstStyle>
            <a:lvl1pPr>
              <a:spcBef>
                <a:spcPts val="500"/>
              </a:spcBef>
              <a:defRPr sz="1000">
                <a:solidFill>
                  <a:schemeClr val="tx1">
                    <a:alpha val="45000"/>
                  </a:schemeClr>
                </a:solidFill>
              </a:defRPr>
            </a:lvl1pPr>
            <a:lvl2pPr>
              <a:spcBef>
                <a:spcPts val="400"/>
              </a:spcBef>
              <a:defRPr sz="1000">
                <a:solidFill>
                  <a:schemeClr val="tx1">
                    <a:alpha val="45000"/>
                  </a:schemeClr>
                </a:solidFill>
              </a:defRPr>
            </a:lvl2pPr>
            <a:lvl3pPr>
              <a:spcBef>
                <a:spcPts val="400"/>
              </a:spcBef>
              <a:defRPr sz="1000">
                <a:solidFill>
                  <a:schemeClr val="tx1">
                    <a:alpha val="45000"/>
                  </a:schemeClr>
                </a:solidFill>
              </a:defRPr>
            </a:lvl3pPr>
            <a:lvl4pPr>
              <a:spcBef>
                <a:spcPts val="400"/>
              </a:spcBef>
              <a:defRPr sz="1000">
                <a:solidFill>
                  <a:schemeClr val="tx1">
                    <a:alpha val="45000"/>
                  </a:schemeClr>
                </a:solidFill>
              </a:defRPr>
            </a:lvl4pPr>
            <a:lvl5pPr>
              <a:spcBef>
                <a:spcPts val="400"/>
              </a:spcBef>
              <a:defRPr sz="1000">
                <a:solidFill>
                  <a:schemeClr val="tx1">
                    <a:alpha val="45000"/>
                  </a:schemeClr>
                </a:solidFill>
              </a:defRPr>
            </a:lvl5pPr>
          </a:lstStyle>
          <a:p>
            <a:pPr lvl="0"/>
            <a:r>
              <a:rPr lang="en-US" dirty="0">
                <a:effectLst/>
              </a:rPr>
              <a:t>Lorem ipsum dolor sit </a:t>
            </a:r>
            <a:r>
              <a:rPr lang="en-US" dirty="0" err="1">
                <a:effectLst/>
              </a:rPr>
              <a:t>amet</a:t>
            </a:r>
            <a:r>
              <a:rPr lang="en-US" dirty="0">
                <a:effectLst/>
              </a:rPr>
              <a:t>, </a:t>
            </a:r>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Nulla a ante magna.</a:t>
            </a:r>
            <a:br>
              <a:rPr lang="en-US" dirty="0"/>
            </a:br>
            <a:br>
              <a:rPr lang="en-US" dirty="0"/>
            </a:br>
            <a:r>
              <a:rPr lang="en-US" dirty="0" err="1">
                <a:effectLst/>
              </a:rPr>
              <a:t>Fusce</a:t>
            </a:r>
            <a:r>
              <a:rPr lang="en-US" dirty="0">
                <a:effectLst/>
              </a:rPr>
              <a:t> in </a:t>
            </a:r>
            <a:r>
              <a:rPr lang="en-US" dirty="0" err="1">
                <a:effectLst/>
              </a:rPr>
              <a:t>nulla</a:t>
            </a:r>
            <a:r>
              <a:rPr lang="en-US" dirty="0">
                <a:effectLst/>
              </a:rPr>
              <a:t> cursus, </a:t>
            </a:r>
            <a:r>
              <a:rPr lang="en-US" dirty="0" err="1">
                <a:effectLst/>
              </a:rPr>
              <a:t>facilisis</a:t>
            </a:r>
            <a:r>
              <a:rPr lang="en-US" dirty="0">
                <a:effectLst/>
              </a:rPr>
              <a:t> </a:t>
            </a:r>
            <a:r>
              <a:rPr lang="en-US" dirty="0" err="1">
                <a:effectLst/>
              </a:rPr>
              <a:t>mauris</a:t>
            </a:r>
            <a:r>
              <a:rPr lang="en-US" dirty="0">
                <a:effectLst/>
              </a:rPr>
              <a:t> a, </a:t>
            </a:r>
            <a:r>
              <a:rPr lang="en-US" dirty="0" err="1">
                <a:effectLst/>
              </a:rPr>
              <a:t>rhoncus</a:t>
            </a:r>
            <a:r>
              <a:rPr lang="en-US" dirty="0">
                <a:effectLst/>
              </a:rPr>
              <a:t> </a:t>
            </a:r>
            <a:r>
              <a:rPr lang="en-US" dirty="0" err="1">
                <a:effectLst/>
              </a:rPr>
              <a:t>enim</a:t>
            </a:r>
            <a:r>
              <a:rPr lang="en-US" dirty="0">
                <a:effectLst/>
              </a:rPr>
              <a:t>. Morbi sit </a:t>
            </a:r>
            <a:r>
              <a:rPr lang="en-US" dirty="0" err="1">
                <a:effectLst/>
              </a:rPr>
              <a:t>amet</a:t>
            </a:r>
            <a:r>
              <a:rPr lang="en-US" dirty="0">
                <a:effectLst/>
              </a:rPr>
              <a:t> </a:t>
            </a:r>
            <a:r>
              <a:rPr lang="en-US" dirty="0" err="1">
                <a:effectLst/>
              </a:rPr>
              <a:t>ultrices</a:t>
            </a:r>
            <a:r>
              <a:rPr lang="en-US" dirty="0">
                <a:effectLst/>
              </a:rPr>
              <a:t> ipsum. Maecenas </a:t>
            </a:r>
            <a:r>
              <a:rPr lang="en-US" dirty="0" err="1">
                <a:effectLst/>
              </a:rPr>
              <a:t>luctus</a:t>
            </a:r>
            <a:r>
              <a:rPr lang="en-US" dirty="0">
                <a:effectLst/>
              </a:rPr>
              <a:t> ante </a:t>
            </a:r>
            <a:r>
              <a:rPr lang="en-US" dirty="0" err="1">
                <a:effectLst/>
              </a:rPr>
              <a:t>nibh</a:t>
            </a:r>
            <a:r>
              <a:rPr lang="en-US" dirty="0">
                <a:effectLst/>
              </a:rPr>
              <a:t>, sed tempus </a:t>
            </a:r>
            <a:r>
              <a:rPr lang="en-US" dirty="0" err="1">
                <a:effectLst/>
              </a:rPr>
              <a:t>odio</a:t>
            </a:r>
            <a:r>
              <a:rPr lang="en-US" dirty="0">
                <a:effectLst/>
              </a:rPr>
              <a:t> </a:t>
            </a:r>
            <a:r>
              <a:rPr lang="en-US" dirty="0" err="1">
                <a:effectLst/>
              </a:rPr>
              <a:t>luctus</a:t>
            </a:r>
            <a:r>
              <a:rPr lang="en-US" dirty="0">
                <a:effectLst/>
              </a:rPr>
              <a:t> </a:t>
            </a:r>
            <a:r>
              <a:rPr lang="en-US" dirty="0" err="1">
                <a:effectLst/>
              </a:rPr>
              <a:t>ut.</a:t>
            </a:r>
            <a:r>
              <a:rPr lang="en-US" dirty="0">
                <a:effectLst/>
              </a:rPr>
              <a:t> Class </a:t>
            </a:r>
            <a:r>
              <a:rPr lang="en-US" dirty="0" err="1">
                <a:effectLst/>
              </a:rPr>
              <a:t>aptent</a:t>
            </a:r>
            <a:r>
              <a:rPr lang="en-US" dirty="0">
                <a:effectLst/>
              </a:rPr>
              <a:t> </a:t>
            </a:r>
            <a:r>
              <a:rPr lang="en-US" dirty="0" err="1">
                <a:effectLst/>
              </a:rPr>
              <a:t>taciti</a:t>
            </a:r>
            <a:r>
              <a:rPr lang="en-US" dirty="0">
                <a:effectLst/>
              </a:rPr>
              <a:t> </a:t>
            </a:r>
            <a:r>
              <a:rPr lang="en-US" dirty="0" err="1">
                <a:effectLst/>
              </a:rPr>
              <a:t>sociosqu</a:t>
            </a:r>
            <a:r>
              <a:rPr lang="en-US" dirty="0">
                <a:effectLst/>
              </a:rPr>
              <a:t> ad </a:t>
            </a:r>
            <a:r>
              <a:rPr lang="en-US" dirty="0" err="1">
                <a:effectLst/>
              </a:rPr>
              <a:t>litora</a:t>
            </a:r>
            <a:r>
              <a:rPr lang="en-US" dirty="0">
                <a:effectLst/>
              </a:rPr>
              <a:t> </a:t>
            </a:r>
            <a:r>
              <a:rPr lang="en-US" dirty="0" err="1">
                <a:effectLst/>
              </a:rPr>
              <a:t>torquent</a:t>
            </a:r>
            <a:r>
              <a:rPr lang="en-US" dirty="0">
                <a:effectLst/>
              </a:rPr>
              <a:t> per </a:t>
            </a:r>
            <a:r>
              <a:rPr lang="en-US" dirty="0" err="1">
                <a:effectLst/>
              </a:rPr>
              <a:t>conubia</a:t>
            </a:r>
            <a:r>
              <a:rPr lang="en-US" dirty="0">
                <a:effectLst/>
              </a:rPr>
              <a:t> nostra, per </a:t>
            </a:r>
            <a:r>
              <a:rPr lang="en-US" dirty="0" err="1">
                <a:effectLst/>
              </a:rPr>
              <a:t>inceptos</a:t>
            </a:r>
            <a:r>
              <a:rPr lang="en-US" dirty="0">
                <a:effectLst/>
              </a:rPr>
              <a:t> </a:t>
            </a:r>
            <a:r>
              <a:rPr lang="en-US" dirty="0" err="1">
                <a:effectLst/>
              </a:rPr>
              <a:t>himenaeos</a:t>
            </a:r>
            <a:r>
              <a:rPr lang="en-US" dirty="0">
                <a:effectLst/>
              </a:rPr>
              <a:t>. Nulla </a:t>
            </a:r>
            <a:r>
              <a:rPr lang="en-US" dirty="0" err="1">
                <a:effectLst/>
              </a:rPr>
              <a:t>posuere</a:t>
            </a:r>
            <a:r>
              <a:rPr lang="en-US" dirty="0">
                <a:effectLst/>
              </a:rPr>
              <a:t> </a:t>
            </a:r>
            <a:r>
              <a:rPr lang="en-US" dirty="0" err="1">
                <a:effectLst/>
              </a:rPr>
              <a:t>interdum</a:t>
            </a:r>
            <a:r>
              <a:rPr lang="en-US" dirty="0">
                <a:effectLst/>
              </a:rPr>
              <a:t> </a:t>
            </a:r>
            <a:r>
              <a:rPr lang="en-US" dirty="0" err="1">
                <a:effectLst/>
              </a:rPr>
              <a:t>eleifend</a:t>
            </a:r>
            <a:r>
              <a:rPr lang="en-US" dirty="0">
                <a:effectLst/>
              </a:rPr>
              <a:t>. Morbi </a:t>
            </a:r>
            <a:r>
              <a:rPr lang="en-US" dirty="0" err="1">
                <a:effectLst/>
              </a:rPr>
              <a:t>sagittis</a:t>
            </a:r>
            <a:r>
              <a:rPr lang="en-US" dirty="0">
                <a:effectLst/>
              </a:rPr>
              <a:t> </a:t>
            </a:r>
            <a:r>
              <a:rPr lang="en-US" dirty="0" err="1">
                <a:effectLst/>
              </a:rPr>
              <a:t>quam</a:t>
            </a:r>
            <a:r>
              <a:rPr lang="en-US" dirty="0">
                <a:effectLst/>
              </a:rPr>
              <a:t> at </a:t>
            </a:r>
            <a:r>
              <a:rPr lang="en-US" dirty="0" err="1">
                <a:effectLst/>
              </a:rPr>
              <a:t>odio</a:t>
            </a:r>
            <a:r>
              <a:rPr lang="en-US" dirty="0">
                <a:effectLst/>
              </a:rPr>
              <a:t> ornare vestibulum. Sed </a:t>
            </a:r>
            <a:r>
              <a:rPr lang="en-US" dirty="0" err="1">
                <a:effectLst/>
              </a:rPr>
              <a:t>sem</a:t>
            </a:r>
            <a:r>
              <a:rPr lang="en-US" dirty="0">
                <a:effectLst/>
              </a:rPr>
              <a:t> mi, </a:t>
            </a:r>
            <a:r>
              <a:rPr lang="en-US" dirty="0" err="1">
                <a:effectLst/>
              </a:rPr>
              <a:t>vehicula</a:t>
            </a:r>
            <a:r>
              <a:rPr lang="en-US" dirty="0">
                <a:effectLst/>
              </a:rPr>
              <a:t> id ipsum a, </a:t>
            </a:r>
            <a:r>
              <a:rPr lang="en-US" dirty="0" err="1">
                <a:effectLst/>
              </a:rPr>
              <a:t>sagittis</a:t>
            </a:r>
            <a:r>
              <a:rPr lang="en-US" dirty="0">
                <a:effectLst/>
              </a:rPr>
              <a:t> </a:t>
            </a:r>
            <a:r>
              <a:rPr lang="en-US" dirty="0" err="1">
                <a:effectLst/>
              </a:rPr>
              <a:t>interdum</a:t>
            </a:r>
            <a:r>
              <a:rPr lang="en-US" dirty="0">
                <a:effectLst/>
              </a:rPr>
              <a:t> sem. </a:t>
            </a:r>
            <a:endParaRPr lang="ru-RU" dirty="0"/>
          </a:p>
        </p:txBody>
      </p:sp>
      <p:sp>
        <p:nvSpPr>
          <p:cNvPr id="34" name="Текст 29">
            <a:extLst>
              <a:ext uri="{FF2B5EF4-FFF2-40B4-BE49-F238E27FC236}">
                <a16:creationId xmlns:a16="http://schemas.microsoft.com/office/drawing/2014/main" id="{2C1B3127-565A-1FE5-3CEF-A17A38147E4D}"/>
              </a:ext>
            </a:extLst>
          </p:cNvPr>
          <p:cNvSpPr>
            <a:spLocks noGrp="1"/>
          </p:cNvSpPr>
          <p:nvPr>
            <p:ph type="body" sz="quarter" idx="72" hasCustomPrompt="1"/>
          </p:nvPr>
        </p:nvSpPr>
        <p:spPr>
          <a:xfrm>
            <a:off x="8505763" y="5216289"/>
            <a:ext cx="3330576" cy="694614"/>
          </a:xfrm>
        </p:spPr>
        <p:txBody>
          <a:bodyPr/>
          <a:lstStyle>
            <a:lvl1pPr>
              <a:spcBef>
                <a:spcPts val="500"/>
              </a:spcBef>
              <a:defRPr sz="1000">
                <a:solidFill>
                  <a:schemeClr val="tx1">
                    <a:alpha val="45000"/>
                  </a:schemeClr>
                </a:solidFill>
              </a:defRPr>
            </a:lvl1pPr>
            <a:lvl2pPr>
              <a:spcBef>
                <a:spcPts val="400"/>
              </a:spcBef>
              <a:defRPr sz="1000">
                <a:solidFill>
                  <a:schemeClr val="tx1">
                    <a:alpha val="45000"/>
                  </a:schemeClr>
                </a:solidFill>
              </a:defRPr>
            </a:lvl2pPr>
            <a:lvl3pPr>
              <a:spcBef>
                <a:spcPts val="400"/>
              </a:spcBef>
              <a:defRPr sz="1000">
                <a:solidFill>
                  <a:schemeClr val="tx1">
                    <a:alpha val="45000"/>
                  </a:schemeClr>
                </a:solidFill>
              </a:defRPr>
            </a:lvl3pPr>
            <a:lvl4pPr>
              <a:spcBef>
                <a:spcPts val="400"/>
              </a:spcBef>
              <a:defRPr sz="1000">
                <a:solidFill>
                  <a:schemeClr val="tx1">
                    <a:alpha val="45000"/>
                  </a:schemeClr>
                </a:solidFill>
              </a:defRPr>
            </a:lvl4pPr>
            <a:lvl5pPr>
              <a:spcBef>
                <a:spcPts val="400"/>
              </a:spcBef>
              <a:defRPr sz="1000">
                <a:solidFill>
                  <a:schemeClr val="tx1">
                    <a:alpha val="45000"/>
                  </a:schemeClr>
                </a:solidFill>
              </a:defRPr>
            </a:lvl5pPr>
          </a:lstStyle>
          <a:p>
            <a:pPr lvl="0"/>
            <a:r>
              <a:rPr lang="en-US" dirty="0">
                <a:effectLst/>
              </a:rPr>
              <a:t>Lorem ipsum dolor sit </a:t>
            </a:r>
            <a:r>
              <a:rPr lang="en-US" dirty="0" err="1">
                <a:effectLst/>
              </a:rPr>
              <a:t>amet</a:t>
            </a:r>
            <a:r>
              <a:rPr lang="en-US" dirty="0">
                <a:effectLst/>
              </a:rPr>
              <a:t>, </a:t>
            </a:r>
            <a:r>
              <a:rPr lang="en-US" dirty="0" err="1">
                <a:effectLst/>
              </a:rPr>
              <a:t>consectetur</a:t>
            </a:r>
            <a:r>
              <a:rPr lang="en-US" dirty="0">
                <a:effectLst/>
              </a:rPr>
              <a:t> </a:t>
            </a:r>
            <a:r>
              <a:rPr lang="en-US" dirty="0" err="1">
                <a:effectLst/>
              </a:rPr>
              <a:t>adipiscing</a:t>
            </a:r>
            <a:r>
              <a:rPr lang="en-US" dirty="0">
                <a:effectLst/>
              </a:rPr>
              <a:t> </a:t>
            </a:r>
            <a:r>
              <a:rPr lang="en-US" dirty="0" err="1">
                <a:effectLst/>
              </a:rPr>
              <a:t>elit</a:t>
            </a:r>
            <a:r>
              <a:rPr lang="en-US" dirty="0">
                <a:effectLst/>
              </a:rPr>
              <a:t>. Nulla a ante magna.</a:t>
            </a:r>
            <a:br>
              <a:rPr lang="en-US" dirty="0"/>
            </a:br>
            <a:br>
              <a:rPr lang="en-US" dirty="0"/>
            </a:br>
            <a:r>
              <a:rPr lang="en-US" dirty="0" err="1">
                <a:effectLst/>
              </a:rPr>
              <a:t>reated</a:t>
            </a:r>
            <a:r>
              <a:rPr lang="en-US" dirty="0">
                <a:effectLst/>
              </a:rPr>
              <a:t> under the laws of England, for provision of all central services, managing new investments, etc.</a:t>
            </a:r>
            <a:endParaRPr lang="ru-RU" dirty="0"/>
          </a:p>
        </p:txBody>
      </p:sp>
      <p:sp>
        <p:nvSpPr>
          <p:cNvPr id="36" name="Текст 29">
            <a:extLst>
              <a:ext uri="{FF2B5EF4-FFF2-40B4-BE49-F238E27FC236}">
                <a16:creationId xmlns:a16="http://schemas.microsoft.com/office/drawing/2014/main" id="{14CECDF0-0016-0077-CF2D-9FBA2A69041F}"/>
              </a:ext>
            </a:extLst>
          </p:cNvPr>
          <p:cNvSpPr>
            <a:spLocks noGrp="1"/>
          </p:cNvSpPr>
          <p:nvPr>
            <p:ph type="body" sz="quarter" idx="73" hasCustomPrompt="1"/>
          </p:nvPr>
        </p:nvSpPr>
        <p:spPr>
          <a:xfrm>
            <a:off x="4216226" y="3553831"/>
            <a:ext cx="360000" cy="140616"/>
          </a:xfrm>
        </p:spPr>
        <p:txBody>
          <a:bodyPr/>
          <a:lstStyle>
            <a:lvl1pPr>
              <a:spcBef>
                <a:spcPts val="500"/>
              </a:spcBef>
              <a:defRPr sz="1000">
                <a:solidFill>
                  <a:schemeClr val="tx2"/>
                </a:solidFill>
              </a:defRPr>
            </a:lvl1pPr>
            <a:lvl2pPr>
              <a:spcBef>
                <a:spcPts val="400"/>
              </a:spcBef>
              <a:defRPr sz="1000">
                <a:solidFill>
                  <a:schemeClr val="tx1">
                    <a:alpha val="45000"/>
                  </a:schemeClr>
                </a:solidFill>
              </a:defRPr>
            </a:lvl2pPr>
            <a:lvl3pPr>
              <a:spcBef>
                <a:spcPts val="400"/>
              </a:spcBef>
              <a:defRPr sz="1000">
                <a:solidFill>
                  <a:schemeClr val="tx1">
                    <a:alpha val="45000"/>
                  </a:schemeClr>
                </a:solidFill>
              </a:defRPr>
            </a:lvl3pPr>
            <a:lvl4pPr>
              <a:spcBef>
                <a:spcPts val="400"/>
              </a:spcBef>
              <a:defRPr sz="1000">
                <a:solidFill>
                  <a:schemeClr val="tx1">
                    <a:alpha val="45000"/>
                  </a:schemeClr>
                </a:solidFill>
              </a:defRPr>
            </a:lvl4pPr>
            <a:lvl5pPr>
              <a:spcBef>
                <a:spcPts val="400"/>
              </a:spcBef>
              <a:defRPr sz="1000">
                <a:solidFill>
                  <a:schemeClr val="tx1">
                    <a:alpha val="45000"/>
                  </a:schemeClr>
                </a:solidFill>
              </a:defRPr>
            </a:lvl5pPr>
          </a:lstStyle>
          <a:p>
            <a:pPr lvl="0"/>
            <a:r>
              <a:rPr lang="ru-RU" dirty="0">
                <a:effectLst/>
              </a:rPr>
              <a:t>01</a:t>
            </a:r>
            <a:endParaRPr lang="ru-RU" dirty="0"/>
          </a:p>
        </p:txBody>
      </p:sp>
      <p:sp>
        <p:nvSpPr>
          <p:cNvPr id="38" name="Текст 29">
            <a:extLst>
              <a:ext uri="{FF2B5EF4-FFF2-40B4-BE49-F238E27FC236}">
                <a16:creationId xmlns:a16="http://schemas.microsoft.com/office/drawing/2014/main" id="{E92370E5-752C-E847-1F90-097959DE2D1C}"/>
              </a:ext>
            </a:extLst>
          </p:cNvPr>
          <p:cNvSpPr>
            <a:spLocks noGrp="1"/>
          </p:cNvSpPr>
          <p:nvPr>
            <p:ph type="body" sz="quarter" idx="74" hasCustomPrompt="1"/>
          </p:nvPr>
        </p:nvSpPr>
        <p:spPr>
          <a:xfrm>
            <a:off x="8077158" y="3553831"/>
            <a:ext cx="360000" cy="140616"/>
          </a:xfrm>
        </p:spPr>
        <p:txBody>
          <a:bodyPr/>
          <a:lstStyle>
            <a:lvl1pPr>
              <a:spcBef>
                <a:spcPts val="500"/>
              </a:spcBef>
              <a:defRPr sz="1000">
                <a:solidFill>
                  <a:schemeClr val="tx2"/>
                </a:solidFill>
              </a:defRPr>
            </a:lvl1pPr>
            <a:lvl2pPr>
              <a:spcBef>
                <a:spcPts val="400"/>
              </a:spcBef>
              <a:defRPr sz="1000">
                <a:solidFill>
                  <a:schemeClr val="tx1">
                    <a:alpha val="45000"/>
                  </a:schemeClr>
                </a:solidFill>
              </a:defRPr>
            </a:lvl2pPr>
            <a:lvl3pPr>
              <a:spcBef>
                <a:spcPts val="400"/>
              </a:spcBef>
              <a:defRPr sz="1000">
                <a:solidFill>
                  <a:schemeClr val="tx1">
                    <a:alpha val="45000"/>
                  </a:schemeClr>
                </a:solidFill>
              </a:defRPr>
            </a:lvl3pPr>
            <a:lvl4pPr>
              <a:spcBef>
                <a:spcPts val="400"/>
              </a:spcBef>
              <a:defRPr sz="1000">
                <a:solidFill>
                  <a:schemeClr val="tx1">
                    <a:alpha val="45000"/>
                  </a:schemeClr>
                </a:solidFill>
              </a:defRPr>
            </a:lvl4pPr>
            <a:lvl5pPr>
              <a:spcBef>
                <a:spcPts val="400"/>
              </a:spcBef>
              <a:defRPr sz="1000">
                <a:solidFill>
                  <a:schemeClr val="tx1">
                    <a:alpha val="45000"/>
                  </a:schemeClr>
                </a:solidFill>
              </a:defRPr>
            </a:lvl5pPr>
          </a:lstStyle>
          <a:p>
            <a:pPr lvl="0"/>
            <a:r>
              <a:rPr lang="ru-RU" dirty="0">
                <a:effectLst/>
              </a:rPr>
              <a:t>02</a:t>
            </a:r>
            <a:endParaRPr lang="ru-RU" dirty="0"/>
          </a:p>
        </p:txBody>
      </p:sp>
      <p:sp>
        <p:nvSpPr>
          <p:cNvPr id="39" name="Текст 29">
            <a:extLst>
              <a:ext uri="{FF2B5EF4-FFF2-40B4-BE49-F238E27FC236}">
                <a16:creationId xmlns:a16="http://schemas.microsoft.com/office/drawing/2014/main" id="{DB0F45F2-6FC1-B46F-FF61-5FCD949E920D}"/>
              </a:ext>
            </a:extLst>
          </p:cNvPr>
          <p:cNvSpPr>
            <a:spLocks noGrp="1"/>
          </p:cNvSpPr>
          <p:nvPr>
            <p:ph type="body" sz="quarter" idx="75" hasCustomPrompt="1"/>
          </p:nvPr>
        </p:nvSpPr>
        <p:spPr>
          <a:xfrm>
            <a:off x="8077158" y="5216289"/>
            <a:ext cx="360000" cy="140616"/>
          </a:xfrm>
        </p:spPr>
        <p:txBody>
          <a:bodyPr/>
          <a:lstStyle>
            <a:lvl1pPr>
              <a:spcBef>
                <a:spcPts val="500"/>
              </a:spcBef>
              <a:defRPr sz="1000">
                <a:solidFill>
                  <a:schemeClr val="tx2"/>
                </a:solidFill>
              </a:defRPr>
            </a:lvl1pPr>
            <a:lvl2pPr>
              <a:spcBef>
                <a:spcPts val="400"/>
              </a:spcBef>
              <a:defRPr sz="1000">
                <a:solidFill>
                  <a:schemeClr val="tx1">
                    <a:alpha val="45000"/>
                  </a:schemeClr>
                </a:solidFill>
              </a:defRPr>
            </a:lvl2pPr>
            <a:lvl3pPr>
              <a:spcBef>
                <a:spcPts val="400"/>
              </a:spcBef>
              <a:defRPr sz="1000">
                <a:solidFill>
                  <a:schemeClr val="tx1">
                    <a:alpha val="45000"/>
                  </a:schemeClr>
                </a:solidFill>
              </a:defRPr>
            </a:lvl3pPr>
            <a:lvl4pPr>
              <a:spcBef>
                <a:spcPts val="400"/>
              </a:spcBef>
              <a:defRPr sz="1000">
                <a:solidFill>
                  <a:schemeClr val="tx1">
                    <a:alpha val="45000"/>
                  </a:schemeClr>
                </a:solidFill>
              </a:defRPr>
            </a:lvl4pPr>
            <a:lvl5pPr>
              <a:spcBef>
                <a:spcPts val="400"/>
              </a:spcBef>
              <a:defRPr sz="1000">
                <a:solidFill>
                  <a:schemeClr val="tx1">
                    <a:alpha val="45000"/>
                  </a:schemeClr>
                </a:solidFill>
              </a:defRPr>
            </a:lvl5pPr>
          </a:lstStyle>
          <a:p>
            <a:pPr lvl="0"/>
            <a:r>
              <a:rPr lang="ru-RU" dirty="0">
                <a:effectLst/>
              </a:rPr>
              <a:t>03</a:t>
            </a:r>
            <a:endParaRPr lang="ru-RU" dirty="0"/>
          </a:p>
        </p:txBody>
      </p:sp>
      <p:sp>
        <p:nvSpPr>
          <p:cNvPr id="51" name="Текст 58">
            <a:extLst>
              <a:ext uri="{FF2B5EF4-FFF2-40B4-BE49-F238E27FC236}">
                <a16:creationId xmlns:a16="http://schemas.microsoft.com/office/drawing/2014/main" id="{24BB132E-C929-510B-6B2B-B135CF019E87}"/>
              </a:ext>
            </a:extLst>
          </p:cNvPr>
          <p:cNvSpPr>
            <a:spLocks noGrp="1"/>
          </p:cNvSpPr>
          <p:nvPr>
            <p:ph type="body" sz="quarter" idx="60" hasCustomPrompt="1"/>
          </p:nvPr>
        </p:nvSpPr>
        <p:spPr>
          <a:xfrm>
            <a:off x="9326284" y="2057400"/>
            <a:ext cx="2399988" cy="406400"/>
          </a:xfrm>
          <a:ln w="12700">
            <a:solidFill>
              <a:srgbClr val="000000">
                <a:alpha val="9804"/>
              </a:srgbClr>
            </a:solidFill>
          </a:ln>
        </p:spPr>
        <p:txBody>
          <a:bodyPr anchor="ctr">
            <a:normAutofit/>
          </a:bodyPr>
          <a:lstStyle>
            <a:lvl1pPr marL="0" indent="0" algn="ctr">
              <a:lnSpc>
                <a:spcPct val="100000"/>
              </a:lnSpc>
              <a:buNone/>
              <a:defRPr sz="1600"/>
            </a:lvl1pPr>
          </a:lstStyle>
          <a:p>
            <a:pPr lvl="0"/>
            <a:r>
              <a:rPr lang="ru-RU" dirty="0"/>
              <a:t>ХХХ</a:t>
            </a:r>
          </a:p>
        </p:txBody>
      </p:sp>
      <p:sp>
        <p:nvSpPr>
          <p:cNvPr id="52" name="Текст 58">
            <a:extLst>
              <a:ext uri="{FF2B5EF4-FFF2-40B4-BE49-F238E27FC236}">
                <a16:creationId xmlns:a16="http://schemas.microsoft.com/office/drawing/2014/main" id="{ADB522BC-8DD6-3D6C-B2D4-9661416A0758}"/>
              </a:ext>
            </a:extLst>
          </p:cNvPr>
          <p:cNvSpPr>
            <a:spLocks noGrp="1"/>
          </p:cNvSpPr>
          <p:nvPr>
            <p:ph type="body" sz="quarter" idx="58" hasCustomPrompt="1"/>
          </p:nvPr>
        </p:nvSpPr>
        <p:spPr>
          <a:xfrm>
            <a:off x="6820119" y="2057400"/>
            <a:ext cx="2399988" cy="406400"/>
          </a:xfrm>
          <a:ln w="12700">
            <a:solidFill>
              <a:srgbClr val="000000">
                <a:alpha val="9804"/>
              </a:srgbClr>
            </a:solidFill>
          </a:ln>
        </p:spPr>
        <p:txBody>
          <a:bodyPr anchor="ctr">
            <a:normAutofit/>
          </a:bodyPr>
          <a:lstStyle>
            <a:lvl1pPr marL="0" indent="0" algn="ctr">
              <a:lnSpc>
                <a:spcPct val="100000"/>
              </a:lnSpc>
              <a:buNone/>
              <a:defRPr sz="1600"/>
            </a:lvl1pPr>
          </a:lstStyle>
          <a:p>
            <a:pPr lvl="0"/>
            <a:r>
              <a:rPr lang="ru-RU" dirty="0"/>
              <a:t>ХХХ</a:t>
            </a:r>
          </a:p>
        </p:txBody>
      </p:sp>
      <p:sp>
        <p:nvSpPr>
          <p:cNvPr id="53" name="Текст 58">
            <a:extLst>
              <a:ext uri="{FF2B5EF4-FFF2-40B4-BE49-F238E27FC236}">
                <a16:creationId xmlns:a16="http://schemas.microsoft.com/office/drawing/2014/main" id="{BACE5E83-1F72-F39A-ECC8-BE72E2AB0373}"/>
              </a:ext>
            </a:extLst>
          </p:cNvPr>
          <p:cNvSpPr>
            <a:spLocks noGrp="1"/>
          </p:cNvSpPr>
          <p:nvPr>
            <p:ph type="body" sz="quarter" idx="59" hasCustomPrompt="1"/>
          </p:nvPr>
        </p:nvSpPr>
        <p:spPr>
          <a:xfrm>
            <a:off x="6820119" y="2574544"/>
            <a:ext cx="2399988" cy="406400"/>
          </a:xfrm>
          <a:ln w="12700">
            <a:solidFill>
              <a:srgbClr val="000000">
                <a:alpha val="9804"/>
              </a:srgbClr>
            </a:solidFill>
          </a:ln>
        </p:spPr>
        <p:txBody>
          <a:bodyPr anchor="ctr">
            <a:normAutofit/>
          </a:bodyPr>
          <a:lstStyle>
            <a:lvl1pPr marL="0" indent="0" algn="ctr">
              <a:lnSpc>
                <a:spcPct val="100000"/>
              </a:lnSpc>
              <a:buNone/>
              <a:defRPr sz="1600"/>
            </a:lvl1pPr>
          </a:lstStyle>
          <a:p>
            <a:pPr lvl="0"/>
            <a:r>
              <a:rPr lang="ru-RU" dirty="0"/>
              <a:t>ХХХ</a:t>
            </a:r>
          </a:p>
        </p:txBody>
      </p:sp>
      <p:sp>
        <p:nvSpPr>
          <p:cNvPr id="54" name="Текст 58">
            <a:extLst>
              <a:ext uri="{FF2B5EF4-FFF2-40B4-BE49-F238E27FC236}">
                <a16:creationId xmlns:a16="http://schemas.microsoft.com/office/drawing/2014/main" id="{F9B2EA73-F56A-BFA3-F310-F4B916398F51}"/>
              </a:ext>
            </a:extLst>
          </p:cNvPr>
          <p:cNvSpPr>
            <a:spLocks noGrp="1"/>
          </p:cNvSpPr>
          <p:nvPr>
            <p:ph type="body" sz="quarter" idx="56" hasCustomPrompt="1"/>
          </p:nvPr>
        </p:nvSpPr>
        <p:spPr>
          <a:xfrm>
            <a:off x="4318231" y="2057400"/>
            <a:ext cx="2399988" cy="406400"/>
          </a:xfrm>
          <a:ln w="12700">
            <a:solidFill>
              <a:srgbClr val="000000">
                <a:alpha val="9804"/>
              </a:srgbClr>
            </a:solidFill>
          </a:ln>
        </p:spPr>
        <p:txBody>
          <a:bodyPr anchor="ctr">
            <a:normAutofit/>
          </a:bodyPr>
          <a:lstStyle>
            <a:lvl1pPr marL="0" indent="0" algn="ctr">
              <a:lnSpc>
                <a:spcPct val="100000"/>
              </a:lnSpc>
              <a:buNone/>
              <a:defRPr sz="1600"/>
            </a:lvl1pPr>
          </a:lstStyle>
          <a:p>
            <a:pPr lvl="0"/>
            <a:r>
              <a:rPr lang="ru-RU" dirty="0"/>
              <a:t>ХХХ</a:t>
            </a:r>
          </a:p>
        </p:txBody>
      </p:sp>
      <p:sp>
        <p:nvSpPr>
          <p:cNvPr id="55" name="Текст 58">
            <a:extLst>
              <a:ext uri="{FF2B5EF4-FFF2-40B4-BE49-F238E27FC236}">
                <a16:creationId xmlns:a16="http://schemas.microsoft.com/office/drawing/2014/main" id="{5D940984-BC5A-92DE-BDAD-5584162E8651}"/>
              </a:ext>
            </a:extLst>
          </p:cNvPr>
          <p:cNvSpPr>
            <a:spLocks noGrp="1"/>
          </p:cNvSpPr>
          <p:nvPr>
            <p:ph type="body" sz="quarter" idx="76" hasCustomPrompt="1"/>
          </p:nvPr>
        </p:nvSpPr>
        <p:spPr>
          <a:xfrm>
            <a:off x="9326284" y="2574544"/>
            <a:ext cx="2399988" cy="406400"/>
          </a:xfrm>
          <a:ln w="12700">
            <a:solidFill>
              <a:srgbClr val="000000">
                <a:alpha val="9804"/>
              </a:srgbClr>
            </a:solidFill>
          </a:ln>
        </p:spPr>
        <p:txBody>
          <a:bodyPr anchor="ctr">
            <a:normAutofit/>
          </a:bodyPr>
          <a:lstStyle>
            <a:lvl1pPr marL="0" indent="0" algn="ctr">
              <a:lnSpc>
                <a:spcPct val="100000"/>
              </a:lnSpc>
              <a:buNone/>
              <a:defRPr sz="1600"/>
            </a:lvl1pPr>
          </a:lstStyle>
          <a:p>
            <a:pPr lvl="0"/>
            <a:r>
              <a:rPr lang="ru-RU" dirty="0"/>
              <a:t>ХХХ</a:t>
            </a:r>
          </a:p>
        </p:txBody>
      </p:sp>
      <p:sp>
        <p:nvSpPr>
          <p:cNvPr id="56" name="Текст 58">
            <a:extLst>
              <a:ext uri="{FF2B5EF4-FFF2-40B4-BE49-F238E27FC236}">
                <a16:creationId xmlns:a16="http://schemas.microsoft.com/office/drawing/2014/main" id="{D0D8E86B-C210-1221-612E-07B757098677}"/>
              </a:ext>
            </a:extLst>
          </p:cNvPr>
          <p:cNvSpPr>
            <a:spLocks noGrp="1"/>
          </p:cNvSpPr>
          <p:nvPr>
            <p:ph type="body" sz="quarter" idx="77" hasCustomPrompt="1"/>
          </p:nvPr>
        </p:nvSpPr>
        <p:spPr>
          <a:xfrm>
            <a:off x="4318231" y="2574544"/>
            <a:ext cx="2399988" cy="406400"/>
          </a:xfrm>
          <a:ln w="12700">
            <a:solidFill>
              <a:srgbClr val="000000">
                <a:alpha val="9804"/>
              </a:srgbClr>
            </a:solidFill>
          </a:ln>
        </p:spPr>
        <p:txBody>
          <a:bodyPr anchor="ctr">
            <a:normAutofit/>
          </a:bodyPr>
          <a:lstStyle>
            <a:lvl1pPr marL="0" indent="0" algn="ctr">
              <a:lnSpc>
                <a:spcPct val="100000"/>
              </a:lnSpc>
              <a:buNone/>
              <a:defRPr sz="1600"/>
            </a:lvl1pPr>
          </a:lstStyle>
          <a:p>
            <a:pPr lvl="0"/>
            <a:r>
              <a:rPr lang="ru-RU" dirty="0"/>
              <a:t>ХХХ</a:t>
            </a:r>
          </a:p>
        </p:txBody>
      </p:sp>
      <p:pic>
        <p:nvPicPr>
          <p:cNvPr id="6" name="Рисунок 5">
            <a:extLst>
              <a:ext uri="{FF2B5EF4-FFF2-40B4-BE49-F238E27FC236}">
                <a16:creationId xmlns:a16="http://schemas.microsoft.com/office/drawing/2014/main" id="{F51AB8E0-442D-D05C-F59D-D61069CE1970}"/>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2007E13B-D96A-27F1-D317-BC9B10CC413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1591292608"/>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498"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97"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Графики и диаграммы">
    <p:bg>
      <p:bgPr>
        <a:solidFill>
          <a:schemeClr val="bg1"/>
        </a:solidFill>
        <a:effectLst/>
      </p:bgPr>
    </p:bg>
    <p:spTree>
      <p:nvGrpSpPr>
        <p:cNvPr id="1" name=""/>
        <p:cNvGrpSpPr/>
        <p:nvPr/>
      </p:nvGrpSpPr>
      <p:grpSpPr>
        <a:xfrm>
          <a:off x="0" y="0"/>
          <a:ext cx="0" cy="0"/>
          <a:chOff x="0" y="0"/>
          <a:chExt cx="0" cy="0"/>
        </a:xfrm>
      </p:grpSpPr>
      <p:sp>
        <p:nvSpPr>
          <p:cNvPr id="9" name="Диаграмма 8">
            <a:extLst>
              <a:ext uri="{FF2B5EF4-FFF2-40B4-BE49-F238E27FC236}">
                <a16:creationId xmlns:a16="http://schemas.microsoft.com/office/drawing/2014/main" id="{5DD92E42-C938-CCCD-08E2-BF04348A2630}"/>
              </a:ext>
            </a:extLst>
          </p:cNvPr>
          <p:cNvSpPr>
            <a:spLocks noGrp="1"/>
          </p:cNvSpPr>
          <p:nvPr>
            <p:ph type="chart" sz="quarter" idx="54"/>
          </p:nvPr>
        </p:nvSpPr>
        <p:spPr>
          <a:xfrm>
            <a:off x="4223788" y="1160463"/>
            <a:ext cx="3744425" cy="2214563"/>
          </a:xfrm>
        </p:spPr>
        <p:txBody>
          <a:bodyPr/>
          <a:lstStyle/>
          <a:p>
            <a:r>
              <a:rPr lang="ru-RU"/>
              <a:t>Вставка диаграммы</a:t>
            </a:r>
            <a:endParaRPr lang="ru-RU" dirty="0"/>
          </a:p>
        </p:txBody>
      </p:sp>
      <p:sp>
        <p:nvSpPr>
          <p:cNvPr id="10" name="Диаграмма 8">
            <a:extLst>
              <a:ext uri="{FF2B5EF4-FFF2-40B4-BE49-F238E27FC236}">
                <a16:creationId xmlns:a16="http://schemas.microsoft.com/office/drawing/2014/main" id="{8B14D65E-DDAD-6290-C2EA-9E35228DECB9}"/>
              </a:ext>
            </a:extLst>
          </p:cNvPr>
          <p:cNvSpPr>
            <a:spLocks noGrp="1"/>
          </p:cNvSpPr>
          <p:nvPr>
            <p:ph type="chart" sz="quarter" idx="55"/>
          </p:nvPr>
        </p:nvSpPr>
        <p:spPr>
          <a:xfrm>
            <a:off x="8082770" y="1160463"/>
            <a:ext cx="3744425" cy="2214563"/>
          </a:xfrm>
        </p:spPr>
        <p:txBody>
          <a:bodyPr/>
          <a:lstStyle/>
          <a:p>
            <a:r>
              <a:rPr lang="ru-RU"/>
              <a:t>Вставка диаграммы</a:t>
            </a:r>
          </a:p>
        </p:txBody>
      </p:sp>
      <p:sp>
        <p:nvSpPr>
          <p:cNvPr id="12" name="Диаграмма 8">
            <a:extLst>
              <a:ext uri="{FF2B5EF4-FFF2-40B4-BE49-F238E27FC236}">
                <a16:creationId xmlns:a16="http://schemas.microsoft.com/office/drawing/2014/main" id="{17EB0F9F-3667-243F-FE8D-3C4DC7B3EBB4}"/>
              </a:ext>
            </a:extLst>
          </p:cNvPr>
          <p:cNvSpPr>
            <a:spLocks noGrp="1"/>
          </p:cNvSpPr>
          <p:nvPr>
            <p:ph type="chart" sz="quarter" idx="56"/>
          </p:nvPr>
        </p:nvSpPr>
        <p:spPr>
          <a:xfrm>
            <a:off x="4223788" y="3710965"/>
            <a:ext cx="3744425" cy="2214563"/>
          </a:xfrm>
        </p:spPr>
        <p:txBody>
          <a:bodyPr/>
          <a:lstStyle/>
          <a:p>
            <a:r>
              <a:rPr lang="ru-RU"/>
              <a:t>Вставка диаграммы</a:t>
            </a:r>
            <a:endParaRPr lang="ru-RU" dirty="0"/>
          </a:p>
        </p:txBody>
      </p:sp>
      <p:sp>
        <p:nvSpPr>
          <p:cNvPr id="13" name="Диаграмма 8">
            <a:extLst>
              <a:ext uri="{FF2B5EF4-FFF2-40B4-BE49-F238E27FC236}">
                <a16:creationId xmlns:a16="http://schemas.microsoft.com/office/drawing/2014/main" id="{508D202C-6578-645E-1683-D918D430E435}"/>
              </a:ext>
            </a:extLst>
          </p:cNvPr>
          <p:cNvSpPr>
            <a:spLocks noGrp="1"/>
          </p:cNvSpPr>
          <p:nvPr>
            <p:ph type="chart" sz="quarter" idx="57"/>
          </p:nvPr>
        </p:nvSpPr>
        <p:spPr>
          <a:xfrm>
            <a:off x="8082770" y="3710965"/>
            <a:ext cx="3744425" cy="2214563"/>
          </a:xfrm>
        </p:spPr>
        <p:txBody>
          <a:bodyPr/>
          <a:lstStyle/>
          <a:p>
            <a:r>
              <a:rPr lang="ru-RU"/>
              <a:t>Вставка диаграммы</a:t>
            </a:r>
          </a:p>
        </p:txBody>
      </p:sp>
      <p:sp>
        <p:nvSpPr>
          <p:cNvPr id="17" name="Номер слайда 5">
            <a:extLst>
              <a:ext uri="{FF2B5EF4-FFF2-40B4-BE49-F238E27FC236}">
                <a16:creationId xmlns:a16="http://schemas.microsoft.com/office/drawing/2014/main" id="{3DF344B6-97A4-6C45-CCB0-5E872571AD17}"/>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8" name="Заголовок 1">
            <a:extLst>
              <a:ext uri="{FF2B5EF4-FFF2-40B4-BE49-F238E27FC236}">
                <a16:creationId xmlns:a16="http://schemas.microsoft.com/office/drawing/2014/main" id="{75006A28-F25D-513F-2D38-966040A78F0C}"/>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atin typeface="+mj-lt"/>
              </a:defRPr>
            </a:lvl1pPr>
          </a:lstStyle>
          <a:p>
            <a:r>
              <a:rPr lang="ru-RU" dirty="0">
                <a:effectLst/>
              </a:rPr>
              <a:t>Графики и диаграммы</a:t>
            </a:r>
            <a:endParaRPr lang="ru-RU" dirty="0"/>
          </a:p>
        </p:txBody>
      </p:sp>
      <p:sp>
        <p:nvSpPr>
          <p:cNvPr id="19" name="Shape 29">
            <a:extLst>
              <a:ext uri="{FF2B5EF4-FFF2-40B4-BE49-F238E27FC236}">
                <a16:creationId xmlns:a16="http://schemas.microsoft.com/office/drawing/2014/main" id="{3C1D2796-316E-37FC-1876-BCB7BEA364BB}"/>
              </a:ext>
            </a:extLst>
          </p:cNvPr>
          <p:cNvSpPr/>
          <p:nvPr userDrawn="1"/>
        </p:nvSpPr>
        <p:spPr>
          <a:xfrm>
            <a:off x="355598" y="876300"/>
            <a:ext cx="3759181" cy="5615940"/>
          </a:xfrm>
          <a:prstGeom prst="rect">
            <a:avLst/>
          </a:prstGeom>
          <a:solidFill>
            <a:srgbClr val="F5F4F4">
              <a:alpha val="100000"/>
            </a:srgbClr>
          </a:solidFill>
          <a:ln/>
        </p:spPr>
      </p:sp>
      <p:sp>
        <p:nvSpPr>
          <p:cNvPr id="20" name="Текст 29">
            <a:extLst>
              <a:ext uri="{FF2B5EF4-FFF2-40B4-BE49-F238E27FC236}">
                <a16:creationId xmlns:a16="http://schemas.microsoft.com/office/drawing/2014/main" id="{EF0015DC-AB47-DA49-409A-73A454792107}"/>
              </a:ext>
            </a:extLst>
          </p:cNvPr>
          <p:cNvSpPr>
            <a:spLocks noGrp="1"/>
          </p:cNvSpPr>
          <p:nvPr>
            <p:ph type="body" sz="quarter" idx="32" hasCustomPrompt="1"/>
          </p:nvPr>
        </p:nvSpPr>
        <p:spPr>
          <a:xfrm>
            <a:off x="551674" y="1086478"/>
            <a:ext cx="3384000" cy="4924425"/>
          </a:xfrm>
        </p:spPr>
        <p:txBody>
          <a:bodyPr/>
          <a:lstStyle>
            <a:lvl1pPr>
              <a:lnSpc>
                <a:spcPts val="1200"/>
              </a:lnSpc>
              <a:defRPr sz="1000" kern="0" spc="0" baseline="0"/>
            </a:lvl1pPr>
            <a:lvl2pPr>
              <a:lnSpc>
                <a:spcPct val="100000"/>
              </a:lnSpc>
              <a:defRPr sz="1000" kern="0"/>
            </a:lvl2pPr>
            <a:lvl3pPr>
              <a:lnSpc>
                <a:spcPct val="100000"/>
              </a:lnSpc>
              <a:defRPr sz="1000" kern="0"/>
            </a:lvl3pPr>
            <a:lvl4pPr>
              <a:lnSpc>
                <a:spcPct val="100000"/>
              </a:lnSpc>
              <a:defRPr sz="1000" kern="0"/>
            </a:lvl4pPr>
            <a:lvl5pPr>
              <a:lnSpc>
                <a:spcPct val="100000"/>
              </a:lnSpc>
              <a:defRPr sz="1000" kern="0"/>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br>
              <a:rPr lang="en-US" dirty="0"/>
            </a:br>
            <a:br>
              <a:rPr lang="en-US" dirty="0"/>
            </a:br>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br>
              <a:rPr lang="en-US" dirty="0"/>
            </a:br>
            <a:br>
              <a:rPr lang="en-US" dirty="0"/>
            </a:br>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endParaRPr lang="ru-RU" dirty="0"/>
          </a:p>
        </p:txBody>
      </p:sp>
      <p:pic>
        <p:nvPicPr>
          <p:cNvPr id="5" name="Рисунок 4">
            <a:extLst>
              <a:ext uri="{FF2B5EF4-FFF2-40B4-BE49-F238E27FC236}">
                <a16:creationId xmlns:a16="http://schemas.microsoft.com/office/drawing/2014/main" id="{909F892C-65DB-B4BF-FBB9-0CCCE34766B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E08C9975-6093-4431-522E-2D6F5E0C087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4224459872"/>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Новые клиенты H1 2025">
    <p:bg>
      <p:bgPr>
        <a:solidFill>
          <a:schemeClr val="bg1"/>
        </a:solidFill>
        <a:effectLst/>
      </p:bgPr>
    </p:bg>
    <p:spTree>
      <p:nvGrpSpPr>
        <p:cNvPr id="1" name=""/>
        <p:cNvGrpSpPr/>
        <p:nvPr/>
      </p:nvGrpSpPr>
      <p:grpSpPr>
        <a:xfrm>
          <a:off x="0" y="0"/>
          <a:ext cx="0" cy="0"/>
          <a:chOff x="0" y="0"/>
          <a:chExt cx="0" cy="0"/>
        </a:xfrm>
      </p:grpSpPr>
      <p:sp>
        <p:nvSpPr>
          <p:cNvPr id="26" name="Shape 0">
            <a:extLst>
              <a:ext uri="{FF2B5EF4-FFF2-40B4-BE49-F238E27FC236}">
                <a16:creationId xmlns:a16="http://schemas.microsoft.com/office/drawing/2014/main" id="{038D9D3E-489B-B65D-4FBF-5D845DEA27F5}"/>
              </a:ext>
            </a:extLst>
          </p:cNvPr>
          <p:cNvSpPr/>
          <p:nvPr userDrawn="1"/>
        </p:nvSpPr>
        <p:spPr>
          <a:xfrm>
            <a:off x="355598" y="1491226"/>
            <a:ext cx="3759181" cy="4998474"/>
          </a:xfrm>
          <a:prstGeom prst="rect">
            <a:avLst/>
          </a:prstGeom>
          <a:solidFill>
            <a:srgbClr val="CF0522">
              <a:alpha val="10000"/>
            </a:srgbClr>
          </a:solidFill>
          <a:ln/>
        </p:spPr>
      </p:sp>
      <p:sp>
        <p:nvSpPr>
          <p:cNvPr id="36" name="Shape 8">
            <a:extLst>
              <a:ext uri="{FF2B5EF4-FFF2-40B4-BE49-F238E27FC236}">
                <a16:creationId xmlns:a16="http://schemas.microsoft.com/office/drawing/2014/main" id="{91613426-CF9D-DFBF-5C63-E78E89C5B9CC}"/>
              </a:ext>
            </a:extLst>
          </p:cNvPr>
          <p:cNvSpPr/>
          <p:nvPr userDrawn="1"/>
        </p:nvSpPr>
        <p:spPr>
          <a:xfrm>
            <a:off x="3403582" y="1600200"/>
            <a:ext cx="609597" cy="609600"/>
          </a:xfrm>
          <a:prstGeom prst="rect">
            <a:avLst/>
          </a:prstGeom>
          <a:solidFill>
            <a:srgbClr val="FFFFFF">
              <a:alpha val="100000"/>
            </a:srgbClr>
          </a:solidFill>
          <a:ln/>
        </p:spPr>
      </p:sp>
      <p:pic>
        <p:nvPicPr>
          <p:cNvPr id="37" name="Image 1" descr=" ">
            <a:extLst>
              <a:ext uri="{FF2B5EF4-FFF2-40B4-BE49-F238E27FC236}">
                <a16:creationId xmlns:a16="http://schemas.microsoft.com/office/drawing/2014/main" id="{E7789BBB-A29C-F35B-9128-F1B587A9F91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55982" y="1752600"/>
            <a:ext cx="304798" cy="304800"/>
          </a:xfrm>
          <a:prstGeom prst="rect">
            <a:avLst/>
          </a:prstGeom>
        </p:spPr>
      </p:pic>
      <p:sp>
        <p:nvSpPr>
          <p:cNvPr id="41" name="Shape 11">
            <a:extLst>
              <a:ext uri="{FF2B5EF4-FFF2-40B4-BE49-F238E27FC236}">
                <a16:creationId xmlns:a16="http://schemas.microsoft.com/office/drawing/2014/main" id="{08E8B083-D75C-F0CA-4276-F068B93E12D3}"/>
              </a:ext>
            </a:extLst>
          </p:cNvPr>
          <p:cNvSpPr/>
          <p:nvPr userDrawn="1"/>
        </p:nvSpPr>
        <p:spPr>
          <a:xfrm>
            <a:off x="4216378" y="2032000"/>
            <a:ext cx="7619960" cy="12700"/>
          </a:xfrm>
          <a:prstGeom prst="rect">
            <a:avLst/>
          </a:prstGeom>
          <a:solidFill>
            <a:srgbClr val="000000">
              <a:alpha val="100000"/>
            </a:srgbClr>
          </a:solidFill>
          <a:ln/>
        </p:spPr>
      </p:sp>
      <p:sp>
        <p:nvSpPr>
          <p:cNvPr id="42" name="Shape 12">
            <a:extLst>
              <a:ext uri="{FF2B5EF4-FFF2-40B4-BE49-F238E27FC236}">
                <a16:creationId xmlns:a16="http://schemas.microsoft.com/office/drawing/2014/main" id="{E4A0ADE1-1C0F-CFAA-A42D-4F83F37DFC19}"/>
              </a:ext>
            </a:extLst>
          </p:cNvPr>
          <p:cNvSpPr/>
          <p:nvPr userDrawn="1"/>
        </p:nvSpPr>
        <p:spPr>
          <a:xfrm>
            <a:off x="4216378" y="4114800"/>
            <a:ext cx="7619960" cy="12700"/>
          </a:xfrm>
          <a:prstGeom prst="rect">
            <a:avLst/>
          </a:prstGeom>
          <a:solidFill>
            <a:srgbClr val="000000">
              <a:alpha val="100000"/>
            </a:srgbClr>
          </a:solidFill>
          <a:ln/>
        </p:spPr>
      </p:sp>
      <p:sp>
        <p:nvSpPr>
          <p:cNvPr id="10" name="Номер слайда 5">
            <a:extLst>
              <a:ext uri="{FF2B5EF4-FFF2-40B4-BE49-F238E27FC236}">
                <a16:creationId xmlns:a16="http://schemas.microsoft.com/office/drawing/2014/main" id="{642F6A77-B22B-CDCA-DA35-117F5D5775EE}"/>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2" name="Заголовок 1">
            <a:extLst>
              <a:ext uri="{FF2B5EF4-FFF2-40B4-BE49-F238E27FC236}">
                <a16:creationId xmlns:a16="http://schemas.microsoft.com/office/drawing/2014/main" id="{6FD27EC5-05DF-E4A3-649A-CAA51A84FA4C}"/>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atin typeface="+mj-lt"/>
              </a:defRPr>
            </a:lvl1pPr>
          </a:lstStyle>
          <a:p>
            <a:r>
              <a:rPr lang="ru-RU" dirty="0">
                <a:effectLst/>
              </a:rPr>
              <a:t>Заголовок слайда</a:t>
            </a:r>
            <a:endParaRPr lang="ru-RU" dirty="0"/>
          </a:p>
        </p:txBody>
      </p:sp>
      <p:sp>
        <p:nvSpPr>
          <p:cNvPr id="13" name="Текст 43">
            <a:extLst>
              <a:ext uri="{FF2B5EF4-FFF2-40B4-BE49-F238E27FC236}">
                <a16:creationId xmlns:a16="http://schemas.microsoft.com/office/drawing/2014/main" id="{F098932C-6519-DAD4-A969-EE24F7997FAE}"/>
              </a:ext>
            </a:extLst>
          </p:cNvPr>
          <p:cNvSpPr>
            <a:spLocks noGrp="1"/>
          </p:cNvSpPr>
          <p:nvPr>
            <p:ph type="body" sz="quarter" idx="19" hasCustomPrompt="1"/>
          </p:nvPr>
        </p:nvSpPr>
        <p:spPr>
          <a:xfrm>
            <a:off x="561732" y="1711184"/>
            <a:ext cx="2737287" cy="446532"/>
          </a:xfrm>
        </p:spPr>
        <p:txBody>
          <a:bodyPr>
            <a:spAutoFit/>
          </a:bodyPr>
          <a:lstStyle>
            <a:lvl1pPr marL="0" indent="0">
              <a:buNone/>
              <a:defRPr sz="1600" kern="0" spc="0" baseline="0"/>
            </a:lvl1pPr>
          </a:lstStyle>
          <a:p>
            <a:pPr lvl="0"/>
            <a:r>
              <a:rPr lang="ru-RU" dirty="0">
                <a:effectLst/>
              </a:rPr>
              <a:t>Новые клиенты </a:t>
            </a:r>
            <a:br>
              <a:rPr lang="ru-RU" dirty="0">
                <a:effectLst/>
              </a:rPr>
            </a:br>
            <a:r>
              <a:rPr lang="ru-RU" dirty="0">
                <a:effectLst/>
              </a:rPr>
              <a:t>за </a:t>
            </a:r>
            <a:r>
              <a:rPr lang="en-US" dirty="0">
                <a:effectLst/>
              </a:rPr>
              <a:t>H1 2025</a:t>
            </a:r>
            <a:endParaRPr lang="ru-RU" dirty="0"/>
          </a:p>
        </p:txBody>
      </p:sp>
      <p:sp>
        <p:nvSpPr>
          <p:cNvPr id="14" name="Текст 61">
            <a:extLst>
              <a:ext uri="{FF2B5EF4-FFF2-40B4-BE49-F238E27FC236}">
                <a16:creationId xmlns:a16="http://schemas.microsoft.com/office/drawing/2014/main" id="{F1E61C92-26BD-3185-601B-C90E5E9BA684}"/>
              </a:ext>
            </a:extLst>
          </p:cNvPr>
          <p:cNvSpPr>
            <a:spLocks noGrp="1"/>
          </p:cNvSpPr>
          <p:nvPr>
            <p:ph type="body" sz="quarter" idx="28" hasCustomPrompt="1"/>
          </p:nvPr>
        </p:nvSpPr>
        <p:spPr>
          <a:xfrm>
            <a:off x="4214660" y="4238741"/>
            <a:ext cx="6746790" cy="769441"/>
          </a:xfrm>
        </p:spPr>
        <p:txBody>
          <a:bodyPr>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endParaRPr lang="ru-RU" dirty="0"/>
          </a:p>
        </p:txBody>
      </p:sp>
      <p:sp>
        <p:nvSpPr>
          <p:cNvPr id="15" name="Текст 61">
            <a:extLst>
              <a:ext uri="{FF2B5EF4-FFF2-40B4-BE49-F238E27FC236}">
                <a16:creationId xmlns:a16="http://schemas.microsoft.com/office/drawing/2014/main" id="{8E67557D-CA08-5D37-B903-D85CA489045A}"/>
              </a:ext>
            </a:extLst>
          </p:cNvPr>
          <p:cNvSpPr>
            <a:spLocks noGrp="1"/>
          </p:cNvSpPr>
          <p:nvPr>
            <p:ph type="body" sz="quarter" idx="29" hasCustomPrompt="1"/>
          </p:nvPr>
        </p:nvSpPr>
        <p:spPr>
          <a:xfrm>
            <a:off x="4214660" y="2116434"/>
            <a:ext cx="6746790" cy="769441"/>
          </a:xfrm>
        </p:spPr>
        <p:txBody>
          <a:bodyPr>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endParaRPr lang="ru-RU" dirty="0"/>
          </a:p>
        </p:txBody>
      </p:sp>
      <p:sp>
        <p:nvSpPr>
          <p:cNvPr id="16" name="Текст 25">
            <a:extLst>
              <a:ext uri="{FF2B5EF4-FFF2-40B4-BE49-F238E27FC236}">
                <a16:creationId xmlns:a16="http://schemas.microsoft.com/office/drawing/2014/main" id="{5800E682-B42C-414E-ED64-9A15C5168DBD}"/>
              </a:ext>
            </a:extLst>
          </p:cNvPr>
          <p:cNvSpPr>
            <a:spLocks noGrp="1"/>
          </p:cNvSpPr>
          <p:nvPr>
            <p:ph type="body" sz="quarter" idx="30" hasCustomPrompt="1"/>
          </p:nvPr>
        </p:nvSpPr>
        <p:spPr>
          <a:xfrm>
            <a:off x="4216400" y="1656186"/>
            <a:ext cx="6689725"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Заголовок</a:t>
            </a:r>
          </a:p>
        </p:txBody>
      </p:sp>
      <p:sp>
        <p:nvSpPr>
          <p:cNvPr id="17" name="Текст 25">
            <a:extLst>
              <a:ext uri="{FF2B5EF4-FFF2-40B4-BE49-F238E27FC236}">
                <a16:creationId xmlns:a16="http://schemas.microsoft.com/office/drawing/2014/main" id="{9C235963-F00F-7DBE-0484-CF2FEA570209}"/>
              </a:ext>
            </a:extLst>
          </p:cNvPr>
          <p:cNvSpPr>
            <a:spLocks noGrp="1"/>
          </p:cNvSpPr>
          <p:nvPr>
            <p:ph type="body" sz="quarter" idx="31" hasCustomPrompt="1"/>
          </p:nvPr>
        </p:nvSpPr>
        <p:spPr>
          <a:xfrm>
            <a:off x="4216400" y="3755705"/>
            <a:ext cx="6689725" cy="307777"/>
          </a:xfrm>
        </p:spPr>
        <p:txBody>
          <a:bodyPr/>
          <a:lstStyle>
            <a:lvl1pPr>
              <a:lnSpc>
                <a:spcPct val="100000"/>
              </a:lnSpc>
              <a:defRPr sz="20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Заголовок</a:t>
            </a:r>
          </a:p>
        </p:txBody>
      </p:sp>
      <p:sp>
        <p:nvSpPr>
          <p:cNvPr id="18" name="Текст 29">
            <a:extLst>
              <a:ext uri="{FF2B5EF4-FFF2-40B4-BE49-F238E27FC236}">
                <a16:creationId xmlns:a16="http://schemas.microsoft.com/office/drawing/2014/main" id="{E2F7EAA6-F2AC-FA9A-746E-45C21EB64991}"/>
              </a:ext>
            </a:extLst>
          </p:cNvPr>
          <p:cNvSpPr>
            <a:spLocks noGrp="1"/>
          </p:cNvSpPr>
          <p:nvPr>
            <p:ph type="body" sz="quarter" idx="32" hasCustomPrompt="1"/>
          </p:nvPr>
        </p:nvSpPr>
        <p:spPr>
          <a:xfrm>
            <a:off x="551674" y="2826756"/>
            <a:ext cx="3384000" cy="2154436"/>
          </a:xfrm>
        </p:spPr>
        <p:txBody>
          <a:bodyPr/>
          <a:lstStyle>
            <a:lvl1pPr marL="144000" indent="-144000">
              <a:lnSpc>
                <a:spcPts val="1200"/>
              </a:lnSpc>
              <a:spcBef>
                <a:spcPts val="1200"/>
              </a:spcBef>
              <a:buClr>
                <a:schemeClr val="tx2"/>
              </a:buClr>
              <a:buFont typeface="Arial" panose="020B0604020202020204" pitchFamily="34" charset="0"/>
              <a:buChar char="•"/>
              <a:defRPr sz="1000" kern="0" spc="0" baseline="0"/>
            </a:lvl1pPr>
            <a:lvl2pPr>
              <a:lnSpc>
                <a:spcPct val="100000"/>
              </a:lnSpc>
              <a:defRPr sz="1000" kern="0"/>
            </a:lvl2pPr>
            <a:lvl3pPr>
              <a:lnSpc>
                <a:spcPct val="100000"/>
              </a:lnSpc>
              <a:defRPr sz="1000" kern="0"/>
            </a:lvl3pPr>
            <a:lvl4pPr>
              <a:lnSpc>
                <a:spcPct val="100000"/>
              </a:lnSpc>
              <a:defRPr sz="1000" kern="0"/>
            </a:lvl4pPr>
            <a:lvl5pPr>
              <a:lnSpc>
                <a:spcPct val="100000"/>
              </a:lnSpc>
              <a:defRPr sz="1000" kern="0"/>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endParaRPr lang="ru-RU" dirty="0">
              <a:effectLst/>
            </a:endParaRPr>
          </a:p>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endParaRPr lang="ru-RU" dirty="0">
              <a:effectLst/>
            </a:endParaRPr>
          </a:p>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endParaRPr lang="ru-RU" dirty="0"/>
          </a:p>
        </p:txBody>
      </p:sp>
      <p:pic>
        <p:nvPicPr>
          <p:cNvPr id="5" name="Рисунок 4">
            <a:extLst>
              <a:ext uri="{FF2B5EF4-FFF2-40B4-BE49-F238E27FC236}">
                <a16:creationId xmlns:a16="http://schemas.microsoft.com/office/drawing/2014/main" id="{254F7413-5908-0DBD-D916-94CD57D9E57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FCDD6C4A-2096-8392-96C1-CA10F3B89EB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2774123592"/>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_Заголовок и описание в 3 колонки с выносом">
    <p:spTree>
      <p:nvGrpSpPr>
        <p:cNvPr id="1" name=""/>
        <p:cNvGrpSpPr/>
        <p:nvPr/>
      </p:nvGrpSpPr>
      <p:grpSpPr>
        <a:xfrm>
          <a:off x="0" y="0"/>
          <a:ext cx="0" cy="0"/>
          <a:chOff x="0" y="0"/>
          <a:chExt cx="0" cy="0"/>
        </a:xfrm>
      </p:grpSpPr>
      <p:sp>
        <p:nvSpPr>
          <p:cNvPr id="26" name="Прямоугольник 25">
            <a:extLst>
              <a:ext uri="{FF2B5EF4-FFF2-40B4-BE49-F238E27FC236}">
                <a16:creationId xmlns:a16="http://schemas.microsoft.com/office/drawing/2014/main" id="{7764213A-89F4-48C0-76BB-F31B273C47B6}"/>
              </a:ext>
            </a:extLst>
          </p:cNvPr>
          <p:cNvSpPr/>
          <p:nvPr userDrawn="1"/>
        </p:nvSpPr>
        <p:spPr>
          <a:xfrm>
            <a:off x="353967" y="4545013"/>
            <a:ext cx="3760812" cy="194468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7" name="Прямоугольник 26">
            <a:extLst>
              <a:ext uri="{FF2B5EF4-FFF2-40B4-BE49-F238E27FC236}">
                <a16:creationId xmlns:a16="http://schemas.microsoft.com/office/drawing/2014/main" id="{38F45E77-1898-4EFB-BA2F-735694A6EC6E}"/>
              </a:ext>
            </a:extLst>
          </p:cNvPr>
          <p:cNvSpPr/>
          <p:nvPr userDrawn="1"/>
        </p:nvSpPr>
        <p:spPr>
          <a:xfrm>
            <a:off x="4223788" y="4545013"/>
            <a:ext cx="7599494" cy="194468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dirty="0"/>
          </a:p>
        </p:txBody>
      </p:sp>
      <p:sp>
        <p:nvSpPr>
          <p:cNvPr id="17" name="Рисунок 24">
            <a:extLst>
              <a:ext uri="{FF2B5EF4-FFF2-40B4-BE49-F238E27FC236}">
                <a16:creationId xmlns:a16="http://schemas.microsoft.com/office/drawing/2014/main" id="{55099183-3153-0E77-8EAF-72FB5FE0D5A6}"/>
              </a:ext>
            </a:extLst>
          </p:cNvPr>
          <p:cNvSpPr>
            <a:spLocks noGrp="1"/>
          </p:cNvSpPr>
          <p:nvPr>
            <p:ph type="pic" sz="quarter" idx="43"/>
          </p:nvPr>
        </p:nvSpPr>
        <p:spPr>
          <a:xfrm>
            <a:off x="406398" y="4570382"/>
            <a:ext cx="1879937" cy="1881219"/>
          </a:xfrm>
        </p:spPr>
        <p:txBody>
          <a:bodyPr/>
          <a:lstStyle/>
          <a:p>
            <a:r>
              <a:rPr lang="ru-RU"/>
              <a:t>Вставка рисунка</a:t>
            </a:r>
            <a:endParaRPr lang="ru-RU" dirty="0"/>
          </a:p>
        </p:txBody>
      </p:sp>
      <p:sp>
        <p:nvSpPr>
          <p:cNvPr id="11" name="Номер слайда 5">
            <a:extLst>
              <a:ext uri="{FF2B5EF4-FFF2-40B4-BE49-F238E27FC236}">
                <a16:creationId xmlns:a16="http://schemas.microsoft.com/office/drawing/2014/main" id="{FF5F553E-42A1-0EFA-A675-5B406ADC3499}"/>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2" name="Заголовок 1">
            <a:extLst>
              <a:ext uri="{FF2B5EF4-FFF2-40B4-BE49-F238E27FC236}">
                <a16:creationId xmlns:a16="http://schemas.microsoft.com/office/drawing/2014/main" id="{3080CCA7-5C01-6121-AF78-008A9B32A3D7}"/>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atin typeface="+mj-lt"/>
              </a:defRPr>
            </a:lvl1pPr>
          </a:lstStyle>
          <a:p>
            <a:r>
              <a:rPr lang="ru-RU" dirty="0">
                <a:effectLst/>
              </a:rPr>
              <a:t>Заголовок слайда</a:t>
            </a:r>
            <a:endParaRPr lang="ru-RU" dirty="0"/>
          </a:p>
        </p:txBody>
      </p:sp>
      <p:sp>
        <p:nvSpPr>
          <p:cNvPr id="21" name="Shape 21">
            <a:extLst>
              <a:ext uri="{FF2B5EF4-FFF2-40B4-BE49-F238E27FC236}">
                <a16:creationId xmlns:a16="http://schemas.microsoft.com/office/drawing/2014/main" id="{D5AC2A8E-3E8F-31B9-58A1-5F4208993BAC}"/>
              </a:ext>
            </a:extLst>
          </p:cNvPr>
          <p:cNvSpPr/>
          <p:nvPr userDrawn="1"/>
        </p:nvSpPr>
        <p:spPr>
          <a:xfrm>
            <a:off x="355598" y="2000250"/>
            <a:ext cx="3759181" cy="12700"/>
          </a:xfrm>
          <a:prstGeom prst="rect">
            <a:avLst/>
          </a:prstGeom>
          <a:solidFill>
            <a:srgbClr val="000000">
              <a:alpha val="100000"/>
            </a:srgbClr>
          </a:solidFill>
          <a:ln/>
        </p:spPr>
      </p:sp>
      <p:sp>
        <p:nvSpPr>
          <p:cNvPr id="22" name="Shape 22">
            <a:extLst>
              <a:ext uri="{FF2B5EF4-FFF2-40B4-BE49-F238E27FC236}">
                <a16:creationId xmlns:a16="http://schemas.microsoft.com/office/drawing/2014/main" id="{9F6AC934-4FA2-043D-EDAB-77BCBD02D850}"/>
              </a:ext>
            </a:extLst>
          </p:cNvPr>
          <p:cNvSpPr/>
          <p:nvPr userDrawn="1"/>
        </p:nvSpPr>
        <p:spPr>
          <a:xfrm>
            <a:off x="4216378" y="2000250"/>
            <a:ext cx="3759181" cy="12700"/>
          </a:xfrm>
          <a:prstGeom prst="rect">
            <a:avLst/>
          </a:prstGeom>
          <a:solidFill>
            <a:srgbClr val="000000">
              <a:alpha val="100000"/>
            </a:srgbClr>
          </a:solidFill>
          <a:ln/>
        </p:spPr>
      </p:sp>
      <p:sp>
        <p:nvSpPr>
          <p:cNvPr id="23" name="Shape 23">
            <a:extLst>
              <a:ext uri="{FF2B5EF4-FFF2-40B4-BE49-F238E27FC236}">
                <a16:creationId xmlns:a16="http://schemas.microsoft.com/office/drawing/2014/main" id="{01D0128C-2C70-B710-8186-204789EC997B}"/>
              </a:ext>
            </a:extLst>
          </p:cNvPr>
          <p:cNvSpPr/>
          <p:nvPr userDrawn="1"/>
        </p:nvSpPr>
        <p:spPr>
          <a:xfrm>
            <a:off x="8077158" y="2000250"/>
            <a:ext cx="3759181" cy="12700"/>
          </a:xfrm>
          <a:prstGeom prst="rect">
            <a:avLst/>
          </a:prstGeom>
          <a:solidFill>
            <a:srgbClr val="000000">
              <a:alpha val="100000"/>
            </a:srgbClr>
          </a:solidFill>
          <a:ln/>
        </p:spPr>
      </p:sp>
      <p:sp>
        <p:nvSpPr>
          <p:cNvPr id="24" name="Текст 25">
            <a:extLst>
              <a:ext uri="{FF2B5EF4-FFF2-40B4-BE49-F238E27FC236}">
                <a16:creationId xmlns:a16="http://schemas.microsoft.com/office/drawing/2014/main" id="{8FC54FA0-88B5-8384-268A-3F0BEADC9B7D}"/>
              </a:ext>
            </a:extLst>
          </p:cNvPr>
          <p:cNvSpPr>
            <a:spLocks noGrp="1"/>
          </p:cNvSpPr>
          <p:nvPr>
            <p:ph type="body" sz="quarter" idx="41" hasCustomPrompt="1"/>
          </p:nvPr>
        </p:nvSpPr>
        <p:spPr>
          <a:xfrm>
            <a:off x="352684" y="1656186"/>
            <a:ext cx="3600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Заголовок</a:t>
            </a:r>
          </a:p>
        </p:txBody>
      </p:sp>
      <p:sp>
        <p:nvSpPr>
          <p:cNvPr id="25" name="Текст 61">
            <a:extLst>
              <a:ext uri="{FF2B5EF4-FFF2-40B4-BE49-F238E27FC236}">
                <a16:creationId xmlns:a16="http://schemas.microsoft.com/office/drawing/2014/main" id="{38AA1780-9043-5414-A7A6-5A5628A2DCB6}"/>
              </a:ext>
            </a:extLst>
          </p:cNvPr>
          <p:cNvSpPr>
            <a:spLocks noGrp="1"/>
          </p:cNvSpPr>
          <p:nvPr>
            <p:ph type="body" sz="quarter" idx="42" hasCustomPrompt="1"/>
          </p:nvPr>
        </p:nvSpPr>
        <p:spPr>
          <a:xfrm>
            <a:off x="350668" y="2270782"/>
            <a:ext cx="3600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30" name="Текст 61">
            <a:extLst>
              <a:ext uri="{FF2B5EF4-FFF2-40B4-BE49-F238E27FC236}">
                <a16:creationId xmlns:a16="http://schemas.microsoft.com/office/drawing/2014/main" id="{36A8816C-A6D6-414B-6AA6-AB62814B511A}"/>
              </a:ext>
            </a:extLst>
          </p:cNvPr>
          <p:cNvSpPr>
            <a:spLocks noGrp="1"/>
          </p:cNvSpPr>
          <p:nvPr>
            <p:ph type="body" sz="quarter" idx="47" hasCustomPrompt="1"/>
          </p:nvPr>
        </p:nvSpPr>
        <p:spPr>
          <a:xfrm>
            <a:off x="352529" y="2571414"/>
            <a:ext cx="3600000"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31" name="Текст 25">
            <a:extLst>
              <a:ext uri="{FF2B5EF4-FFF2-40B4-BE49-F238E27FC236}">
                <a16:creationId xmlns:a16="http://schemas.microsoft.com/office/drawing/2014/main" id="{82A0C0EE-EF37-87BF-B8FA-91025D6A3CB3}"/>
              </a:ext>
            </a:extLst>
          </p:cNvPr>
          <p:cNvSpPr>
            <a:spLocks noGrp="1"/>
          </p:cNvSpPr>
          <p:nvPr>
            <p:ph type="body" sz="quarter" idx="48" hasCustomPrompt="1"/>
          </p:nvPr>
        </p:nvSpPr>
        <p:spPr>
          <a:xfrm>
            <a:off x="4218394" y="1656186"/>
            <a:ext cx="3600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Заголовок</a:t>
            </a:r>
          </a:p>
        </p:txBody>
      </p:sp>
      <p:sp>
        <p:nvSpPr>
          <p:cNvPr id="34" name="Текст 61">
            <a:extLst>
              <a:ext uri="{FF2B5EF4-FFF2-40B4-BE49-F238E27FC236}">
                <a16:creationId xmlns:a16="http://schemas.microsoft.com/office/drawing/2014/main" id="{D8F5EDF7-4FAD-E0CB-9935-A2E06C18C33F}"/>
              </a:ext>
            </a:extLst>
          </p:cNvPr>
          <p:cNvSpPr>
            <a:spLocks noGrp="1"/>
          </p:cNvSpPr>
          <p:nvPr>
            <p:ph type="body" sz="quarter" idx="49" hasCustomPrompt="1"/>
          </p:nvPr>
        </p:nvSpPr>
        <p:spPr>
          <a:xfrm>
            <a:off x="4216378" y="2270782"/>
            <a:ext cx="3600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35" name="Текст 61">
            <a:extLst>
              <a:ext uri="{FF2B5EF4-FFF2-40B4-BE49-F238E27FC236}">
                <a16:creationId xmlns:a16="http://schemas.microsoft.com/office/drawing/2014/main" id="{CDC9A13C-50E3-5381-79B9-307D2EF3D61C}"/>
              </a:ext>
            </a:extLst>
          </p:cNvPr>
          <p:cNvSpPr>
            <a:spLocks noGrp="1"/>
          </p:cNvSpPr>
          <p:nvPr>
            <p:ph type="body" sz="quarter" idx="50" hasCustomPrompt="1"/>
          </p:nvPr>
        </p:nvSpPr>
        <p:spPr>
          <a:xfrm>
            <a:off x="4218239" y="2571414"/>
            <a:ext cx="3600000"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36" name="Текст 25">
            <a:extLst>
              <a:ext uri="{FF2B5EF4-FFF2-40B4-BE49-F238E27FC236}">
                <a16:creationId xmlns:a16="http://schemas.microsoft.com/office/drawing/2014/main" id="{AF0D1464-C85D-1207-6F12-1EFF126CFF74}"/>
              </a:ext>
            </a:extLst>
          </p:cNvPr>
          <p:cNvSpPr>
            <a:spLocks noGrp="1"/>
          </p:cNvSpPr>
          <p:nvPr>
            <p:ph type="body" sz="quarter" idx="51" hasCustomPrompt="1"/>
          </p:nvPr>
        </p:nvSpPr>
        <p:spPr>
          <a:xfrm>
            <a:off x="8077158" y="1656186"/>
            <a:ext cx="3600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Заголовок</a:t>
            </a:r>
          </a:p>
        </p:txBody>
      </p:sp>
      <p:sp>
        <p:nvSpPr>
          <p:cNvPr id="37" name="Текст 61">
            <a:extLst>
              <a:ext uri="{FF2B5EF4-FFF2-40B4-BE49-F238E27FC236}">
                <a16:creationId xmlns:a16="http://schemas.microsoft.com/office/drawing/2014/main" id="{5EF6DBB8-158A-20A4-36C0-B6F5F88A010B}"/>
              </a:ext>
            </a:extLst>
          </p:cNvPr>
          <p:cNvSpPr>
            <a:spLocks noGrp="1"/>
          </p:cNvSpPr>
          <p:nvPr>
            <p:ph type="body" sz="quarter" idx="52" hasCustomPrompt="1"/>
          </p:nvPr>
        </p:nvSpPr>
        <p:spPr>
          <a:xfrm>
            <a:off x="8075142" y="2270782"/>
            <a:ext cx="3600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38" name="Текст 61">
            <a:extLst>
              <a:ext uri="{FF2B5EF4-FFF2-40B4-BE49-F238E27FC236}">
                <a16:creationId xmlns:a16="http://schemas.microsoft.com/office/drawing/2014/main" id="{07BF93D0-526F-97E3-B12C-AFE387BFEBD7}"/>
              </a:ext>
            </a:extLst>
          </p:cNvPr>
          <p:cNvSpPr>
            <a:spLocks noGrp="1"/>
          </p:cNvSpPr>
          <p:nvPr>
            <p:ph type="body" sz="quarter" idx="53" hasCustomPrompt="1"/>
          </p:nvPr>
        </p:nvSpPr>
        <p:spPr>
          <a:xfrm>
            <a:off x="8077003" y="2571414"/>
            <a:ext cx="3600000"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41" name="Текст 61">
            <a:extLst>
              <a:ext uri="{FF2B5EF4-FFF2-40B4-BE49-F238E27FC236}">
                <a16:creationId xmlns:a16="http://schemas.microsoft.com/office/drawing/2014/main" id="{923F4687-5041-6F01-FD83-BDD49822C512}"/>
              </a:ext>
            </a:extLst>
          </p:cNvPr>
          <p:cNvSpPr>
            <a:spLocks noGrp="1"/>
          </p:cNvSpPr>
          <p:nvPr>
            <p:ph type="body" sz="quarter" idx="54" hasCustomPrompt="1"/>
          </p:nvPr>
        </p:nvSpPr>
        <p:spPr>
          <a:xfrm>
            <a:off x="4366228" y="4707296"/>
            <a:ext cx="3600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42" name="Текст 61">
            <a:extLst>
              <a:ext uri="{FF2B5EF4-FFF2-40B4-BE49-F238E27FC236}">
                <a16:creationId xmlns:a16="http://schemas.microsoft.com/office/drawing/2014/main" id="{14B5AAEE-5D98-9C8A-A30C-0CD69E57471A}"/>
              </a:ext>
            </a:extLst>
          </p:cNvPr>
          <p:cNvSpPr>
            <a:spLocks noGrp="1"/>
          </p:cNvSpPr>
          <p:nvPr>
            <p:ph type="body" sz="quarter" idx="55" hasCustomPrompt="1"/>
          </p:nvPr>
        </p:nvSpPr>
        <p:spPr>
          <a:xfrm>
            <a:off x="4368088" y="5007928"/>
            <a:ext cx="7309069" cy="107721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br>
              <a:rPr lang="en-US" dirty="0"/>
            </a:br>
            <a:br>
              <a:rPr lang="en-US" dirty="0"/>
            </a:br>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46" name="Текст 45">
            <a:extLst>
              <a:ext uri="{FF2B5EF4-FFF2-40B4-BE49-F238E27FC236}">
                <a16:creationId xmlns:a16="http://schemas.microsoft.com/office/drawing/2014/main" id="{CE7935F0-8541-84E6-0869-2521C5A7D7B6}"/>
              </a:ext>
            </a:extLst>
          </p:cNvPr>
          <p:cNvSpPr>
            <a:spLocks noGrp="1"/>
          </p:cNvSpPr>
          <p:nvPr>
            <p:ph type="body" sz="quarter" idx="56" hasCustomPrompt="1"/>
          </p:nvPr>
        </p:nvSpPr>
        <p:spPr>
          <a:xfrm>
            <a:off x="2286000" y="5853435"/>
            <a:ext cx="1666875" cy="444865"/>
          </a:xfrm>
        </p:spPr>
        <p:txBody>
          <a:bodyPr anchor="b">
            <a:spAutoFit/>
          </a:bodyPr>
          <a:lstStyle>
            <a:lvl1pPr>
              <a:lnSpc>
                <a:spcPct val="90000"/>
              </a:lnSpc>
              <a:defRPr sz="800">
                <a:latin typeface="+mn-lt"/>
              </a:defRPr>
            </a:lvl1pPr>
            <a:lvl2pPr>
              <a:lnSpc>
                <a:spcPct val="90000"/>
              </a:lnSpc>
              <a:defRPr sz="800"/>
            </a:lvl2pPr>
            <a:lvl3pPr>
              <a:lnSpc>
                <a:spcPct val="90000"/>
              </a:lnSpc>
              <a:defRPr sz="800"/>
            </a:lvl3pPr>
            <a:lvl4pPr>
              <a:lnSpc>
                <a:spcPct val="90000"/>
              </a:lnSpc>
              <a:defRPr sz="800"/>
            </a:lvl4pPr>
            <a:lvl5pPr>
              <a:lnSpc>
                <a:spcPct val="90000"/>
              </a:lnSpc>
              <a:defRPr sz="800"/>
            </a:lvl5pPr>
          </a:lstStyle>
          <a:p>
            <a:pPr lvl="0"/>
            <a:r>
              <a:rPr lang="ru-RU" dirty="0">
                <a:effectLst/>
              </a:rPr>
              <a:t>Здесь должен быть ваш текст: он может быть кратким или развернутым — занимающим несколько строк</a:t>
            </a:r>
            <a:endParaRPr lang="ru-RU" dirty="0"/>
          </a:p>
        </p:txBody>
      </p:sp>
      <p:pic>
        <p:nvPicPr>
          <p:cNvPr id="4" name="Рисунок 3">
            <a:extLst>
              <a:ext uri="{FF2B5EF4-FFF2-40B4-BE49-F238E27FC236}">
                <a16:creationId xmlns:a16="http://schemas.microsoft.com/office/drawing/2014/main" id="{E46E6E48-904C-09EA-AD92-1D712ABA088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6A95B1FC-FE8E-A614-86CA-858E2E60EBE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4051063462"/>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42"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Заголовок и описание">
    <p:bg>
      <p:bgPr>
        <a:solidFill>
          <a:schemeClr val="bg2"/>
        </a:solidFill>
        <a:effectLst/>
      </p:bgPr>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D1772EE1-9C1A-3207-D2A3-8E01B4234045}"/>
              </a:ext>
            </a:extLst>
          </p:cNvPr>
          <p:cNvSpPr/>
          <p:nvPr userDrawn="1"/>
        </p:nvSpPr>
        <p:spPr>
          <a:xfrm>
            <a:off x="355599" y="2229879"/>
            <a:ext cx="7619960" cy="863600"/>
          </a:xfrm>
          <a:prstGeom prst="rect">
            <a:avLst/>
          </a:prstGeom>
          <a:noFill/>
          <a:ln/>
        </p:spPr>
      </p:sp>
      <p:sp>
        <p:nvSpPr>
          <p:cNvPr id="58" name="Shape 27">
            <a:extLst>
              <a:ext uri="{FF2B5EF4-FFF2-40B4-BE49-F238E27FC236}">
                <a16:creationId xmlns:a16="http://schemas.microsoft.com/office/drawing/2014/main" id="{59B59F35-470A-A121-4823-47C1DFD7B696}"/>
              </a:ext>
            </a:extLst>
          </p:cNvPr>
          <p:cNvSpPr/>
          <p:nvPr userDrawn="1"/>
        </p:nvSpPr>
        <p:spPr>
          <a:xfrm>
            <a:off x="7162763" y="5689600"/>
            <a:ext cx="1574792" cy="419100"/>
          </a:xfrm>
          <a:prstGeom prst="rect">
            <a:avLst/>
          </a:prstGeom>
          <a:noFill/>
          <a:ln/>
        </p:spPr>
      </p:sp>
      <p:sp>
        <p:nvSpPr>
          <p:cNvPr id="83" name="Shape 32">
            <a:extLst>
              <a:ext uri="{FF2B5EF4-FFF2-40B4-BE49-F238E27FC236}">
                <a16:creationId xmlns:a16="http://schemas.microsoft.com/office/drawing/2014/main" id="{2DB4D3F7-0A1C-CBF6-FC1E-9BCD4604EBF0}"/>
              </a:ext>
            </a:extLst>
          </p:cNvPr>
          <p:cNvSpPr/>
          <p:nvPr userDrawn="1"/>
        </p:nvSpPr>
        <p:spPr>
          <a:xfrm>
            <a:off x="9042353" y="4368800"/>
            <a:ext cx="2793985" cy="2133600"/>
          </a:xfrm>
          <a:prstGeom prst="rect">
            <a:avLst/>
          </a:prstGeom>
          <a:solidFill>
            <a:srgbClr val="FAE6E9"/>
          </a:solidFill>
          <a:ln/>
        </p:spPr>
      </p:sp>
      <p:sp>
        <p:nvSpPr>
          <p:cNvPr id="85" name="Shape 34">
            <a:extLst>
              <a:ext uri="{FF2B5EF4-FFF2-40B4-BE49-F238E27FC236}">
                <a16:creationId xmlns:a16="http://schemas.microsoft.com/office/drawing/2014/main" id="{2BBEED21-8EA6-E5B8-5A22-C99DEB7ACB91}"/>
              </a:ext>
            </a:extLst>
          </p:cNvPr>
          <p:cNvSpPr/>
          <p:nvPr userDrawn="1"/>
        </p:nvSpPr>
        <p:spPr>
          <a:xfrm>
            <a:off x="11480740" y="4440973"/>
            <a:ext cx="304798" cy="304800"/>
          </a:xfrm>
          <a:prstGeom prst="rect">
            <a:avLst/>
          </a:prstGeom>
          <a:solidFill>
            <a:srgbClr val="FFFFFF">
              <a:alpha val="100000"/>
            </a:srgbClr>
          </a:solidFill>
          <a:ln/>
        </p:spPr>
      </p:sp>
      <p:pic>
        <p:nvPicPr>
          <p:cNvPr id="86" name="Image 17" descr=" ">
            <a:extLst>
              <a:ext uri="{FF2B5EF4-FFF2-40B4-BE49-F238E27FC236}">
                <a16:creationId xmlns:a16="http://schemas.microsoft.com/office/drawing/2014/main" id="{60EE58E8-DEE0-0B00-136C-FC4869202CA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9800" y="4540043"/>
            <a:ext cx="106680" cy="106685"/>
          </a:xfrm>
          <a:prstGeom prst="rect">
            <a:avLst/>
          </a:prstGeom>
        </p:spPr>
      </p:pic>
      <p:sp>
        <p:nvSpPr>
          <p:cNvPr id="103" name="Shape 6">
            <a:extLst>
              <a:ext uri="{FF2B5EF4-FFF2-40B4-BE49-F238E27FC236}">
                <a16:creationId xmlns:a16="http://schemas.microsoft.com/office/drawing/2014/main" id="{311840BE-06E8-231C-FF15-BA55928082D4}"/>
              </a:ext>
            </a:extLst>
          </p:cNvPr>
          <p:cNvSpPr/>
          <p:nvPr userDrawn="1"/>
        </p:nvSpPr>
        <p:spPr>
          <a:xfrm>
            <a:off x="355598" y="1999755"/>
            <a:ext cx="8585155" cy="12700"/>
          </a:xfrm>
          <a:prstGeom prst="rect">
            <a:avLst/>
          </a:prstGeom>
          <a:solidFill>
            <a:srgbClr val="000000">
              <a:alpha val="100000"/>
            </a:srgbClr>
          </a:solidFill>
          <a:ln/>
        </p:spPr>
      </p:sp>
      <p:sp>
        <p:nvSpPr>
          <p:cNvPr id="13" name="Shape 7">
            <a:extLst>
              <a:ext uri="{FF2B5EF4-FFF2-40B4-BE49-F238E27FC236}">
                <a16:creationId xmlns:a16="http://schemas.microsoft.com/office/drawing/2014/main" id="{5F7F8AA0-94B2-EDC5-622A-497E44D4DCB1}"/>
              </a:ext>
            </a:extLst>
          </p:cNvPr>
          <p:cNvSpPr/>
          <p:nvPr userDrawn="1"/>
        </p:nvSpPr>
        <p:spPr>
          <a:xfrm>
            <a:off x="9042353" y="2000250"/>
            <a:ext cx="2793985" cy="12700"/>
          </a:xfrm>
          <a:prstGeom prst="rect">
            <a:avLst/>
          </a:prstGeom>
          <a:solidFill>
            <a:srgbClr val="000000">
              <a:alpha val="100000"/>
            </a:srgbClr>
          </a:solidFill>
          <a:ln/>
        </p:spPr>
      </p:sp>
      <p:sp>
        <p:nvSpPr>
          <p:cNvPr id="22" name="Текст 20">
            <a:extLst>
              <a:ext uri="{FF2B5EF4-FFF2-40B4-BE49-F238E27FC236}">
                <a16:creationId xmlns:a16="http://schemas.microsoft.com/office/drawing/2014/main" id="{8AD5E556-BF97-C9B0-3523-1A2CC4C0F3C7}"/>
              </a:ext>
            </a:extLst>
          </p:cNvPr>
          <p:cNvSpPr>
            <a:spLocks noGrp="1"/>
          </p:cNvSpPr>
          <p:nvPr>
            <p:ph type="body" sz="quarter" idx="61" hasCustomPrompt="1"/>
          </p:nvPr>
        </p:nvSpPr>
        <p:spPr>
          <a:xfrm>
            <a:off x="9204669" y="2446260"/>
            <a:ext cx="2743636" cy="710407"/>
          </a:xfrm>
        </p:spPr>
        <p:txBody>
          <a:bodyPr>
            <a:noAutofit/>
          </a:bodyPr>
          <a:lstStyle>
            <a:lvl1pPr marL="0" indent="0">
              <a:buNone/>
              <a:defRPr sz="5999">
                <a:latin typeface="+mn-lt"/>
              </a:defRPr>
            </a:lvl1pPr>
            <a:lvl2pPr marL="228554" indent="0">
              <a:buNone/>
              <a:defRPr sz="5999"/>
            </a:lvl2pPr>
            <a:lvl3pPr marL="457109" indent="0">
              <a:buNone/>
              <a:defRPr sz="5999"/>
            </a:lvl3pPr>
            <a:lvl4pPr marL="685663" indent="0">
              <a:buNone/>
              <a:defRPr sz="5999"/>
            </a:lvl4pPr>
            <a:lvl5pPr marL="914217" indent="0">
              <a:buNone/>
              <a:defRPr sz="5999"/>
            </a:lvl5pPr>
          </a:lstStyle>
          <a:p>
            <a:pPr lvl="0"/>
            <a:r>
              <a:rPr lang="ru-RU" dirty="0"/>
              <a:t>+ХХХ</a:t>
            </a:r>
          </a:p>
        </p:txBody>
      </p:sp>
      <p:sp>
        <p:nvSpPr>
          <p:cNvPr id="10" name="Номер слайда 5">
            <a:extLst>
              <a:ext uri="{FF2B5EF4-FFF2-40B4-BE49-F238E27FC236}">
                <a16:creationId xmlns:a16="http://schemas.microsoft.com/office/drawing/2014/main" id="{416FA400-4E54-E935-6AC4-7061BCE3BB7C}"/>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2" name="Заголовок 1">
            <a:extLst>
              <a:ext uri="{FF2B5EF4-FFF2-40B4-BE49-F238E27FC236}">
                <a16:creationId xmlns:a16="http://schemas.microsoft.com/office/drawing/2014/main" id="{158B9F65-2DBC-EDA3-A4C8-A9112E97A0C8}"/>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atin typeface="+mj-lt"/>
              </a:defRPr>
            </a:lvl1pPr>
          </a:lstStyle>
          <a:p>
            <a:r>
              <a:rPr lang="ru-RU" dirty="0">
                <a:effectLst/>
              </a:rPr>
              <a:t>Заголовок слайда</a:t>
            </a:r>
            <a:endParaRPr lang="ru-RU" dirty="0"/>
          </a:p>
        </p:txBody>
      </p:sp>
      <p:sp>
        <p:nvSpPr>
          <p:cNvPr id="14" name="Текст 25">
            <a:extLst>
              <a:ext uri="{FF2B5EF4-FFF2-40B4-BE49-F238E27FC236}">
                <a16:creationId xmlns:a16="http://schemas.microsoft.com/office/drawing/2014/main" id="{239C1029-D717-5338-81A6-4A6E6A849D21}"/>
              </a:ext>
            </a:extLst>
          </p:cNvPr>
          <p:cNvSpPr>
            <a:spLocks noGrp="1"/>
          </p:cNvSpPr>
          <p:nvPr>
            <p:ph type="body" sz="quarter" idx="41" hasCustomPrompt="1"/>
          </p:nvPr>
        </p:nvSpPr>
        <p:spPr>
          <a:xfrm>
            <a:off x="352684" y="1656186"/>
            <a:ext cx="3600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Заголовок</a:t>
            </a:r>
          </a:p>
        </p:txBody>
      </p:sp>
      <p:sp>
        <p:nvSpPr>
          <p:cNvPr id="15" name="Текст 61">
            <a:extLst>
              <a:ext uri="{FF2B5EF4-FFF2-40B4-BE49-F238E27FC236}">
                <a16:creationId xmlns:a16="http://schemas.microsoft.com/office/drawing/2014/main" id="{DE83B4BE-CF9A-250E-1E1F-E51098E5F0C1}"/>
              </a:ext>
            </a:extLst>
          </p:cNvPr>
          <p:cNvSpPr>
            <a:spLocks noGrp="1"/>
          </p:cNvSpPr>
          <p:nvPr>
            <p:ph type="body" sz="quarter" idx="42" hasCustomPrompt="1"/>
          </p:nvPr>
        </p:nvSpPr>
        <p:spPr>
          <a:xfrm>
            <a:off x="350668" y="2270782"/>
            <a:ext cx="3600000" cy="179536"/>
          </a:xfrm>
        </p:spPr>
        <p:txBody>
          <a:bodyPr wrap="square">
            <a:spAutoFit/>
          </a:bodyPr>
          <a:lstStyle>
            <a:lvl1pPr marL="0" marR="0" indent="0" algn="l" defTabSz="457109" rtl="0" eaLnBrk="1" fontAlgn="auto" latinLnBrk="0" hangingPunct="1">
              <a:lnSpc>
                <a:spcPts val="1440"/>
              </a:lnSpc>
              <a:spcBef>
                <a:spcPts val="500"/>
              </a:spcBef>
              <a:spcAft>
                <a:spcPts val="0"/>
              </a:spcAft>
              <a:buClr>
                <a:schemeClr val="tx2"/>
              </a:buClr>
              <a:buSzTx/>
              <a:buFont typeface="+mj-lt"/>
              <a:buNone/>
              <a:tabLst/>
              <a:defRPr sz="12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Подзаголовок</a:t>
            </a:r>
            <a:endParaRPr lang="ru-RU" dirty="0"/>
          </a:p>
        </p:txBody>
      </p:sp>
      <p:sp>
        <p:nvSpPr>
          <p:cNvPr id="16" name="Текст 61">
            <a:extLst>
              <a:ext uri="{FF2B5EF4-FFF2-40B4-BE49-F238E27FC236}">
                <a16:creationId xmlns:a16="http://schemas.microsoft.com/office/drawing/2014/main" id="{6A883BD0-81A7-8BF9-EBAF-759529552AFB}"/>
              </a:ext>
            </a:extLst>
          </p:cNvPr>
          <p:cNvSpPr>
            <a:spLocks noGrp="1"/>
          </p:cNvSpPr>
          <p:nvPr>
            <p:ph type="body" sz="quarter" idx="47" hasCustomPrompt="1"/>
          </p:nvPr>
        </p:nvSpPr>
        <p:spPr>
          <a:xfrm>
            <a:off x="352529" y="2571414"/>
            <a:ext cx="7550500" cy="615553"/>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a:t>
            </a:r>
            <a:endParaRPr lang="ru-RU" dirty="0"/>
          </a:p>
        </p:txBody>
      </p:sp>
      <p:sp>
        <p:nvSpPr>
          <p:cNvPr id="20" name="Текст 61">
            <a:extLst>
              <a:ext uri="{FF2B5EF4-FFF2-40B4-BE49-F238E27FC236}">
                <a16:creationId xmlns:a16="http://schemas.microsoft.com/office/drawing/2014/main" id="{BE551C4B-7532-0FF6-B854-1B9BC751FE9E}"/>
              </a:ext>
            </a:extLst>
          </p:cNvPr>
          <p:cNvSpPr>
            <a:spLocks noGrp="1"/>
          </p:cNvSpPr>
          <p:nvPr>
            <p:ph type="body" sz="quarter" idx="62" hasCustomPrompt="1"/>
          </p:nvPr>
        </p:nvSpPr>
        <p:spPr>
          <a:xfrm>
            <a:off x="9187647" y="3242047"/>
            <a:ext cx="2911045" cy="307777"/>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Здесь должен быть ваш текст </a:t>
            </a:r>
            <a:br>
              <a:rPr lang="ru-RU" dirty="0"/>
            </a:br>
            <a:r>
              <a:rPr lang="ru-RU" dirty="0">
                <a:effectLst/>
              </a:rPr>
              <a:t>в одну или несколько строк</a:t>
            </a:r>
            <a:endParaRPr lang="ru-RU" dirty="0"/>
          </a:p>
        </p:txBody>
      </p:sp>
      <p:sp>
        <p:nvSpPr>
          <p:cNvPr id="21" name="Текст 43">
            <a:extLst>
              <a:ext uri="{FF2B5EF4-FFF2-40B4-BE49-F238E27FC236}">
                <a16:creationId xmlns:a16="http://schemas.microsoft.com/office/drawing/2014/main" id="{A55EBF29-4551-D22F-89A1-B7458B89C125}"/>
              </a:ext>
            </a:extLst>
          </p:cNvPr>
          <p:cNvSpPr>
            <a:spLocks noGrp="1"/>
          </p:cNvSpPr>
          <p:nvPr>
            <p:ph type="body" sz="quarter" idx="19" hasCustomPrompt="1"/>
          </p:nvPr>
        </p:nvSpPr>
        <p:spPr>
          <a:xfrm>
            <a:off x="9195338" y="4520840"/>
            <a:ext cx="2056565" cy="140616"/>
          </a:xfrm>
        </p:spPr>
        <p:txBody>
          <a:bodyPr>
            <a:spAutoFit/>
          </a:bodyPr>
          <a:lstStyle>
            <a:lvl1pPr marL="0" indent="0">
              <a:buNone/>
              <a:defRPr sz="1000" kern="0" spc="0" baseline="0">
                <a:latin typeface="+mn-lt"/>
              </a:defRPr>
            </a:lvl1pPr>
          </a:lstStyle>
          <a:p>
            <a:pPr lvl="0"/>
            <a:r>
              <a:rPr lang="ru-RU" dirty="0">
                <a:effectLst/>
              </a:rPr>
              <a:t>Выводы</a:t>
            </a:r>
            <a:endParaRPr lang="ru-RU" dirty="0"/>
          </a:p>
        </p:txBody>
      </p:sp>
      <p:sp>
        <p:nvSpPr>
          <p:cNvPr id="24" name="Текст 61">
            <a:extLst>
              <a:ext uri="{FF2B5EF4-FFF2-40B4-BE49-F238E27FC236}">
                <a16:creationId xmlns:a16="http://schemas.microsoft.com/office/drawing/2014/main" id="{5C5E9BEA-FF15-23CB-8747-D443DE82E68A}"/>
              </a:ext>
            </a:extLst>
          </p:cNvPr>
          <p:cNvSpPr>
            <a:spLocks noGrp="1"/>
          </p:cNvSpPr>
          <p:nvPr>
            <p:ph type="body" sz="quarter" idx="58" hasCustomPrompt="1"/>
          </p:nvPr>
        </p:nvSpPr>
        <p:spPr>
          <a:xfrm>
            <a:off x="9204669" y="5303879"/>
            <a:ext cx="2500473" cy="1077218"/>
          </a:xfrm>
        </p:spPr>
        <p:txBody>
          <a:bodyPr wrap="square" anchor="b">
            <a:spAutoFit/>
          </a:bodyPr>
          <a:lstStyle>
            <a:lvl1pPr marL="72000" marR="0" indent="-108000" algn="l" defTabSz="457109" rtl="0" eaLnBrk="1" fontAlgn="auto" latinLnBrk="0" hangingPunct="1">
              <a:lnSpc>
                <a:spcPts val="1200"/>
              </a:lnSpc>
              <a:spcBef>
                <a:spcPts val="0"/>
              </a:spcBef>
              <a:spcAft>
                <a:spcPts val="0"/>
              </a:spcAft>
              <a:buClr>
                <a:schemeClr val="tx1"/>
              </a:buClr>
              <a:buSzTx/>
              <a:buFont typeface="Arial" panose="020B0604020202020204" pitchFamily="34" charset="0"/>
              <a:buChar char="•"/>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ru-RU" dirty="0">
                <a:effectLst/>
              </a:rPr>
              <a:t>Маркированный список</a:t>
            </a:r>
          </a:p>
          <a:p>
            <a:r>
              <a:rPr lang="ru-RU" dirty="0">
                <a:effectLst/>
              </a:rPr>
              <a:t>Маркированный список, он может быть кратким или развернутым — занимающим несколько строк</a:t>
            </a:r>
          </a:p>
          <a:p>
            <a:r>
              <a:rPr lang="ru-RU" dirty="0">
                <a:effectLst/>
              </a:rPr>
              <a:t>Маркированный список, он может быть кратким или развернутым — занимающим несколько строк</a:t>
            </a:r>
          </a:p>
        </p:txBody>
      </p:sp>
      <p:pic>
        <p:nvPicPr>
          <p:cNvPr id="6" name="Рисунок 5">
            <a:extLst>
              <a:ext uri="{FF2B5EF4-FFF2-40B4-BE49-F238E27FC236}">
                <a16:creationId xmlns:a16="http://schemas.microsoft.com/office/drawing/2014/main" id="{0CDDD741-EC31-DD7F-3385-FA87652AE9A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38C4C9CB-7191-ADA0-4BCD-F67A5731133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3745819514"/>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Этапы">
    <p:bg>
      <p:bgPr>
        <a:solidFill>
          <a:schemeClr val="bg2"/>
        </a:solidFill>
        <a:effectLst/>
      </p:bgPr>
    </p:bg>
    <p:spTree>
      <p:nvGrpSpPr>
        <p:cNvPr id="1" name=""/>
        <p:cNvGrpSpPr/>
        <p:nvPr/>
      </p:nvGrpSpPr>
      <p:grpSpPr>
        <a:xfrm>
          <a:off x="0" y="0"/>
          <a:ext cx="0" cy="0"/>
          <a:chOff x="0" y="0"/>
          <a:chExt cx="0" cy="0"/>
        </a:xfrm>
      </p:grpSpPr>
      <p:sp>
        <p:nvSpPr>
          <p:cNvPr id="9" name="Shape 38">
            <a:extLst>
              <a:ext uri="{FF2B5EF4-FFF2-40B4-BE49-F238E27FC236}">
                <a16:creationId xmlns:a16="http://schemas.microsoft.com/office/drawing/2014/main" id="{0FDEAC6F-42D1-B6E4-FC37-4A68BF4F97B2}"/>
              </a:ext>
            </a:extLst>
          </p:cNvPr>
          <p:cNvSpPr/>
          <p:nvPr userDrawn="1"/>
        </p:nvSpPr>
        <p:spPr>
          <a:xfrm>
            <a:off x="9042319" y="1397000"/>
            <a:ext cx="2793986" cy="2724150"/>
          </a:xfrm>
          <a:prstGeom prst="rect">
            <a:avLst/>
          </a:prstGeom>
          <a:solidFill>
            <a:srgbClr val="FFFFFF">
              <a:alpha val="100000"/>
            </a:srgbClr>
          </a:solidFill>
          <a:ln/>
        </p:spPr>
      </p:sp>
      <p:sp>
        <p:nvSpPr>
          <p:cNvPr id="10" name="Shape 30">
            <a:extLst>
              <a:ext uri="{FF2B5EF4-FFF2-40B4-BE49-F238E27FC236}">
                <a16:creationId xmlns:a16="http://schemas.microsoft.com/office/drawing/2014/main" id="{C3EC9ACD-7021-8C33-D56E-5591E334E9EC}"/>
              </a:ext>
            </a:extLst>
          </p:cNvPr>
          <p:cNvSpPr/>
          <p:nvPr userDrawn="1"/>
        </p:nvSpPr>
        <p:spPr>
          <a:xfrm>
            <a:off x="6146734" y="1397000"/>
            <a:ext cx="2793986" cy="2724150"/>
          </a:xfrm>
          <a:prstGeom prst="rect">
            <a:avLst/>
          </a:prstGeom>
          <a:solidFill>
            <a:srgbClr val="FFFFFF">
              <a:alpha val="100000"/>
            </a:srgbClr>
          </a:solidFill>
          <a:ln/>
        </p:spPr>
      </p:sp>
      <p:sp>
        <p:nvSpPr>
          <p:cNvPr id="14" name="Shape 22">
            <a:extLst>
              <a:ext uri="{FF2B5EF4-FFF2-40B4-BE49-F238E27FC236}">
                <a16:creationId xmlns:a16="http://schemas.microsoft.com/office/drawing/2014/main" id="{743DBBDF-6888-4D47-9AC5-A27B894D5F53}"/>
              </a:ext>
            </a:extLst>
          </p:cNvPr>
          <p:cNvSpPr/>
          <p:nvPr userDrawn="1"/>
        </p:nvSpPr>
        <p:spPr>
          <a:xfrm>
            <a:off x="3251149" y="1397000"/>
            <a:ext cx="2793986" cy="2724150"/>
          </a:xfrm>
          <a:prstGeom prst="rect">
            <a:avLst/>
          </a:prstGeom>
          <a:solidFill>
            <a:srgbClr val="FFFFFF">
              <a:alpha val="100000"/>
            </a:srgbClr>
          </a:solidFill>
          <a:ln/>
        </p:spPr>
      </p:sp>
      <p:sp>
        <p:nvSpPr>
          <p:cNvPr id="17" name="Shape 2">
            <a:extLst>
              <a:ext uri="{FF2B5EF4-FFF2-40B4-BE49-F238E27FC236}">
                <a16:creationId xmlns:a16="http://schemas.microsoft.com/office/drawing/2014/main" id="{ABEBA7A0-9AEB-33C0-D4C8-BA96C408D527}"/>
              </a:ext>
            </a:extLst>
          </p:cNvPr>
          <p:cNvSpPr/>
          <p:nvPr userDrawn="1"/>
        </p:nvSpPr>
        <p:spPr>
          <a:xfrm>
            <a:off x="355598" y="1397000"/>
            <a:ext cx="2793986" cy="2724150"/>
          </a:xfrm>
          <a:prstGeom prst="rect">
            <a:avLst/>
          </a:prstGeom>
          <a:solidFill>
            <a:srgbClr val="FFFFFF">
              <a:alpha val="100000"/>
            </a:srgbClr>
          </a:solidFill>
          <a:ln/>
        </p:spPr>
      </p:sp>
      <p:sp>
        <p:nvSpPr>
          <p:cNvPr id="4" name="Shape 35">
            <a:extLst>
              <a:ext uri="{FF2B5EF4-FFF2-40B4-BE49-F238E27FC236}">
                <a16:creationId xmlns:a16="http://schemas.microsoft.com/office/drawing/2014/main" id="{DFEF1989-3ACF-2DBF-36FB-18A0401CA599}"/>
              </a:ext>
            </a:extLst>
          </p:cNvPr>
          <p:cNvSpPr/>
          <p:nvPr userDrawn="1"/>
        </p:nvSpPr>
        <p:spPr>
          <a:xfrm>
            <a:off x="6146734" y="4171950"/>
            <a:ext cx="2793986" cy="508000"/>
          </a:xfrm>
          <a:prstGeom prst="rect">
            <a:avLst/>
          </a:prstGeom>
          <a:solidFill>
            <a:srgbClr val="FFFFFF">
              <a:alpha val="100000"/>
            </a:srgbClr>
          </a:solidFill>
          <a:ln/>
        </p:spPr>
      </p:sp>
      <p:sp>
        <p:nvSpPr>
          <p:cNvPr id="7" name="Shape 27">
            <a:extLst>
              <a:ext uri="{FF2B5EF4-FFF2-40B4-BE49-F238E27FC236}">
                <a16:creationId xmlns:a16="http://schemas.microsoft.com/office/drawing/2014/main" id="{F1CD08B0-63B9-F01A-07BD-5725F3CCA71C}"/>
              </a:ext>
            </a:extLst>
          </p:cNvPr>
          <p:cNvSpPr/>
          <p:nvPr userDrawn="1"/>
        </p:nvSpPr>
        <p:spPr>
          <a:xfrm>
            <a:off x="3251149" y="4171950"/>
            <a:ext cx="2793986" cy="508000"/>
          </a:xfrm>
          <a:prstGeom prst="rect">
            <a:avLst/>
          </a:prstGeom>
          <a:solidFill>
            <a:srgbClr val="FFFFFF">
              <a:alpha val="100000"/>
            </a:srgbClr>
          </a:solidFill>
          <a:ln/>
        </p:spPr>
      </p:sp>
      <p:sp>
        <p:nvSpPr>
          <p:cNvPr id="8" name="Shape 7">
            <a:extLst>
              <a:ext uri="{FF2B5EF4-FFF2-40B4-BE49-F238E27FC236}">
                <a16:creationId xmlns:a16="http://schemas.microsoft.com/office/drawing/2014/main" id="{5BF00A47-FF3B-2BA3-5FCD-59CF7009F6D3}"/>
              </a:ext>
            </a:extLst>
          </p:cNvPr>
          <p:cNvSpPr/>
          <p:nvPr userDrawn="1"/>
        </p:nvSpPr>
        <p:spPr>
          <a:xfrm>
            <a:off x="355598" y="4171950"/>
            <a:ext cx="2793986" cy="508000"/>
          </a:xfrm>
          <a:prstGeom prst="rect">
            <a:avLst/>
          </a:prstGeom>
          <a:solidFill>
            <a:srgbClr val="FFFFFF">
              <a:alpha val="100000"/>
            </a:srgbClr>
          </a:solidFill>
          <a:ln/>
        </p:spPr>
      </p:sp>
      <p:sp>
        <p:nvSpPr>
          <p:cNvPr id="12" name="Прямоугольник 11">
            <a:extLst>
              <a:ext uri="{FF2B5EF4-FFF2-40B4-BE49-F238E27FC236}">
                <a16:creationId xmlns:a16="http://schemas.microsoft.com/office/drawing/2014/main" id="{352E991B-7C68-6264-B86B-AA849D465067}"/>
              </a:ext>
            </a:extLst>
          </p:cNvPr>
          <p:cNvSpPr/>
          <p:nvPr userDrawn="1"/>
        </p:nvSpPr>
        <p:spPr>
          <a:xfrm>
            <a:off x="9093119" y="1447800"/>
            <a:ext cx="2692386" cy="508000"/>
          </a:xfrm>
          <a:prstGeom prst="rect">
            <a:avLst/>
          </a:prstGeom>
          <a:solidFill>
            <a:schemeClr val="tx2">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13" name="Прямоугольник 12">
            <a:extLst>
              <a:ext uri="{FF2B5EF4-FFF2-40B4-BE49-F238E27FC236}">
                <a16:creationId xmlns:a16="http://schemas.microsoft.com/office/drawing/2014/main" id="{B2619443-6765-1CA3-88AF-40B2CEAAB6BB}"/>
              </a:ext>
            </a:extLst>
          </p:cNvPr>
          <p:cNvSpPr/>
          <p:nvPr userDrawn="1"/>
        </p:nvSpPr>
        <p:spPr>
          <a:xfrm>
            <a:off x="6197568" y="1447800"/>
            <a:ext cx="2692386" cy="508000"/>
          </a:xfrm>
          <a:prstGeom prst="rect">
            <a:avLst/>
          </a:prstGeom>
          <a:solidFill>
            <a:schemeClr val="tx2">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16" name="Прямоугольник 15">
            <a:extLst>
              <a:ext uri="{FF2B5EF4-FFF2-40B4-BE49-F238E27FC236}">
                <a16:creationId xmlns:a16="http://schemas.microsoft.com/office/drawing/2014/main" id="{F48F4717-2ADE-52AF-4994-C5B008774B70}"/>
              </a:ext>
            </a:extLst>
          </p:cNvPr>
          <p:cNvSpPr/>
          <p:nvPr userDrawn="1"/>
        </p:nvSpPr>
        <p:spPr>
          <a:xfrm>
            <a:off x="3301949" y="1447800"/>
            <a:ext cx="2692386" cy="508000"/>
          </a:xfrm>
          <a:prstGeom prst="rect">
            <a:avLst/>
          </a:prstGeom>
          <a:solidFill>
            <a:schemeClr val="tx2">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solidFill>
                <a:schemeClr val="tx1"/>
              </a:solidFill>
            </a:endParaRPr>
          </a:p>
        </p:txBody>
      </p:sp>
      <p:sp>
        <p:nvSpPr>
          <p:cNvPr id="18" name="Прямоугольник 17">
            <a:extLst>
              <a:ext uri="{FF2B5EF4-FFF2-40B4-BE49-F238E27FC236}">
                <a16:creationId xmlns:a16="http://schemas.microsoft.com/office/drawing/2014/main" id="{379E418F-8566-184A-5B31-30C989453DC7}"/>
              </a:ext>
            </a:extLst>
          </p:cNvPr>
          <p:cNvSpPr/>
          <p:nvPr userDrawn="1"/>
        </p:nvSpPr>
        <p:spPr>
          <a:xfrm>
            <a:off x="406398" y="1447800"/>
            <a:ext cx="2692386" cy="508000"/>
          </a:xfrm>
          <a:prstGeom prst="rect">
            <a:avLst/>
          </a:prstGeom>
          <a:solidFill>
            <a:schemeClr val="tx2">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30" name="Shape 28">
            <a:extLst>
              <a:ext uri="{FF2B5EF4-FFF2-40B4-BE49-F238E27FC236}">
                <a16:creationId xmlns:a16="http://schemas.microsoft.com/office/drawing/2014/main" id="{9D6BDFBB-4B72-E095-BA4A-30005BA0ADB8}"/>
              </a:ext>
            </a:extLst>
          </p:cNvPr>
          <p:cNvSpPr/>
          <p:nvPr userDrawn="1"/>
        </p:nvSpPr>
        <p:spPr>
          <a:xfrm>
            <a:off x="3352749" y="4273550"/>
            <a:ext cx="304798" cy="304800"/>
          </a:xfrm>
          <a:prstGeom prst="rect">
            <a:avLst/>
          </a:prstGeom>
          <a:noFill/>
          <a:ln/>
        </p:spPr>
      </p:sp>
      <p:sp>
        <p:nvSpPr>
          <p:cNvPr id="42" name="Shape 43">
            <a:extLst>
              <a:ext uri="{FF2B5EF4-FFF2-40B4-BE49-F238E27FC236}">
                <a16:creationId xmlns:a16="http://schemas.microsoft.com/office/drawing/2014/main" id="{EE0E8B4E-AFEC-7094-992F-71E76AEBB835}"/>
              </a:ext>
            </a:extLst>
          </p:cNvPr>
          <p:cNvSpPr/>
          <p:nvPr userDrawn="1"/>
        </p:nvSpPr>
        <p:spPr>
          <a:xfrm>
            <a:off x="9042319" y="4171950"/>
            <a:ext cx="2793986" cy="508000"/>
          </a:xfrm>
          <a:prstGeom prst="rect">
            <a:avLst/>
          </a:prstGeom>
          <a:solidFill>
            <a:srgbClr val="FFFFFF">
              <a:alpha val="100000"/>
            </a:srgbClr>
          </a:solidFill>
          <a:ln/>
        </p:spPr>
      </p:sp>
      <p:pic>
        <p:nvPicPr>
          <p:cNvPr id="52" name="Рисунок 51">
            <a:extLst>
              <a:ext uri="{FF2B5EF4-FFF2-40B4-BE49-F238E27FC236}">
                <a16:creationId xmlns:a16="http://schemas.microsoft.com/office/drawing/2014/main" id="{058C587A-EB23-548C-CCE9-87550E5FE1E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352749" y="4273448"/>
            <a:ext cx="304798" cy="304838"/>
          </a:xfrm>
          <a:prstGeom prst="rect">
            <a:avLst/>
          </a:prstGeom>
        </p:spPr>
      </p:pic>
      <p:pic>
        <p:nvPicPr>
          <p:cNvPr id="53" name="Рисунок 52">
            <a:extLst>
              <a:ext uri="{FF2B5EF4-FFF2-40B4-BE49-F238E27FC236}">
                <a16:creationId xmlns:a16="http://schemas.microsoft.com/office/drawing/2014/main" id="{DE7C7C42-7FF4-D94B-2A55-412781F08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7198" y="4273448"/>
            <a:ext cx="304798" cy="304838"/>
          </a:xfrm>
          <a:prstGeom prst="rect">
            <a:avLst/>
          </a:prstGeom>
        </p:spPr>
      </p:pic>
      <p:pic>
        <p:nvPicPr>
          <p:cNvPr id="54" name="Рисунок 53">
            <a:extLst>
              <a:ext uri="{FF2B5EF4-FFF2-40B4-BE49-F238E27FC236}">
                <a16:creationId xmlns:a16="http://schemas.microsoft.com/office/drawing/2014/main" id="{D4ECE113-8089-6990-8B6F-DE7F3A44B3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248334" y="4273448"/>
            <a:ext cx="304798" cy="304838"/>
          </a:xfrm>
          <a:prstGeom prst="rect">
            <a:avLst/>
          </a:prstGeom>
        </p:spPr>
      </p:pic>
      <p:pic>
        <p:nvPicPr>
          <p:cNvPr id="56" name="Рисунок 55">
            <a:extLst>
              <a:ext uri="{FF2B5EF4-FFF2-40B4-BE49-F238E27FC236}">
                <a16:creationId xmlns:a16="http://schemas.microsoft.com/office/drawing/2014/main" id="{72984F9F-3128-6DE7-443D-3718CCE8577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43919" y="4273448"/>
            <a:ext cx="304798" cy="304838"/>
          </a:xfrm>
          <a:prstGeom prst="rect">
            <a:avLst/>
          </a:prstGeom>
        </p:spPr>
      </p:pic>
      <p:sp>
        <p:nvSpPr>
          <p:cNvPr id="131" name="Текст 3">
            <a:extLst>
              <a:ext uri="{FF2B5EF4-FFF2-40B4-BE49-F238E27FC236}">
                <a16:creationId xmlns:a16="http://schemas.microsoft.com/office/drawing/2014/main" id="{E6A16846-89B5-58C8-8D62-99D2608A5ABC}"/>
              </a:ext>
            </a:extLst>
          </p:cNvPr>
          <p:cNvSpPr>
            <a:spLocks noGrp="1"/>
          </p:cNvSpPr>
          <p:nvPr>
            <p:ph type="body" sz="quarter" idx="57" hasCustomPrompt="1"/>
          </p:nvPr>
        </p:nvSpPr>
        <p:spPr>
          <a:xfrm>
            <a:off x="559075" y="5042728"/>
            <a:ext cx="2433965" cy="153888"/>
          </a:xfrm>
        </p:spPr>
        <p:txBody>
          <a:bodyPr wrap="square">
            <a:spAutoFit/>
          </a:bodyPr>
          <a:lstStyle>
            <a:lvl1pPr marL="0" indent="0">
              <a:lnSpc>
                <a:spcPct val="100000"/>
              </a:lnSpc>
              <a:spcBef>
                <a:spcPts val="0"/>
              </a:spcBef>
              <a:spcAft>
                <a:spcPts val="0"/>
              </a:spcAft>
              <a:buNone/>
              <a:defRPr sz="1000">
                <a:solidFill>
                  <a:schemeClr val="tx1">
                    <a:alpha val="45000"/>
                  </a:schemeClr>
                </a:solidFill>
                <a:latin typeface="+mn-lt"/>
              </a:defRPr>
            </a:lvl1pPr>
            <a:lvl2pPr>
              <a:lnSpc>
                <a:spcPct val="110000"/>
              </a:lnSpc>
              <a:defRPr sz="900">
                <a:solidFill>
                  <a:schemeClr val="tx1">
                    <a:alpha val="45000"/>
                  </a:schemeClr>
                </a:solidFill>
              </a:defRPr>
            </a:lvl2pPr>
            <a:lvl3pPr>
              <a:lnSpc>
                <a:spcPct val="110000"/>
              </a:lnSpc>
              <a:defRPr sz="900">
                <a:solidFill>
                  <a:schemeClr val="tx1">
                    <a:alpha val="45000"/>
                  </a:schemeClr>
                </a:solidFill>
              </a:defRPr>
            </a:lvl3pPr>
            <a:lvl4pPr>
              <a:lnSpc>
                <a:spcPct val="110000"/>
              </a:lnSpc>
              <a:defRPr sz="900">
                <a:solidFill>
                  <a:schemeClr val="tx1">
                    <a:alpha val="45000"/>
                  </a:schemeClr>
                </a:solidFill>
              </a:defRPr>
            </a:lvl4pPr>
            <a:lvl5pPr>
              <a:lnSpc>
                <a:spcPct val="110000"/>
              </a:lnSpc>
              <a:defRPr sz="900">
                <a:solidFill>
                  <a:schemeClr val="tx1">
                    <a:alpha val="45000"/>
                  </a:schemeClr>
                </a:solidFill>
              </a:defRPr>
            </a:lvl5pPr>
          </a:lstStyle>
          <a:p>
            <a:pPr lvl="0"/>
            <a:r>
              <a:rPr lang="ru-RU" dirty="0"/>
              <a:t>Результат этапа</a:t>
            </a:r>
          </a:p>
        </p:txBody>
      </p:sp>
      <p:sp>
        <p:nvSpPr>
          <p:cNvPr id="135" name="Текст 3">
            <a:extLst>
              <a:ext uri="{FF2B5EF4-FFF2-40B4-BE49-F238E27FC236}">
                <a16:creationId xmlns:a16="http://schemas.microsoft.com/office/drawing/2014/main" id="{05B81877-19B7-673E-16BB-653BBEA82D15}"/>
              </a:ext>
            </a:extLst>
          </p:cNvPr>
          <p:cNvSpPr>
            <a:spLocks noGrp="1"/>
          </p:cNvSpPr>
          <p:nvPr>
            <p:ph type="body" sz="quarter" idx="64" hasCustomPrompt="1"/>
          </p:nvPr>
        </p:nvSpPr>
        <p:spPr>
          <a:xfrm>
            <a:off x="3453686" y="5042728"/>
            <a:ext cx="2433965" cy="153888"/>
          </a:xfrm>
        </p:spPr>
        <p:txBody>
          <a:bodyPr wrap="square">
            <a:spAutoFit/>
          </a:bodyPr>
          <a:lstStyle>
            <a:lvl1pPr marL="0" indent="0">
              <a:lnSpc>
                <a:spcPct val="100000"/>
              </a:lnSpc>
              <a:spcBef>
                <a:spcPts val="0"/>
              </a:spcBef>
              <a:spcAft>
                <a:spcPts val="0"/>
              </a:spcAft>
              <a:buNone/>
              <a:defRPr sz="1000">
                <a:solidFill>
                  <a:schemeClr val="tx1">
                    <a:alpha val="45000"/>
                  </a:schemeClr>
                </a:solidFill>
                <a:latin typeface="+mn-lt"/>
              </a:defRPr>
            </a:lvl1pPr>
            <a:lvl2pPr>
              <a:lnSpc>
                <a:spcPct val="110000"/>
              </a:lnSpc>
              <a:defRPr sz="900">
                <a:solidFill>
                  <a:schemeClr val="tx1">
                    <a:alpha val="45000"/>
                  </a:schemeClr>
                </a:solidFill>
              </a:defRPr>
            </a:lvl2pPr>
            <a:lvl3pPr>
              <a:lnSpc>
                <a:spcPct val="110000"/>
              </a:lnSpc>
              <a:defRPr sz="900">
                <a:solidFill>
                  <a:schemeClr val="tx1">
                    <a:alpha val="45000"/>
                  </a:schemeClr>
                </a:solidFill>
              </a:defRPr>
            </a:lvl3pPr>
            <a:lvl4pPr>
              <a:lnSpc>
                <a:spcPct val="110000"/>
              </a:lnSpc>
              <a:defRPr sz="900">
                <a:solidFill>
                  <a:schemeClr val="tx1">
                    <a:alpha val="45000"/>
                  </a:schemeClr>
                </a:solidFill>
              </a:defRPr>
            </a:lvl4pPr>
            <a:lvl5pPr>
              <a:lnSpc>
                <a:spcPct val="110000"/>
              </a:lnSpc>
              <a:defRPr sz="900">
                <a:solidFill>
                  <a:schemeClr val="tx1">
                    <a:alpha val="45000"/>
                  </a:schemeClr>
                </a:solidFill>
              </a:defRPr>
            </a:lvl5pPr>
          </a:lstStyle>
          <a:p>
            <a:pPr lvl="0"/>
            <a:r>
              <a:rPr lang="ru-RU" dirty="0"/>
              <a:t>Результат этапа</a:t>
            </a:r>
          </a:p>
        </p:txBody>
      </p:sp>
      <p:sp>
        <p:nvSpPr>
          <p:cNvPr id="139" name="Текст 3">
            <a:extLst>
              <a:ext uri="{FF2B5EF4-FFF2-40B4-BE49-F238E27FC236}">
                <a16:creationId xmlns:a16="http://schemas.microsoft.com/office/drawing/2014/main" id="{2EB1DF03-67A0-C712-5EEC-25464B2393D1}"/>
              </a:ext>
            </a:extLst>
          </p:cNvPr>
          <p:cNvSpPr>
            <a:spLocks noGrp="1"/>
          </p:cNvSpPr>
          <p:nvPr>
            <p:ph type="body" sz="quarter" idx="71" hasCustomPrompt="1"/>
          </p:nvPr>
        </p:nvSpPr>
        <p:spPr>
          <a:xfrm>
            <a:off x="6350472" y="5042728"/>
            <a:ext cx="2433965" cy="153888"/>
          </a:xfrm>
        </p:spPr>
        <p:txBody>
          <a:bodyPr wrap="square">
            <a:spAutoFit/>
          </a:bodyPr>
          <a:lstStyle>
            <a:lvl1pPr marL="0" indent="0">
              <a:lnSpc>
                <a:spcPct val="100000"/>
              </a:lnSpc>
              <a:spcBef>
                <a:spcPts val="0"/>
              </a:spcBef>
              <a:spcAft>
                <a:spcPts val="0"/>
              </a:spcAft>
              <a:buNone/>
              <a:defRPr sz="1000">
                <a:solidFill>
                  <a:schemeClr val="tx1">
                    <a:alpha val="45000"/>
                  </a:schemeClr>
                </a:solidFill>
                <a:latin typeface="+mn-lt"/>
              </a:defRPr>
            </a:lvl1pPr>
            <a:lvl2pPr>
              <a:lnSpc>
                <a:spcPct val="110000"/>
              </a:lnSpc>
              <a:defRPr sz="900">
                <a:solidFill>
                  <a:schemeClr val="tx1">
                    <a:alpha val="45000"/>
                  </a:schemeClr>
                </a:solidFill>
              </a:defRPr>
            </a:lvl2pPr>
            <a:lvl3pPr>
              <a:lnSpc>
                <a:spcPct val="110000"/>
              </a:lnSpc>
              <a:defRPr sz="900">
                <a:solidFill>
                  <a:schemeClr val="tx1">
                    <a:alpha val="45000"/>
                  </a:schemeClr>
                </a:solidFill>
              </a:defRPr>
            </a:lvl3pPr>
            <a:lvl4pPr>
              <a:lnSpc>
                <a:spcPct val="110000"/>
              </a:lnSpc>
              <a:defRPr sz="900">
                <a:solidFill>
                  <a:schemeClr val="tx1">
                    <a:alpha val="45000"/>
                  </a:schemeClr>
                </a:solidFill>
              </a:defRPr>
            </a:lvl4pPr>
            <a:lvl5pPr>
              <a:lnSpc>
                <a:spcPct val="110000"/>
              </a:lnSpc>
              <a:defRPr sz="900">
                <a:solidFill>
                  <a:schemeClr val="tx1">
                    <a:alpha val="45000"/>
                  </a:schemeClr>
                </a:solidFill>
              </a:defRPr>
            </a:lvl5pPr>
          </a:lstStyle>
          <a:p>
            <a:pPr lvl="0"/>
            <a:r>
              <a:rPr lang="ru-RU" dirty="0"/>
              <a:t>Результат этапа</a:t>
            </a:r>
          </a:p>
        </p:txBody>
      </p:sp>
      <p:sp>
        <p:nvSpPr>
          <p:cNvPr id="141" name="Текст 3">
            <a:extLst>
              <a:ext uri="{FF2B5EF4-FFF2-40B4-BE49-F238E27FC236}">
                <a16:creationId xmlns:a16="http://schemas.microsoft.com/office/drawing/2014/main" id="{71DE1E4B-6384-B184-547A-F30098ED52D5}"/>
              </a:ext>
            </a:extLst>
          </p:cNvPr>
          <p:cNvSpPr>
            <a:spLocks noGrp="1"/>
          </p:cNvSpPr>
          <p:nvPr>
            <p:ph type="body" sz="quarter" idx="78" hasCustomPrompt="1"/>
          </p:nvPr>
        </p:nvSpPr>
        <p:spPr>
          <a:xfrm>
            <a:off x="9245835" y="5042728"/>
            <a:ext cx="2433965" cy="153888"/>
          </a:xfrm>
        </p:spPr>
        <p:txBody>
          <a:bodyPr wrap="square">
            <a:spAutoFit/>
          </a:bodyPr>
          <a:lstStyle>
            <a:lvl1pPr marL="0" indent="0">
              <a:lnSpc>
                <a:spcPct val="100000"/>
              </a:lnSpc>
              <a:spcBef>
                <a:spcPts val="0"/>
              </a:spcBef>
              <a:spcAft>
                <a:spcPts val="0"/>
              </a:spcAft>
              <a:buNone/>
              <a:defRPr sz="1000">
                <a:solidFill>
                  <a:schemeClr val="tx1">
                    <a:alpha val="45000"/>
                  </a:schemeClr>
                </a:solidFill>
                <a:latin typeface="+mn-lt"/>
              </a:defRPr>
            </a:lvl1pPr>
            <a:lvl2pPr>
              <a:lnSpc>
                <a:spcPct val="110000"/>
              </a:lnSpc>
              <a:defRPr sz="900">
                <a:solidFill>
                  <a:schemeClr val="tx1">
                    <a:alpha val="45000"/>
                  </a:schemeClr>
                </a:solidFill>
              </a:defRPr>
            </a:lvl2pPr>
            <a:lvl3pPr>
              <a:lnSpc>
                <a:spcPct val="110000"/>
              </a:lnSpc>
              <a:defRPr sz="900">
                <a:solidFill>
                  <a:schemeClr val="tx1">
                    <a:alpha val="45000"/>
                  </a:schemeClr>
                </a:solidFill>
              </a:defRPr>
            </a:lvl3pPr>
            <a:lvl4pPr>
              <a:lnSpc>
                <a:spcPct val="110000"/>
              </a:lnSpc>
              <a:defRPr sz="900">
                <a:solidFill>
                  <a:schemeClr val="tx1">
                    <a:alpha val="45000"/>
                  </a:schemeClr>
                </a:solidFill>
              </a:defRPr>
            </a:lvl4pPr>
            <a:lvl5pPr>
              <a:lnSpc>
                <a:spcPct val="110000"/>
              </a:lnSpc>
              <a:defRPr sz="900">
                <a:solidFill>
                  <a:schemeClr val="tx1">
                    <a:alpha val="45000"/>
                  </a:schemeClr>
                </a:solidFill>
              </a:defRPr>
            </a:lvl5pPr>
          </a:lstStyle>
          <a:p>
            <a:pPr lvl="0"/>
            <a:r>
              <a:rPr lang="ru-RU" dirty="0"/>
              <a:t>Результат этапа</a:t>
            </a:r>
          </a:p>
        </p:txBody>
      </p:sp>
      <p:sp>
        <p:nvSpPr>
          <p:cNvPr id="182" name="Текст 12">
            <a:extLst>
              <a:ext uri="{FF2B5EF4-FFF2-40B4-BE49-F238E27FC236}">
                <a16:creationId xmlns:a16="http://schemas.microsoft.com/office/drawing/2014/main" id="{E0B7E55D-AD2C-8A19-506F-5CD895842D26}"/>
              </a:ext>
            </a:extLst>
          </p:cNvPr>
          <p:cNvSpPr>
            <a:spLocks noGrp="1"/>
          </p:cNvSpPr>
          <p:nvPr>
            <p:ph type="body" sz="quarter" idx="55" hasCustomPrompt="1"/>
          </p:nvPr>
        </p:nvSpPr>
        <p:spPr>
          <a:xfrm>
            <a:off x="818305" y="4331835"/>
            <a:ext cx="2131737" cy="248338"/>
          </a:xfrm>
        </p:spPr>
        <p:txBody>
          <a:bodyPr wrap="square">
            <a:spAutoFit/>
          </a:bodyPr>
          <a:lstStyle>
            <a:lvl1pPr marL="0" marR="0" indent="0" algn="l" defTabSz="457109" rtl="0" eaLnBrk="1" fontAlgn="auto" latinLnBrk="0" hangingPunct="1">
              <a:lnSpc>
                <a:spcPts val="1100"/>
              </a:lnSpc>
              <a:spcBef>
                <a:spcPts val="500"/>
              </a:spcBef>
              <a:spcAft>
                <a:spcPts val="0"/>
              </a:spcAft>
              <a:buClrTx/>
              <a:buSzTx/>
              <a:buFont typeface="Arial" panose="020B0604020202020204" pitchFamily="34" charset="0"/>
              <a:buNone/>
              <a:tabLst/>
              <a:defRPr lang="ru-RU" sz="1000" kern="1200" dirty="0" smtClean="0">
                <a:solidFill>
                  <a:srgbClr val="000000">
                    <a:alpha val="100000"/>
                  </a:srgbClr>
                </a:solidFill>
                <a:latin typeface="+mn-lt"/>
                <a:ea typeface="Stapel" pitchFamily="34" charset="-122"/>
                <a:cs typeface="Stapel" panose="020B0504020202020204" pitchFamily="34" charset="-52"/>
              </a:defRPr>
            </a:lvl1pPr>
          </a:lstStyle>
          <a:p>
            <a:pPr marL="0" indent="0" algn="l">
              <a:lnSpc>
                <a:spcPts val="2200"/>
              </a:lnSpc>
              <a:buNone/>
            </a:pPr>
            <a:r>
              <a:rPr lang="ru-RU" sz="1000" dirty="0">
                <a:solidFill>
                  <a:srgbClr val="000000">
                    <a:alpha val="100000"/>
                  </a:srgbClr>
                </a:solidFill>
                <a:latin typeface="Stapel" panose="020B0504020202020204" pitchFamily="34" charset="-52"/>
                <a:ea typeface="Stapel" pitchFamily="34" charset="-122"/>
                <a:cs typeface="Stapel" pitchFamily="34" charset="-120"/>
              </a:rPr>
              <a:t>Тайминг: 5 дней</a:t>
            </a:r>
            <a:endParaRPr lang="en-US" sz="1000" dirty="0"/>
          </a:p>
        </p:txBody>
      </p:sp>
      <p:sp>
        <p:nvSpPr>
          <p:cNvPr id="183" name="Текст 12">
            <a:extLst>
              <a:ext uri="{FF2B5EF4-FFF2-40B4-BE49-F238E27FC236}">
                <a16:creationId xmlns:a16="http://schemas.microsoft.com/office/drawing/2014/main" id="{1421F54B-69B8-02CE-2E19-DB65162FDC4C}"/>
              </a:ext>
            </a:extLst>
          </p:cNvPr>
          <p:cNvSpPr>
            <a:spLocks noGrp="1"/>
          </p:cNvSpPr>
          <p:nvPr>
            <p:ph type="body" sz="quarter" idx="62" hasCustomPrompt="1"/>
          </p:nvPr>
        </p:nvSpPr>
        <p:spPr>
          <a:xfrm>
            <a:off x="3708688" y="4331835"/>
            <a:ext cx="2131737" cy="248338"/>
          </a:xfrm>
        </p:spPr>
        <p:txBody>
          <a:bodyPr wrap="square">
            <a:spAutoFit/>
          </a:bodyPr>
          <a:lstStyle>
            <a:lvl1pPr marL="0" marR="0" indent="0" algn="l" defTabSz="457109" rtl="0" eaLnBrk="1" fontAlgn="auto" latinLnBrk="0" hangingPunct="1">
              <a:lnSpc>
                <a:spcPts val="1100"/>
              </a:lnSpc>
              <a:spcBef>
                <a:spcPts val="500"/>
              </a:spcBef>
              <a:spcAft>
                <a:spcPts val="0"/>
              </a:spcAft>
              <a:buClrTx/>
              <a:buSzTx/>
              <a:buFont typeface="Arial" panose="020B0604020202020204" pitchFamily="34" charset="0"/>
              <a:buNone/>
              <a:tabLst/>
              <a:defRPr lang="ru-RU" sz="1000" kern="1200" dirty="0" smtClean="0">
                <a:solidFill>
                  <a:srgbClr val="000000">
                    <a:alpha val="100000"/>
                  </a:srgbClr>
                </a:solidFill>
                <a:latin typeface="+mn-lt"/>
                <a:ea typeface="Stapel" pitchFamily="34" charset="-122"/>
                <a:cs typeface="Stapel" panose="020B0504020202020204" pitchFamily="34" charset="-52"/>
              </a:defRPr>
            </a:lvl1pPr>
          </a:lstStyle>
          <a:p>
            <a:pPr marL="0" indent="0" algn="l">
              <a:lnSpc>
                <a:spcPts val="2200"/>
              </a:lnSpc>
              <a:buNone/>
            </a:pPr>
            <a:r>
              <a:rPr lang="ru-RU" sz="1000" dirty="0">
                <a:solidFill>
                  <a:srgbClr val="000000">
                    <a:alpha val="100000"/>
                  </a:srgbClr>
                </a:solidFill>
                <a:latin typeface="Stapel" panose="020B0504020202020204" pitchFamily="34" charset="-52"/>
                <a:ea typeface="Stapel" pitchFamily="34" charset="-122"/>
                <a:cs typeface="Stapel" pitchFamily="34" charset="-120"/>
              </a:rPr>
              <a:t>Тайминг: 5 дней</a:t>
            </a:r>
            <a:endParaRPr lang="en-US" sz="1000" dirty="0"/>
          </a:p>
        </p:txBody>
      </p:sp>
      <p:sp>
        <p:nvSpPr>
          <p:cNvPr id="184" name="Текст 12">
            <a:extLst>
              <a:ext uri="{FF2B5EF4-FFF2-40B4-BE49-F238E27FC236}">
                <a16:creationId xmlns:a16="http://schemas.microsoft.com/office/drawing/2014/main" id="{615E705B-54B1-B0C8-6974-32C47567138B}"/>
              </a:ext>
            </a:extLst>
          </p:cNvPr>
          <p:cNvSpPr>
            <a:spLocks noGrp="1"/>
          </p:cNvSpPr>
          <p:nvPr>
            <p:ph type="body" sz="quarter" idx="69" hasCustomPrompt="1"/>
          </p:nvPr>
        </p:nvSpPr>
        <p:spPr>
          <a:xfrm>
            <a:off x="6613929" y="4331835"/>
            <a:ext cx="2131737" cy="248338"/>
          </a:xfrm>
        </p:spPr>
        <p:txBody>
          <a:bodyPr wrap="square">
            <a:spAutoFit/>
          </a:bodyPr>
          <a:lstStyle>
            <a:lvl1pPr marL="0" marR="0" indent="0" algn="l" defTabSz="457109" rtl="0" eaLnBrk="1" fontAlgn="auto" latinLnBrk="0" hangingPunct="1">
              <a:lnSpc>
                <a:spcPts val="1100"/>
              </a:lnSpc>
              <a:spcBef>
                <a:spcPts val="500"/>
              </a:spcBef>
              <a:spcAft>
                <a:spcPts val="0"/>
              </a:spcAft>
              <a:buClrTx/>
              <a:buSzTx/>
              <a:buFont typeface="Arial" panose="020B0604020202020204" pitchFamily="34" charset="0"/>
              <a:buNone/>
              <a:tabLst/>
              <a:defRPr lang="ru-RU" sz="1000" kern="1200" dirty="0" smtClean="0">
                <a:solidFill>
                  <a:srgbClr val="000000">
                    <a:alpha val="100000"/>
                  </a:srgbClr>
                </a:solidFill>
                <a:latin typeface="+mn-lt"/>
                <a:ea typeface="Stapel" pitchFamily="34" charset="-122"/>
                <a:cs typeface="Stapel" panose="020B0504020202020204" pitchFamily="34" charset="-52"/>
              </a:defRPr>
            </a:lvl1pPr>
          </a:lstStyle>
          <a:p>
            <a:pPr marL="0" indent="0" algn="l">
              <a:lnSpc>
                <a:spcPts val="2200"/>
              </a:lnSpc>
              <a:buNone/>
            </a:pPr>
            <a:r>
              <a:rPr lang="ru-RU" sz="1000" dirty="0">
                <a:solidFill>
                  <a:srgbClr val="000000">
                    <a:alpha val="100000"/>
                  </a:srgbClr>
                </a:solidFill>
                <a:latin typeface="Stapel" panose="020B0504020202020204" pitchFamily="34" charset="-52"/>
                <a:ea typeface="Stapel" pitchFamily="34" charset="-122"/>
                <a:cs typeface="Stapel" pitchFamily="34" charset="-120"/>
              </a:rPr>
              <a:t>Тайминг: 5 дней</a:t>
            </a:r>
            <a:endParaRPr lang="en-US" sz="1000" dirty="0"/>
          </a:p>
        </p:txBody>
      </p:sp>
      <p:sp>
        <p:nvSpPr>
          <p:cNvPr id="185" name="Текст 12">
            <a:extLst>
              <a:ext uri="{FF2B5EF4-FFF2-40B4-BE49-F238E27FC236}">
                <a16:creationId xmlns:a16="http://schemas.microsoft.com/office/drawing/2014/main" id="{F21586B9-3F94-36A3-10FF-AF8661307825}"/>
              </a:ext>
            </a:extLst>
          </p:cNvPr>
          <p:cNvSpPr>
            <a:spLocks noGrp="1"/>
          </p:cNvSpPr>
          <p:nvPr>
            <p:ph type="body" sz="quarter" idx="76" hasCustomPrompt="1"/>
          </p:nvPr>
        </p:nvSpPr>
        <p:spPr>
          <a:xfrm>
            <a:off x="9505752" y="4331835"/>
            <a:ext cx="2131737" cy="248338"/>
          </a:xfrm>
        </p:spPr>
        <p:txBody>
          <a:bodyPr wrap="square">
            <a:spAutoFit/>
          </a:bodyPr>
          <a:lstStyle>
            <a:lvl1pPr marL="0" marR="0" indent="0" algn="l" defTabSz="457109" rtl="0" eaLnBrk="1" fontAlgn="auto" latinLnBrk="0" hangingPunct="1">
              <a:lnSpc>
                <a:spcPts val="1100"/>
              </a:lnSpc>
              <a:spcBef>
                <a:spcPts val="500"/>
              </a:spcBef>
              <a:spcAft>
                <a:spcPts val="0"/>
              </a:spcAft>
              <a:buClrTx/>
              <a:buSzTx/>
              <a:buFont typeface="Arial" panose="020B0604020202020204" pitchFamily="34" charset="0"/>
              <a:buNone/>
              <a:tabLst/>
              <a:defRPr lang="ru-RU" sz="1000" kern="1200" dirty="0" smtClean="0">
                <a:solidFill>
                  <a:srgbClr val="000000">
                    <a:alpha val="100000"/>
                  </a:srgbClr>
                </a:solidFill>
                <a:latin typeface="+mn-lt"/>
                <a:ea typeface="Stapel" pitchFamily="34" charset="-122"/>
                <a:cs typeface="Stapel" panose="020B0504020202020204" pitchFamily="34" charset="-52"/>
              </a:defRPr>
            </a:lvl1pPr>
          </a:lstStyle>
          <a:p>
            <a:pPr marL="0" indent="0" algn="l">
              <a:lnSpc>
                <a:spcPts val="2200"/>
              </a:lnSpc>
              <a:buNone/>
            </a:pPr>
            <a:r>
              <a:rPr lang="ru-RU" sz="1000" dirty="0">
                <a:solidFill>
                  <a:srgbClr val="000000">
                    <a:alpha val="100000"/>
                  </a:srgbClr>
                </a:solidFill>
                <a:latin typeface="Stapel" panose="020B0504020202020204" pitchFamily="34" charset="-52"/>
                <a:ea typeface="Stapel" pitchFamily="34" charset="-122"/>
                <a:cs typeface="Stapel" pitchFamily="34" charset="-120"/>
              </a:rPr>
              <a:t>Тайминг: 5 дней</a:t>
            </a:r>
            <a:endParaRPr lang="en-US" sz="1000" dirty="0"/>
          </a:p>
        </p:txBody>
      </p:sp>
      <p:sp>
        <p:nvSpPr>
          <p:cNvPr id="202" name="Текст 43">
            <a:extLst>
              <a:ext uri="{FF2B5EF4-FFF2-40B4-BE49-F238E27FC236}">
                <a16:creationId xmlns:a16="http://schemas.microsoft.com/office/drawing/2014/main" id="{D642A84E-191E-A7F7-855A-B67BD9005F02}"/>
              </a:ext>
            </a:extLst>
          </p:cNvPr>
          <p:cNvSpPr>
            <a:spLocks noGrp="1"/>
          </p:cNvSpPr>
          <p:nvPr>
            <p:ph type="body" sz="quarter" idx="19" hasCustomPrompt="1"/>
          </p:nvPr>
        </p:nvSpPr>
        <p:spPr>
          <a:xfrm>
            <a:off x="610190" y="1588468"/>
            <a:ext cx="2382850" cy="243656"/>
          </a:xfrm>
        </p:spPr>
        <p:txBody>
          <a:bodyPr wrap="square">
            <a:spAutoFit/>
          </a:bodyPr>
          <a:lstStyle>
            <a:lvl1pPr marL="0" indent="0">
              <a:lnSpc>
                <a:spcPts val="1920"/>
              </a:lnSpc>
              <a:buNone/>
              <a:defRPr sz="1600">
                <a:solidFill>
                  <a:schemeClr val="tx1"/>
                </a:solidFill>
              </a:defRPr>
            </a:lvl1pPr>
          </a:lstStyle>
          <a:p>
            <a:pPr lvl="0"/>
            <a:r>
              <a:rPr lang="ru-RU" dirty="0">
                <a:effectLst/>
              </a:rPr>
              <a:t>Этап 1</a:t>
            </a:r>
            <a:endParaRPr lang="ru-RU" dirty="0"/>
          </a:p>
        </p:txBody>
      </p:sp>
      <p:sp>
        <p:nvSpPr>
          <p:cNvPr id="203" name="Текст 43">
            <a:extLst>
              <a:ext uri="{FF2B5EF4-FFF2-40B4-BE49-F238E27FC236}">
                <a16:creationId xmlns:a16="http://schemas.microsoft.com/office/drawing/2014/main" id="{FAD21EDB-26F2-C4D5-0002-1DE240989226}"/>
              </a:ext>
            </a:extLst>
          </p:cNvPr>
          <p:cNvSpPr>
            <a:spLocks noGrp="1"/>
          </p:cNvSpPr>
          <p:nvPr>
            <p:ph type="body" sz="quarter" idx="54" hasCustomPrompt="1"/>
          </p:nvPr>
        </p:nvSpPr>
        <p:spPr>
          <a:xfrm>
            <a:off x="559075" y="2152841"/>
            <a:ext cx="2433965" cy="730969"/>
          </a:xfrm>
        </p:spPr>
        <p:txBody>
          <a:bodyPr wrap="square">
            <a:spAutoFit/>
          </a:bodyPr>
          <a:lstStyle>
            <a:lvl1pPr marL="0" indent="0">
              <a:lnSpc>
                <a:spcPts val="1920"/>
              </a:lnSpc>
              <a:buNone/>
              <a:defRPr sz="1600"/>
            </a:lvl1pPr>
          </a:lstStyle>
          <a:p>
            <a:pPr lvl="0"/>
            <a:r>
              <a:rPr lang="ru-RU" dirty="0">
                <a:effectLst/>
              </a:rPr>
              <a:t>Наименование этапа </a:t>
            </a:r>
            <a:br>
              <a:rPr lang="ru-RU" dirty="0">
                <a:effectLst/>
              </a:rPr>
            </a:br>
            <a:r>
              <a:rPr lang="ru-RU" dirty="0">
                <a:effectLst/>
              </a:rPr>
              <a:t>в одну или несколько строк</a:t>
            </a:r>
            <a:endParaRPr lang="ru-RU" dirty="0"/>
          </a:p>
        </p:txBody>
      </p:sp>
      <p:sp>
        <p:nvSpPr>
          <p:cNvPr id="204" name="Текст 3">
            <a:extLst>
              <a:ext uri="{FF2B5EF4-FFF2-40B4-BE49-F238E27FC236}">
                <a16:creationId xmlns:a16="http://schemas.microsoft.com/office/drawing/2014/main" id="{93B9312E-2C42-61C9-3530-7FEF5E98F928}"/>
              </a:ext>
            </a:extLst>
          </p:cNvPr>
          <p:cNvSpPr>
            <a:spLocks noGrp="1"/>
          </p:cNvSpPr>
          <p:nvPr>
            <p:ph type="body" sz="quarter" idx="10" hasCustomPrompt="1"/>
          </p:nvPr>
        </p:nvSpPr>
        <p:spPr>
          <a:xfrm>
            <a:off x="559075" y="2975051"/>
            <a:ext cx="2433965" cy="153888"/>
          </a:xfrm>
        </p:spPr>
        <p:txBody>
          <a:bodyPr wrap="square">
            <a:spAutoFit/>
          </a:bodyPr>
          <a:lstStyle>
            <a:lvl1pPr marL="0" indent="0">
              <a:lnSpc>
                <a:spcPct val="100000"/>
              </a:lnSpc>
              <a:spcBef>
                <a:spcPts val="0"/>
              </a:spcBef>
              <a:spcAft>
                <a:spcPts val="0"/>
              </a:spcAft>
              <a:buNone/>
              <a:defRPr sz="1000">
                <a:solidFill>
                  <a:srgbClr val="8C8C8C"/>
                </a:solidFill>
                <a:latin typeface="+mn-lt"/>
              </a:defRPr>
            </a:lvl1pPr>
            <a:lvl2pPr>
              <a:lnSpc>
                <a:spcPct val="110000"/>
              </a:lnSpc>
              <a:defRPr sz="900">
                <a:solidFill>
                  <a:schemeClr val="tx1">
                    <a:alpha val="45000"/>
                  </a:schemeClr>
                </a:solidFill>
              </a:defRPr>
            </a:lvl2pPr>
            <a:lvl3pPr>
              <a:lnSpc>
                <a:spcPct val="110000"/>
              </a:lnSpc>
              <a:defRPr sz="900">
                <a:solidFill>
                  <a:schemeClr val="tx1">
                    <a:alpha val="45000"/>
                  </a:schemeClr>
                </a:solidFill>
              </a:defRPr>
            </a:lvl3pPr>
            <a:lvl4pPr>
              <a:lnSpc>
                <a:spcPct val="110000"/>
              </a:lnSpc>
              <a:defRPr sz="900">
                <a:solidFill>
                  <a:schemeClr val="tx1">
                    <a:alpha val="45000"/>
                  </a:schemeClr>
                </a:solidFill>
              </a:defRPr>
            </a:lvl4pPr>
            <a:lvl5pPr>
              <a:lnSpc>
                <a:spcPct val="110000"/>
              </a:lnSpc>
              <a:defRPr sz="900">
                <a:solidFill>
                  <a:schemeClr val="tx1">
                    <a:alpha val="45000"/>
                  </a:schemeClr>
                </a:solidFill>
              </a:defRPr>
            </a:lvl5pPr>
          </a:lstStyle>
          <a:p>
            <a:pPr lvl="0"/>
            <a:r>
              <a:rPr lang="ru-RU" dirty="0"/>
              <a:t>Вид работ</a:t>
            </a:r>
          </a:p>
        </p:txBody>
      </p:sp>
      <p:sp>
        <p:nvSpPr>
          <p:cNvPr id="206" name="Текст 43">
            <a:extLst>
              <a:ext uri="{FF2B5EF4-FFF2-40B4-BE49-F238E27FC236}">
                <a16:creationId xmlns:a16="http://schemas.microsoft.com/office/drawing/2014/main" id="{332EA1ED-BE2D-8223-7CCA-DD0AD0A17C89}"/>
              </a:ext>
            </a:extLst>
          </p:cNvPr>
          <p:cNvSpPr>
            <a:spLocks noGrp="1"/>
          </p:cNvSpPr>
          <p:nvPr>
            <p:ph type="body" sz="quarter" idx="58" hasCustomPrompt="1"/>
          </p:nvPr>
        </p:nvSpPr>
        <p:spPr>
          <a:xfrm>
            <a:off x="3510892" y="1588468"/>
            <a:ext cx="2382850" cy="243656"/>
          </a:xfrm>
        </p:spPr>
        <p:txBody>
          <a:bodyPr wrap="square">
            <a:spAutoFit/>
          </a:bodyPr>
          <a:lstStyle>
            <a:lvl1pPr marL="0" indent="0">
              <a:lnSpc>
                <a:spcPts val="1920"/>
              </a:lnSpc>
              <a:buNone/>
              <a:defRPr sz="1600">
                <a:solidFill>
                  <a:schemeClr val="tx1"/>
                </a:solidFill>
              </a:defRPr>
            </a:lvl1pPr>
          </a:lstStyle>
          <a:p>
            <a:pPr lvl="0"/>
            <a:r>
              <a:rPr lang="ru-RU" dirty="0">
                <a:effectLst/>
              </a:rPr>
              <a:t>Этап 2</a:t>
            </a:r>
            <a:endParaRPr lang="ru-RU" dirty="0"/>
          </a:p>
        </p:txBody>
      </p:sp>
      <p:sp>
        <p:nvSpPr>
          <p:cNvPr id="207" name="Текст 43">
            <a:extLst>
              <a:ext uri="{FF2B5EF4-FFF2-40B4-BE49-F238E27FC236}">
                <a16:creationId xmlns:a16="http://schemas.microsoft.com/office/drawing/2014/main" id="{976C07BA-6786-ABA8-83CD-347CF4690054}"/>
              </a:ext>
            </a:extLst>
          </p:cNvPr>
          <p:cNvSpPr>
            <a:spLocks noGrp="1"/>
          </p:cNvSpPr>
          <p:nvPr>
            <p:ph type="body" sz="quarter" idx="59" hasCustomPrompt="1"/>
          </p:nvPr>
        </p:nvSpPr>
        <p:spPr>
          <a:xfrm>
            <a:off x="3458602" y="2152841"/>
            <a:ext cx="2433965" cy="730969"/>
          </a:xfrm>
        </p:spPr>
        <p:txBody>
          <a:bodyPr wrap="square">
            <a:spAutoFit/>
          </a:bodyPr>
          <a:lstStyle>
            <a:lvl1pPr marL="0" indent="0">
              <a:lnSpc>
                <a:spcPts val="1920"/>
              </a:lnSpc>
              <a:buNone/>
              <a:defRPr sz="1600"/>
            </a:lvl1pPr>
          </a:lstStyle>
          <a:p>
            <a:pPr lvl="0"/>
            <a:r>
              <a:rPr lang="ru-RU" dirty="0">
                <a:effectLst/>
              </a:rPr>
              <a:t>Наименование этапа </a:t>
            </a:r>
            <a:br>
              <a:rPr lang="ru-RU" dirty="0">
                <a:effectLst/>
              </a:rPr>
            </a:br>
            <a:r>
              <a:rPr lang="ru-RU" dirty="0">
                <a:effectLst/>
              </a:rPr>
              <a:t>в одну или несколько строк</a:t>
            </a:r>
            <a:endParaRPr lang="ru-RU" dirty="0"/>
          </a:p>
        </p:txBody>
      </p:sp>
      <p:sp>
        <p:nvSpPr>
          <p:cNvPr id="208" name="Текст 3">
            <a:extLst>
              <a:ext uri="{FF2B5EF4-FFF2-40B4-BE49-F238E27FC236}">
                <a16:creationId xmlns:a16="http://schemas.microsoft.com/office/drawing/2014/main" id="{44888172-E491-6668-A019-3ED40B142B95}"/>
              </a:ext>
            </a:extLst>
          </p:cNvPr>
          <p:cNvSpPr>
            <a:spLocks noGrp="1"/>
          </p:cNvSpPr>
          <p:nvPr>
            <p:ph type="body" sz="quarter" idx="60" hasCustomPrompt="1"/>
          </p:nvPr>
        </p:nvSpPr>
        <p:spPr>
          <a:xfrm>
            <a:off x="3458602" y="2975051"/>
            <a:ext cx="2433965" cy="153888"/>
          </a:xfrm>
        </p:spPr>
        <p:txBody>
          <a:bodyPr wrap="square">
            <a:spAutoFit/>
          </a:bodyPr>
          <a:lstStyle>
            <a:lvl1pPr marL="0" indent="0">
              <a:lnSpc>
                <a:spcPct val="100000"/>
              </a:lnSpc>
              <a:spcBef>
                <a:spcPts val="0"/>
              </a:spcBef>
              <a:spcAft>
                <a:spcPts val="0"/>
              </a:spcAft>
              <a:buNone/>
              <a:defRPr sz="1000">
                <a:solidFill>
                  <a:srgbClr val="8C8C8C"/>
                </a:solidFill>
                <a:latin typeface="+mn-lt"/>
              </a:defRPr>
            </a:lvl1pPr>
            <a:lvl2pPr>
              <a:lnSpc>
                <a:spcPct val="110000"/>
              </a:lnSpc>
              <a:defRPr sz="900">
                <a:solidFill>
                  <a:schemeClr val="tx1">
                    <a:alpha val="45000"/>
                  </a:schemeClr>
                </a:solidFill>
              </a:defRPr>
            </a:lvl2pPr>
            <a:lvl3pPr>
              <a:lnSpc>
                <a:spcPct val="110000"/>
              </a:lnSpc>
              <a:defRPr sz="900">
                <a:solidFill>
                  <a:schemeClr val="tx1">
                    <a:alpha val="45000"/>
                  </a:schemeClr>
                </a:solidFill>
              </a:defRPr>
            </a:lvl3pPr>
            <a:lvl4pPr>
              <a:lnSpc>
                <a:spcPct val="110000"/>
              </a:lnSpc>
              <a:defRPr sz="900">
                <a:solidFill>
                  <a:schemeClr val="tx1">
                    <a:alpha val="45000"/>
                  </a:schemeClr>
                </a:solidFill>
              </a:defRPr>
            </a:lvl4pPr>
            <a:lvl5pPr>
              <a:lnSpc>
                <a:spcPct val="110000"/>
              </a:lnSpc>
              <a:defRPr sz="900">
                <a:solidFill>
                  <a:schemeClr val="tx1">
                    <a:alpha val="45000"/>
                  </a:schemeClr>
                </a:solidFill>
              </a:defRPr>
            </a:lvl5pPr>
          </a:lstStyle>
          <a:p>
            <a:pPr lvl="0"/>
            <a:r>
              <a:rPr lang="ru-RU" dirty="0"/>
              <a:t>Вид работ</a:t>
            </a:r>
          </a:p>
        </p:txBody>
      </p:sp>
      <p:sp>
        <p:nvSpPr>
          <p:cNvPr id="210" name="Текст 43">
            <a:extLst>
              <a:ext uri="{FF2B5EF4-FFF2-40B4-BE49-F238E27FC236}">
                <a16:creationId xmlns:a16="http://schemas.microsoft.com/office/drawing/2014/main" id="{38C24E05-6231-ADAA-136F-8CD796931C14}"/>
              </a:ext>
            </a:extLst>
          </p:cNvPr>
          <p:cNvSpPr>
            <a:spLocks noGrp="1"/>
          </p:cNvSpPr>
          <p:nvPr>
            <p:ph type="body" sz="quarter" idx="65" hasCustomPrompt="1"/>
          </p:nvPr>
        </p:nvSpPr>
        <p:spPr>
          <a:xfrm>
            <a:off x="6396672" y="1588468"/>
            <a:ext cx="2382850" cy="243656"/>
          </a:xfrm>
        </p:spPr>
        <p:txBody>
          <a:bodyPr wrap="square">
            <a:spAutoFit/>
          </a:bodyPr>
          <a:lstStyle>
            <a:lvl1pPr marL="0" indent="0">
              <a:lnSpc>
                <a:spcPts val="1920"/>
              </a:lnSpc>
              <a:buNone/>
              <a:defRPr sz="1600">
                <a:solidFill>
                  <a:schemeClr val="tx1"/>
                </a:solidFill>
              </a:defRPr>
            </a:lvl1pPr>
          </a:lstStyle>
          <a:p>
            <a:pPr lvl="0"/>
            <a:r>
              <a:rPr lang="ru-RU" dirty="0">
                <a:effectLst/>
              </a:rPr>
              <a:t>Этап 3</a:t>
            </a:r>
            <a:endParaRPr lang="ru-RU" dirty="0"/>
          </a:p>
        </p:txBody>
      </p:sp>
      <p:sp>
        <p:nvSpPr>
          <p:cNvPr id="211" name="Текст 43">
            <a:extLst>
              <a:ext uri="{FF2B5EF4-FFF2-40B4-BE49-F238E27FC236}">
                <a16:creationId xmlns:a16="http://schemas.microsoft.com/office/drawing/2014/main" id="{988726B4-7814-1E86-3457-85DBD6622F99}"/>
              </a:ext>
            </a:extLst>
          </p:cNvPr>
          <p:cNvSpPr>
            <a:spLocks noGrp="1"/>
          </p:cNvSpPr>
          <p:nvPr>
            <p:ph type="body" sz="quarter" idx="66" hasCustomPrompt="1"/>
          </p:nvPr>
        </p:nvSpPr>
        <p:spPr>
          <a:xfrm>
            <a:off x="6345557" y="2152841"/>
            <a:ext cx="2433965" cy="730969"/>
          </a:xfrm>
        </p:spPr>
        <p:txBody>
          <a:bodyPr wrap="square">
            <a:spAutoFit/>
          </a:bodyPr>
          <a:lstStyle>
            <a:lvl1pPr marL="0" indent="0">
              <a:lnSpc>
                <a:spcPts val="1920"/>
              </a:lnSpc>
              <a:buNone/>
              <a:defRPr sz="1600"/>
            </a:lvl1pPr>
          </a:lstStyle>
          <a:p>
            <a:pPr lvl="0"/>
            <a:r>
              <a:rPr lang="ru-RU" dirty="0">
                <a:effectLst/>
              </a:rPr>
              <a:t>Наименование этапа </a:t>
            </a:r>
            <a:br>
              <a:rPr lang="ru-RU" dirty="0">
                <a:effectLst/>
              </a:rPr>
            </a:br>
            <a:r>
              <a:rPr lang="ru-RU" dirty="0">
                <a:effectLst/>
              </a:rPr>
              <a:t>в одну или несколько строк</a:t>
            </a:r>
            <a:endParaRPr lang="ru-RU" dirty="0"/>
          </a:p>
        </p:txBody>
      </p:sp>
      <p:sp>
        <p:nvSpPr>
          <p:cNvPr id="212" name="Текст 3">
            <a:extLst>
              <a:ext uri="{FF2B5EF4-FFF2-40B4-BE49-F238E27FC236}">
                <a16:creationId xmlns:a16="http://schemas.microsoft.com/office/drawing/2014/main" id="{518B233A-2A36-D54F-0426-58D6683E0629}"/>
              </a:ext>
            </a:extLst>
          </p:cNvPr>
          <p:cNvSpPr>
            <a:spLocks noGrp="1"/>
          </p:cNvSpPr>
          <p:nvPr>
            <p:ph type="body" sz="quarter" idx="67" hasCustomPrompt="1"/>
          </p:nvPr>
        </p:nvSpPr>
        <p:spPr>
          <a:xfrm>
            <a:off x="6354700" y="2975051"/>
            <a:ext cx="2433965" cy="153888"/>
          </a:xfrm>
        </p:spPr>
        <p:txBody>
          <a:bodyPr wrap="square">
            <a:spAutoFit/>
          </a:bodyPr>
          <a:lstStyle>
            <a:lvl1pPr marL="0" indent="0">
              <a:lnSpc>
                <a:spcPct val="100000"/>
              </a:lnSpc>
              <a:spcBef>
                <a:spcPts val="0"/>
              </a:spcBef>
              <a:spcAft>
                <a:spcPts val="0"/>
              </a:spcAft>
              <a:buNone/>
              <a:defRPr sz="1000">
                <a:solidFill>
                  <a:srgbClr val="8C8C8C"/>
                </a:solidFill>
                <a:latin typeface="+mn-lt"/>
              </a:defRPr>
            </a:lvl1pPr>
            <a:lvl2pPr>
              <a:lnSpc>
                <a:spcPct val="110000"/>
              </a:lnSpc>
              <a:defRPr sz="900">
                <a:solidFill>
                  <a:schemeClr val="tx1">
                    <a:alpha val="45000"/>
                  </a:schemeClr>
                </a:solidFill>
              </a:defRPr>
            </a:lvl2pPr>
            <a:lvl3pPr>
              <a:lnSpc>
                <a:spcPct val="110000"/>
              </a:lnSpc>
              <a:defRPr sz="900">
                <a:solidFill>
                  <a:schemeClr val="tx1">
                    <a:alpha val="45000"/>
                  </a:schemeClr>
                </a:solidFill>
              </a:defRPr>
            </a:lvl3pPr>
            <a:lvl4pPr>
              <a:lnSpc>
                <a:spcPct val="110000"/>
              </a:lnSpc>
              <a:defRPr sz="900">
                <a:solidFill>
                  <a:schemeClr val="tx1">
                    <a:alpha val="45000"/>
                  </a:schemeClr>
                </a:solidFill>
              </a:defRPr>
            </a:lvl4pPr>
            <a:lvl5pPr>
              <a:lnSpc>
                <a:spcPct val="110000"/>
              </a:lnSpc>
              <a:defRPr sz="900">
                <a:solidFill>
                  <a:schemeClr val="tx1">
                    <a:alpha val="45000"/>
                  </a:schemeClr>
                </a:solidFill>
              </a:defRPr>
            </a:lvl5pPr>
          </a:lstStyle>
          <a:p>
            <a:pPr lvl="0"/>
            <a:r>
              <a:rPr lang="ru-RU" dirty="0"/>
              <a:t>Вид работ</a:t>
            </a:r>
          </a:p>
        </p:txBody>
      </p:sp>
      <p:sp>
        <p:nvSpPr>
          <p:cNvPr id="214" name="Текст 43">
            <a:extLst>
              <a:ext uri="{FF2B5EF4-FFF2-40B4-BE49-F238E27FC236}">
                <a16:creationId xmlns:a16="http://schemas.microsoft.com/office/drawing/2014/main" id="{04301E1E-CA39-574F-2A16-35ED2873EB7A}"/>
              </a:ext>
            </a:extLst>
          </p:cNvPr>
          <p:cNvSpPr>
            <a:spLocks noGrp="1"/>
          </p:cNvSpPr>
          <p:nvPr>
            <p:ph type="body" sz="quarter" idx="72" hasCustomPrompt="1"/>
          </p:nvPr>
        </p:nvSpPr>
        <p:spPr>
          <a:xfrm>
            <a:off x="9297638" y="1588468"/>
            <a:ext cx="2382850" cy="243656"/>
          </a:xfrm>
        </p:spPr>
        <p:txBody>
          <a:bodyPr wrap="square">
            <a:spAutoFit/>
          </a:bodyPr>
          <a:lstStyle>
            <a:lvl1pPr marL="0" indent="0">
              <a:lnSpc>
                <a:spcPts val="1920"/>
              </a:lnSpc>
              <a:buNone/>
              <a:defRPr sz="1600">
                <a:solidFill>
                  <a:schemeClr val="tx1"/>
                </a:solidFill>
              </a:defRPr>
            </a:lvl1pPr>
          </a:lstStyle>
          <a:p>
            <a:pPr lvl="0"/>
            <a:r>
              <a:rPr lang="ru-RU" dirty="0">
                <a:effectLst/>
              </a:rPr>
              <a:t>Этап 4</a:t>
            </a:r>
            <a:endParaRPr lang="ru-RU" dirty="0"/>
          </a:p>
        </p:txBody>
      </p:sp>
      <p:sp>
        <p:nvSpPr>
          <p:cNvPr id="215" name="Текст 43">
            <a:extLst>
              <a:ext uri="{FF2B5EF4-FFF2-40B4-BE49-F238E27FC236}">
                <a16:creationId xmlns:a16="http://schemas.microsoft.com/office/drawing/2014/main" id="{090A4428-6B08-7E21-2249-A404A22A95EF}"/>
              </a:ext>
            </a:extLst>
          </p:cNvPr>
          <p:cNvSpPr>
            <a:spLocks noGrp="1"/>
          </p:cNvSpPr>
          <p:nvPr>
            <p:ph type="body" sz="quarter" idx="73" hasCustomPrompt="1"/>
          </p:nvPr>
        </p:nvSpPr>
        <p:spPr>
          <a:xfrm>
            <a:off x="9246523" y="2152841"/>
            <a:ext cx="2433965" cy="730969"/>
          </a:xfrm>
        </p:spPr>
        <p:txBody>
          <a:bodyPr wrap="square">
            <a:spAutoFit/>
          </a:bodyPr>
          <a:lstStyle>
            <a:lvl1pPr marL="0" indent="0">
              <a:lnSpc>
                <a:spcPts val="1920"/>
              </a:lnSpc>
              <a:buNone/>
              <a:defRPr sz="1600"/>
            </a:lvl1pPr>
          </a:lstStyle>
          <a:p>
            <a:pPr lvl="0"/>
            <a:r>
              <a:rPr lang="ru-RU" dirty="0">
                <a:effectLst/>
              </a:rPr>
              <a:t>Наименование этапа </a:t>
            </a:r>
            <a:br>
              <a:rPr lang="ru-RU" dirty="0">
                <a:effectLst/>
              </a:rPr>
            </a:br>
            <a:r>
              <a:rPr lang="ru-RU" dirty="0">
                <a:effectLst/>
              </a:rPr>
              <a:t>в одну или несколько строк</a:t>
            </a:r>
            <a:endParaRPr lang="ru-RU" dirty="0"/>
          </a:p>
        </p:txBody>
      </p:sp>
      <p:sp>
        <p:nvSpPr>
          <p:cNvPr id="216" name="Текст 3">
            <a:extLst>
              <a:ext uri="{FF2B5EF4-FFF2-40B4-BE49-F238E27FC236}">
                <a16:creationId xmlns:a16="http://schemas.microsoft.com/office/drawing/2014/main" id="{13AD42A6-1F7B-8ED3-8813-B2E22B43377F}"/>
              </a:ext>
            </a:extLst>
          </p:cNvPr>
          <p:cNvSpPr>
            <a:spLocks noGrp="1"/>
          </p:cNvSpPr>
          <p:nvPr>
            <p:ph type="body" sz="quarter" idx="74" hasCustomPrompt="1"/>
          </p:nvPr>
        </p:nvSpPr>
        <p:spPr>
          <a:xfrm>
            <a:off x="9246523" y="2975051"/>
            <a:ext cx="2433965" cy="153888"/>
          </a:xfrm>
        </p:spPr>
        <p:txBody>
          <a:bodyPr wrap="square">
            <a:spAutoFit/>
          </a:bodyPr>
          <a:lstStyle>
            <a:lvl1pPr marL="0" indent="0">
              <a:lnSpc>
                <a:spcPct val="100000"/>
              </a:lnSpc>
              <a:spcBef>
                <a:spcPts val="0"/>
              </a:spcBef>
              <a:spcAft>
                <a:spcPts val="0"/>
              </a:spcAft>
              <a:buNone/>
              <a:defRPr sz="1000">
                <a:solidFill>
                  <a:srgbClr val="8C8C8C"/>
                </a:solidFill>
                <a:latin typeface="+mn-lt"/>
              </a:defRPr>
            </a:lvl1pPr>
            <a:lvl2pPr>
              <a:lnSpc>
                <a:spcPct val="110000"/>
              </a:lnSpc>
              <a:defRPr sz="900">
                <a:solidFill>
                  <a:schemeClr val="tx1">
                    <a:alpha val="45000"/>
                  </a:schemeClr>
                </a:solidFill>
              </a:defRPr>
            </a:lvl2pPr>
            <a:lvl3pPr>
              <a:lnSpc>
                <a:spcPct val="110000"/>
              </a:lnSpc>
              <a:defRPr sz="900">
                <a:solidFill>
                  <a:schemeClr val="tx1">
                    <a:alpha val="45000"/>
                  </a:schemeClr>
                </a:solidFill>
              </a:defRPr>
            </a:lvl3pPr>
            <a:lvl4pPr>
              <a:lnSpc>
                <a:spcPct val="110000"/>
              </a:lnSpc>
              <a:defRPr sz="900">
                <a:solidFill>
                  <a:schemeClr val="tx1">
                    <a:alpha val="45000"/>
                  </a:schemeClr>
                </a:solidFill>
              </a:defRPr>
            </a:lvl4pPr>
            <a:lvl5pPr>
              <a:lnSpc>
                <a:spcPct val="110000"/>
              </a:lnSpc>
              <a:defRPr sz="900">
                <a:solidFill>
                  <a:schemeClr val="tx1">
                    <a:alpha val="45000"/>
                  </a:schemeClr>
                </a:solidFill>
              </a:defRPr>
            </a:lvl5pPr>
          </a:lstStyle>
          <a:p>
            <a:pPr lvl="0"/>
            <a:r>
              <a:rPr lang="ru-RU" dirty="0"/>
              <a:t>Вид работ</a:t>
            </a:r>
          </a:p>
        </p:txBody>
      </p:sp>
      <p:sp>
        <p:nvSpPr>
          <p:cNvPr id="20" name="Номер слайда 5">
            <a:extLst>
              <a:ext uri="{FF2B5EF4-FFF2-40B4-BE49-F238E27FC236}">
                <a16:creationId xmlns:a16="http://schemas.microsoft.com/office/drawing/2014/main" id="{3D028711-AB24-A298-4114-C934801451FA}"/>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21" name="Заголовок 1">
            <a:extLst>
              <a:ext uri="{FF2B5EF4-FFF2-40B4-BE49-F238E27FC236}">
                <a16:creationId xmlns:a16="http://schemas.microsoft.com/office/drawing/2014/main" id="{4A86CCCA-AEF8-66C4-F0AD-F496DEFF3FEA}"/>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atin typeface="+mj-lt"/>
              </a:defRPr>
            </a:lvl1pPr>
          </a:lstStyle>
          <a:p>
            <a:r>
              <a:rPr lang="ru-RU" dirty="0">
                <a:effectLst/>
              </a:rPr>
              <a:t>Заголовок слайда</a:t>
            </a:r>
            <a:endParaRPr lang="ru-RU" dirty="0"/>
          </a:p>
        </p:txBody>
      </p:sp>
      <p:sp>
        <p:nvSpPr>
          <p:cNvPr id="24" name="Текст 61">
            <a:extLst>
              <a:ext uri="{FF2B5EF4-FFF2-40B4-BE49-F238E27FC236}">
                <a16:creationId xmlns:a16="http://schemas.microsoft.com/office/drawing/2014/main" id="{4F38CC52-6A9E-5907-489B-E201BA9171A0}"/>
              </a:ext>
            </a:extLst>
          </p:cNvPr>
          <p:cNvSpPr>
            <a:spLocks noGrp="1"/>
          </p:cNvSpPr>
          <p:nvPr>
            <p:ph type="body" sz="quarter" idx="47" hasCustomPrompt="1"/>
          </p:nvPr>
        </p:nvSpPr>
        <p:spPr>
          <a:xfrm>
            <a:off x="559075" y="3224557"/>
            <a:ext cx="2433965"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a:t>
            </a:r>
            <a:endParaRPr lang="ru-RU" dirty="0"/>
          </a:p>
        </p:txBody>
      </p:sp>
      <p:sp>
        <p:nvSpPr>
          <p:cNvPr id="25" name="Текст 61">
            <a:extLst>
              <a:ext uri="{FF2B5EF4-FFF2-40B4-BE49-F238E27FC236}">
                <a16:creationId xmlns:a16="http://schemas.microsoft.com/office/drawing/2014/main" id="{3873DC61-3695-6329-D0FF-225CD7091CC3}"/>
              </a:ext>
            </a:extLst>
          </p:cNvPr>
          <p:cNvSpPr>
            <a:spLocks noGrp="1"/>
          </p:cNvSpPr>
          <p:nvPr>
            <p:ph type="body" sz="quarter" idx="79" hasCustomPrompt="1"/>
          </p:nvPr>
        </p:nvSpPr>
        <p:spPr>
          <a:xfrm>
            <a:off x="3453686" y="3224557"/>
            <a:ext cx="2433965"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a:t>
            </a:r>
            <a:endParaRPr lang="ru-RU" dirty="0"/>
          </a:p>
        </p:txBody>
      </p:sp>
      <p:sp>
        <p:nvSpPr>
          <p:cNvPr id="29" name="Текст 61">
            <a:extLst>
              <a:ext uri="{FF2B5EF4-FFF2-40B4-BE49-F238E27FC236}">
                <a16:creationId xmlns:a16="http://schemas.microsoft.com/office/drawing/2014/main" id="{33B898B3-880B-A8E3-E1CE-D284D658AFB2}"/>
              </a:ext>
            </a:extLst>
          </p:cNvPr>
          <p:cNvSpPr>
            <a:spLocks noGrp="1"/>
          </p:cNvSpPr>
          <p:nvPr>
            <p:ph type="body" sz="quarter" idx="80" hasCustomPrompt="1"/>
          </p:nvPr>
        </p:nvSpPr>
        <p:spPr>
          <a:xfrm>
            <a:off x="6354700" y="3224557"/>
            <a:ext cx="2433965"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a:t>
            </a:r>
            <a:endParaRPr lang="ru-RU" dirty="0"/>
          </a:p>
        </p:txBody>
      </p:sp>
      <p:sp>
        <p:nvSpPr>
          <p:cNvPr id="31" name="Текст 61">
            <a:extLst>
              <a:ext uri="{FF2B5EF4-FFF2-40B4-BE49-F238E27FC236}">
                <a16:creationId xmlns:a16="http://schemas.microsoft.com/office/drawing/2014/main" id="{DD5011C4-41B1-1DE0-97A3-77186352A709}"/>
              </a:ext>
            </a:extLst>
          </p:cNvPr>
          <p:cNvSpPr>
            <a:spLocks noGrp="1"/>
          </p:cNvSpPr>
          <p:nvPr>
            <p:ph type="body" sz="quarter" idx="81" hasCustomPrompt="1"/>
          </p:nvPr>
        </p:nvSpPr>
        <p:spPr>
          <a:xfrm>
            <a:off x="9249311" y="3224557"/>
            <a:ext cx="2433965" cy="769441"/>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a:t>
            </a:r>
            <a:endParaRPr lang="ru-RU" dirty="0"/>
          </a:p>
        </p:txBody>
      </p:sp>
      <p:sp>
        <p:nvSpPr>
          <p:cNvPr id="32" name="Текст 61">
            <a:extLst>
              <a:ext uri="{FF2B5EF4-FFF2-40B4-BE49-F238E27FC236}">
                <a16:creationId xmlns:a16="http://schemas.microsoft.com/office/drawing/2014/main" id="{494DCE08-BE91-9802-A430-127ED8F0763E}"/>
              </a:ext>
            </a:extLst>
          </p:cNvPr>
          <p:cNvSpPr>
            <a:spLocks noGrp="1"/>
          </p:cNvSpPr>
          <p:nvPr>
            <p:ph type="body" sz="quarter" idx="82" hasCustomPrompt="1"/>
          </p:nvPr>
        </p:nvSpPr>
        <p:spPr>
          <a:xfrm>
            <a:off x="559075" y="5286622"/>
            <a:ext cx="2433965" cy="107721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cum. Mel </a:t>
            </a:r>
            <a:r>
              <a:rPr lang="en-US" dirty="0" err="1">
                <a:effectLst/>
              </a:rPr>
              <a:t>dolores</a:t>
            </a:r>
            <a:r>
              <a:rPr lang="en-US" dirty="0">
                <a:effectLst/>
              </a:rPr>
              <a:t> </a:t>
            </a:r>
            <a:r>
              <a:rPr lang="en-US" dirty="0" err="1">
                <a:effectLst/>
              </a:rPr>
              <a:t>senserit</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sed in, </a:t>
            </a:r>
            <a:r>
              <a:rPr lang="en-US" dirty="0" err="1">
                <a:effectLst/>
              </a:rPr>
              <a:t>possit</a:t>
            </a:r>
            <a:r>
              <a:rPr lang="en-US" dirty="0">
                <a:effectLst/>
              </a:rPr>
              <a:t> aliquip delectus no.</a:t>
            </a:r>
            <a:endParaRPr lang="ru-RU" dirty="0"/>
          </a:p>
        </p:txBody>
      </p:sp>
      <p:sp>
        <p:nvSpPr>
          <p:cNvPr id="33" name="Текст 61">
            <a:extLst>
              <a:ext uri="{FF2B5EF4-FFF2-40B4-BE49-F238E27FC236}">
                <a16:creationId xmlns:a16="http://schemas.microsoft.com/office/drawing/2014/main" id="{3DD856BA-3C95-C387-580B-71FE769925A4}"/>
              </a:ext>
            </a:extLst>
          </p:cNvPr>
          <p:cNvSpPr>
            <a:spLocks noGrp="1"/>
          </p:cNvSpPr>
          <p:nvPr>
            <p:ph type="body" sz="quarter" idx="83" hasCustomPrompt="1"/>
          </p:nvPr>
        </p:nvSpPr>
        <p:spPr>
          <a:xfrm>
            <a:off x="3453686" y="5286622"/>
            <a:ext cx="2433965" cy="107721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cum. Mel </a:t>
            </a:r>
            <a:r>
              <a:rPr lang="en-US" dirty="0" err="1">
                <a:effectLst/>
              </a:rPr>
              <a:t>dolores</a:t>
            </a:r>
            <a:r>
              <a:rPr lang="en-US" dirty="0">
                <a:effectLst/>
              </a:rPr>
              <a:t> </a:t>
            </a:r>
            <a:r>
              <a:rPr lang="en-US" dirty="0" err="1">
                <a:effectLst/>
              </a:rPr>
              <a:t>senserit</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sed in, </a:t>
            </a:r>
            <a:r>
              <a:rPr lang="en-US" dirty="0" err="1">
                <a:effectLst/>
              </a:rPr>
              <a:t>possit</a:t>
            </a:r>
            <a:r>
              <a:rPr lang="en-US" dirty="0">
                <a:effectLst/>
              </a:rPr>
              <a:t> aliquip delectus no.</a:t>
            </a:r>
            <a:endParaRPr lang="ru-RU" dirty="0"/>
          </a:p>
        </p:txBody>
      </p:sp>
      <p:sp>
        <p:nvSpPr>
          <p:cNvPr id="34" name="Текст 61">
            <a:extLst>
              <a:ext uri="{FF2B5EF4-FFF2-40B4-BE49-F238E27FC236}">
                <a16:creationId xmlns:a16="http://schemas.microsoft.com/office/drawing/2014/main" id="{516F3A03-A556-5B78-E5DD-FF9CD3E0BCA9}"/>
              </a:ext>
            </a:extLst>
          </p:cNvPr>
          <p:cNvSpPr>
            <a:spLocks noGrp="1"/>
          </p:cNvSpPr>
          <p:nvPr>
            <p:ph type="body" sz="quarter" idx="84" hasCustomPrompt="1"/>
          </p:nvPr>
        </p:nvSpPr>
        <p:spPr>
          <a:xfrm>
            <a:off x="6354700" y="5286622"/>
            <a:ext cx="2433965" cy="107721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cum. Mel </a:t>
            </a:r>
            <a:r>
              <a:rPr lang="en-US" dirty="0" err="1">
                <a:effectLst/>
              </a:rPr>
              <a:t>dolores</a:t>
            </a:r>
            <a:r>
              <a:rPr lang="en-US" dirty="0">
                <a:effectLst/>
              </a:rPr>
              <a:t> </a:t>
            </a:r>
            <a:r>
              <a:rPr lang="en-US" dirty="0" err="1">
                <a:effectLst/>
              </a:rPr>
              <a:t>senserit</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sed in, </a:t>
            </a:r>
            <a:r>
              <a:rPr lang="en-US" dirty="0" err="1">
                <a:effectLst/>
              </a:rPr>
              <a:t>possit</a:t>
            </a:r>
            <a:r>
              <a:rPr lang="en-US" dirty="0">
                <a:effectLst/>
              </a:rPr>
              <a:t> aliquip delectus no.</a:t>
            </a:r>
            <a:endParaRPr lang="ru-RU" dirty="0"/>
          </a:p>
        </p:txBody>
      </p:sp>
      <p:sp>
        <p:nvSpPr>
          <p:cNvPr id="35" name="Текст 61">
            <a:extLst>
              <a:ext uri="{FF2B5EF4-FFF2-40B4-BE49-F238E27FC236}">
                <a16:creationId xmlns:a16="http://schemas.microsoft.com/office/drawing/2014/main" id="{492A5E83-B2C8-DF1C-9662-6FC76C9F0A6C}"/>
              </a:ext>
            </a:extLst>
          </p:cNvPr>
          <p:cNvSpPr>
            <a:spLocks noGrp="1"/>
          </p:cNvSpPr>
          <p:nvPr>
            <p:ph type="body" sz="quarter" idx="85" hasCustomPrompt="1"/>
          </p:nvPr>
        </p:nvSpPr>
        <p:spPr>
          <a:xfrm>
            <a:off x="9249311" y="5286622"/>
            <a:ext cx="2433965" cy="107721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cum. Mel </a:t>
            </a:r>
            <a:r>
              <a:rPr lang="en-US" dirty="0" err="1">
                <a:effectLst/>
              </a:rPr>
              <a:t>dolores</a:t>
            </a:r>
            <a:r>
              <a:rPr lang="en-US" dirty="0">
                <a:effectLst/>
              </a:rPr>
              <a:t> </a:t>
            </a:r>
            <a:r>
              <a:rPr lang="en-US" dirty="0" err="1">
                <a:effectLst/>
              </a:rPr>
              <a:t>senserit</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sed in, </a:t>
            </a:r>
            <a:r>
              <a:rPr lang="en-US" dirty="0" err="1">
                <a:effectLst/>
              </a:rPr>
              <a:t>possit</a:t>
            </a:r>
            <a:r>
              <a:rPr lang="en-US" dirty="0">
                <a:effectLst/>
              </a:rPr>
              <a:t> aliquip delectus no.</a:t>
            </a:r>
            <a:endParaRPr lang="ru-RU" dirty="0"/>
          </a:p>
        </p:txBody>
      </p:sp>
      <p:pic>
        <p:nvPicPr>
          <p:cNvPr id="5" name="Рисунок 4">
            <a:extLst>
              <a:ext uri="{FF2B5EF4-FFF2-40B4-BE49-F238E27FC236}">
                <a16:creationId xmlns:a16="http://schemas.microsoft.com/office/drawing/2014/main" id="{3B1270F2-1FF5-5A56-342E-2E7C48A7956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930A0B52-A240-2C2E-380A-0C3BAEDF5C5D}"/>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2805522481"/>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Резюме">
    <p:bg>
      <p:bgPr>
        <a:solidFill>
          <a:schemeClr val="bg1"/>
        </a:solidFill>
        <a:effectLst/>
      </p:bgPr>
    </p:bg>
    <p:spTree>
      <p:nvGrpSpPr>
        <p:cNvPr id="1" name=""/>
        <p:cNvGrpSpPr/>
        <p:nvPr/>
      </p:nvGrpSpPr>
      <p:grpSpPr>
        <a:xfrm>
          <a:off x="0" y="0"/>
          <a:ext cx="0" cy="0"/>
          <a:chOff x="0" y="0"/>
          <a:chExt cx="0" cy="0"/>
        </a:xfrm>
      </p:grpSpPr>
      <p:sp>
        <p:nvSpPr>
          <p:cNvPr id="14" name="Text 6">
            <a:extLst>
              <a:ext uri="{FF2B5EF4-FFF2-40B4-BE49-F238E27FC236}">
                <a16:creationId xmlns:a16="http://schemas.microsoft.com/office/drawing/2014/main" id="{232BEEBF-E5FA-271B-840F-6B8FF110A5A9}"/>
              </a:ext>
            </a:extLst>
          </p:cNvPr>
          <p:cNvSpPr/>
          <p:nvPr userDrawn="1"/>
        </p:nvSpPr>
        <p:spPr>
          <a:xfrm>
            <a:off x="495298" y="1397000"/>
            <a:ext cx="582080" cy="182034"/>
          </a:xfrm>
          <a:prstGeom prst="rect">
            <a:avLst/>
          </a:prstGeom>
          <a:noFill/>
          <a:ln/>
        </p:spPr>
        <p:txBody>
          <a:bodyPr wrap="square" lIns="0" tIns="0" rIns="0" bIns="0" rtlCol="0" anchor="t"/>
          <a:lstStyle/>
          <a:p>
            <a:pPr marL="0" indent="0" algn="l">
              <a:lnSpc>
                <a:spcPts val="1100"/>
              </a:lnSpc>
              <a:buNone/>
            </a:pPr>
            <a:r>
              <a:rPr lang="en-US" sz="1000" dirty="0">
                <a:solidFill>
                  <a:srgbClr val="000000">
                    <a:alpha val="100000"/>
                  </a:srgbClr>
                </a:solidFill>
                <a:latin typeface="+mn-lt"/>
                <a:ea typeface="Stapel" pitchFamily="34" charset="-122"/>
                <a:cs typeface="Stapel" pitchFamily="34" charset="-120"/>
              </a:rPr>
              <a:t>Команда</a:t>
            </a:r>
            <a:endParaRPr lang="en-US" sz="1000" dirty="0">
              <a:latin typeface="+mn-lt"/>
            </a:endParaRPr>
          </a:p>
        </p:txBody>
      </p:sp>
      <p:sp>
        <p:nvSpPr>
          <p:cNvPr id="15" name="Text 7">
            <a:extLst>
              <a:ext uri="{FF2B5EF4-FFF2-40B4-BE49-F238E27FC236}">
                <a16:creationId xmlns:a16="http://schemas.microsoft.com/office/drawing/2014/main" id="{2E0DB271-1898-D45A-6A36-F4DE2026F965}"/>
              </a:ext>
            </a:extLst>
          </p:cNvPr>
          <p:cNvSpPr/>
          <p:nvPr userDrawn="1"/>
        </p:nvSpPr>
        <p:spPr>
          <a:xfrm>
            <a:off x="4216378" y="1397000"/>
            <a:ext cx="880529" cy="182034"/>
          </a:xfrm>
          <a:prstGeom prst="rect">
            <a:avLst/>
          </a:prstGeom>
          <a:noFill/>
          <a:ln/>
        </p:spPr>
        <p:txBody>
          <a:bodyPr wrap="square" lIns="0" tIns="0" rIns="0" bIns="0" rtlCol="0" anchor="t"/>
          <a:lstStyle/>
          <a:p>
            <a:pPr marL="0" indent="0" algn="l">
              <a:lnSpc>
                <a:spcPts val="1100"/>
              </a:lnSpc>
              <a:buNone/>
            </a:pPr>
            <a:r>
              <a:rPr lang="en-US" sz="1000" dirty="0">
                <a:solidFill>
                  <a:srgbClr val="000000">
                    <a:alpha val="100000"/>
                  </a:srgbClr>
                </a:solidFill>
                <a:latin typeface="+mn-lt"/>
                <a:ea typeface="Stapel" pitchFamily="34" charset="-122"/>
                <a:cs typeface="Stapel" pitchFamily="34" charset="-120"/>
              </a:rPr>
              <a:t>Образование</a:t>
            </a:r>
            <a:endParaRPr lang="en-US" sz="1000" dirty="0">
              <a:latin typeface="+mn-lt"/>
            </a:endParaRPr>
          </a:p>
        </p:txBody>
      </p:sp>
      <p:sp>
        <p:nvSpPr>
          <p:cNvPr id="16" name="Text 8">
            <a:extLst>
              <a:ext uri="{FF2B5EF4-FFF2-40B4-BE49-F238E27FC236}">
                <a16:creationId xmlns:a16="http://schemas.microsoft.com/office/drawing/2014/main" id="{02194E94-27C2-E351-C1D0-1D0D93F0C371}"/>
              </a:ext>
            </a:extLst>
          </p:cNvPr>
          <p:cNvSpPr/>
          <p:nvPr userDrawn="1"/>
        </p:nvSpPr>
        <p:spPr>
          <a:xfrm>
            <a:off x="8077158" y="1397000"/>
            <a:ext cx="1871123" cy="182034"/>
          </a:xfrm>
          <a:prstGeom prst="rect">
            <a:avLst/>
          </a:prstGeom>
          <a:noFill/>
          <a:ln/>
        </p:spPr>
        <p:txBody>
          <a:bodyPr wrap="square" lIns="0" tIns="0" rIns="0" bIns="0" rtlCol="0" anchor="t"/>
          <a:lstStyle/>
          <a:p>
            <a:pPr marL="0" indent="0" algn="l">
              <a:lnSpc>
                <a:spcPts val="1100"/>
              </a:lnSpc>
              <a:buNone/>
            </a:pPr>
            <a:r>
              <a:rPr lang="en-US" sz="1000" dirty="0">
                <a:solidFill>
                  <a:srgbClr val="000000">
                    <a:alpha val="100000"/>
                  </a:srgbClr>
                </a:solidFill>
                <a:latin typeface="+mn-lt"/>
                <a:ea typeface="Stapel" pitchFamily="34" charset="-122"/>
                <a:cs typeface="Stapel" pitchFamily="34" charset="-120"/>
              </a:rPr>
              <a:t>Релевантный проектный опыт</a:t>
            </a:r>
            <a:endParaRPr lang="en-US" sz="1000" dirty="0">
              <a:latin typeface="+mn-lt"/>
            </a:endParaRPr>
          </a:p>
        </p:txBody>
      </p:sp>
      <p:sp>
        <p:nvSpPr>
          <p:cNvPr id="169" name="Рисунок 3">
            <a:extLst>
              <a:ext uri="{FF2B5EF4-FFF2-40B4-BE49-F238E27FC236}">
                <a16:creationId xmlns:a16="http://schemas.microsoft.com/office/drawing/2014/main" id="{056DD5DE-72C7-9F38-D051-95ECE5B46E61}"/>
              </a:ext>
            </a:extLst>
          </p:cNvPr>
          <p:cNvSpPr>
            <a:spLocks noGrp="1"/>
          </p:cNvSpPr>
          <p:nvPr>
            <p:ph type="pic" sz="quarter" idx="11"/>
          </p:nvPr>
        </p:nvSpPr>
        <p:spPr>
          <a:xfrm>
            <a:off x="495298" y="1778000"/>
            <a:ext cx="939795" cy="939800"/>
          </a:xfrm>
        </p:spPr>
        <p:txBody>
          <a:bodyPr>
            <a:normAutofit/>
          </a:bodyPr>
          <a:lstStyle>
            <a:lvl1pPr marL="0" indent="0">
              <a:buNone/>
              <a:defRPr sz="800"/>
            </a:lvl1pPr>
          </a:lstStyle>
          <a:p>
            <a:r>
              <a:rPr lang="ru-RU"/>
              <a:t>Вставка рисунка</a:t>
            </a:r>
            <a:endParaRPr lang="ru-RU" dirty="0"/>
          </a:p>
        </p:txBody>
      </p:sp>
      <p:sp>
        <p:nvSpPr>
          <p:cNvPr id="170" name="Текст 12">
            <a:extLst>
              <a:ext uri="{FF2B5EF4-FFF2-40B4-BE49-F238E27FC236}">
                <a16:creationId xmlns:a16="http://schemas.microsoft.com/office/drawing/2014/main" id="{9B1BE3CB-5217-14FE-D5A7-E783629E76AE}"/>
              </a:ext>
            </a:extLst>
          </p:cNvPr>
          <p:cNvSpPr>
            <a:spLocks noGrp="1"/>
          </p:cNvSpPr>
          <p:nvPr>
            <p:ph type="body" sz="quarter" idx="57" hasCustomPrompt="1"/>
          </p:nvPr>
        </p:nvSpPr>
        <p:spPr>
          <a:xfrm>
            <a:off x="1542240" y="1755141"/>
            <a:ext cx="1908700" cy="229102"/>
          </a:xfrm>
        </p:spPr>
        <p:txBody>
          <a:bodyPr vert="horz" wrap="square" lIns="0" tIns="0" rIns="0" bIns="0" rtlCol="0">
            <a:spAutoFit/>
          </a:bodyPr>
          <a:lstStyle>
            <a:lvl1pPr>
              <a:lnSpc>
                <a:spcPts val="1000"/>
              </a:lnSpc>
              <a:spcBef>
                <a:spcPts val="0"/>
              </a:spcBef>
              <a:defRPr lang="ru-RU" sz="1000" dirty="0" smtClean="0">
                <a:solidFill>
                  <a:schemeClr val="tx1"/>
                </a:solidFill>
                <a:latin typeface="+mn-lt"/>
              </a:defRPr>
            </a:lvl1pPr>
          </a:lstStyle>
          <a:p>
            <a:pPr lvl="0" indent="0">
              <a:lnSpc>
                <a:spcPts val="2000"/>
              </a:lnSpc>
              <a:spcBef>
                <a:spcPts val="0"/>
              </a:spcBef>
            </a:pPr>
            <a:r>
              <a:rPr lang="ru-RU" sz="1000" dirty="0"/>
              <a:t>Имя Фамилия</a:t>
            </a:r>
          </a:p>
        </p:txBody>
      </p:sp>
      <p:sp>
        <p:nvSpPr>
          <p:cNvPr id="171" name="Текст 150">
            <a:extLst>
              <a:ext uri="{FF2B5EF4-FFF2-40B4-BE49-F238E27FC236}">
                <a16:creationId xmlns:a16="http://schemas.microsoft.com/office/drawing/2014/main" id="{2C20A2F8-7CC3-EAB4-12A6-4142812F8515}"/>
              </a:ext>
            </a:extLst>
          </p:cNvPr>
          <p:cNvSpPr>
            <a:spLocks noGrp="1"/>
          </p:cNvSpPr>
          <p:nvPr>
            <p:ph type="body" sz="quarter" idx="58" hasCustomPrompt="1"/>
          </p:nvPr>
        </p:nvSpPr>
        <p:spPr>
          <a:xfrm>
            <a:off x="1542552" y="1934981"/>
            <a:ext cx="1908389" cy="485582"/>
          </a:xfrm>
        </p:spPr>
        <p:txBody>
          <a:bodyPr wrap="square">
            <a:spAutoFit/>
          </a:bodyPr>
          <a:lstStyle>
            <a:lvl1pPr marL="0" indent="0" algn="l">
              <a:lnSpc>
                <a:spcPts val="1000"/>
              </a:lnSpc>
              <a:spcBef>
                <a:spcPts val="0"/>
              </a:spcBef>
              <a:buNone/>
              <a:defRPr sz="1000">
                <a:solidFill>
                  <a:schemeClr val="tx1">
                    <a:alpha val="45000"/>
                  </a:schemeClr>
                </a:solidFill>
                <a:latin typeface="+mn-lt"/>
              </a:defRPr>
            </a:lvl1pPr>
            <a:lvl2pPr marL="228554" indent="0">
              <a:buNone/>
              <a:defRPr sz="1000">
                <a:solidFill>
                  <a:schemeClr val="tx1">
                    <a:alpha val="45000"/>
                  </a:schemeClr>
                </a:solidFill>
              </a:defRPr>
            </a:lvl2pPr>
            <a:lvl3pPr marL="457109" indent="0">
              <a:buNone/>
              <a:defRPr sz="1000">
                <a:solidFill>
                  <a:schemeClr val="tx1">
                    <a:alpha val="45000"/>
                  </a:schemeClr>
                </a:solidFill>
              </a:defRPr>
            </a:lvl3pPr>
            <a:lvl4pPr marL="685663" indent="0">
              <a:buNone/>
              <a:defRPr sz="1000">
                <a:solidFill>
                  <a:schemeClr val="tx1">
                    <a:alpha val="45000"/>
                  </a:schemeClr>
                </a:solidFill>
              </a:defRPr>
            </a:lvl4pPr>
            <a:lvl5pPr marL="914217" indent="0">
              <a:buNone/>
              <a:defRPr sz="1000">
                <a:solidFill>
                  <a:schemeClr val="tx1">
                    <a:alpha val="45000"/>
                  </a:schemeClr>
                </a:solidFill>
              </a:defRPr>
            </a:lvl5pPr>
          </a:lstStyle>
          <a:p>
            <a:pPr marL="0" indent="0" algn="l">
              <a:lnSpc>
                <a:spcPts val="2000"/>
              </a:lnSpc>
              <a:buNone/>
            </a:pPr>
            <a:r>
              <a:rPr lang="ru-RU" sz="1000" dirty="0"/>
              <a:t>Наименование должности </a:t>
            </a:r>
            <a:br>
              <a:rPr lang="ru-RU" sz="1000" dirty="0"/>
            </a:br>
            <a:r>
              <a:rPr lang="ru-RU" sz="1000" dirty="0"/>
              <a:t>в одну или две строки</a:t>
            </a:r>
          </a:p>
        </p:txBody>
      </p:sp>
      <p:sp>
        <p:nvSpPr>
          <p:cNvPr id="172" name="Текст 12">
            <a:extLst>
              <a:ext uri="{FF2B5EF4-FFF2-40B4-BE49-F238E27FC236}">
                <a16:creationId xmlns:a16="http://schemas.microsoft.com/office/drawing/2014/main" id="{BF217469-0C8C-9E38-E50E-3E0B137F3C31}"/>
              </a:ext>
            </a:extLst>
          </p:cNvPr>
          <p:cNvSpPr>
            <a:spLocks noGrp="1"/>
          </p:cNvSpPr>
          <p:nvPr>
            <p:ph type="body" sz="quarter" idx="59" hasCustomPrompt="1"/>
          </p:nvPr>
        </p:nvSpPr>
        <p:spPr>
          <a:xfrm>
            <a:off x="1542240" y="2568484"/>
            <a:ext cx="1908700" cy="229102"/>
          </a:xfrm>
        </p:spPr>
        <p:txBody>
          <a:bodyPr wrap="square">
            <a:spAutoFit/>
          </a:bodyPr>
          <a:lstStyle>
            <a:lvl1pPr marL="0" marR="0" indent="0" algn="l" defTabSz="457109" rtl="0" eaLnBrk="1" fontAlgn="auto" latinLnBrk="0" hangingPunct="1">
              <a:lnSpc>
                <a:spcPts val="1000"/>
              </a:lnSpc>
              <a:spcBef>
                <a:spcPts val="0"/>
              </a:spcBef>
              <a:spcAft>
                <a:spcPts val="0"/>
              </a:spcAft>
              <a:buClrTx/>
              <a:buSzTx/>
              <a:buFont typeface="Arial" panose="020B0604020202020204" pitchFamily="34" charset="0"/>
              <a:buNone/>
              <a:tabLst/>
              <a:defRPr lang="ru-RU" sz="1000" kern="1200" dirty="0" smtClean="0">
                <a:solidFill>
                  <a:srgbClr val="000000">
                    <a:alpha val="100000"/>
                  </a:srgbClr>
                </a:solidFill>
                <a:latin typeface="+mn-lt"/>
                <a:ea typeface="Stapel" pitchFamily="34" charset="-122"/>
                <a:cs typeface="Stapel" panose="020B0504020202020204" pitchFamily="34" charset="-52"/>
              </a:defRPr>
            </a:lvl1pPr>
          </a:lstStyle>
          <a:p>
            <a:pPr marL="0" indent="0" algn="l">
              <a:lnSpc>
                <a:spcPts val="2000"/>
              </a:lnSpc>
              <a:buNone/>
            </a:pPr>
            <a:r>
              <a:rPr lang="ru-RU" sz="1000" dirty="0"/>
              <a:t>опыта в консалтинге</a:t>
            </a:r>
          </a:p>
        </p:txBody>
      </p:sp>
      <p:sp>
        <p:nvSpPr>
          <p:cNvPr id="173" name="Текст 12">
            <a:extLst>
              <a:ext uri="{FF2B5EF4-FFF2-40B4-BE49-F238E27FC236}">
                <a16:creationId xmlns:a16="http://schemas.microsoft.com/office/drawing/2014/main" id="{D4A4EA95-EFE1-4CFF-B616-13F7E71CEE0C}"/>
              </a:ext>
            </a:extLst>
          </p:cNvPr>
          <p:cNvSpPr>
            <a:spLocks noGrp="1"/>
          </p:cNvSpPr>
          <p:nvPr>
            <p:ph type="body" sz="quarter" idx="14" hasCustomPrompt="1"/>
          </p:nvPr>
        </p:nvSpPr>
        <p:spPr>
          <a:xfrm>
            <a:off x="1542240" y="2379430"/>
            <a:ext cx="1908700" cy="234000"/>
          </a:xfrm>
        </p:spPr>
        <p:txBody>
          <a:bodyPr wrap="square">
            <a:noAutofit/>
          </a:bodyPr>
          <a:lstStyle>
            <a:lvl1pPr marL="0" marR="0" indent="0" algn="l" defTabSz="457109" rtl="0" eaLnBrk="1" fontAlgn="auto" latinLnBrk="0" hangingPunct="1">
              <a:lnSpc>
                <a:spcPts val="1000"/>
              </a:lnSpc>
              <a:spcBef>
                <a:spcPts val="0"/>
              </a:spcBef>
              <a:spcAft>
                <a:spcPts val="0"/>
              </a:spcAft>
              <a:buClrTx/>
              <a:buSzTx/>
              <a:buFont typeface="Arial" panose="020B0604020202020204" pitchFamily="34" charset="0"/>
              <a:buNone/>
              <a:tabLst/>
              <a:defRPr lang="ru-RU" sz="900" kern="1200" dirty="0" smtClean="0">
                <a:solidFill>
                  <a:schemeClr val="tx2"/>
                </a:solidFill>
                <a:latin typeface="+mn-lt"/>
                <a:ea typeface="Stapel" pitchFamily="34" charset="-122"/>
                <a:cs typeface="Stapel" panose="020B0504020202020204" pitchFamily="34" charset="-52"/>
              </a:defRPr>
            </a:lvl1pPr>
          </a:lstStyle>
          <a:p>
            <a:pPr marL="0" indent="0" algn="l">
              <a:lnSpc>
                <a:spcPts val="3000"/>
              </a:lnSpc>
              <a:buNone/>
            </a:pPr>
            <a:r>
              <a:rPr lang="ru-RU" sz="1000" dirty="0"/>
              <a:t>10 лет</a:t>
            </a:r>
          </a:p>
          <a:p>
            <a:pPr marL="0" indent="0" algn="l">
              <a:lnSpc>
                <a:spcPts val="3000"/>
              </a:lnSpc>
              <a:buNone/>
            </a:pPr>
            <a:endParaRPr lang="en-US" sz="1000" dirty="0"/>
          </a:p>
        </p:txBody>
      </p:sp>
      <p:sp>
        <p:nvSpPr>
          <p:cNvPr id="176" name="Рисунок 3">
            <a:extLst>
              <a:ext uri="{FF2B5EF4-FFF2-40B4-BE49-F238E27FC236}">
                <a16:creationId xmlns:a16="http://schemas.microsoft.com/office/drawing/2014/main" id="{D62528E6-BEBD-C912-6A83-605867BA47A6}"/>
              </a:ext>
            </a:extLst>
          </p:cNvPr>
          <p:cNvSpPr>
            <a:spLocks noGrp="1"/>
          </p:cNvSpPr>
          <p:nvPr>
            <p:ph type="pic" sz="quarter" idx="76"/>
          </p:nvPr>
        </p:nvSpPr>
        <p:spPr>
          <a:xfrm>
            <a:off x="495298" y="3039534"/>
            <a:ext cx="939795" cy="939800"/>
          </a:xfrm>
        </p:spPr>
        <p:txBody>
          <a:bodyPr>
            <a:normAutofit/>
          </a:bodyPr>
          <a:lstStyle>
            <a:lvl1pPr marL="0" indent="0">
              <a:buNone/>
              <a:defRPr sz="800"/>
            </a:lvl1pPr>
          </a:lstStyle>
          <a:p>
            <a:r>
              <a:rPr lang="ru-RU"/>
              <a:t>Вставка рисунка</a:t>
            </a:r>
            <a:endParaRPr lang="ru-RU" dirty="0"/>
          </a:p>
        </p:txBody>
      </p:sp>
      <p:sp>
        <p:nvSpPr>
          <p:cNvPr id="177" name="Текст 12">
            <a:extLst>
              <a:ext uri="{FF2B5EF4-FFF2-40B4-BE49-F238E27FC236}">
                <a16:creationId xmlns:a16="http://schemas.microsoft.com/office/drawing/2014/main" id="{F84D034A-D74A-CC15-7BEF-5881AD0BA698}"/>
              </a:ext>
            </a:extLst>
          </p:cNvPr>
          <p:cNvSpPr>
            <a:spLocks noGrp="1"/>
          </p:cNvSpPr>
          <p:nvPr>
            <p:ph type="body" sz="quarter" idx="77" hasCustomPrompt="1"/>
          </p:nvPr>
        </p:nvSpPr>
        <p:spPr>
          <a:xfrm>
            <a:off x="1542240" y="3016675"/>
            <a:ext cx="1908700" cy="229102"/>
          </a:xfrm>
        </p:spPr>
        <p:txBody>
          <a:bodyPr wrap="square">
            <a:spAutoFit/>
          </a:bodyPr>
          <a:lstStyle>
            <a:lvl1pPr marL="0" marR="0" indent="0" algn="l" defTabSz="457109" rtl="0" eaLnBrk="1" fontAlgn="auto" latinLnBrk="0" hangingPunct="1">
              <a:lnSpc>
                <a:spcPts val="1000"/>
              </a:lnSpc>
              <a:spcBef>
                <a:spcPts val="500"/>
              </a:spcBef>
              <a:spcAft>
                <a:spcPts val="0"/>
              </a:spcAft>
              <a:buClrTx/>
              <a:buSzTx/>
              <a:buFont typeface="Arial" panose="020B0604020202020204" pitchFamily="34" charset="0"/>
              <a:buNone/>
              <a:tabLst/>
              <a:defRPr lang="ru-RU" sz="1000" kern="1200" dirty="0" smtClean="0">
                <a:solidFill>
                  <a:srgbClr val="000000">
                    <a:alpha val="100000"/>
                  </a:srgbClr>
                </a:solidFill>
                <a:latin typeface="+mn-lt"/>
                <a:ea typeface="Stapel" pitchFamily="34" charset="-122"/>
                <a:cs typeface="Stapel" panose="020B0504020202020204" pitchFamily="34" charset="-52"/>
              </a:defRPr>
            </a:lvl1pPr>
          </a:lstStyle>
          <a:p>
            <a:pPr marL="0" indent="0" algn="l">
              <a:lnSpc>
                <a:spcPts val="2000"/>
              </a:lnSpc>
              <a:buNone/>
            </a:pPr>
            <a:r>
              <a:rPr lang="ru-RU" sz="1000" dirty="0"/>
              <a:t>Имя Фамилия</a:t>
            </a:r>
          </a:p>
        </p:txBody>
      </p:sp>
      <p:sp>
        <p:nvSpPr>
          <p:cNvPr id="178" name="Текст 150">
            <a:extLst>
              <a:ext uri="{FF2B5EF4-FFF2-40B4-BE49-F238E27FC236}">
                <a16:creationId xmlns:a16="http://schemas.microsoft.com/office/drawing/2014/main" id="{259D38F4-0198-071B-D5DD-76B7852F76B7}"/>
              </a:ext>
            </a:extLst>
          </p:cNvPr>
          <p:cNvSpPr>
            <a:spLocks noGrp="1"/>
          </p:cNvSpPr>
          <p:nvPr>
            <p:ph type="body" sz="quarter" idx="78" hasCustomPrompt="1"/>
          </p:nvPr>
        </p:nvSpPr>
        <p:spPr>
          <a:xfrm>
            <a:off x="1542552" y="3196515"/>
            <a:ext cx="1908389" cy="485582"/>
          </a:xfrm>
        </p:spPr>
        <p:txBody>
          <a:bodyPr wrap="square">
            <a:spAutoFit/>
          </a:bodyPr>
          <a:lstStyle>
            <a:lvl1pPr marL="0" indent="0" algn="l">
              <a:lnSpc>
                <a:spcPts val="1000"/>
              </a:lnSpc>
              <a:spcBef>
                <a:spcPts val="0"/>
              </a:spcBef>
              <a:buNone/>
              <a:defRPr sz="1000">
                <a:solidFill>
                  <a:schemeClr val="tx1">
                    <a:alpha val="45000"/>
                  </a:schemeClr>
                </a:solidFill>
                <a:latin typeface="+mn-lt"/>
              </a:defRPr>
            </a:lvl1pPr>
            <a:lvl2pPr marL="228554" indent="0">
              <a:buNone/>
              <a:defRPr sz="1000">
                <a:solidFill>
                  <a:schemeClr val="tx1">
                    <a:alpha val="45000"/>
                  </a:schemeClr>
                </a:solidFill>
              </a:defRPr>
            </a:lvl2pPr>
            <a:lvl3pPr marL="457109" indent="0">
              <a:buNone/>
              <a:defRPr sz="1000">
                <a:solidFill>
                  <a:schemeClr val="tx1">
                    <a:alpha val="45000"/>
                  </a:schemeClr>
                </a:solidFill>
              </a:defRPr>
            </a:lvl3pPr>
            <a:lvl4pPr marL="685663" indent="0">
              <a:buNone/>
              <a:defRPr sz="1000">
                <a:solidFill>
                  <a:schemeClr val="tx1">
                    <a:alpha val="45000"/>
                  </a:schemeClr>
                </a:solidFill>
              </a:defRPr>
            </a:lvl4pPr>
            <a:lvl5pPr marL="914217" indent="0">
              <a:buNone/>
              <a:defRPr sz="1000">
                <a:solidFill>
                  <a:schemeClr val="tx1">
                    <a:alpha val="45000"/>
                  </a:schemeClr>
                </a:solidFill>
              </a:defRPr>
            </a:lvl5pPr>
          </a:lstStyle>
          <a:p>
            <a:pPr marL="0" indent="0" algn="l">
              <a:lnSpc>
                <a:spcPts val="2000"/>
              </a:lnSpc>
              <a:buNone/>
            </a:pPr>
            <a:r>
              <a:rPr lang="ru-RU" sz="1000" dirty="0"/>
              <a:t>Наименование должности </a:t>
            </a:r>
            <a:br>
              <a:rPr lang="ru-RU" sz="1000" dirty="0"/>
            </a:br>
            <a:r>
              <a:rPr lang="ru-RU" sz="1000" dirty="0"/>
              <a:t>в одну или две строки</a:t>
            </a:r>
          </a:p>
        </p:txBody>
      </p:sp>
      <p:sp>
        <p:nvSpPr>
          <p:cNvPr id="179" name="Текст 12">
            <a:extLst>
              <a:ext uri="{FF2B5EF4-FFF2-40B4-BE49-F238E27FC236}">
                <a16:creationId xmlns:a16="http://schemas.microsoft.com/office/drawing/2014/main" id="{94EC67D7-03A0-43C9-6D2E-4CC6B65637EB}"/>
              </a:ext>
            </a:extLst>
          </p:cNvPr>
          <p:cNvSpPr>
            <a:spLocks noGrp="1"/>
          </p:cNvSpPr>
          <p:nvPr>
            <p:ph type="body" sz="quarter" idx="79" hasCustomPrompt="1"/>
          </p:nvPr>
        </p:nvSpPr>
        <p:spPr>
          <a:xfrm>
            <a:off x="1542240" y="3830017"/>
            <a:ext cx="1908700" cy="229102"/>
          </a:xfrm>
        </p:spPr>
        <p:txBody>
          <a:bodyPr wrap="square">
            <a:spAutoFit/>
          </a:bodyPr>
          <a:lstStyle>
            <a:lvl1pPr marL="0" marR="0" indent="0" algn="l" defTabSz="457109" rtl="0" eaLnBrk="1" fontAlgn="auto" latinLnBrk="0" hangingPunct="1">
              <a:lnSpc>
                <a:spcPts val="1000"/>
              </a:lnSpc>
              <a:spcBef>
                <a:spcPts val="0"/>
              </a:spcBef>
              <a:spcAft>
                <a:spcPts val="0"/>
              </a:spcAft>
              <a:buClrTx/>
              <a:buSzTx/>
              <a:buFont typeface="Arial" panose="020B0604020202020204" pitchFamily="34" charset="0"/>
              <a:buNone/>
              <a:tabLst/>
              <a:defRPr lang="ru-RU" sz="1000" kern="1200" dirty="0" smtClean="0">
                <a:solidFill>
                  <a:srgbClr val="000000">
                    <a:alpha val="100000"/>
                  </a:srgbClr>
                </a:solidFill>
                <a:latin typeface="+mn-lt"/>
                <a:ea typeface="Stapel" pitchFamily="34" charset="-122"/>
                <a:cs typeface="Stapel" panose="020B0504020202020204" pitchFamily="34" charset="-52"/>
              </a:defRPr>
            </a:lvl1pPr>
          </a:lstStyle>
          <a:p>
            <a:pPr marL="0" indent="0" algn="l">
              <a:lnSpc>
                <a:spcPts val="2000"/>
              </a:lnSpc>
              <a:buNone/>
            </a:pPr>
            <a:r>
              <a:rPr lang="ru-RU" sz="1000" dirty="0"/>
              <a:t>опыта в консалтинге</a:t>
            </a:r>
          </a:p>
        </p:txBody>
      </p:sp>
      <p:sp>
        <p:nvSpPr>
          <p:cNvPr id="180" name="Текст 12">
            <a:extLst>
              <a:ext uri="{FF2B5EF4-FFF2-40B4-BE49-F238E27FC236}">
                <a16:creationId xmlns:a16="http://schemas.microsoft.com/office/drawing/2014/main" id="{1281B26B-0525-3EF3-A6CC-C4D631EB7ABE}"/>
              </a:ext>
            </a:extLst>
          </p:cNvPr>
          <p:cNvSpPr>
            <a:spLocks noGrp="1"/>
          </p:cNvSpPr>
          <p:nvPr>
            <p:ph type="body" sz="quarter" idx="80" hasCustomPrompt="1"/>
          </p:nvPr>
        </p:nvSpPr>
        <p:spPr>
          <a:xfrm>
            <a:off x="1542240" y="3640964"/>
            <a:ext cx="1908700" cy="234000"/>
          </a:xfrm>
        </p:spPr>
        <p:txBody>
          <a:bodyPr wrap="square">
            <a:noAutofit/>
          </a:bodyPr>
          <a:lstStyle>
            <a:lvl1pPr marL="0" marR="0" indent="0" algn="l" defTabSz="457109" rtl="0" eaLnBrk="1" fontAlgn="auto" latinLnBrk="0" hangingPunct="1">
              <a:lnSpc>
                <a:spcPts val="1000"/>
              </a:lnSpc>
              <a:spcBef>
                <a:spcPts val="0"/>
              </a:spcBef>
              <a:spcAft>
                <a:spcPts val="0"/>
              </a:spcAft>
              <a:buClrTx/>
              <a:buSzTx/>
              <a:buFont typeface="Arial" panose="020B0604020202020204" pitchFamily="34" charset="0"/>
              <a:buNone/>
              <a:tabLst/>
              <a:defRPr lang="ru-RU" sz="900" kern="1200" dirty="0" smtClean="0">
                <a:solidFill>
                  <a:schemeClr val="tx2"/>
                </a:solidFill>
                <a:latin typeface="+mn-lt"/>
                <a:ea typeface="Stapel" pitchFamily="34" charset="-122"/>
                <a:cs typeface="Stapel" panose="020B0504020202020204" pitchFamily="34" charset="-52"/>
              </a:defRPr>
            </a:lvl1pPr>
          </a:lstStyle>
          <a:p>
            <a:pPr marL="0" indent="0" algn="l">
              <a:lnSpc>
                <a:spcPts val="3000"/>
              </a:lnSpc>
              <a:buNone/>
            </a:pPr>
            <a:r>
              <a:rPr lang="ru-RU" sz="1000" dirty="0"/>
              <a:t>10 лет</a:t>
            </a:r>
            <a:endParaRPr lang="en-US" sz="1000" dirty="0"/>
          </a:p>
        </p:txBody>
      </p:sp>
      <p:sp>
        <p:nvSpPr>
          <p:cNvPr id="183" name="Рисунок 3">
            <a:extLst>
              <a:ext uri="{FF2B5EF4-FFF2-40B4-BE49-F238E27FC236}">
                <a16:creationId xmlns:a16="http://schemas.microsoft.com/office/drawing/2014/main" id="{EEF1CA90-E881-94B2-CCD0-ABE0255E6146}"/>
              </a:ext>
            </a:extLst>
          </p:cNvPr>
          <p:cNvSpPr>
            <a:spLocks noGrp="1"/>
          </p:cNvSpPr>
          <p:nvPr>
            <p:ph type="pic" sz="quarter" idx="83"/>
          </p:nvPr>
        </p:nvSpPr>
        <p:spPr>
          <a:xfrm>
            <a:off x="495298" y="4290261"/>
            <a:ext cx="939795" cy="939800"/>
          </a:xfrm>
        </p:spPr>
        <p:txBody>
          <a:bodyPr>
            <a:normAutofit/>
          </a:bodyPr>
          <a:lstStyle>
            <a:lvl1pPr marL="0" indent="0">
              <a:buNone/>
              <a:defRPr sz="800"/>
            </a:lvl1pPr>
          </a:lstStyle>
          <a:p>
            <a:r>
              <a:rPr lang="ru-RU"/>
              <a:t>Вставка рисунка</a:t>
            </a:r>
            <a:endParaRPr lang="ru-RU" dirty="0"/>
          </a:p>
        </p:txBody>
      </p:sp>
      <p:sp>
        <p:nvSpPr>
          <p:cNvPr id="184" name="Текст 12">
            <a:extLst>
              <a:ext uri="{FF2B5EF4-FFF2-40B4-BE49-F238E27FC236}">
                <a16:creationId xmlns:a16="http://schemas.microsoft.com/office/drawing/2014/main" id="{7339927E-0D6C-73B9-CA4D-06C15C91A578}"/>
              </a:ext>
            </a:extLst>
          </p:cNvPr>
          <p:cNvSpPr>
            <a:spLocks noGrp="1"/>
          </p:cNvSpPr>
          <p:nvPr>
            <p:ph type="body" sz="quarter" idx="84" hasCustomPrompt="1"/>
          </p:nvPr>
        </p:nvSpPr>
        <p:spPr>
          <a:xfrm>
            <a:off x="1542240" y="4267402"/>
            <a:ext cx="1908700" cy="229102"/>
          </a:xfrm>
        </p:spPr>
        <p:txBody>
          <a:bodyPr wrap="square">
            <a:spAutoFit/>
          </a:bodyPr>
          <a:lstStyle>
            <a:lvl1pPr marL="0" marR="0" indent="0" algn="l" defTabSz="457109" rtl="0" eaLnBrk="1" fontAlgn="auto" latinLnBrk="0" hangingPunct="1">
              <a:lnSpc>
                <a:spcPts val="1000"/>
              </a:lnSpc>
              <a:spcBef>
                <a:spcPts val="0"/>
              </a:spcBef>
              <a:spcAft>
                <a:spcPts val="0"/>
              </a:spcAft>
              <a:buClrTx/>
              <a:buSzTx/>
              <a:buFont typeface="Arial" panose="020B0604020202020204" pitchFamily="34" charset="0"/>
              <a:buNone/>
              <a:tabLst/>
              <a:defRPr lang="ru-RU" sz="1000" kern="1200" dirty="0" smtClean="0">
                <a:solidFill>
                  <a:srgbClr val="000000">
                    <a:alpha val="100000"/>
                  </a:srgbClr>
                </a:solidFill>
                <a:latin typeface="+mn-lt"/>
                <a:ea typeface="Stapel" pitchFamily="34" charset="-122"/>
                <a:cs typeface="Stapel" panose="020B0504020202020204" pitchFamily="34" charset="-52"/>
              </a:defRPr>
            </a:lvl1pPr>
          </a:lstStyle>
          <a:p>
            <a:pPr marL="0" indent="0" algn="l">
              <a:lnSpc>
                <a:spcPts val="2000"/>
              </a:lnSpc>
              <a:buNone/>
            </a:pPr>
            <a:r>
              <a:rPr lang="ru-RU" sz="1000" dirty="0"/>
              <a:t>Имя Фамилия</a:t>
            </a:r>
          </a:p>
        </p:txBody>
      </p:sp>
      <p:sp>
        <p:nvSpPr>
          <p:cNvPr id="185" name="Текст 150">
            <a:extLst>
              <a:ext uri="{FF2B5EF4-FFF2-40B4-BE49-F238E27FC236}">
                <a16:creationId xmlns:a16="http://schemas.microsoft.com/office/drawing/2014/main" id="{51722053-5E07-11C2-DDB6-EFC729B209EE}"/>
              </a:ext>
            </a:extLst>
          </p:cNvPr>
          <p:cNvSpPr>
            <a:spLocks noGrp="1"/>
          </p:cNvSpPr>
          <p:nvPr>
            <p:ph type="body" sz="quarter" idx="85" hasCustomPrompt="1"/>
          </p:nvPr>
        </p:nvSpPr>
        <p:spPr>
          <a:xfrm>
            <a:off x="1542552" y="4447242"/>
            <a:ext cx="1908389" cy="485582"/>
          </a:xfrm>
        </p:spPr>
        <p:txBody>
          <a:bodyPr wrap="square">
            <a:spAutoFit/>
          </a:bodyPr>
          <a:lstStyle>
            <a:lvl1pPr marL="0" indent="0" algn="l">
              <a:lnSpc>
                <a:spcPts val="1000"/>
              </a:lnSpc>
              <a:spcBef>
                <a:spcPts val="0"/>
              </a:spcBef>
              <a:buNone/>
              <a:defRPr sz="1000">
                <a:solidFill>
                  <a:schemeClr val="tx1">
                    <a:alpha val="45000"/>
                  </a:schemeClr>
                </a:solidFill>
                <a:latin typeface="+mn-lt"/>
              </a:defRPr>
            </a:lvl1pPr>
            <a:lvl2pPr marL="228554" indent="0">
              <a:buNone/>
              <a:defRPr sz="1000">
                <a:solidFill>
                  <a:schemeClr val="tx1">
                    <a:alpha val="45000"/>
                  </a:schemeClr>
                </a:solidFill>
              </a:defRPr>
            </a:lvl2pPr>
            <a:lvl3pPr marL="457109" indent="0">
              <a:buNone/>
              <a:defRPr sz="1000">
                <a:solidFill>
                  <a:schemeClr val="tx1">
                    <a:alpha val="45000"/>
                  </a:schemeClr>
                </a:solidFill>
              </a:defRPr>
            </a:lvl3pPr>
            <a:lvl4pPr marL="685663" indent="0">
              <a:buNone/>
              <a:defRPr sz="1000">
                <a:solidFill>
                  <a:schemeClr val="tx1">
                    <a:alpha val="45000"/>
                  </a:schemeClr>
                </a:solidFill>
              </a:defRPr>
            </a:lvl4pPr>
            <a:lvl5pPr marL="914217" indent="0">
              <a:buNone/>
              <a:defRPr sz="1000">
                <a:solidFill>
                  <a:schemeClr val="tx1">
                    <a:alpha val="45000"/>
                  </a:schemeClr>
                </a:solidFill>
              </a:defRPr>
            </a:lvl5pPr>
          </a:lstStyle>
          <a:p>
            <a:pPr marL="0" indent="0" algn="l">
              <a:lnSpc>
                <a:spcPts val="2000"/>
              </a:lnSpc>
              <a:buNone/>
            </a:pPr>
            <a:r>
              <a:rPr lang="ru-RU" sz="1000" dirty="0"/>
              <a:t>Наименование должности </a:t>
            </a:r>
            <a:br>
              <a:rPr lang="ru-RU" sz="1000" dirty="0"/>
            </a:br>
            <a:r>
              <a:rPr lang="ru-RU" sz="1000" dirty="0"/>
              <a:t>в одну или две строки</a:t>
            </a:r>
          </a:p>
        </p:txBody>
      </p:sp>
      <p:sp>
        <p:nvSpPr>
          <p:cNvPr id="186" name="Текст 12">
            <a:extLst>
              <a:ext uri="{FF2B5EF4-FFF2-40B4-BE49-F238E27FC236}">
                <a16:creationId xmlns:a16="http://schemas.microsoft.com/office/drawing/2014/main" id="{EFDF7772-EB48-E91D-EA0C-117371B5626E}"/>
              </a:ext>
            </a:extLst>
          </p:cNvPr>
          <p:cNvSpPr>
            <a:spLocks noGrp="1"/>
          </p:cNvSpPr>
          <p:nvPr>
            <p:ph type="body" sz="quarter" idx="86" hasCustomPrompt="1"/>
          </p:nvPr>
        </p:nvSpPr>
        <p:spPr>
          <a:xfrm>
            <a:off x="1542240" y="5080745"/>
            <a:ext cx="1908700" cy="229102"/>
          </a:xfrm>
        </p:spPr>
        <p:txBody>
          <a:bodyPr wrap="square">
            <a:spAutoFit/>
          </a:bodyPr>
          <a:lstStyle>
            <a:lvl1pPr marL="0" marR="0" indent="0" algn="l" defTabSz="457109" rtl="0" eaLnBrk="1" fontAlgn="auto" latinLnBrk="0" hangingPunct="1">
              <a:lnSpc>
                <a:spcPts val="1000"/>
              </a:lnSpc>
              <a:spcBef>
                <a:spcPts val="0"/>
              </a:spcBef>
              <a:spcAft>
                <a:spcPts val="0"/>
              </a:spcAft>
              <a:buClrTx/>
              <a:buSzTx/>
              <a:buFont typeface="Arial" panose="020B0604020202020204" pitchFamily="34" charset="0"/>
              <a:buNone/>
              <a:tabLst/>
              <a:defRPr lang="ru-RU" sz="1000" kern="1200" dirty="0" smtClean="0">
                <a:solidFill>
                  <a:srgbClr val="000000">
                    <a:alpha val="100000"/>
                  </a:srgbClr>
                </a:solidFill>
                <a:latin typeface="+mn-lt"/>
                <a:ea typeface="Stapel" pitchFamily="34" charset="-122"/>
                <a:cs typeface="Stapel" panose="020B0504020202020204" pitchFamily="34" charset="-52"/>
              </a:defRPr>
            </a:lvl1pPr>
          </a:lstStyle>
          <a:p>
            <a:pPr marL="0" indent="0" algn="l">
              <a:lnSpc>
                <a:spcPts val="2000"/>
              </a:lnSpc>
              <a:buNone/>
            </a:pPr>
            <a:r>
              <a:rPr lang="ru-RU" sz="1000" dirty="0"/>
              <a:t>опыта в консалтинге</a:t>
            </a:r>
          </a:p>
        </p:txBody>
      </p:sp>
      <p:sp>
        <p:nvSpPr>
          <p:cNvPr id="187" name="Текст 12">
            <a:extLst>
              <a:ext uri="{FF2B5EF4-FFF2-40B4-BE49-F238E27FC236}">
                <a16:creationId xmlns:a16="http://schemas.microsoft.com/office/drawing/2014/main" id="{F0BADB0F-E13C-5985-A669-B2B54730DB46}"/>
              </a:ext>
            </a:extLst>
          </p:cNvPr>
          <p:cNvSpPr>
            <a:spLocks noGrp="1"/>
          </p:cNvSpPr>
          <p:nvPr>
            <p:ph type="body" sz="quarter" idx="87" hasCustomPrompt="1"/>
          </p:nvPr>
        </p:nvSpPr>
        <p:spPr>
          <a:xfrm>
            <a:off x="1542240" y="4891691"/>
            <a:ext cx="1908700" cy="234000"/>
          </a:xfrm>
        </p:spPr>
        <p:txBody>
          <a:bodyPr wrap="square">
            <a:noAutofit/>
          </a:bodyPr>
          <a:lstStyle>
            <a:lvl1pPr marL="0" marR="0" indent="0" algn="l" defTabSz="457109" rtl="0" eaLnBrk="1" fontAlgn="auto" latinLnBrk="0" hangingPunct="1">
              <a:lnSpc>
                <a:spcPts val="1000"/>
              </a:lnSpc>
              <a:spcBef>
                <a:spcPts val="0"/>
              </a:spcBef>
              <a:spcAft>
                <a:spcPts val="0"/>
              </a:spcAft>
              <a:buClrTx/>
              <a:buSzTx/>
              <a:buFont typeface="Arial" panose="020B0604020202020204" pitchFamily="34" charset="0"/>
              <a:buNone/>
              <a:tabLst/>
              <a:defRPr lang="ru-RU" sz="900" kern="1200" dirty="0" smtClean="0">
                <a:solidFill>
                  <a:schemeClr val="tx2"/>
                </a:solidFill>
                <a:latin typeface="+mn-lt"/>
                <a:ea typeface="Stapel" pitchFamily="34" charset="-122"/>
                <a:cs typeface="Stapel" panose="020B0504020202020204" pitchFamily="34" charset="-52"/>
              </a:defRPr>
            </a:lvl1pPr>
          </a:lstStyle>
          <a:p>
            <a:pPr marL="0" indent="0" algn="l">
              <a:lnSpc>
                <a:spcPts val="3000"/>
              </a:lnSpc>
              <a:buNone/>
            </a:pPr>
            <a:r>
              <a:rPr lang="ru-RU" sz="1000" dirty="0"/>
              <a:t>10 лет</a:t>
            </a:r>
          </a:p>
        </p:txBody>
      </p:sp>
      <p:sp>
        <p:nvSpPr>
          <p:cNvPr id="190" name="Рисунок 3">
            <a:extLst>
              <a:ext uri="{FF2B5EF4-FFF2-40B4-BE49-F238E27FC236}">
                <a16:creationId xmlns:a16="http://schemas.microsoft.com/office/drawing/2014/main" id="{326253CB-7F41-46EE-E4B7-20E9E7E6A58C}"/>
              </a:ext>
            </a:extLst>
          </p:cNvPr>
          <p:cNvSpPr>
            <a:spLocks noGrp="1"/>
          </p:cNvSpPr>
          <p:nvPr>
            <p:ph type="pic" sz="quarter" idx="90"/>
          </p:nvPr>
        </p:nvSpPr>
        <p:spPr>
          <a:xfrm>
            <a:off x="495298" y="5550067"/>
            <a:ext cx="939795" cy="939800"/>
          </a:xfrm>
        </p:spPr>
        <p:txBody>
          <a:bodyPr>
            <a:normAutofit/>
          </a:bodyPr>
          <a:lstStyle>
            <a:lvl1pPr marL="0" indent="0">
              <a:buNone/>
              <a:defRPr sz="800"/>
            </a:lvl1pPr>
          </a:lstStyle>
          <a:p>
            <a:r>
              <a:rPr lang="ru-RU"/>
              <a:t>Вставка рисунка</a:t>
            </a:r>
            <a:endParaRPr lang="ru-RU" dirty="0"/>
          </a:p>
        </p:txBody>
      </p:sp>
      <p:sp>
        <p:nvSpPr>
          <p:cNvPr id="191" name="Текст 12">
            <a:extLst>
              <a:ext uri="{FF2B5EF4-FFF2-40B4-BE49-F238E27FC236}">
                <a16:creationId xmlns:a16="http://schemas.microsoft.com/office/drawing/2014/main" id="{90566730-382C-A35E-273B-57E8B994A8BC}"/>
              </a:ext>
            </a:extLst>
          </p:cNvPr>
          <p:cNvSpPr>
            <a:spLocks noGrp="1"/>
          </p:cNvSpPr>
          <p:nvPr>
            <p:ph type="body" sz="quarter" idx="91" hasCustomPrompt="1"/>
          </p:nvPr>
        </p:nvSpPr>
        <p:spPr>
          <a:xfrm>
            <a:off x="1542240" y="5527208"/>
            <a:ext cx="1908700" cy="229102"/>
          </a:xfrm>
        </p:spPr>
        <p:txBody>
          <a:bodyPr wrap="square">
            <a:spAutoFit/>
          </a:bodyPr>
          <a:lstStyle>
            <a:lvl1pPr marL="0" marR="0" indent="0" algn="l" defTabSz="457109" rtl="0" eaLnBrk="1" fontAlgn="auto" latinLnBrk="0" hangingPunct="1">
              <a:lnSpc>
                <a:spcPts val="1000"/>
              </a:lnSpc>
              <a:spcBef>
                <a:spcPts val="0"/>
              </a:spcBef>
              <a:spcAft>
                <a:spcPts val="0"/>
              </a:spcAft>
              <a:buClrTx/>
              <a:buSzTx/>
              <a:buFont typeface="Arial" panose="020B0604020202020204" pitchFamily="34" charset="0"/>
              <a:buNone/>
              <a:tabLst/>
              <a:defRPr lang="ru-RU" sz="1000" kern="1200" dirty="0" smtClean="0">
                <a:solidFill>
                  <a:srgbClr val="000000">
                    <a:alpha val="100000"/>
                  </a:srgbClr>
                </a:solidFill>
                <a:latin typeface="+mn-lt"/>
                <a:ea typeface="Stapel" pitchFamily="34" charset="-122"/>
                <a:cs typeface="Stapel" panose="020B0504020202020204" pitchFamily="34" charset="-52"/>
              </a:defRPr>
            </a:lvl1pPr>
          </a:lstStyle>
          <a:p>
            <a:pPr marL="0" indent="0" algn="l">
              <a:lnSpc>
                <a:spcPts val="2000"/>
              </a:lnSpc>
              <a:buNone/>
            </a:pPr>
            <a:r>
              <a:rPr lang="ru-RU" sz="1000" dirty="0"/>
              <a:t>Имя Фамилия</a:t>
            </a:r>
          </a:p>
        </p:txBody>
      </p:sp>
      <p:sp>
        <p:nvSpPr>
          <p:cNvPr id="192" name="Текст 150">
            <a:extLst>
              <a:ext uri="{FF2B5EF4-FFF2-40B4-BE49-F238E27FC236}">
                <a16:creationId xmlns:a16="http://schemas.microsoft.com/office/drawing/2014/main" id="{CAA68E47-CD22-6E23-E278-A658D54CA06F}"/>
              </a:ext>
            </a:extLst>
          </p:cNvPr>
          <p:cNvSpPr>
            <a:spLocks noGrp="1"/>
          </p:cNvSpPr>
          <p:nvPr>
            <p:ph type="body" sz="quarter" idx="92" hasCustomPrompt="1"/>
          </p:nvPr>
        </p:nvSpPr>
        <p:spPr>
          <a:xfrm>
            <a:off x="1542552" y="5707048"/>
            <a:ext cx="1908389" cy="485582"/>
          </a:xfrm>
        </p:spPr>
        <p:txBody>
          <a:bodyPr wrap="square">
            <a:spAutoFit/>
          </a:bodyPr>
          <a:lstStyle>
            <a:lvl1pPr marL="0" indent="0" algn="l">
              <a:lnSpc>
                <a:spcPts val="1000"/>
              </a:lnSpc>
              <a:spcBef>
                <a:spcPts val="0"/>
              </a:spcBef>
              <a:buNone/>
              <a:defRPr sz="1000">
                <a:solidFill>
                  <a:schemeClr val="tx1">
                    <a:alpha val="45000"/>
                  </a:schemeClr>
                </a:solidFill>
                <a:latin typeface="+mn-lt"/>
              </a:defRPr>
            </a:lvl1pPr>
            <a:lvl2pPr marL="228554" indent="0">
              <a:buNone/>
              <a:defRPr sz="1000">
                <a:solidFill>
                  <a:schemeClr val="tx1">
                    <a:alpha val="45000"/>
                  </a:schemeClr>
                </a:solidFill>
              </a:defRPr>
            </a:lvl2pPr>
            <a:lvl3pPr marL="457109" indent="0">
              <a:buNone/>
              <a:defRPr sz="1000">
                <a:solidFill>
                  <a:schemeClr val="tx1">
                    <a:alpha val="45000"/>
                  </a:schemeClr>
                </a:solidFill>
              </a:defRPr>
            </a:lvl3pPr>
            <a:lvl4pPr marL="685663" indent="0">
              <a:buNone/>
              <a:defRPr sz="1000">
                <a:solidFill>
                  <a:schemeClr val="tx1">
                    <a:alpha val="45000"/>
                  </a:schemeClr>
                </a:solidFill>
              </a:defRPr>
            </a:lvl4pPr>
            <a:lvl5pPr marL="914217" indent="0">
              <a:buNone/>
              <a:defRPr sz="1000">
                <a:solidFill>
                  <a:schemeClr val="tx1">
                    <a:alpha val="45000"/>
                  </a:schemeClr>
                </a:solidFill>
              </a:defRPr>
            </a:lvl5pPr>
          </a:lstStyle>
          <a:p>
            <a:pPr marL="0" indent="0" algn="l">
              <a:lnSpc>
                <a:spcPts val="2000"/>
              </a:lnSpc>
              <a:buNone/>
            </a:pPr>
            <a:r>
              <a:rPr lang="ru-RU" sz="1000" dirty="0"/>
              <a:t>Наименование должности </a:t>
            </a:r>
            <a:br>
              <a:rPr lang="ru-RU" sz="1000" dirty="0"/>
            </a:br>
            <a:r>
              <a:rPr lang="ru-RU" sz="1000" dirty="0"/>
              <a:t>в одну или две строки</a:t>
            </a:r>
          </a:p>
        </p:txBody>
      </p:sp>
      <p:sp>
        <p:nvSpPr>
          <p:cNvPr id="193" name="Текст 12">
            <a:extLst>
              <a:ext uri="{FF2B5EF4-FFF2-40B4-BE49-F238E27FC236}">
                <a16:creationId xmlns:a16="http://schemas.microsoft.com/office/drawing/2014/main" id="{9F227F25-A04B-97C8-D9F5-AA4CC2A76B54}"/>
              </a:ext>
            </a:extLst>
          </p:cNvPr>
          <p:cNvSpPr>
            <a:spLocks noGrp="1"/>
          </p:cNvSpPr>
          <p:nvPr>
            <p:ph type="body" sz="quarter" idx="93" hasCustomPrompt="1"/>
          </p:nvPr>
        </p:nvSpPr>
        <p:spPr>
          <a:xfrm>
            <a:off x="1542240" y="6340550"/>
            <a:ext cx="1908700" cy="229102"/>
          </a:xfrm>
        </p:spPr>
        <p:txBody>
          <a:bodyPr wrap="square">
            <a:spAutoFit/>
          </a:bodyPr>
          <a:lstStyle>
            <a:lvl1pPr marL="0" marR="0" indent="0" algn="l" defTabSz="457109" rtl="0" eaLnBrk="1" fontAlgn="auto" latinLnBrk="0" hangingPunct="1">
              <a:lnSpc>
                <a:spcPts val="1000"/>
              </a:lnSpc>
              <a:spcBef>
                <a:spcPts val="0"/>
              </a:spcBef>
              <a:spcAft>
                <a:spcPts val="0"/>
              </a:spcAft>
              <a:buClrTx/>
              <a:buSzTx/>
              <a:buFont typeface="Arial" panose="020B0604020202020204" pitchFamily="34" charset="0"/>
              <a:buNone/>
              <a:tabLst/>
              <a:defRPr lang="ru-RU" sz="1000" kern="1200" dirty="0" smtClean="0">
                <a:solidFill>
                  <a:srgbClr val="000000">
                    <a:alpha val="100000"/>
                  </a:srgbClr>
                </a:solidFill>
                <a:latin typeface="+mn-lt"/>
                <a:ea typeface="Stapel" pitchFamily="34" charset="-122"/>
                <a:cs typeface="Stapel" panose="020B0504020202020204" pitchFamily="34" charset="-52"/>
              </a:defRPr>
            </a:lvl1pPr>
          </a:lstStyle>
          <a:p>
            <a:pPr marL="0" indent="0" algn="l">
              <a:lnSpc>
                <a:spcPts val="2000"/>
              </a:lnSpc>
              <a:buNone/>
            </a:pPr>
            <a:r>
              <a:rPr lang="ru-RU" sz="1000" dirty="0"/>
              <a:t>опыта в консалтинге</a:t>
            </a:r>
          </a:p>
        </p:txBody>
      </p:sp>
      <p:sp>
        <p:nvSpPr>
          <p:cNvPr id="194" name="Текст 12">
            <a:extLst>
              <a:ext uri="{FF2B5EF4-FFF2-40B4-BE49-F238E27FC236}">
                <a16:creationId xmlns:a16="http://schemas.microsoft.com/office/drawing/2014/main" id="{8BC14F0B-2575-D0A6-0EE1-B621AA7F9E1E}"/>
              </a:ext>
            </a:extLst>
          </p:cNvPr>
          <p:cNvSpPr>
            <a:spLocks noGrp="1"/>
          </p:cNvSpPr>
          <p:nvPr>
            <p:ph type="body" sz="quarter" idx="94" hasCustomPrompt="1"/>
          </p:nvPr>
        </p:nvSpPr>
        <p:spPr>
          <a:xfrm>
            <a:off x="1542240" y="6151497"/>
            <a:ext cx="1908700" cy="234000"/>
          </a:xfrm>
        </p:spPr>
        <p:txBody>
          <a:bodyPr wrap="square">
            <a:noAutofit/>
          </a:bodyPr>
          <a:lstStyle>
            <a:lvl1pPr marL="0" marR="0" indent="0" algn="l" defTabSz="457109" rtl="0" eaLnBrk="1" fontAlgn="auto" latinLnBrk="0" hangingPunct="1">
              <a:lnSpc>
                <a:spcPts val="1000"/>
              </a:lnSpc>
              <a:spcBef>
                <a:spcPts val="0"/>
              </a:spcBef>
              <a:spcAft>
                <a:spcPts val="0"/>
              </a:spcAft>
              <a:buClrTx/>
              <a:buSzTx/>
              <a:buFont typeface="Arial" panose="020B0604020202020204" pitchFamily="34" charset="0"/>
              <a:buNone/>
              <a:tabLst/>
              <a:defRPr lang="ru-RU" sz="900" kern="1200" dirty="0" smtClean="0">
                <a:solidFill>
                  <a:schemeClr val="tx2"/>
                </a:solidFill>
                <a:latin typeface="+mn-lt"/>
                <a:ea typeface="Stapel" pitchFamily="34" charset="-122"/>
                <a:cs typeface="Stapel" panose="020B0504020202020204" pitchFamily="34" charset="-52"/>
              </a:defRPr>
            </a:lvl1pPr>
          </a:lstStyle>
          <a:p>
            <a:pPr marL="0" indent="0" algn="l">
              <a:lnSpc>
                <a:spcPts val="3000"/>
              </a:lnSpc>
              <a:buNone/>
            </a:pPr>
            <a:r>
              <a:rPr lang="ru-RU" sz="1000" dirty="0"/>
              <a:t>10 лет</a:t>
            </a:r>
          </a:p>
          <a:p>
            <a:pPr marL="0" indent="0" algn="l">
              <a:lnSpc>
                <a:spcPts val="3000"/>
              </a:lnSpc>
              <a:buNone/>
            </a:pPr>
            <a:endParaRPr lang="en-US" sz="1000" dirty="0"/>
          </a:p>
        </p:txBody>
      </p:sp>
      <p:sp>
        <p:nvSpPr>
          <p:cNvPr id="197" name="Текст 11">
            <a:extLst>
              <a:ext uri="{FF2B5EF4-FFF2-40B4-BE49-F238E27FC236}">
                <a16:creationId xmlns:a16="http://schemas.microsoft.com/office/drawing/2014/main" id="{176BCD30-98CD-F517-E1A6-E8422DA46E98}"/>
              </a:ext>
            </a:extLst>
          </p:cNvPr>
          <p:cNvSpPr>
            <a:spLocks noGrp="1"/>
          </p:cNvSpPr>
          <p:nvPr>
            <p:ph type="body" sz="quarter" idx="26" hasCustomPrompt="1"/>
          </p:nvPr>
        </p:nvSpPr>
        <p:spPr>
          <a:xfrm>
            <a:off x="4170664" y="1746441"/>
            <a:ext cx="3673197" cy="833113"/>
          </a:xfrm>
        </p:spPr>
        <p:txBody>
          <a:bodyPr wrap="square">
            <a:spAutoFit/>
          </a:bodyPr>
          <a:lstStyle>
            <a:lvl1pPr marL="114277" marR="0" indent="-114277" algn="l" defTabSz="457109" rtl="0" eaLnBrk="1" fontAlgn="auto" latinLnBrk="0" hangingPunct="1">
              <a:lnSpc>
                <a:spcPct val="90000"/>
              </a:lnSpc>
              <a:spcBef>
                <a:spcPts val="0"/>
              </a:spcBef>
              <a:spcAft>
                <a:spcPts val="0"/>
              </a:spcAft>
              <a:buClrTx/>
              <a:buSzTx/>
              <a:buFont typeface="Arial" panose="020B0604020202020204" pitchFamily="34" charset="0"/>
              <a:buChar char="•"/>
              <a:tabLst/>
              <a:defRPr sz="1000">
                <a:latin typeface="+mn-lt"/>
              </a:defRPr>
            </a:lvl1pPr>
            <a:lvl2pPr>
              <a:defRPr sz="1000"/>
            </a:lvl2pPr>
            <a:lvl3pPr>
              <a:defRPr sz="1000"/>
            </a:lvl3pPr>
            <a:lvl4pPr>
              <a:defRPr sz="1000"/>
            </a:lvl4pPr>
            <a:lvl5pPr>
              <a:defRPr sz="1000"/>
            </a:lvl5pPr>
          </a:lstStyle>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ru-RU" dirty="0"/>
          </a:p>
        </p:txBody>
      </p:sp>
      <p:sp>
        <p:nvSpPr>
          <p:cNvPr id="198" name="Текст 11">
            <a:extLst>
              <a:ext uri="{FF2B5EF4-FFF2-40B4-BE49-F238E27FC236}">
                <a16:creationId xmlns:a16="http://schemas.microsoft.com/office/drawing/2014/main" id="{9C6C3AA0-09FB-CC1A-12C3-75B756054C8C}"/>
              </a:ext>
            </a:extLst>
          </p:cNvPr>
          <p:cNvSpPr>
            <a:spLocks noGrp="1"/>
          </p:cNvSpPr>
          <p:nvPr>
            <p:ph type="body" sz="quarter" idx="97" hasCustomPrompt="1"/>
          </p:nvPr>
        </p:nvSpPr>
        <p:spPr>
          <a:xfrm>
            <a:off x="8028483" y="1746441"/>
            <a:ext cx="3673197" cy="833113"/>
          </a:xfrm>
        </p:spPr>
        <p:txBody>
          <a:bodyPr wrap="square">
            <a:spAutoFit/>
          </a:bodyPr>
          <a:lstStyle>
            <a:lvl1pPr marL="114277" marR="0" indent="-114277" algn="l" defTabSz="457109" rtl="0" eaLnBrk="1" fontAlgn="auto" latinLnBrk="0" hangingPunct="1">
              <a:lnSpc>
                <a:spcPct val="90000"/>
              </a:lnSpc>
              <a:spcBef>
                <a:spcPts val="0"/>
              </a:spcBef>
              <a:spcAft>
                <a:spcPts val="0"/>
              </a:spcAft>
              <a:buClrTx/>
              <a:buSzTx/>
              <a:buFont typeface="Arial" panose="020B0604020202020204" pitchFamily="34" charset="0"/>
              <a:buChar char="•"/>
              <a:tabLst/>
              <a:defRPr sz="1000">
                <a:latin typeface="+mn-lt"/>
              </a:defRPr>
            </a:lvl1pPr>
            <a:lvl2pPr>
              <a:defRPr sz="1000"/>
            </a:lvl2pPr>
            <a:lvl3pPr>
              <a:defRPr sz="1000"/>
            </a:lvl3pPr>
            <a:lvl4pPr>
              <a:defRPr sz="1000"/>
            </a:lvl4pPr>
            <a:lvl5pPr>
              <a:defRPr sz="1000"/>
            </a:lvl5pPr>
          </a:lstStyle>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ru-RU" dirty="0"/>
          </a:p>
        </p:txBody>
      </p:sp>
      <p:sp>
        <p:nvSpPr>
          <p:cNvPr id="199" name="Текст 11">
            <a:extLst>
              <a:ext uri="{FF2B5EF4-FFF2-40B4-BE49-F238E27FC236}">
                <a16:creationId xmlns:a16="http://schemas.microsoft.com/office/drawing/2014/main" id="{CA2B5D22-2EBF-7DFC-7C86-D6E923AFB724}"/>
              </a:ext>
            </a:extLst>
          </p:cNvPr>
          <p:cNvSpPr>
            <a:spLocks noGrp="1"/>
          </p:cNvSpPr>
          <p:nvPr>
            <p:ph type="body" sz="quarter" idx="98" hasCustomPrompt="1"/>
          </p:nvPr>
        </p:nvSpPr>
        <p:spPr>
          <a:xfrm>
            <a:off x="4170664" y="2998386"/>
            <a:ext cx="3673197" cy="833113"/>
          </a:xfrm>
        </p:spPr>
        <p:txBody>
          <a:bodyPr wrap="square">
            <a:spAutoFit/>
          </a:bodyPr>
          <a:lstStyle>
            <a:lvl1pPr marL="114277" marR="0" indent="-114277" algn="l" defTabSz="457109" rtl="0" eaLnBrk="1" fontAlgn="auto" latinLnBrk="0" hangingPunct="1">
              <a:lnSpc>
                <a:spcPct val="90000"/>
              </a:lnSpc>
              <a:spcBef>
                <a:spcPts val="0"/>
              </a:spcBef>
              <a:spcAft>
                <a:spcPts val="0"/>
              </a:spcAft>
              <a:buClrTx/>
              <a:buSzTx/>
              <a:buFont typeface="Arial" panose="020B0604020202020204" pitchFamily="34" charset="0"/>
              <a:buChar char="•"/>
              <a:tabLst/>
              <a:defRPr sz="1000">
                <a:latin typeface="+mn-lt"/>
              </a:defRPr>
            </a:lvl1pPr>
            <a:lvl2pPr>
              <a:defRPr sz="1000"/>
            </a:lvl2pPr>
            <a:lvl3pPr>
              <a:defRPr sz="1000"/>
            </a:lvl3pPr>
            <a:lvl4pPr>
              <a:defRPr sz="1000"/>
            </a:lvl4pPr>
            <a:lvl5pPr>
              <a:defRPr sz="1000"/>
            </a:lvl5pPr>
          </a:lstStyle>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ru-RU" dirty="0"/>
          </a:p>
        </p:txBody>
      </p:sp>
      <p:sp>
        <p:nvSpPr>
          <p:cNvPr id="200" name="Текст 11">
            <a:extLst>
              <a:ext uri="{FF2B5EF4-FFF2-40B4-BE49-F238E27FC236}">
                <a16:creationId xmlns:a16="http://schemas.microsoft.com/office/drawing/2014/main" id="{8D28BF06-04E3-9BEE-BBDF-9D6B04024184}"/>
              </a:ext>
            </a:extLst>
          </p:cNvPr>
          <p:cNvSpPr>
            <a:spLocks noGrp="1"/>
          </p:cNvSpPr>
          <p:nvPr>
            <p:ph type="body" sz="quarter" idx="99" hasCustomPrompt="1"/>
          </p:nvPr>
        </p:nvSpPr>
        <p:spPr>
          <a:xfrm>
            <a:off x="8028483" y="2998386"/>
            <a:ext cx="3673197" cy="833113"/>
          </a:xfrm>
        </p:spPr>
        <p:txBody>
          <a:bodyPr wrap="square">
            <a:spAutoFit/>
          </a:bodyPr>
          <a:lstStyle>
            <a:lvl1pPr marL="114277" marR="0" indent="-114277" algn="l" defTabSz="457109" rtl="0" eaLnBrk="1" fontAlgn="auto" latinLnBrk="0" hangingPunct="1">
              <a:lnSpc>
                <a:spcPct val="90000"/>
              </a:lnSpc>
              <a:spcBef>
                <a:spcPts val="0"/>
              </a:spcBef>
              <a:spcAft>
                <a:spcPts val="0"/>
              </a:spcAft>
              <a:buClrTx/>
              <a:buSzTx/>
              <a:buFont typeface="Arial" panose="020B0604020202020204" pitchFamily="34" charset="0"/>
              <a:buChar char="•"/>
              <a:tabLst/>
              <a:defRPr sz="1000">
                <a:latin typeface="+mn-lt"/>
              </a:defRPr>
            </a:lvl1pPr>
            <a:lvl2pPr>
              <a:defRPr sz="1000"/>
            </a:lvl2pPr>
            <a:lvl3pPr>
              <a:defRPr sz="1000"/>
            </a:lvl3pPr>
            <a:lvl4pPr>
              <a:defRPr sz="1000"/>
            </a:lvl4pPr>
            <a:lvl5pPr>
              <a:defRPr sz="1000"/>
            </a:lvl5pPr>
          </a:lstStyle>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ru-RU" dirty="0"/>
          </a:p>
        </p:txBody>
      </p:sp>
      <p:sp>
        <p:nvSpPr>
          <p:cNvPr id="201" name="Текст 11">
            <a:extLst>
              <a:ext uri="{FF2B5EF4-FFF2-40B4-BE49-F238E27FC236}">
                <a16:creationId xmlns:a16="http://schemas.microsoft.com/office/drawing/2014/main" id="{1FEA0552-7C91-8394-D4D5-DA2703B446C1}"/>
              </a:ext>
            </a:extLst>
          </p:cNvPr>
          <p:cNvSpPr>
            <a:spLocks noGrp="1"/>
          </p:cNvSpPr>
          <p:nvPr>
            <p:ph type="body" sz="quarter" idx="100" hasCustomPrompt="1"/>
          </p:nvPr>
        </p:nvSpPr>
        <p:spPr>
          <a:xfrm>
            <a:off x="4170664" y="4244848"/>
            <a:ext cx="3673197" cy="833113"/>
          </a:xfrm>
        </p:spPr>
        <p:txBody>
          <a:bodyPr wrap="square">
            <a:spAutoFit/>
          </a:bodyPr>
          <a:lstStyle>
            <a:lvl1pPr marL="114277" marR="0" indent="-114277" algn="l" defTabSz="457109" rtl="0" eaLnBrk="1" fontAlgn="auto" latinLnBrk="0" hangingPunct="1">
              <a:lnSpc>
                <a:spcPct val="90000"/>
              </a:lnSpc>
              <a:spcBef>
                <a:spcPts val="0"/>
              </a:spcBef>
              <a:spcAft>
                <a:spcPts val="0"/>
              </a:spcAft>
              <a:buClrTx/>
              <a:buSzTx/>
              <a:buFont typeface="Arial" panose="020B0604020202020204" pitchFamily="34" charset="0"/>
              <a:buChar char="•"/>
              <a:tabLst/>
              <a:defRPr sz="1000">
                <a:latin typeface="+mn-lt"/>
              </a:defRPr>
            </a:lvl1pPr>
            <a:lvl2pPr>
              <a:defRPr sz="1000"/>
            </a:lvl2pPr>
            <a:lvl3pPr>
              <a:defRPr sz="1000"/>
            </a:lvl3pPr>
            <a:lvl4pPr>
              <a:defRPr sz="1000"/>
            </a:lvl4pPr>
            <a:lvl5pPr>
              <a:defRPr sz="1000"/>
            </a:lvl5pPr>
          </a:lstStyle>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ru-RU" dirty="0"/>
          </a:p>
        </p:txBody>
      </p:sp>
      <p:sp>
        <p:nvSpPr>
          <p:cNvPr id="202" name="Текст 11">
            <a:extLst>
              <a:ext uri="{FF2B5EF4-FFF2-40B4-BE49-F238E27FC236}">
                <a16:creationId xmlns:a16="http://schemas.microsoft.com/office/drawing/2014/main" id="{E8A33F1E-A556-6F08-42F3-3184D5A23231}"/>
              </a:ext>
            </a:extLst>
          </p:cNvPr>
          <p:cNvSpPr>
            <a:spLocks noGrp="1"/>
          </p:cNvSpPr>
          <p:nvPr>
            <p:ph type="body" sz="quarter" idx="101" hasCustomPrompt="1"/>
          </p:nvPr>
        </p:nvSpPr>
        <p:spPr>
          <a:xfrm>
            <a:off x="8028483" y="4244848"/>
            <a:ext cx="3673197" cy="833113"/>
          </a:xfrm>
        </p:spPr>
        <p:txBody>
          <a:bodyPr wrap="square">
            <a:spAutoFit/>
          </a:bodyPr>
          <a:lstStyle>
            <a:lvl1pPr marL="114277" marR="0" indent="-114277" algn="l" defTabSz="457109" rtl="0" eaLnBrk="1" fontAlgn="auto" latinLnBrk="0" hangingPunct="1">
              <a:lnSpc>
                <a:spcPct val="90000"/>
              </a:lnSpc>
              <a:spcBef>
                <a:spcPts val="0"/>
              </a:spcBef>
              <a:spcAft>
                <a:spcPts val="0"/>
              </a:spcAft>
              <a:buClrTx/>
              <a:buSzTx/>
              <a:buFont typeface="Arial" panose="020B0604020202020204" pitchFamily="34" charset="0"/>
              <a:buChar char="•"/>
              <a:tabLst/>
              <a:defRPr sz="1000">
                <a:latin typeface="+mn-lt"/>
              </a:defRPr>
            </a:lvl1pPr>
            <a:lvl2pPr>
              <a:defRPr sz="1000"/>
            </a:lvl2pPr>
            <a:lvl3pPr>
              <a:defRPr sz="1000"/>
            </a:lvl3pPr>
            <a:lvl4pPr>
              <a:defRPr sz="1000"/>
            </a:lvl4pPr>
            <a:lvl5pPr>
              <a:defRPr sz="1000"/>
            </a:lvl5pPr>
          </a:lstStyle>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ru-RU" dirty="0"/>
          </a:p>
        </p:txBody>
      </p:sp>
      <p:sp>
        <p:nvSpPr>
          <p:cNvPr id="203" name="Текст 11">
            <a:extLst>
              <a:ext uri="{FF2B5EF4-FFF2-40B4-BE49-F238E27FC236}">
                <a16:creationId xmlns:a16="http://schemas.microsoft.com/office/drawing/2014/main" id="{430FD457-7864-9970-C087-452B0656DB0A}"/>
              </a:ext>
            </a:extLst>
          </p:cNvPr>
          <p:cNvSpPr>
            <a:spLocks noGrp="1"/>
          </p:cNvSpPr>
          <p:nvPr>
            <p:ph type="body" sz="quarter" idx="102" hasCustomPrompt="1"/>
          </p:nvPr>
        </p:nvSpPr>
        <p:spPr>
          <a:xfrm>
            <a:off x="4170664" y="5517683"/>
            <a:ext cx="3673197" cy="833113"/>
          </a:xfrm>
        </p:spPr>
        <p:txBody>
          <a:bodyPr wrap="square">
            <a:spAutoFit/>
          </a:bodyPr>
          <a:lstStyle>
            <a:lvl1pPr marL="114277" marR="0" indent="-114277" algn="l" defTabSz="457109" rtl="0" eaLnBrk="1" fontAlgn="auto" latinLnBrk="0" hangingPunct="1">
              <a:lnSpc>
                <a:spcPct val="90000"/>
              </a:lnSpc>
              <a:spcBef>
                <a:spcPts val="0"/>
              </a:spcBef>
              <a:spcAft>
                <a:spcPts val="0"/>
              </a:spcAft>
              <a:buClrTx/>
              <a:buSzTx/>
              <a:buFont typeface="Arial" panose="020B0604020202020204" pitchFamily="34" charset="0"/>
              <a:buChar char="•"/>
              <a:tabLst/>
              <a:defRPr sz="1000">
                <a:latin typeface="+mn-lt"/>
              </a:defRPr>
            </a:lvl1pPr>
            <a:lvl2pPr>
              <a:defRPr sz="1000"/>
            </a:lvl2pPr>
            <a:lvl3pPr>
              <a:defRPr sz="1000"/>
            </a:lvl3pPr>
            <a:lvl4pPr>
              <a:defRPr sz="1000"/>
            </a:lvl4pPr>
            <a:lvl5pPr>
              <a:defRPr sz="1000"/>
            </a:lvl5pPr>
          </a:lstStyle>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ru-RU" dirty="0"/>
          </a:p>
        </p:txBody>
      </p:sp>
      <p:sp>
        <p:nvSpPr>
          <p:cNvPr id="204" name="Текст 11">
            <a:extLst>
              <a:ext uri="{FF2B5EF4-FFF2-40B4-BE49-F238E27FC236}">
                <a16:creationId xmlns:a16="http://schemas.microsoft.com/office/drawing/2014/main" id="{CB02BBA9-A451-82B3-DAEE-98D8763489AA}"/>
              </a:ext>
            </a:extLst>
          </p:cNvPr>
          <p:cNvSpPr>
            <a:spLocks noGrp="1"/>
          </p:cNvSpPr>
          <p:nvPr>
            <p:ph type="body" sz="quarter" idx="103" hasCustomPrompt="1"/>
          </p:nvPr>
        </p:nvSpPr>
        <p:spPr>
          <a:xfrm>
            <a:off x="8028483" y="5517683"/>
            <a:ext cx="3673197" cy="833113"/>
          </a:xfrm>
        </p:spPr>
        <p:txBody>
          <a:bodyPr wrap="square">
            <a:spAutoFit/>
          </a:bodyPr>
          <a:lstStyle>
            <a:lvl1pPr marL="114277" marR="0" indent="-114277" algn="l" defTabSz="457109" rtl="0" eaLnBrk="1" fontAlgn="auto" latinLnBrk="0" hangingPunct="1">
              <a:lnSpc>
                <a:spcPct val="90000"/>
              </a:lnSpc>
              <a:spcBef>
                <a:spcPts val="0"/>
              </a:spcBef>
              <a:spcAft>
                <a:spcPts val="0"/>
              </a:spcAft>
              <a:buClrTx/>
              <a:buSzTx/>
              <a:buFont typeface="Arial" panose="020B0604020202020204" pitchFamily="34" charset="0"/>
              <a:buChar char="•"/>
              <a:tabLst/>
              <a:defRPr sz="1000">
                <a:latin typeface="+mn-lt"/>
              </a:defRPr>
            </a:lvl1pPr>
            <a:lvl2pPr>
              <a:defRPr sz="1000"/>
            </a:lvl2pPr>
            <a:lvl3pPr>
              <a:defRPr sz="1000"/>
            </a:lvl3pPr>
            <a:lvl4pPr>
              <a:defRPr sz="1000"/>
            </a:lvl4pPr>
            <a:lvl5pPr>
              <a:defRPr sz="1000"/>
            </a:lvl5pPr>
          </a:lstStyle>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lvl="0"/>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ru-RU" dirty="0"/>
          </a:p>
        </p:txBody>
      </p:sp>
      <p:sp>
        <p:nvSpPr>
          <p:cNvPr id="12" name="Номер слайда 5">
            <a:extLst>
              <a:ext uri="{FF2B5EF4-FFF2-40B4-BE49-F238E27FC236}">
                <a16:creationId xmlns:a16="http://schemas.microsoft.com/office/drawing/2014/main" id="{12656DED-0FED-3E52-5BF0-98E1070B973F}"/>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8" name="Заголовок 1">
            <a:extLst>
              <a:ext uri="{FF2B5EF4-FFF2-40B4-BE49-F238E27FC236}">
                <a16:creationId xmlns:a16="http://schemas.microsoft.com/office/drawing/2014/main" id="{7BF707F9-07DB-BA48-8F78-9CD8569FC405}"/>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atin typeface="+mj-lt"/>
              </a:defRPr>
            </a:lvl1pPr>
          </a:lstStyle>
          <a:p>
            <a:r>
              <a:rPr lang="ru-RU" dirty="0">
                <a:effectLst/>
              </a:rPr>
              <a:t>Потенциальные члены команды</a:t>
            </a:r>
            <a:endParaRPr lang="ru-RU" dirty="0"/>
          </a:p>
        </p:txBody>
      </p:sp>
      <p:cxnSp>
        <p:nvCxnSpPr>
          <p:cNvPr id="21" name="Прямая соединительная линия 20">
            <a:extLst>
              <a:ext uri="{FF2B5EF4-FFF2-40B4-BE49-F238E27FC236}">
                <a16:creationId xmlns:a16="http://schemas.microsoft.com/office/drawing/2014/main" id="{13C1C2D8-CF02-418D-70DF-D92272607405}"/>
              </a:ext>
            </a:extLst>
          </p:cNvPr>
          <p:cNvCxnSpPr/>
          <p:nvPr userDrawn="1"/>
        </p:nvCxnSpPr>
        <p:spPr>
          <a:xfrm>
            <a:off x="355598" y="1619250"/>
            <a:ext cx="114807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a:extLst>
              <a:ext uri="{FF2B5EF4-FFF2-40B4-BE49-F238E27FC236}">
                <a16:creationId xmlns:a16="http://schemas.microsoft.com/office/drawing/2014/main" id="{5E57E474-217B-160C-50CF-EFD547CE8BD4}"/>
              </a:ext>
            </a:extLst>
          </p:cNvPr>
          <p:cNvCxnSpPr/>
          <p:nvPr userDrawn="1"/>
        </p:nvCxnSpPr>
        <p:spPr>
          <a:xfrm>
            <a:off x="355598" y="2870200"/>
            <a:ext cx="114807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a:extLst>
              <a:ext uri="{FF2B5EF4-FFF2-40B4-BE49-F238E27FC236}">
                <a16:creationId xmlns:a16="http://schemas.microsoft.com/office/drawing/2014/main" id="{C4620C4D-EBB0-948B-1515-4B9B77EF5BA4}"/>
              </a:ext>
            </a:extLst>
          </p:cNvPr>
          <p:cNvCxnSpPr/>
          <p:nvPr userDrawn="1"/>
        </p:nvCxnSpPr>
        <p:spPr>
          <a:xfrm>
            <a:off x="355598" y="4123459"/>
            <a:ext cx="114807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a:extLst>
              <a:ext uri="{FF2B5EF4-FFF2-40B4-BE49-F238E27FC236}">
                <a16:creationId xmlns:a16="http://schemas.microsoft.com/office/drawing/2014/main" id="{6697FE00-A3D8-925F-39EE-B750E5D1058B}"/>
              </a:ext>
            </a:extLst>
          </p:cNvPr>
          <p:cNvCxnSpPr/>
          <p:nvPr userDrawn="1"/>
        </p:nvCxnSpPr>
        <p:spPr>
          <a:xfrm>
            <a:off x="355598" y="5383518"/>
            <a:ext cx="114807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Рисунок 3">
            <a:extLst>
              <a:ext uri="{FF2B5EF4-FFF2-40B4-BE49-F238E27FC236}">
                <a16:creationId xmlns:a16="http://schemas.microsoft.com/office/drawing/2014/main" id="{9FA68782-57C1-1D3F-06F1-871A731A2A7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3C69CD37-083B-E63F-4439-BC650C5AA06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2608335062"/>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Контакты">
    <p:bg>
      <p:bgPr>
        <a:solidFill>
          <a:schemeClr val="bg2"/>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7E9E10BA-2C85-A581-B108-3ED6F08F0D3D}"/>
              </a:ext>
            </a:extLst>
          </p:cNvPr>
          <p:cNvSpPr/>
          <p:nvPr userDrawn="1"/>
        </p:nvSpPr>
        <p:spPr>
          <a:xfrm>
            <a:off x="355598" y="1397000"/>
            <a:ext cx="3759181" cy="5105400"/>
          </a:xfrm>
          <a:prstGeom prst="rect">
            <a:avLst/>
          </a:prstGeom>
          <a:solidFill>
            <a:srgbClr val="FFFFFF">
              <a:alpha val="100000"/>
            </a:srgbClr>
          </a:solidFill>
          <a:ln/>
        </p:spPr>
      </p:sp>
      <p:sp>
        <p:nvSpPr>
          <p:cNvPr id="9" name="Shape 3">
            <a:extLst>
              <a:ext uri="{FF2B5EF4-FFF2-40B4-BE49-F238E27FC236}">
                <a16:creationId xmlns:a16="http://schemas.microsoft.com/office/drawing/2014/main" id="{68CE8DF1-2AE2-8C31-3FE4-B723C548B79B}"/>
              </a:ext>
            </a:extLst>
          </p:cNvPr>
          <p:cNvSpPr/>
          <p:nvPr userDrawn="1"/>
        </p:nvSpPr>
        <p:spPr>
          <a:xfrm>
            <a:off x="4216378" y="1397000"/>
            <a:ext cx="3759181" cy="5105400"/>
          </a:xfrm>
          <a:prstGeom prst="rect">
            <a:avLst/>
          </a:prstGeom>
          <a:solidFill>
            <a:srgbClr val="FFFFFF">
              <a:alpha val="100000"/>
            </a:srgbClr>
          </a:solidFill>
          <a:ln/>
        </p:spPr>
      </p:sp>
      <p:sp>
        <p:nvSpPr>
          <p:cNvPr id="10" name="Shape 4">
            <a:extLst>
              <a:ext uri="{FF2B5EF4-FFF2-40B4-BE49-F238E27FC236}">
                <a16:creationId xmlns:a16="http://schemas.microsoft.com/office/drawing/2014/main" id="{95F5A9F1-D299-F031-2309-8A2D33119B2B}"/>
              </a:ext>
            </a:extLst>
          </p:cNvPr>
          <p:cNvSpPr/>
          <p:nvPr userDrawn="1"/>
        </p:nvSpPr>
        <p:spPr>
          <a:xfrm>
            <a:off x="8077158" y="1397000"/>
            <a:ext cx="3759181" cy="5105400"/>
          </a:xfrm>
          <a:prstGeom prst="rect">
            <a:avLst/>
          </a:prstGeom>
          <a:solidFill>
            <a:srgbClr val="FFFFFF">
              <a:alpha val="100000"/>
            </a:srgbClr>
          </a:solidFill>
          <a:ln/>
        </p:spPr>
      </p:sp>
      <p:sp>
        <p:nvSpPr>
          <p:cNvPr id="12" name="Shape 5">
            <a:extLst>
              <a:ext uri="{FF2B5EF4-FFF2-40B4-BE49-F238E27FC236}">
                <a16:creationId xmlns:a16="http://schemas.microsoft.com/office/drawing/2014/main" id="{C64E91F3-D1A1-0EE5-FDDA-E18ACBC3580B}"/>
              </a:ext>
            </a:extLst>
          </p:cNvPr>
          <p:cNvSpPr/>
          <p:nvPr userDrawn="1"/>
        </p:nvSpPr>
        <p:spPr>
          <a:xfrm>
            <a:off x="406398" y="1447800"/>
            <a:ext cx="3657581" cy="990600"/>
          </a:xfrm>
          <a:prstGeom prst="rect">
            <a:avLst/>
          </a:prstGeom>
          <a:solidFill>
            <a:srgbClr val="CF0522">
              <a:alpha val="10000"/>
            </a:srgbClr>
          </a:solidFill>
          <a:ln/>
        </p:spPr>
      </p:sp>
      <p:sp>
        <p:nvSpPr>
          <p:cNvPr id="20" name="Shape 9">
            <a:extLst>
              <a:ext uri="{FF2B5EF4-FFF2-40B4-BE49-F238E27FC236}">
                <a16:creationId xmlns:a16="http://schemas.microsoft.com/office/drawing/2014/main" id="{F7AC2FEF-EDE6-A035-1FD1-8355AA8F9C05}"/>
              </a:ext>
            </a:extLst>
          </p:cNvPr>
          <p:cNvSpPr/>
          <p:nvPr userDrawn="1"/>
        </p:nvSpPr>
        <p:spPr>
          <a:xfrm>
            <a:off x="4267178" y="1447800"/>
            <a:ext cx="3657581" cy="990600"/>
          </a:xfrm>
          <a:prstGeom prst="rect">
            <a:avLst/>
          </a:prstGeom>
          <a:solidFill>
            <a:srgbClr val="CF0522">
              <a:alpha val="10000"/>
            </a:srgbClr>
          </a:solidFill>
          <a:ln/>
        </p:spPr>
      </p:sp>
      <p:sp>
        <p:nvSpPr>
          <p:cNvPr id="25" name="Shape 13">
            <a:extLst>
              <a:ext uri="{FF2B5EF4-FFF2-40B4-BE49-F238E27FC236}">
                <a16:creationId xmlns:a16="http://schemas.microsoft.com/office/drawing/2014/main" id="{8B63401A-2CD3-FB44-BEF3-705658AC3D52}"/>
              </a:ext>
            </a:extLst>
          </p:cNvPr>
          <p:cNvSpPr/>
          <p:nvPr userDrawn="1"/>
        </p:nvSpPr>
        <p:spPr>
          <a:xfrm>
            <a:off x="8127958" y="1447800"/>
            <a:ext cx="3657581" cy="990600"/>
          </a:xfrm>
          <a:prstGeom prst="rect">
            <a:avLst/>
          </a:prstGeom>
          <a:solidFill>
            <a:srgbClr val="CF0522">
              <a:alpha val="10000"/>
            </a:srgbClr>
          </a:solidFill>
          <a:ln/>
        </p:spPr>
      </p:sp>
      <p:pic>
        <p:nvPicPr>
          <p:cNvPr id="30" name="Image 4" descr=" ">
            <a:extLst>
              <a:ext uri="{FF2B5EF4-FFF2-40B4-BE49-F238E27FC236}">
                <a16:creationId xmlns:a16="http://schemas.microsoft.com/office/drawing/2014/main" id="{2CE02192-73FA-769B-C641-1205FFEA7F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422633" y="5657850"/>
            <a:ext cx="692146" cy="844550"/>
          </a:xfrm>
          <a:prstGeom prst="rect">
            <a:avLst/>
          </a:prstGeom>
        </p:spPr>
      </p:pic>
      <p:pic>
        <p:nvPicPr>
          <p:cNvPr id="31" name="Image 5" descr=" ">
            <a:extLst>
              <a:ext uri="{FF2B5EF4-FFF2-40B4-BE49-F238E27FC236}">
                <a16:creationId xmlns:a16="http://schemas.microsoft.com/office/drawing/2014/main" id="{4903ED07-BEFC-F385-6BA8-337F0E353DC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83413" y="5657850"/>
            <a:ext cx="692146" cy="844550"/>
          </a:xfrm>
          <a:prstGeom prst="rect">
            <a:avLst/>
          </a:prstGeom>
        </p:spPr>
      </p:pic>
      <p:pic>
        <p:nvPicPr>
          <p:cNvPr id="32" name="Image 6" descr=" ">
            <a:extLst>
              <a:ext uri="{FF2B5EF4-FFF2-40B4-BE49-F238E27FC236}">
                <a16:creationId xmlns:a16="http://schemas.microsoft.com/office/drawing/2014/main" id="{AC41743C-809B-DB17-D24B-8D4FEF0AB35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4192" y="5657850"/>
            <a:ext cx="692146" cy="844550"/>
          </a:xfrm>
          <a:prstGeom prst="rect">
            <a:avLst/>
          </a:prstGeom>
        </p:spPr>
      </p:pic>
      <p:sp>
        <p:nvSpPr>
          <p:cNvPr id="45" name="Shape 29">
            <a:extLst>
              <a:ext uri="{FF2B5EF4-FFF2-40B4-BE49-F238E27FC236}">
                <a16:creationId xmlns:a16="http://schemas.microsoft.com/office/drawing/2014/main" id="{7860C8C6-87E2-566B-07D5-472F3A00601D}"/>
              </a:ext>
            </a:extLst>
          </p:cNvPr>
          <p:cNvSpPr/>
          <p:nvPr userDrawn="1"/>
        </p:nvSpPr>
        <p:spPr>
          <a:xfrm>
            <a:off x="507997" y="3975100"/>
            <a:ext cx="3454382" cy="12700"/>
          </a:xfrm>
          <a:prstGeom prst="rect">
            <a:avLst/>
          </a:prstGeom>
          <a:solidFill>
            <a:srgbClr val="000000">
              <a:alpha val="10000"/>
            </a:srgbClr>
          </a:solidFill>
          <a:ln/>
        </p:spPr>
      </p:sp>
      <p:sp>
        <p:nvSpPr>
          <p:cNvPr id="46" name="Shape 30">
            <a:extLst>
              <a:ext uri="{FF2B5EF4-FFF2-40B4-BE49-F238E27FC236}">
                <a16:creationId xmlns:a16="http://schemas.microsoft.com/office/drawing/2014/main" id="{AD522BD1-DCB6-3F35-E0FA-1E9013B6788C}"/>
              </a:ext>
            </a:extLst>
          </p:cNvPr>
          <p:cNvSpPr/>
          <p:nvPr userDrawn="1"/>
        </p:nvSpPr>
        <p:spPr>
          <a:xfrm>
            <a:off x="4368777" y="3975100"/>
            <a:ext cx="3454382" cy="12700"/>
          </a:xfrm>
          <a:prstGeom prst="rect">
            <a:avLst/>
          </a:prstGeom>
          <a:solidFill>
            <a:srgbClr val="000000">
              <a:alpha val="10000"/>
            </a:srgbClr>
          </a:solidFill>
          <a:ln/>
        </p:spPr>
      </p:sp>
      <p:sp>
        <p:nvSpPr>
          <p:cNvPr id="47" name="Shape 31">
            <a:extLst>
              <a:ext uri="{FF2B5EF4-FFF2-40B4-BE49-F238E27FC236}">
                <a16:creationId xmlns:a16="http://schemas.microsoft.com/office/drawing/2014/main" id="{9374156E-940B-790A-4359-A19B38136989}"/>
              </a:ext>
            </a:extLst>
          </p:cNvPr>
          <p:cNvSpPr/>
          <p:nvPr userDrawn="1"/>
        </p:nvSpPr>
        <p:spPr>
          <a:xfrm>
            <a:off x="8229557" y="3975100"/>
            <a:ext cx="3454382" cy="12700"/>
          </a:xfrm>
          <a:prstGeom prst="rect">
            <a:avLst/>
          </a:prstGeom>
          <a:solidFill>
            <a:srgbClr val="000000">
              <a:alpha val="10000"/>
            </a:srgbClr>
          </a:solidFill>
          <a:ln/>
        </p:spPr>
      </p:sp>
      <p:sp>
        <p:nvSpPr>
          <p:cNvPr id="51" name="Рисунок 3">
            <a:extLst>
              <a:ext uri="{FF2B5EF4-FFF2-40B4-BE49-F238E27FC236}">
                <a16:creationId xmlns:a16="http://schemas.microsoft.com/office/drawing/2014/main" id="{62666490-5191-C214-8138-E68B6614D8E1}"/>
              </a:ext>
            </a:extLst>
          </p:cNvPr>
          <p:cNvSpPr>
            <a:spLocks noGrp="1"/>
          </p:cNvSpPr>
          <p:nvPr>
            <p:ph type="pic" sz="quarter" idx="11"/>
          </p:nvPr>
        </p:nvSpPr>
        <p:spPr>
          <a:xfrm>
            <a:off x="507998" y="1545743"/>
            <a:ext cx="787396" cy="787400"/>
          </a:xfrm>
        </p:spPr>
        <p:txBody>
          <a:bodyPr>
            <a:normAutofit/>
          </a:bodyPr>
          <a:lstStyle>
            <a:lvl1pPr marL="0" indent="0">
              <a:buNone/>
              <a:defRPr sz="800"/>
            </a:lvl1pPr>
          </a:lstStyle>
          <a:p>
            <a:r>
              <a:rPr lang="ru-RU"/>
              <a:t>Вставка рисунка</a:t>
            </a:r>
            <a:endParaRPr lang="ru-RU" dirty="0"/>
          </a:p>
        </p:txBody>
      </p:sp>
      <p:sp>
        <p:nvSpPr>
          <p:cNvPr id="52" name="Рисунок 3">
            <a:extLst>
              <a:ext uri="{FF2B5EF4-FFF2-40B4-BE49-F238E27FC236}">
                <a16:creationId xmlns:a16="http://schemas.microsoft.com/office/drawing/2014/main" id="{DE9FD4CE-1645-3011-A481-13C89D1D9255}"/>
              </a:ext>
            </a:extLst>
          </p:cNvPr>
          <p:cNvSpPr>
            <a:spLocks noGrp="1"/>
          </p:cNvSpPr>
          <p:nvPr>
            <p:ph type="pic" sz="quarter" idx="13"/>
          </p:nvPr>
        </p:nvSpPr>
        <p:spPr>
          <a:xfrm>
            <a:off x="4368777" y="1545743"/>
            <a:ext cx="787396" cy="787400"/>
          </a:xfrm>
        </p:spPr>
        <p:txBody>
          <a:bodyPr>
            <a:normAutofit/>
          </a:bodyPr>
          <a:lstStyle>
            <a:lvl1pPr marL="0" indent="0">
              <a:buNone/>
              <a:defRPr sz="800"/>
            </a:lvl1pPr>
          </a:lstStyle>
          <a:p>
            <a:r>
              <a:rPr lang="ru-RU"/>
              <a:t>Вставка рисунка</a:t>
            </a:r>
            <a:endParaRPr lang="ru-RU" dirty="0"/>
          </a:p>
        </p:txBody>
      </p:sp>
      <p:sp>
        <p:nvSpPr>
          <p:cNvPr id="53" name="Рисунок 3">
            <a:extLst>
              <a:ext uri="{FF2B5EF4-FFF2-40B4-BE49-F238E27FC236}">
                <a16:creationId xmlns:a16="http://schemas.microsoft.com/office/drawing/2014/main" id="{1A5CA3AA-4680-C566-DDAD-CC744E52BA9A}"/>
              </a:ext>
            </a:extLst>
          </p:cNvPr>
          <p:cNvSpPr>
            <a:spLocks noGrp="1"/>
          </p:cNvSpPr>
          <p:nvPr>
            <p:ph type="pic" sz="quarter" idx="14"/>
          </p:nvPr>
        </p:nvSpPr>
        <p:spPr>
          <a:xfrm>
            <a:off x="8229557" y="1545743"/>
            <a:ext cx="787396" cy="787400"/>
          </a:xfrm>
        </p:spPr>
        <p:txBody>
          <a:bodyPr>
            <a:normAutofit/>
          </a:bodyPr>
          <a:lstStyle>
            <a:lvl1pPr marL="0" indent="0">
              <a:buNone/>
              <a:defRPr sz="800"/>
            </a:lvl1pPr>
          </a:lstStyle>
          <a:p>
            <a:r>
              <a:rPr lang="ru-RU"/>
              <a:t>Вставка рисунка</a:t>
            </a:r>
            <a:endParaRPr lang="ru-RU" dirty="0"/>
          </a:p>
        </p:txBody>
      </p:sp>
      <p:sp>
        <p:nvSpPr>
          <p:cNvPr id="13" name="Номер слайда 5">
            <a:extLst>
              <a:ext uri="{FF2B5EF4-FFF2-40B4-BE49-F238E27FC236}">
                <a16:creationId xmlns:a16="http://schemas.microsoft.com/office/drawing/2014/main" id="{D45B113C-B46A-CAFA-037B-F4D3D7175A20}"/>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4" name="Заголовок 1">
            <a:extLst>
              <a:ext uri="{FF2B5EF4-FFF2-40B4-BE49-F238E27FC236}">
                <a16:creationId xmlns:a16="http://schemas.microsoft.com/office/drawing/2014/main" id="{7F838D05-0CF3-37EB-0391-CC6213A746A4}"/>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atin typeface="+mj-lt"/>
              </a:defRPr>
            </a:lvl1pPr>
          </a:lstStyle>
          <a:p>
            <a:r>
              <a:rPr lang="ru-RU" dirty="0">
                <a:effectLst/>
              </a:rPr>
              <a:t>Контакты</a:t>
            </a:r>
            <a:endParaRPr lang="ru-RU" dirty="0"/>
          </a:p>
        </p:txBody>
      </p:sp>
      <p:sp>
        <p:nvSpPr>
          <p:cNvPr id="17" name="Текст 43">
            <a:extLst>
              <a:ext uri="{FF2B5EF4-FFF2-40B4-BE49-F238E27FC236}">
                <a16:creationId xmlns:a16="http://schemas.microsoft.com/office/drawing/2014/main" id="{3B860D6E-5089-2B71-ED8F-503CEDE00BC0}"/>
              </a:ext>
            </a:extLst>
          </p:cNvPr>
          <p:cNvSpPr>
            <a:spLocks noGrp="1"/>
          </p:cNvSpPr>
          <p:nvPr>
            <p:ph type="body" sz="quarter" idx="19" hasCustomPrompt="1"/>
          </p:nvPr>
        </p:nvSpPr>
        <p:spPr>
          <a:xfrm>
            <a:off x="511363" y="2659711"/>
            <a:ext cx="2056565" cy="140616"/>
          </a:xfrm>
        </p:spPr>
        <p:txBody>
          <a:bodyPr>
            <a:spAutoFit/>
          </a:bodyPr>
          <a:lstStyle>
            <a:lvl1pPr marL="0" indent="0">
              <a:buNone/>
              <a:defRPr sz="1000" kern="0" spc="0" baseline="0">
                <a:latin typeface="+mn-lt"/>
              </a:defRPr>
            </a:lvl1pPr>
          </a:lstStyle>
          <a:p>
            <a:pPr lvl="0"/>
            <a:r>
              <a:rPr lang="ru-RU" dirty="0">
                <a:effectLst/>
              </a:rPr>
              <a:t>Образование</a:t>
            </a:r>
            <a:endParaRPr lang="ru-RU" dirty="0"/>
          </a:p>
        </p:txBody>
      </p:sp>
      <p:sp>
        <p:nvSpPr>
          <p:cNvPr id="18" name="Текст 43">
            <a:extLst>
              <a:ext uri="{FF2B5EF4-FFF2-40B4-BE49-F238E27FC236}">
                <a16:creationId xmlns:a16="http://schemas.microsoft.com/office/drawing/2014/main" id="{35C133CC-3D71-C903-687A-211AE08655A6}"/>
              </a:ext>
            </a:extLst>
          </p:cNvPr>
          <p:cNvSpPr>
            <a:spLocks noGrp="1"/>
          </p:cNvSpPr>
          <p:nvPr>
            <p:ph type="body" sz="quarter" idx="82" hasCustomPrompt="1"/>
          </p:nvPr>
        </p:nvSpPr>
        <p:spPr>
          <a:xfrm>
            <a:off x="4371975" y="2659711"/>
            <a:ext cx="2056565" cy="140616"/>
          </a:xfrm>
        </p:spPr>
        <p:txBody>
          <a:bodyPr>
            <a:spAutoFit/>
          </a:bodyPr>
          <a:lstStyle>
            <a:lvl1pPr marL="0" indent="0">
              <a:buNone/>
              <a:defRPr sz="1000" kern="0" spc="0" baseline="0">
                <a:latin typeface="+mn-lt"/>
              </a:defRPr>
            </a:lvl1pPr>
          </a:lstStyle>
          <a:p>
            <a:pPr lvl="0"/>
            <a:r>
              <a:rPr lang="ru-RU" dirty="0">
                <a:effectLst/>
              </a:rPr>
              <a:t>Образование</a:t>
            </a:r>
            <a:endParaRPr lang="ru-RU" dirty="0"/>
          </a:p>
        </p:txBody>
      </p:sp>
      <p:sp>
        <p:nvSpPr>
          <p:cNvPr id="22" name="Текст 43">
            <a:extLst>
              <a:ext uri="{FF2B5EF4-FFF2-40B4-BE49-F238E27FC236}">
                <a16:creationId xmlns:a16="http://schemas.microsoft.com/office/drawing/2014/main" id="{1AA5350E-2405-BE5B-29A6-1405F5426B0B}"/>
              </a:ext>
            </a:extLst>
          </p:cNvPr>
          <p:cNvSpPr>
            <a:spLocks noGrp="1"/>
          </p:cNvSpPr>
          <p:nvPr>
            <p:ph type="body" sz="quarter" idx="83" hasCustomPrompt="1"/>
          </p:nvPr>
        </p:nvSpPr>
        <p:spPr>
          <a:xfrm>
            <a:off x="8233005" y="2659711"/>
            <a:ext cx="2056565" cy="140616"/>
          </a:xfrm>
        </p:spPr>
        <p:txBody>
          <a:bodyPr>
            <a:spAutoFit/>
          </a:bodyPr>
          <a:lstStyle>
            <a:lvl1pPr marL="0" indent="0">
              <a:buNone/>
              <a:defRPr sz="1000" kern="0" spc="0" baseline="0">
                <a:latin typeface="+mn-lt"/>
              </a:defRPr>
            </a:lvl1pPr>
          </a:lstStyle>
          <a:p>
            <a:pPr lvl="0"/>
            <a:r>
              <a:rPr lang="ru-RU" dirty="0">
                <a:effectLst/>
              </a:rPr>
              <a:t>Образование</a:t>
            </a:r>
            <a:endParaRPr lang="ru-RU" dirty="0"/>
          </a:p>
        </p:txBody>
      </p:sp>
      <p:sp>
        <p:nvSpPr>
          <p:cNvPr id="23" name="Текст 43">
            <a:extLst>
              <a:ext uri="{FF2B5EF4-FFF2-40B4-BE49-F238E27FC236}">
                <a16:creationId xmlns:a16="http://schemas.microsoft.com/office/drawing/2014/main" id="{9129282A-F1C3-C1A6-EA91-84A56F1F3259}"/>
              </a:ext>
            </a:extLst>
          </p:cNvPr>
          <p:cNvSpPr>
            <a:spLocks noGrp="1"/>
          </p:cNvSpPr>
          <p:nvPr>
            <p:ph type="body" sz="quarter" idx="84" hasCustomPrompt="1"/>
          </p:nvPr>
        </p:nvSpPr>
        <p:spPr>
          <a:xfrm>
            <a:off x="511363" y="4199743"/>
            <a:ext cx="2056565" cy="140616"/>
          </a:xfrm>
        </p:spPr>
        <p:txBody>
          <a:bodyPr>
            <a:spAutoFit/>
          </a:bodyPr>
          <a:lstStyle>
            <a:lvl1pPr marL="0" indent="0">
              <a:buNone/>
              <a:defRPr sz="1000" kern="0" spc="0" baseline="0">
                <a:latin typeface="+mn-lt"/>
              </a:defRPr>
            </a:lvl1pPr>
          </a:lstStyle>
          <a:p>
            <a:pPr lvl="0"/>
            <a:r>
              <a:rPr lang="ru-RU" dirty="0">
                <a:effectLst/>
              </a:rPr>
              <a:t>Релевантный проектный опыт</a:t>
            </a:r>
            <a:endParaRPr lang="ru-RU" dirty="0"/>
          </a:p>
        </p:txBody>
      </p:sp>
      <p:sp>
        <p:nvSpPr>
          <p:cNvPr id="24" name="Текст 43">
            <a:extLst>
              <a:ext uri="{FF2B5EF4-FFF2-40B4-BE49-F238E27FC236}">
                <a16:creationId xmlns:a16="http://schemas.microsoft.com/office/drawing/2014/main" id="{9BC630EC-6A14-9CDB-E7BC-AB5365CFB627}"/>
              </a:ext>
            </a:extLst>
          </p:cNvPr>
          <p:cNvSpPr>
            <a:spLocks noGrp="1"/>
          </p:cNvSpPr>
          <p:nvPr>
            <p:ph type="body" sz="quarter" idx="85" hasCustomPrompt="1"/>
          </p:nvPr>
        </p:nvSpPr>
        <p:spPr>
          <a:xfrm>
            <a:off x="4371975" y="4199743"/>
            <a:ext cx="2056565" cy="140616"/>
          </a:xfrm>
        </p:spPr>
        <p:txBody>
          <a:bodyPr>
            <a:spAutoFit/>
          </a:bodyPr>
          <a:lstStyle>
            <a:lvl1pPr marL="0" indent="0">
              <a:buNone/>
              <a:defRPr sz="1000" kern="0" spc="0" baseline="0">
                <a:latin typeface="+mn-lt"/>
              </a:defRPr>
            </a:lvl1pPr>
          </a:lstStyle>
          <a:p>
            <a:pPr lvl="0"/>
            <a:r>
              <a:rPr lang="ru-RU" dirty="0">
                <a:effectLst/>
              </a:rPr>
              <a:t>Релевантный проектный опыт</a:t>
            </a:r>
            <a:endParaRPr lang="ru-RU" dirty="0"/>
          </a:p>
        </p:txBody>
      </p:sp>
      <p:sp>
        <p:nvSpPr>
          <p:cNvPr id="26" name="Текст 43">
            <a:extLst>
              <a:ext uri="{FF2B5EF4-FFF2-40B4-BE49-F238E27FC236}">
                <a16:creationId xmlns:a16="http://schemas.microsoft.com/office/drawing/2014/main" id="{D5A6E256-9CDF-E7B8-7291-8914E35DE35A}"/>
              </a:ext>
            </a:extLst>
          </p:cNvPr>
          <p:cNvSpPr>
            <a:spLocks noGrp="1"/>
          </p:cNvSpPr>
          <p:nvPr>
            <p:ph type="body" sz="quarter" idx="86" hasCustomPrompt="1"/>
          </p:nvPr>
        </p:nvSpPr>
        <p:spPr>
          <a:xfrm>
            <a:off x="8233005" y="4199743"/>
            <a:ext cx="2056565" cy="140616"/>
          </a:xfrm>
        </p:spPr>
        <p:txBody>
          <a:bodyPr>
            <a:spAutoFit/>
          </a:bodyPr>
          <a:lstStyle>
            <a:lvl1pPr marL="0" indent="0">
              <a:buNone/>
              <a:defRPr sz="1000" kern="0" spc="0" baseline="0">
                <a:latin typeface="+mn-lt"/>
              </a:defRPr>
            </a:lvl1pPr>
          </a:lstStyle>
          <a:p>
            <a:pPr lvl="0"/>
            <a:r>
              <a:rPr lang="ru-RU" dirty="0">
                <a:effectLst/>
              </a:rPr>
              <a:t>Релевантный проектный опыт</a:t>
            </a:r>
            <a:endParaRPr lang="ru-RU" dirty="0"/>
          </a:p>
        </p:txBody>
      </p:sp>
      <p:sp>
        <p:nvSpPr>
          <p:cNvPr id="27" name="Текст 61">
            <a:extLst>
              <a:ext uri="{FF2B5EF4-FFF2-40B4-BE49-F238E27FC236}">
                <a16:creationId xmlns:a16="http://schemas.microsoft.com/office/drawing/2014/main" id="{A7E8F08D-9A13-4ABD-105D-5231174F0710}"/>
              </a:ext>
            </a:extLst>
          </p:cNvPr>
          <p:cNvSpPr>
            <a:spLocks noGrp="1"/>
          </p:cNvSpPr>
          <p:nvPr>
            <p:ph type="body" sz="quarter" idx="87" hasCustomPrompt="1"/>
          </p:nvPr>
        </p:nvSpPr>
        <p:spPr>
          <a:xfrm>
            <a:off x="582645" y="2938575"/>
            <a:ext cx="3454382" cy="923330"/>
          </a:xfrm>
        </p:spPr>
        <p:txBody>
          <a:bodyPr wrap="square" anchor="t">
            <a:spAutoFit/>
          </a:bodyPr>
          <a:lstStyle>
            <a:lvl1pPr marL="72000" marR="0" indent="-108000" algn="l" defTabSz="457109" rtl="0" eaLnBrk="1" fontAlgn="auto" latinLnBrk="0" hangingPunct="1">
              <a:lnSpc>
                <a:spcPts val="1200"/>
              </a:lnSpc>
              <a:spcBef>
                <a:spcPts val="0"/>
              </a:spcBef>
              <a:spcAft>
                <a:spcPts val="0"/>
              </a:spcAft>
              <a:buClr>
                <a:schemeClr val="tx1"/>
              </a:buClr>
              <a:buSzTx/>
              <a:buFont typeface="Arial" panose="020B0604020202020204" pitchFamily="34" charset="0"/>
              <a:buChar char="•"/>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p:txBody>
      </p:sp>
      <p:sp>
        <p:nvSpPr>
          <p:cNvPr id="28" name="Текст 61">
            <a:extLst>
              <a:ext uri="{FF2B5EF4-FFF2-40B4-BE49-F238E27FC236}">
                <a16:creationId xmlns:a16="http://schemas.microsoft.com/office/drawing/2014/main" id="{A85FED70-0850-5739-9B2F-E14B337F92A3}"/>
              </a:ext>
            </a:extLst>
          </p:cNvPr>
          <p:cNvSpPr>
            <a:spLocks noGrp="1"/>
          </p:cNvSpPr>
          <p:nvPr>
            <p:ph type="body" sz="quarter" idx="88" hasCustomPrompt="1"/>
          </p:nvPr>
        </p:nvSpPr>
        <p:spPr>
          <a:xfrm>
            <a:off x="4446529" y="2938575"/>
            <a:ext cx="3454382" cy="923330"/>
          </a:xfrm>
        </p:spPr>
        <p:txBody>
          <a:bodyPr wrap="square" anchor="t">
            <a:spAutoFit/>
          </a:bodyPr>
          <a:lstStyle>
            <a:lvl1pPr marL="72000" marR="0" indent="-108000" algn="l" defTabSz="457109" rtl="0" eaLnBrk="1" fontAlgn="auto" latinLnBrk="0" hangingPunct="1">
              <a:lnSpc>
                <a:spcPts val="1200"/>
              </a:lnSpc>
              <a:spcBef>
                <a:spcPts val="0"/>
              </a:spcBef>
              <a:spcAft>
                <a:spcPts val="0"/>
              </a:spcAft>
              <a:buClr>
                <a:schemeClr val="tx1"/>
              </a:buClr>
              <a:buSzTx/>
              <a:buFont typeface="Arial" panose="020B0604020202020204" pitchFamily="34" charset="0"/>
              <a:buChar char="•"/>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p:txBody>
      </p:sp>
      <p:sp>
        <p:nvSpPr>
          <p:cNvPr id="29" name="Текст 61">
            <a:extLst>
              <a:ext uri="{FF2B5EF4-FFF2-40B4-BE49-F238E27FC236}">
                <a16:creationId xmlns:a16="http://schemas.microsoft.com/office/drawing/2014/main" id="{D64B3522-6872-D935-A64C-077FCCA53E61}"/>
              </a:ext>
            </a:extLst>
          </p:cNvPr>
          <p:cNvSpPr>
            <a:spLocks noGrp="1"/>
          </p:cNvSpPr>
          <p:nvPr>
            <p:ph type="body" sz="quarter" idx="89" hasCustomPrompt="1"/>
          </p:nvPr>
        </p:nvSpPr>
        <p:spPr>
          <a:xfrm>
            <a:off x="8307309" y="2938575"/>
            <a:ext cx="3454382" cy="923330"/>
          </a:xfrm>
        </p:spPr>
        <p:txBody>
          <a:bodyPr wrap="square" anchor="t">
            <a:spAutoFit/>
          </a:bodyPr>
          <a:lstStyle>
            <a:lvl1pPr marL="72000" marR="0" indent="-108000" algn="l" defTabSz="457109" rtl="0" eaLnBrk="1" fontAlgn="auto" latinLnBrk="0" hangingPunct="1">
              <a:lnSpc>
                <a:spcPts val="1200"/>
              </a:lnSpc>
              <a:spcBef>
                <a:spcPts val="0"/>
              </a:spcBef>
              <a:spcAft>
                <a:spcPts val="0"/>
              </a:spcAft>
              <a:buClr>
                <a:schemeClr val="tx1"/>
              </a:buClr>
              <a:buSzTx/>
              <a:buFont typeface="Arial" panose="020B0604020202020204" pitchFamily="34" charset="0"/>
              <a:buChar char="•"/>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p:txBody>
      </p:sp>
      <p:sp>
        <p:nvSpPr>
          <p:cNvPr id="33" name="Текст 61">
            <a:extLst>
              <a:ext uri="{FF2B5EF4-FFF2-40B4-BE49-F238E27FC236}">
                <a16:creationId xmlns:a16="http://schemas.microsoft.com/office/drawing/2014/main" id="{23E6B087-9E5A-7089-39D3-BE5394B29E70}"/>
              </a:ext>
            </a:extLst>
          </p:cNvPr>
          <p:cNvSpPr>
            <a:spLocks noGrp="1"/>
          </p:cNvSpPr>
          <p:nvPr>
            <p:ph type="body" sz="quarter" idx="90" hasCustomPrompt="1"/>
          </p:nvPr>
        </p:nvSpPr>
        <p:spPr>
          <a:xfrm>
            <a:off x="582645" y="4487459"/>
            <a:ext cx="3454382" cy="1231106"/>
          </a:xfrm>
        </p:spPr>
        <p:txBody>
          <a:bodyPr wrap="square" anchor="t">
            <a:spAutoFit/>
          </a:bodyPr>
          <a:lstStyle>
            <a:lvl1pPr marL="72000" marR="0" indent="-108000" algn="l" defTabSz="457109" rtl="0" eaLnBrk="1" fontAlgn="auto" latinLnBrk="0" hangingPunct="1">
              <a:lnSpc>
                <a:spcPts val="1200"/>
              </a:lnSpc>
              <a:spcBef>
                <a:spcPts val="0"/>
              </a:spcBef>
              <a:spcAft>
                <a:spcPts val="0"/>
              </a:spcAft>
              <a:buClr>
                <a:schemeClr val="tx1"/>
              </a:buClr>
              <a:buSzTx/>
              <a:buFont typeface="Arial" panose="020B0604020202020204" pitchFamily="34" charset="0"/>
              <a:buChar char="•"/>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p:txBody>
      </p:sp>
      <p:sp>
        <p:nvSpPr>
          <p:cNvPr id="34" name="Текст 61">
            <a:extLst>
              <a:ext uri="{FF2B5EF4-FFF2-40B4-BE49-F238E27FC236}">
                <a16:creationId xmlns:a16="http://schemas.microsoft.com/office/drawing/2014/main" id="{9833D6DD-D899-3CCE-A6F5-9AED84FBBC1B}"/>
              </a:ext>
            </a:extLst>
          </p:cNvPr>
          <p:cNvSpPr>
            <a:spLocks noGrp="1"/>
          </p:cNvSpPr>
          <p:nvPr>
            <p:ph type="body" sz="quarter" idx="91" hasCustomPrompt="1"/>
          </p:nvPr>
        </p:nvSpPr>
        <p:spPr>
          <a:xfrm>
            <a:off x="4446529" y="4487459"/>
            <a:ext cx="3454382" cy="1231106"/>
          </a:xfrm>
        </p:spPr>
        <p:txBody>
          <a:bodyPr wrap="square" anchor="t">
            <a:spAutoFit/>
          </a:bodyPr>
          <a:lstStyle>
            <a:lvl1pPr marL="72000" marR="0" indent="-108000" algn="l" defTabSz="457109" rtl="0" eaLnBrk="1" fontAlgn="auto" latinLnBrk="0" hangingPunct="1">
              <a:lnSpc>
                <a:spcPts val="1200"/>
              </a:lnSpc>
              <a:spcBef>
                <a:spcPts val="0"/>
              </a:spcBef>
              <a:spcAft>
                <a:spcPts val="0"/>
              </a:spcAft>
              <a:buClr>
                <a:schemeClr val="tx1"/>
              </a:buClr>
              <a:buSzTx/>
              <a:buFont typeface="Arial" panose="020B0604020202020204" pitchFamily="34" charset="0"/>
              <a:buChar char="•"/>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p:txBody>
      </p:sp>
      <p:sp>
        <p:nvSpPr>
          <p:cNvPr id="35" name="Текст 61">
            <a:extLst>
              <a:ext uri="{FF2B5EF4-FFF2-40B4-BE49-F238E27FC236}">
                <a16:creationId xmlns:a16="http://schemas.microsoft.com/office/drawing/2014/main" id="{BD69CDB2-B5D1-4DB9-FB1F-F8907BF3F53C}"/>
              </a:ext>
            </a:extLst>
          </p:cNvPr>
          <p:cNvSpPr>
            <a:spLocks noGrp="1"/>
          </p:cNvSpPr>
          <p:nvPr>
            <p:ph type="body" sz="quarter" idx="92" hasCustomPrompt="1"/>
          </p:nvPr>
        </p:nvSpPr>
        <p:spPr>
          <a:xfrm>
            <a:off x="8307309" y="4487459"/>
            <a:ext cx="3454382" cy="1231106"/>
          </a:xfrm>
        </p:spPr>
        <p:txBody>
          <a:bodyPr wrap="square" anchor="t">
            <a:spAutoFit/>
          </a:bodyPr>
          <a:lstStyle>
            <a:lvl1pPr marL="72000" marR="0" indent="-108000" algn="l" defTabSz="457109" rtl="0" eaLnBrk="1" fontAlgn="auto" latinLnBrk="0" hangingPunct="1">
              <a:lnSpc>
                <a:spcPts val="1200"/>
              </a:lnSpc>
              <a:spcBef>
                <a:spcPts val="0"/>
              </a:spcBef>
              <a:spcAft>
                <a:spcPts val="0"/>
              </a:spcAft>
              <a:buClr>
                <a:schemeClr val="tx1"/>
              </a:buClr>
              <a:buSzTx/>
              <a:buFont typeface="Arial" panose="020B0604020202020204" pitchFamily="34" charset="0"/>
              <a:buChar char="•"/>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a:t>
            </a:r>
          </a:p>
        </p:txBody>
      </p:sp>
      <p:sp>
        <p:nvSpPr>
          <p:cNvPr id="38" name="Текст 43">
            <a:extLst>
              <a:ext uri="{FF2B5EF4-FFF2-40B4-BE49-F238E27FC236}">
                <a16:creationId xmlns:a16="http://schemas.microsoft.com/office/drawing/2014/main" id="{9897BA40-E0EE-5FC7-975B-E53ABF332383}"/>
              </a:ext>
            </a:extLst>
          </p:cNvPr>
          <p:cNvSpPr>
            <a:spLocks noGrp="1"/>
          </p:cNvSpPr>
          <p:nvPr>
            <p:ph type="body" sz="quarter" idx="93" hasCustomPrompt="1"/>
          </p:nvPr>
        </p:nvSpPr>
        <p:spPr>
          <a:xfrm>
            <a:off x="1394363" y="1558695"/>
            <a:ext cx="2056565"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39" name="Текст 43">
            <a:extLst>
              <a:ext uri="{FF2B5EF4-FFF2-40B4-BE49-F238E27FC236}">
                <a16:creationId xmlns:a16="http://schemas.microsoft.com/office/drawing/2014/main" id="{977EB17D-AFC4-8BD3-3243-07F258E5210F}"/>
              </a:ext>
            </a:extLst>
          </p:cNvPr>
          <p:cNvSpPr>
            <a:spLocks noGrp="1"/>
          </p:cNvSpPr>
          <p:nvPr>
            <p:ph type="body" sz="quarter" idx="94" hasCustomPrompt="1"/>
          </p:nvPr>
        </p:nvSpPr>
        <p:spPr>
          <a:xfrm>
            <a:off x="5254975" y="1558695"/>
            <a:ext cx="2056565"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40" name="Текст 43">
            <a:extLst>
              <a:ext uri="{FF2B5EF4-FFF2-40B4-BE49-F238E27FC236}">
                <a16:creationId xmlns:a16="http://schemas.microsoft.com/office/drawing/2014/main" id="{0BAAF003-4E0A-1B44-F580-2A74E2DD053D}"/>
              </a:ext>
            </a:extLst>
          </p:cNvPr>
          <p:cNvSpPr>
            <a:spLocks noGrp="1"/>
          </p:cNvSpPr>
          <p:nvPr>
            <p:ph type="body" sz="quarter" idx="95" hasCustomPrompt="1"/>
          </p:nvPr>
        </p:nvSpPr>
        <p:spPr>
          <a:xfrm>
            <a:off x="9116005" y="1558695"/>
            <a:ext cx="2056565"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41" name="Текст 43">
            <a:extLst>
              <a:ext uri="{FF2B5EF4-FFF2-40B4-BE49-F238E27FC236}">
                <a16:creationId xmlns:a16="http://schemas.microsoft.com/office/drawing/2014/main" id="{3F57F526-C674-4EB7-1779-BEC012A2F383}"/>
              </a:ext>
            </a:extLst>
          </p:cNvPr>
          <p:cNvSpPr>
            <a:spLocks noGrp="1"/>
          </p:cNvSpPr>
          <p:nvPr>
            <p:ph type="body" sz="quarter" idx="96" hasCustomPrompt="1"/>
          </p:nvPr>
        </p:nvSpPr>
        <p:spPr>
          <a:xfrm>
            <a:off x="1385031" y="1745305"/>
            <a:ext cx="2556000" cy="279115"/>
          </a:xfrm>
        </p:spPr>
        <p:txBody>
          <a:bodyPr>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в одну </a:t>
            </a:r>
            <a:br>
              <a:rPr lang="ru-RU" dirty="0">
                <a:effectLst/>
              </a:rPr>
            </a:br>
            <a:r>
              <a:rPr lang="ru-RU" dirty="0">
                <a:effectLst/>
              </a:rPr>
              <a:t>или две строки</a:t>
            </a:r>
            <a:endParaRPr lang="ru-RU" dirty="0"/>
          </a:p>
        </p:txBody>
      </p:sp>
      <p:sp>
        <p:nvSpPr>
          <p:cNvPr id="42" name="Текст 43">
            <a:extLst>
              <a:ext uri="{FF2B5EF4-FFF2-40B4-BE49-F238E27FC236}">
                <a16:creationId xmlns:a16="http://schemas.microsoft.com/office/drawing/2014/main" id="{E2E36A89-412C-24B9-271A-FB4B58B7C939}"/>
              </a:ext>
            </a:extLst>
          </p:cNvPr>
          <p:cNvSpPr>
            <a:spLocks noGrp="1"/>
          </p:cNvSpPr>
          <p:nvPr>
            <p:ph type="body" sz="quarter" idx="97" hasCustomPrompt="1"/>
          </p:nvPr>
        </p:nvSpPr>
        <p:spPr>
          <a:xfrm>
            <a:off x="5245643" y="1745305"/>
            <a:ext cx="2556000" cy="279115"/>
          </a:xfrm>
        </p:spPr>
        <p:txBody>
          <a:bodyPr>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в одну </a:t>
            </a:r>
            <a:br>
              <a:rPr lang="ru-RU" dirty="0">
                <a:effectLst/>
              </a:rPr>
            </a:br>
            <a:r>
              <a:rPr lang="ru-RU" dirty="0">
                <a:effectLst/>
              </a:rPr>
              <a:t>или две строки</a:t>
            </a:r>
            <a:endParaRPr lang="ru-RU" dirty="0"/>
          </a:p>
        </p:txBody>
      </p:sp>
      <p:sp>
        <p:nvSpPr>
          <p:cNvPr id="43" name="Текст 43">
            <a:extLst>
              <a:ext uri="{FF2B5EF4-FFF2-40B4-BE49-F238E27FC236}">
                <a16:creationId xmlns:a16="http://schemas.microsoft.com/office/drawing/2014/main" id="{BE398214-16FA-F098-A67B-03E0D671DE15}"/>
              </a:ext>
            </a:extLst>
          </p:cNvPr>
          <p:cNvSpPr>
            <a:spLocks noGrp="1"/>
          </p:cNvSpPr>
          <p:nvPr>
            <p:ph type="body" sz="quarter" idx="98" hasCustomPrompt="1"/>
          </p:nvPr>
        </p:nvSpPr>
        <p:spPr>
          <a:xfrm>
            <a:off x="9106673" y="1745305"/>
            <a:ext cx="2556000" cy="279115"/>
          </a:xfrm>
        </p:spPr>
        <p:txBody>
          <a:bodyPr>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в одну </a:t>
            </a:r>
            <a:br>
              <a:rPr lang="ru-RU" dirty="0">
                <a:effectLst/>
              </a:rPr>
            </a:br>
            <a:r>
              <a:rPr lang="ru-RU" dirty="0">
                <a:effectLst/>
              </a:rPr>
              <a:t>или две строки</a:t>
            </a:r>
            <a:endParaRPr lang="ru-RU" dirty="0"/>
          </a:p>
        </p:txBody>
      </p:sp>
      <p:sp>
        <p:nvSpPr>
          <p:cNvPr id="44" name="Текст 43">
            <a:extLst>
              <a:ext uri="{FF2B5EF4-FFF2-40B4-BE49-F238E27FC236}">
                <a16:creationId xmlns:a16="http://schemas.microsoft.com/office/drawing/2014/main" id="{AFD88698-9095-711D-1E9C-93747E61B0D8}"/>
              </a:ext>
            </a:extLst>
          </p:cNvPr>
          <p:cNvSpPr>
            <a:spLocks noGrp="1"/>
          </p:cNvSpPr>
          <p:nvPr>
            <p:ph type="body" sz="quarter" idx="99" hasCustomPrompt="1"/>
          </p:nvPr>
        </p:nvSpPr>
        <p:spPr>
          <a:xfrm>
            <a:off x="1394363" y="2220520"/>
            <a:ext cx="2056565" cy="140616"/>
          </a:xfrm>
        </p:spPr>
        <p:txBody>
          <a:bodyPr>
            <a:spAutoFit/>
          </a:bodyPr>
          <a:lstStyle>
            <a:lvl1pPr marL="0" indent="0">
              <a:buNone/>
              <a:defRPr sz="1000" kern="0" spc="0" baseline="0"/>
            </a:lvl1pPr>
          </a:lstStyle>
          <a:p>
            <a:pPr lvl="0"/>
            <a:r>
              <a:rPr lang="ru-RU" dirty="0">
                <a:effectLst/>
              </a:rPr>
              <a:t>10 лет опыта в консалтинге</a:t>
            </a:r>
            <a:endParaRPr lang="ru-RU" dirty="0"/>
          </a:p>
        </p:txBody>
      </p:sp>
      <p:sp>
        <p:nvSpPr>
          <p:cNvPr id="48" name="Текст 43">
            <a:extLst>
              <a:ext uri="{FF2B5EF4-FFF2-40B4-BE49-F238E27FC236}">
                <a16:creationId xmlns:a16="http://schemas.microsoft.com/office/drawing/2014/main" id="{0A6469A4-F157-3302-BCDA-D03B380F59B5}"/>
              </a:ext>
            </a:extLst>
          </p:cNvPr>
          <p:cNvSpPr>
            <a:spLocks noGrp="1"/>
          </p:cNvSpPr>
          <p:nvPr>
            <p:ph type="body" sz="quarter" idx="100" hasCustomPrompt="1"/>
          </p:nvPr>
        </p:nvSpPr>
        <p:spPr>
          <a:xfrm>
            <a:off x="5254975" y="2220520"/>
            <a:ext cx="2056565" cy="140616"/>
          </a:xfrm>
        </p:spPr>
        <p:txBody>
          <a:bodyPr>
            <a:spAutoFit/>
          </a:bodyPr>
          <a:lstStyle>
            <a:lvl1pPr marL="0" indent="0">
              <a:buNone/>
              <a:defRPr sz="1000" kern="0" spc="0" baseline="0"/>
            </a:lvl1pPr>
          </a:lstStyle>
          <a:p>
            <a:pPr lvl="0"/>
            <a:r>
              <a:rPr lang="ru-RU" dirty="0">
                <a:effectLst/>
              </a:rPr>
              <a:t>10 лет опыта в консалтинге</a:t>
            </a:r>
            <a:endParaRPr lang="ru-RU" dirty="0"/>
          </a:p>
        </p:txBody>
      </p:sp>
      <p:sp>
        <p:nvSpPr>
          <p:cNvPr id="49" name="Текст 43">
            <a:extLst>
              <a:ext uri="{FF2B5EF4-FFF2-40B4-BE49-F238E27FC236}">
                <a16:creationId xmlns:a16="http://schemas.microsoft.com/office/drawing/2014/main" id="{B282F5A5-4F1E-9437-EC5A-6328D6446DA3}"/>
              </a:ext>
            </a:extLst>
          </p:cNvPr>
          <p:cNvSpPr>
            <a:spLocks noGrp="1"/>
          </p:cNvSpPr>
          <p:nvPr>
            <p:ph type="body" sz="quarter" idx="101" hasCustomPrompt="1"/>
          </p:nvPr>
        </p:nvSpPr>
        <p:spPr>
          <a:xfrm>
            <a:off x="9116005" y="2220520"/>
            <a:ext cx="2056565" cy="140616"/>
          </a:xfrm>
        </p:spPr>
        <p:txBody>
          <a:bodyPr>
            <a:spAutoFit/>
          </a:bodyPr>
          <a:lstStyle>
            <a:lvl1pPr marL="0" indent="0">
              <a:buNone/>
              <a:defRPr sz="1000" kern="0" spc="0" baseline="0"/>
            </a:lvl1pPr>
          </a:lstStyle>
          <a:p>
            <a:pPr lvl="0"/>
            <a:r>
              <a:rPr lang="ru-RU" dirty="0">
                <a:effectLst/>
              </a:rPr>
              <a:t>10 лет опыта в консалтинге</a:t>
            </a:r>
            <a:endParaRPr lang="ru-RU" dirty="0"/>
          </a:p>
        </p:txBody>
      </p:sp>
      <p:pic>
        <p:nvPicPr>
          <p:cNvPr id="5" name="Рисунок 4">
            <a:extLst>
              <a:ext uri="{FF2B5EF4-FFF2-40B4-BE49-F238E27FC236}">
                <a16:creationId xmlns:a16="http://schemas.microsoft.com/office/drawing/2014/main" id="{9C69F3AC-448D-60A2-E94F-6AA7DEBAB8B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B61AC195-2F7C-E572-EBAA-D6960D5C876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3284199803"/>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Контакты">
    <p:bg>
      <p:bgPr>
        <a:solidFill>
          <a:schemeClr val="bg1"/>
        </a:solidFill>
        <a:effectLst/>
      </p:bgPr>
    </p:b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7C6F1FF5-64BD-5D60-A6C1-ED41CCAF8737}"/>
              </a:ext>
            </a:extLst>
          </p:cNvPr>
          <p:cNvSpPr/>
          <p:nvPr userDrawn="1"/>
        </p:nvSpPr>
        <p:spPr>
          <a:xfrm>
            <a:off x="6146768" y="1397000"/>
            <a:ext cx="5689570" cy="5029200"/>
          </a:xfrm>
          <a:prstGeom prst="rect">
            <a:avLst/>
          </a:prstGeom>
          <a:solidFill>
            <a:srgbClr val="F5F4F4">
              <a:alpha val="100000"/>
            </a:srgbClr>
          </a:solidFill>
          <a:ln/>
        </p:spPr>
      </p:sp>
      <p:sp>
        <p:nvSpPr>
          <p:cNvPr id="15" name="Shape 3">
            <a:extLst>
              <a:ext uri="{FF2B5EF4-FFF2-40B4-BE49-F238E27FC236}">
                <a16:creationId xmlns:a16="http://schemas.microsoft.com/office/drawing/2014/main" id="{F9424CCF-1156-D31B-265B-569331AEEB49}"/>
              </a:ext>
            </a:extLst>
          </p:cNvPr>
          <p:cNvSpPr/>
          <p:nvPr userDrawn="1"/>
        </p:nvSpPr>
        <p:spPr>
          <a:xfrm>
            <a:off x="355598" y="1397000"/>
            <a:ext cx="11480740" cy="12700"/>
          </a:xfrm>
          <a:prstGeom prst="rect">
            <a:avLst/>
          </a:prstGeom>
          <a:solidFill>
            <a:srgbClr val="000000">
              <a:alpha val="100000"/>
            </a:srgbClr>
          </a:solidFill>
          <a:ln/>
        </p:spPr>
      </p:sp>
      <p:sp>
        <p:nvSpPr>
          <p:cNvPr id="17" name="Shape 4">
            <a:extLst>
              <a:ext uri="{FF2B5EF4-FFF2-40B4-BE49-F238E27FC236}">
                <a16:creationId xmlns:a16="http://schemas.microsoft.com/office/drawing/2014/main" id="{C759ECAA-97C2-81C4-F32C-F9D6A2302A03}"/>
              </a:ext>
            </a:extLst>
          </p:cNvPr>
          <p:cNvSpPr/>
          <p:nvPr userDrawn="1"/>
        </p:nvSpPr>
        <p:spPr>
          <a:xfrm>
            <a:off x="355598" y="4622800"/>
            <a:ext cx="11480740" cy="12700"/>
          </a:xfrm>
          <a:prstGeom prst="rect">
            <a:avLst/>
          </a:prstGeom>
          <a:solidFill>
            <a:srgbClr val="000000">
              <a:alpha val="10000"/>
            </a:srgbClr>
          </a:solidFill>
          <a:ln/>
        </p:spPr>
      </p:sp>
      <p:sp>
        <p:nvSpPr>
          <p:cNvPr id="18" name="Shape 5">
            <a:extLst>
              <a:ext uri="{FF2B5EF4-FFF2-40B4-BE49-F238E27FC236}">
                <a16:creationId xmlns:a16="http://schemas.microsoft.com/office/drawing/2014/main" id="{CD996B89-66D4-96DD-454D-590039AA3AED}"/>
              </a:ext>
            </a:extLst>
          </p:cNvPr>
          <p:cNvSpPr/>
          <p:nvPr userDrawn="1"/>
        </p:nvSpPr>
        <p:spPr>
          <a:xfrm>
            <a:off x="355598" y="3200400"/>
            <a:ext cx="8585155" cy="12700"/>
          </a:xfrm>
          <a:prstGeom prst="rect">
            <a:avLst/>
          </a:prstGeom>
          <a:solidFill>
            <a:srgbClr val="000000">
              <a:alpha val="10000"/>
            </a:srgbClr>
          </a:solidFill>
          <a:ln/>
        </p:spPr>
      </p:sp>
      <p:sp>
        <p:nvSpPr>
          <p:cNvPr id="187" name="Рисунок 3">
            <a:extLst>
              <a:ext uri="{FF2B5EF4-FFF2-40B4-BE49-F238E27FC236}">
                <a16:creationId xmlns:a16="http://schemas.microsoft.com/office/drawing/2014/main" id="{ACFE5DFD-4E0C-2086-22F2-67BC5CE426D9}"/>
              </a:ext>
            </a:extLst>
          </p:cNvPr>
          <p:cNvSpPr>
            <a:spLocks noGrp="1"/>
          </p:cNvSpPr>
          <p:nvPr>
            <p:ph type="pic" sz="quarter" idx="11"/>
          </p:nvPr>
        </p:nvSpPr>
        <p:spPr>
          <a:xfrm>
            <a:off x="3251184" y="1782310"/>
            <a:ext cx="558797" cy="554491"/>
          </a:xfrm>
        </p:spPr>
        <p:txBody>
          <a:bodyPr>
            <a:normAutofit/>
          </a:bodyPr>
          <a:lstStyle>
            <a:lvl1pPr marL="0" indent="0">
              <a:buNone/>
              <a:defRPr sz="800"/>
            </a:lvl1pPr>
          </a:lstStyle>
          <a:p>
            <a:r>
              <a:rPr lang="ru-RU"/>
              <a:t>Вставка рисунка</a:t>
            </a:r>
            <a:endParaRPr lang="ru-RU" dirty="0"/>
          </a:p>
        </p:txBody>
      </p:sp>
      <p:sp>
        <p:nvSpPr>
          <p:cNvPr id="188" name="Рисунок 3">
            <a:extLst>
              <a:ext uri="{FF2B5EF4-FFF2-40B4-BE49-F238E27FC236}">
                <a16:creationId xmlns:a16="http://schemas.microsoft.com/office/drawing/2014/main" id="{E779BC55-76DD-9C92-8517-41C57F02A3F5}"/>
              </a:ext>
            </a:extLst>
          </p:cNvPr>
          <p:cNvSpPr>
            <a:spLocks noGrp="1"/>
          </p:cNvSpPr>
          <p:nvPr>
            <p:ph type="pic" sz="quarter" idx="67"/>
          </p:nvPr>
        </p:nvSpPr>
        <p:spPr>
          <a:xfrm>
            <a:off x="3251184" y="2489200"/>
            <a:ext cx="558797" cy="554491"/>
          </a:xfrm>
        </p:spPr>
        <p:txBody>
          <a:bodyPr>
            <a:normAutofit/>
          </a:bodyPr>
          <a:lstStyle>
            <a:lvl1pPr marL="0" indent="0">
              <a:buNone/>
              <a:defRPr sz="800"/>
            </a:lvl1pPr>
          </a:lstStyle>
          <a:p>
            <a:r>
              <a:rPr lang="ru-RU"/>
              <a:t>Вставка рисунка</a:t>
            </a:r>
            <a:endParaRPr lang="ru-RU" dirty="0"/>
          </a:p>
        </p:txBody>
      </p:sp>
      <p:sp>
        <p:nvSpPr>
          <p:cNvPr id="202" name="Рисунок 3">
            <a:extLst>
              <a:ext uri="{FF2B5EF4-FFF2-40B4-BE49-F238E27FC236}">
                <a16:creationId xmlns:a16="http://schemas.microsoft.com/office/drawing/2014/main" id="{87D31E10-1E47-8F76-79D1-D1BBF0A7D2ED}"/>
              </a:ext>
            </a:extLst>
          </p:cNvPr>
          <p:cNvSpPr>
            <a:spLocks noGrp="1"/>
          </p:cNvSpPr>
          <p:nvPr>
            <p:ph type="pic" sz="quarter" idx="68"/>
          </p:nvPr>
        </p:nvSpPr>
        <p:spPr>
          <a:xfrm>
            <a:off x="9042353" y="1782310"/>
            <a:ext cx="558797" cy="554491"/>
          </a:xfrm>
        </p:spPr>
        <p:txBody>
          <a:bodyPr>
            <a:normAutofit/>
          </a:bodyPr>
          <a:lstStyle>
            <a:lvl1pPr marL="0" indent="0">
              <a:buNone/>
              <a:defRPr sz="800"/>
            </a:lvl1pPr>
          </a:lstStyle>
          <a:p>
            <a:r>
              <a:rPr lang="ru-RU"/>
              <a:t>Вставка рисунка</a:t>
            </a:r>
            <a:endParaRPr lang="ru-RU" dirty="0"/>
          </a:p>
        </p:txBody>
      </p:sp>
      <p:sp>
        <p:nvSpPr>
          <p:cNvPr id="203" name="Рисунок 3">
            <a:extLst>
              <a:ext uri="{FF2B5EF4-FFF2-40B4-BE49-F238E27FC236}">
                <a16:creationId xmlns:a16="http://schemas.microsoft.com/office/drawing/2014/main" id="{6BAA78B4-42A6-36E3-4E30-4E92E4937C3B}"/>
              </a:ext>
            </a:extLst>
          </p:cNvPr>
          <p:cNvSpPr>
            <a:spLocks noGrp="1"/>
          </p:cNvSpPr>
          <p:nvPr>
            <p:ph type="pic" sz="quarter" idx="69"/>
          </p:nvPr>
        </p:nvSpPr>
        <p:spPr>
          <a:xfrm>
            <a:off x="9042353" y="2489200"/>
            <a:ext cx="558797" cy="554491"/>
          </a:xfrm>
        </p:spPr>
        <p:txBody>
          <a:bodyPr>
            <a:normAutofit/>
          </a:bodyPr>
          <a:lstStyle>
            <a:lvl1pPr marL="0" indent="0">
              <a:buNone/>
              <a:defRPr sz="800"/>
            </a:lvl1pPr>
          </a:lstStyle>
          <a:p>
            <a:r>
              <a:rPr lang="ru-RU"/>
              <a:t>Вставка рисунка</a:t>
            </a:r>
            <a:endParaRPr lang="ru-RU" dirty="0"/>
          </a:p>
        </p:txBody>
      </p:sp>
      <p:sp>
        <p:nvSpPr>
          <p:cNvPr id="204" name="Рисунок 3">
            <a:extLst>
              <a:ext uri="{FF2B5EF4-FFF2-40B4-BE49-F238E27FC236}">
                <a16:creationId xmlns:a16="http://schemas.microsoft.com/office/drawing/2014/main" id="{CF247644-984F-6FD1-8C72-8A828858BFC9}"/>
              </a:ext>
            </a:extLst>
          </p:cNvPr>
          <p:cNvSpPr>
            <a:spLocks noGrp="1"/>
          </p:cNvSpPr>
          <p:nvPr>
            <p:ph type="pic" sz="quarter" idx="70"/>
          </p:nvPr>
        </p:nvSpPr>
        <p:spPr>
          <a:xfrm>
            <a:off x="6299167" y="1782310"/>
            <a:ext cx="558797" cy="554491"/>
          </a:xfrm>
        </p:spPr>
        <p:txBody>
          <a:bodyPr>
            <a:normAutofit/>
          </a:bodyPr>
          <a:lstStyle>
            <a:lvl1pPr marL="0" indent="0">
              <a:buNone/>
              <a:defRPr sz="800"/>
            </a:lvl1pPr>
          </a:lstStyle>
          <a:p>
            <a:r>
              <a:rPr lang="ru-RU"/>
              <a:t>Вставка рисунка</a:t>
            </a:r>
            <a:endParaRPr lang="ru-RU" dirty="0"/>
          </a:p>
        </p:txBody>
      </p:sp>
      <p:sp>
        <p:nvSpPr>
          <p:cNvPr id="239" name="Рисунок 3">
            <a:extLst>
              <a:ext uri="{FF2B5EF4-FFF2-40B4-BE49-F238E27FC236}">
                <a16:creationId xmlns:a16="http://schemas.microsoft.com/office/drawing/2014/main" id="{3446B595-A7F9-0121-A13A-0C379671F941}"/>
              </a:ext>
            </a:extLst>
          </p:cNvPr>
          <p:cNvSpPr>
            <a:spLocks noGrp="1"/>
          </p:cNvSpPr>
          <p:nvPr>
            <p:ph type="pic" sz="quarter" idx="85"/>
          </p:nvPr>
        </p:nvSpPr>
        <p:spPr>
          <a:xfrm>
            <a:off x="3251184" y="3583379"/>
            <a:ext cx="558797" cy="554491"/>
          </a:xfrm>
        </p:spPr>
        <p:txBody>
          <a:bodyPr>
            <a:normAutofit/>
          </a:bodyPr>
          <a:lstStyle>
            <a:lvl1pPr marL="0" indent="0">
              <a:buNone/>
              <a:defRPr sz="800"/>
            </a:lvl1pPr>
          </a:lstStyle>
          <a:p>
            <a:r>
              <a:rPr lang="ru-RU"/>
              <a:t>Вставка рисунка</a:t>
            </a:r>
            <a:endParaRPr lang="ru-RU" dirty="0"/>
          </a:p>
        </p:txBody>
      </p:sp>
      <p:sp>
        <p:nvSpPr>
          <p:cNvPr id="241" name="Рисунок 3">
            <a:extLst>
              <a:ext uri="{FF2B5EF4-FFF2-40B4-BE49-F238E27FC236}">
                <a16:creationId xmlns:a16="http://schemas.microsoft.com/office/drawing/2014/main" id="{83A6AA23-77D5-707C-E5D7-78FB85EC3DE7}"/>
              </a:ext>
            </a:extLst>
          </p:cNvPr>
          <p:cNvSpPr>
            <a:spLocks noGrp="1"/>
          </p:cNvSpPr>
          <p:nvPr>
            <p:ph type="pic" sz="quarter" idx="87"/>
          </p:nvPr>
        </p:nvSpPr>
        <p:spPr>
          <a:xfrm>
            <a:off x="9042353" y="3254195"/>
            <a:ext cx="558797" cy="554491"/>
          </a:xfrm>
        </p:spPr>
        <p:txBody>
          <a:bodyPr>
            <a:normAutofit/>
          </a:bodyPr>
          <a:lstStyle>
            <a:lvl1pPr marL="0" indent="0">
              <a:buNone/>
              <a:defRPr sz="800"/>
            </a:lvl1pPr>
          </a:lstStyle>
          <a:p>
            <a:r>
              <a:rPr lang="ru-RU"/>
              <a:t>Вставка рисунка</a:t>
            </a:r>
            <a:endParaRPr lang="ru-RU" dirty="0"/>
          </a:p>
        </p:txBody>
      </p:sp>
      <p:sp>
        <p:nvSpPr>
          <p:cNvPr id="242" name="Рисунок 3">
            <a:extLst>
              <a:ext uri="{FF2B5EF4-FFF2-40B4-BE49-F238E27FC236}">
                <a16:creationId xmlns:a16="http://schemas.microsoft.com/office/drawing/2014/main" id="{FBC287E1-3F62-529B-4FD1-D608ACF9D4D2}"/>
              </a:ext>
            </a:extLst>
          </p:cNvPr>
          <p:cNvSpPr>
            <a:spLocks noGrp="1"/>
          </p:cNvSpPr>
          <p:nvPr>
            <p:ph type="pic" sz="quarter" idx="88"/>
          </p:nvPr>
        </p:nvSpPr>
        <p:spPr>
          <a:xfrm>
            <a:off x="9042353" y="3961086"/>
            <a:ext cx="558797" cy="554491"/>
          </a:xfrm>
        </p:spPr>
        <p:txBody>
          <a:bodyPr>
            <a:normAutofit/>
          </a:bodyPr>
          <a:lstStyle>
            <a:lvl1pPr marL="0" indent="0">
              <a:buNone/>
              <a:defRPr sz="800"/>
            </a:lvl1pPr>
          </a:lstStyle>
          <a:p>
            <a:r>
              <a:rPr lang="ru-RU"/>
              <a:t>Вставка рисунка</a:t>
            </a:r>
            <a:endParaRPr lang="ru-RU" dirty="0"/>
          </a:p>
        </p:txBody>
      </p:sp>
      <p:sp>
        <p:nvSpPr>
          <p:cNvPr id="243" name="Рисунок 3">
            <a:extLst>
              <a:ext uri="{FF2B5EF4-FFF2-40B4-BE49-F238E27FC236}">
                <a16:creationId xmlns:a16="http://schemas.microsoft.com/office/drawing/2014/main" id="{3A06DE60-8B45-5C26-0D1D-E300A7385530}"/>
              </a:ext>
            </a:extLst>
          </p:cNvPr>
          <p:cNvSpPr>
            <a:spLocks noGrp="1"/>
          </p:cNvSpPr>
          <p:nvPr>
            <p:ph type="pic" sz="quarter" idx="89"/>
          </p:nvPr>
        </p:nvSpPr>
        <p:spPr>
          <a:xfrm>
            <a:off x="6299167" y="3583379"/>
            <a:ext cx="558797" cy="554491"/>
          </a:xfrm>
        </p:spPr>
        <p:txBody>
          <a:bodyPr>
            <a:normAutofit/>
          </a:bodyPr>
          <a:lstStyle>
            <a:lvl1pPr marL="0" indent="0">
              <a:buNone/>
              <a:defRPr sz="800"/>
            </a:lvl1pPr>
          </a:lstStyle>
          <a:p>
            <a:r>
              <a:rPr lang="ru-RU"/>
              <a:t>Вставка рисунка</a:t>
            </a:r>
            <a:endParaRPr lang="ru-RU" dirty="0"/>
          </a:p>
        </p:txBody>
      </p:sp>
      <p:sp>
        <p:nvSpPr>
          <p:cNvPr id="268" name="Рисунок 3">
            <a:extLst>
              <a:ext uri="{FF2B5EF4-FFF2-40B4-BE49-F238E27FC236}">
                <a16:creationId xmlns:a16="http://schemas.microsoft.com/office/drawing/2014/main" id="{4477EE98-B7C9-343C-2EF0-AC5339C67BE6}"/>
              </a:ext>
            </a:extLst>
          </p:cNvPr>
          <p:cNvSpPr>
            <a:spLocks noGrp="1"/>
          </p:cNvSpPr>
          <p:nvPr>
            <p:ph type="pic" sz="quarter" idx="111"/>
          </p:nvPr>
        </p:nvSpPr>
        <p:spPr>
          <a:xfrm>
            <a:off x="6299167" y="5716020"/>
            <a:ext cx="558797" cy="554491"/>
          </a:xfrm>
        </p:spPr>
        <p:txBody>
          <a:bodyPr>
            <a:normAutofit/>
          </a:bodyPr>
          <a:lstStyle>
            <a:lvl1pPr marL="0" indent="0">
              <a:buNone/>
              <a:defRPr sz="800"/>
            </a:lvl1pPr>
          </a:lstStyle>
          <a:p>
            <a:r>
              <a:rPr lang="ru-RU"/>
              <a:t>Вставка рисунка</a:t>
            </a:r>
            <a:endParaRPr lang="ru-RU" dirty="0"/>
          </a:p>
        </p:txBody>
      </p:sp>
      <p:sp>
        <p:nvSpPr>
          <p:cNvPr id="281" name="Рисунок 3">
            <a:extLst>
              <a:ext uri="{FF2B5EF4-FFF2-40B4-BE49-F238E27FC236}">
                <a16:creationId xmlns:a16="http://schemas.microsoft.com/office/drawing/2014/main" id="{CA969919-82D3-AB0D-EB8C-7ECDD04BAC7C}"/>
              </a:ext>
            </a:extLst>
          </p:cNvPr>
          <p:cNvSpPr>
            <a:spLocks noGrp="1"/>
          </p:cNvSpPr>
          <p:nvPr>
            <p:ph type="pic" sz="quarter" idx="104"/>
          </p:nvPr>
        </p:nvSpPr>
        <p:spPr>
          <a:xfrm>
            <a:off x="3251184" y="5003538"/>
            <a:ext cx="558797" cy="554491"/>
          </a:xfrm>
        </p:spPr>
        <p:txBody>
          <a:bodyPr>
            <a:normAutofit/>
          </a:bodyPr>
          <a:lstStyle>
            <a:lvl1pPr marL="0" indent="0">
              <a:buNone/>
              <a:defRPr sz="800"/>
            </a:lvl1pPr>
          </a:lstStyle>
          <a:p>
            <a:r>
              <a:rPr lang="ru-RU"/>
              <a:t>Вставка рисунка</a:t>
            </a:r>
            <a:endParaRPr lang="ru-RU" dirty="0"/>
          </a:p>
        </p:txBody>
      </p:sp>
      <p:sp>
        <p:nvSpPr>
          <p:cNvPr id="282" name="Рисунок 3">
            <a:extLst>
              <a:ext uri="{FF2B5EF4-FFF2-40B4-BE49-F238E27FC236}">
                <a16:creationId xmlns:a16="http://schemas.microsoft.com/office/drawing/2014/main" id="{367BDDBE-A8D7-179E-8AA6-ADACFDB939FB}"/>
              </a:ext>
            </a:extLst>
          </p:cNvPr>
          <p:cNvSpPr>
            <a:spLocks noGrp="1"/>
          </p:cNvSpPr>
          <p:nvPr>
            <p:ph type="pic" sz="quarter" idx="106"/>
          </p:nvPr>
        </p:nvSpPr>
        <p:spPr>
          <a:xfrm>
            <a:off x="9042353" y="5003538"/>
            <a:ext cx="558797" cy="554491"/>
          </a:xfrm>
        </p:spPr>
        <p:txBody>
          <a:bodyPr>
            <a:normAutofit/>
          </a:bodyPr>
          <a:lstStyle>
            <a:lvl1pPr marL="0" indent="0">
              <a:buNone/>
              <a:defRPr sz="800"/>
            </a:lvl1pPr>
          </a:lstStyle>
          <a:p>
            <a:r>
              <a:rPr lang="ru-RU"/>
              <a:t>Вставка рисунка</a:t>
            </a:r>
            <a:endParaRPr lang="ru-RU" dirty="0"/>
          </a:p>
        </p:txBody>
      </p:sp>
      <p:sp>
        <p:nvSpPr>
          <p:cNvPr id="283" name="Рисунок 3">
            <a:extLst>
              <a:ext uri="{FF2B5EF4-FFF2-40B4-BE49-F238E27FC236}">
                <a16:creationId xmlns:a16="http://schemas.microsoft.com/office/drawing/2014/main" id="{D1514E6D-3A2C-494E-CEAA-5DE0E47EDFEC}"/>
              </a:ext>
            </a:extLst>
          </p:cNvPr>
          <p:cNvSpPr>
            <a:spLocks noGrp="1"/>
          </p:cNvSpPr>
          <p:nvPr>
            <p:ph type="pic" sz="quarter" idx="107"/>
          </p:nvPr>
        </p:nvSpPr>
        <p:spPr>
          <a:xfrm>
            <a:off x="9042353" y="5710428"/>
            <a:ext cx="558797" cy="554491"/>
          </a:xfrm>
        </p:spPr>
        <p:txBody>
          <a:bodyPr>
            <a:normAutofit/>
          </a:bodyPr>
          <a:lstStyle>
            <a:lvl1pPr marL="0" indent="0">
              <a:buNone/>
              <a:defRPr sz="800"/>
            </a:lvl1pPr>
          </a:lstStyle>
          <a:p>
            <a:r>
              <a:rPr lang="ru-RU"/>
              <a:t>Вставка рисунка</a:t>
            </a:r>
            <a:endParaRPr lang="ru-RU" dirty="0"/>
          </a:p>
        </p:txBody>
      </p:sp>
      <p:sp>
        <p:nvSpPr>
          <p:cNvPr id="284" name="Рисунок 3">
            <a:extLst>
              <a:ext uri="{FF2B5EF4-FFF2-40B4-BE49-F238E27FC236}">
                <a16:creationId xmlns:a16="http://schemas.microsoft.com/office/drawing/2014/main" id="{5A1ECC4D-9EC4-998B-8B44-50358395740D}"/>
              </a:ext>
            </a:extLst>
          </p:cNvPr>
          <p:cNvSpPr>
            <a:spLocks noGrp="1"/>
          </p:cNvSpPr>
          <p:nvPr>
            <p:ph type="pic" sz="quarter" idx="108"/>
          </p:nvPr>
        </p:nvSpPr>
        <p:spPr>
          <a:xfrm>
            <a:off x="6299167" y="5003538"/>
            <a:ext cx="558797" cy="554491"/>
          </a:xfrm>
        </p:spPr>
        <p:txBody>
          <a:bodyPr>
            <a:normAutofit/>
          </a:bodyPr>
          <a:lstStyle>
            <a:lvl1pPr marL="0" indent="0">
              <a:buNone/>
              <a:defRPr sz="800"/>
            </a:lvl1pPr>
          </a:lstStyle>
          <a:p>
            <a:r>
              <a:rPr lang="ru-RU"/>
              <a:t>Вставка рисунка</a:t>
            </a:r>
            <a:endParaRPr lang="ru-RU" dirty="0"/>
          </a:p>
        </p:txBody>
      </p:sp>
      <p:sp>
        <p:nvSpPr>
          <p:cNvPr id="290" name="Текст 288">
            <a:extLst>
              <a:ext uri="{FF2B5EF4-FFF2-40B4-BE49-F238E27FC236}">
                <a16:creationId xmlns:a16="http://schemas.microsoft.com/office/drawing/2014/main" id="{2009B848-5B1D-C041-87AB-64C1C9FE7035}"/>
              </a:ext>
            </a:extLst>
          </p:cNvPr>
          <p:cNvSpPr>
            <a:spLocks noGrp="1"/>
          </p:cNvSpPr>
          <p:nvPr>
            <p:ph type="body" sz="quarter" idx="112" hasCustomPrompt="1"/>
          </p:nvPr>
        </p:nvSpPr>
        <p:spPr>
          <a:xfrm>
            <a:off x="309230" y="6590589"/>
            <a:ext cx="1837502" cy="154782"/>
          </a:xfrm>
        </p:spPr>
        <p:txBody>
          <a:bodyPr>
            <a:noAutofit/>
          </a:bodyPr>
          <a:lstStyle>
            <a:lvl1pPr marL="0" indent="0">
              <a:buNone/>
              <a:defRPr sz="800">
                <a:solidFill>
                  <a:schemeClr val="tx1">
                    <a:alpha val="45000"/>
                  </a:schemeClr>
                </a:solidFill>
              </a:defRPr>
            </a:lvl1pPr>
            <a:lvl2pPr marL="228554" indent="0">
              <a:buNone/>
              <a:defRPr sz="800">
                <a:solidFill>
                  <a:schemeClr val="tx1">
                    <a:alpha val="45000"/>
                  </a:schemeClr>
                </a:solidFill>
              </a:defRPr>
            </a:lvl2pPr>
            <a:lvl3pPr marL="457109" indent="0">
              <a:buNone/>
              <a:defRPr sz="800">
                <a:solidFill>
                  <a:schemeClr val="tx1">
                    <a:alpha val="45000"/>
                  </a:schemeClr>
                </a:solidFill>
              </a:defRPr>
            </a:lvl3pPr>
            <a:lvl4pPr marL="685663" indent="0">
              <a:buNone/>
              <a:defRPr sz="800">
                <a:solidFill>
                  <a:schemeClr val="tx1">
                    <a:alpha val="45000"/>
                  </a:schemeClr>
                </a:solidFill>
              </a:defRPr>
            </a:lvl4pPr>
            <a:lvl5pPr marL="914217" indent="0">
              <a:buNone/>
              <a:defRPr sz="800">
                <a:solidFill>
                  <a:schemeClr val="tx1">
                    <a:alpha val="45000"/>
                  </a:schemeClr>
                </a:solidFill>
              </a:defRPr>
            </a:lvl5pPr>
          </a:lstStyle>
          <a:p>
            <a:pPr lvl="0"/>
            <a:r>
              <a:rPr lang="ru-RU" dirty="0"/>
              <a:t>*вовлечение по необходимости</a:t>
            </a:r>
          </a:p>
        </p:txBody>
      </p:sp>
      <p:sp>
        <p:nvSpPr>
          <p:cNvPr id="9" name="Номер слайда 5">
            <a:extLst>
              <a:ext uri="{FF2B5EF4-FFF2-40B4-BE49-F238E27FC236}">
                <a16:creationId xmlns:a16="http://schemas.microsoft.com/office/drawing/2014/main" id="{CA1870DE-A83B-CC51-135A-F39320445078}"/>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0" name="Заголовок 1">
            <a:extLst>
              <a:ext uri="{FF2B5EF4-FFF2-40B4-BE49-F238E27FC236}">
                <a16:creationId xmlns:a16="http://schemas.microsoft.com/office/drawing/2014/main" id="{018D8360-B847-7554-1119-5A051247BA47}"/>
              </a:ext>
            </a:extLst>
          </p:cNvPr>
          <p:cNvSpPr>
            <a:spLocks noGrp="1"/>
          </p:cNvSpPr>
          <p:nvPr>
            <p:ph type="title" hasCustomPrompt="1"/>
          </p:nvPr>
        </p:nvSpPr>
        <p:spPr>
          <a:xfrm>
            <a:off x="360000" y="252000"/>
            <a:ext cx="9533300" cy="781496"/>
          </a:xfrm>
          <a:prstGeom prst="rect">
            <a:avLst/>
          </a:prstGeom>
        </p:spPr>
        <p:txBody>
          <a:bodyPr vert="horz" wrap="square" lIns="0" tIns="0" rIns="0" bIns="0" rtlCol="0" anchor="t">
            <a:spAutoFit/>
          </a:bodyPr>
          <a:lstStyle>
            <a:lvl1pPr>
              <a:defRPr sz="2800" spc="-30" baseline="0">
                <a:latin typeface="+mj-lt"/>
              </a:defRPr>
            </a:lvl1pPr>
          </a:lstStyle>
          <a:p>
            <a:r>
              <a:rPr lang="ru-RU" dirty="0">
                <a:effectLst/>
              </a:rPr>
              <a:t>Предлагаемая организационная структура </a:t>
            </a:r>
            <a:br>
              <a:rPr lang="ru-RU" dirty="0">
                <a:effectLst/>
              </a:rPr>
            </a:br>
            <a:r>
              <a:rPr lang="ru-RU" dirty="0">
                <a:effectLst/>
              </a:rPr>
              <a:t>проектной команды</a:t>
            </a:r>
            <a:endParaRPr lang="ru-RU" dirty="0"/>
          </a:p>
        </p:txBody>
      </p:sp>
      <p:sp>
        <p:nvSpPr>
          <p:cNvPr id="14" name="Текст 43">
            <a:extLst>
              <a:ext uri="{FF2B5EF4-FFF2-40B4-BE49-F238E27FC236}">
                <a16:creationId xmlns:a16="http://schemas.microsoft.com/office/drawing/2014/main" id="{D23875AC-EE7E-8E3E-B73F-B45DD87DF73E}"/>
              </a:ext>
            </a:extLst>
          </p:cNvPr>
          <p:cNvSpPr>
            <a:spLocks noGrp="1"/>
          </p:cNvSpPr>
          <p:nvPr>
            <p:ph type="body" sz="quarter" idx="19" hasCustomPrompt="1"/>
          </p:nvPr>
        </p:nvSpPr>
        <p:spPr>
          <a:xfrm>
            <a:off x="502032" y="1502491"/>
            <a:ext cx="2056565" cy="168764"/>
          </a:xfrm>
        </p:spPr>
        <p:txBody>
          <a:bodyPr>
            <a:spAutoFit/>
          </a:bodyPr>
          <a:lstStyle>
            <a:lvl1pPr marL="0" indent="0">
              <a:buNone/>
              <a:defRPr sz="1200" kern="0" spc="0" baseline="0"/>
            </a:lvl1pPr>
          </a:lstStyle>
          <a:p>
            <a:pPr lvl="0"/>
            <a:r>
              <a:rPr lang="ru-RU" dirty="0">
                <a:effectLst/>
              </a:rPr>
              <a:t>Управляющий комитет</a:t>
            </a:r>
            <a:endParaRPr lang="ru-RU" dirty="0"/>
          </a:p>
        </p:txBody>
      </p:sp>
      <p:sp>
        <p:nvSpPr>
          <p:cNvPr id="19" name="Текст 43">
            <a:extLst>
              <a:ext uri="{FF2B5EF4-FFF2-40B4-BE49-F238E27FC236}">
                <a16:creationId xmlns:a16="http://schemas.microsoft.com/office/drawing/2014/main" id="{17CD6B1E-A70D-3C07-18C7-345FF2E06A66}"/>
              </a:ext>
            </a:extLst>
          </p:cNvPr>
          <p:cNvSpPr>
            <a:spLocks noGrp="1"/>
          </p:cNvSpPr>
          <p:nvPr>
            <p:ph type="body" sz="quarter" idx="113" hasCustomPrompt="1"/>
          </p:nvPr>
        </p:nvSpPr>
        <p:spPr>
          <a:xfrm>
            <a:off x="3223883" y="1502491"/>
            <a:ext cx="2056565" cy="168764"/>
          </a:xfrm>
        </p:spPr>
        <p:txBody>
          <a:bodyPr>
            <a:spAutoFit/>
          </a:bodyPr>
          <a:lstStyle>
            <a:lvl1pPr marL="0" indent="0">
              <a:buNone/>
              <a:defRPr sz="1200" kern="0" spc="0" baseline="0"/>
            </a:lvl1pPr>
          </a:lstStyle>
          <a:p>
            <a:pPr lvl="0"/>
            <a:r>
              <a:rPr lang="ru-RU" dirty="0">
                <a:effectLst/>
              </a:rPr>
              <a:t>Вовлечение %</a:t>
            </a:r>
            <a:endParaRPr lang="ru-RU" dirty="0"/>
          </a:p>
        </p:txBody>
      </p:sp>
      <p:sp>
        <p:nvSpPr>
          <p:cNvPr id="20" name="Текст 43">
            <a:extLst>
              <a:ext uri="{FF2B5EF4-FFF2-40B4-BE49-F238E27FC236}">
                <a16:creationId xmlns:a16="http://schemas.microsoft.com/office/drawing/2014/main" id="{90B9E697-4A7C-4980-103A-2089E58554DF}"/>
              </a:ext>
            </a:extLst>
          </p:cNvPr>
          <p:cNvSpPr>
            <a:spLocks noGrp="1"/>
          </p:cNvSpPr>
          <p:nvPr>
            <p:ph type="body" sz="quarter" idx="114" hasCustomPrompt="1"/>
          </p:nvPr>
        </p:nvSpPr>
        <p:spPr>
          <a:xfrm>
            <a:off x="6297488" y="1502491"/>
            <a:ext cx="2056565" cy="168764"/>
          </a:xfrm>
        </p:spPr>
        <p:txBody>
          <a:bodyPr>
            <a:spAutoFit/>
          </a:bodyPr>
          <a:lstStyle>
            <a:lvl1pPr marL="0" indent="0">
              <a:buNone/>
              <a:defRPr sz="1200" kern="0" spc="0" baseline="0"/>
            </a:lvl1pPr>
          </a:lstStyle>
          <a:p>
            <a:pPr lvl="0"/>
            <a:r>
              <a:rPr lang="ru-RU" dirty="0">
                <a:effectLst/>
              </a:rPr>
              <a:t>Вовлечение %</a:t>
            </a:r>
            <a:endParaRPr lang="ru-RU" dirty="0"/>
          </a:p>
        </p:txBody>
      </p:sp>
      <p:sp>
        <p:nvSpPr>
          <p:cNvPr id="21" name="Текст 43">
            <a:extLst>
              <a:ext uri="{FF2B5EF4-FFF2-40B4-BE49-F238E27FC236}">
                <a16:creationId xmlns:a16="http://schemas.microsoft.com/office/drawing/2014/main" id="{7228E426-E06E-6089-3BBD-7029F7FA651D}"/>
              </a:ext>
            </a:extLst>
          </p:cNvPr>
          <p:cNvSpPr>
            <a:spLocks noGrp="1"/>
          </p:cNvSpPr>
          <p:nvPr>
            <p:ph type="body" sz="quarter" idx="115" hasCustomPrompt="1"/>
          </p:nvPr>
        </p:nvSpPr>
        <p:spPr>
          <a:xfrm>
            <a:off x="9042353" y="1502491"/>
            <a:ext cx="2056565" cy="168764"/>
          </a:xfrm>
        </p:spPr>
        <p:txBody>
          <a:bodyPr>
            <a:spAutoFit/>
          </a:bodyPr>
          <a:lstStyle>
            <a:lvl1pPr marL="0" indent="0">
              <a:buNone/>
              <a:defRPr sz="1200" kern="0" spc="0" baseline="0"/>
            </a:lvl1pPr>
          </a:lstStyle>
          <a:p>
            <a:pPr lvl="0"/>
            <a:r>
              <a:rPr lang="ru-RU" dirty="0">
                <a:effectLst/>
              </a:rPr>
              <a:t>Группа экспертов *</a:t>
            </a:r>
            <a:endParaRPr lang="ru-RU" dirty="0"/>
          </a:p>
        </p:txBody>
      </p:sp>
      <p:sp>
        <p:nvSpPr>
          <p:cNvPr id="25" name="Текст 43">
            <a:extLst>
              <a:ext uri="{FF2B5EF4-FFF2-40B4-BE49-F238E27FC236}">
                <a16:creationId xmlns:a16="http://schemas.microsoft.com/office/drawing/2014/main" id="{591F7309-484F-B9F0-990A-3B9705FFC394}"/>
              </a:ext>
            </a:extLst>
          </p:cNvPr>
          <p:cNvSpPr>
            <a:spLocks noGrp="1"/>
          </p:cNvSpPr>
          <p:nvPr>
            <p:ph type="body" sz="quarter" idx="116" hasCustomPrompt="1"/>
          </p:nvPr>
        </p:nvSpPr>
        <p:spPr>
          <a:xfrm>
            <a:off x="502032" y="4723323"/>
            <a:ext cx="2056565" cy="168764"/>
          </a:xfrm>
        </p:spPr>
        <p:txBody>
          <a:bodyPr>
            <a:spAutoFit/>
          </a:bodyPr>
          <a:lstStyle>
            <a:lvl1pPr marL="0" indent="0">
              <a:buNone/>
              <a:defRPr sz="1200" kern="0" spc="0" baseline="0"/>
            </a:lvl1pPr>
          </a:lstStyle>
          <a:p>
            <a:pPr lvl="0"/>
            <a:r>
              <a:rPr lang="ru-RU" dirty="0">
                <a:effectLst/>
              </a:rPr>
              <a:t>Управляющий комитет</a:t>
            </a:r>
            <a:endParaRPr lang="ru-RU" dirty="0"/>
          </a:p>
        </p:txBody>
      </p:sp>
      <p:sp>
        <p:nvSpPr>
          <p:cNvPr id="26" name="Текст 43">
            <a:extLst>
              <a:ext uri="{FF2B5EF4-FFF2-40B4-BE49-F238E27FC236}">
                <a16:creationId xmlns:a16="http://schemas.microsoft.com/office/drawing/2014/main" id="{85590FAE-E2AF-9656-E21E-F64EA95D7B05}"/>
              </a:ext>
            </a:extLst>
          </p:cNvPr>
          <p:cNvSpPr>
            <a:spLocks noGrp="1"/>
          </p:cNvSpPr>
          <p:nvPr>
            <p:ph type="body" sz="quarter" idx="117" hasCustomPrompt="1"/>
          </p:nvPr>
        </p:nvSpPr>
        <p:spPr>
          <a:xfrm>
            <a:off x="3223883" y="4723323"/>
            <a:ext cx="2056565" cy="168764"/>
          </a:xfrm>
        </p:spPr>
        <p:txBody>
          <a:bodyPr>
            <a:spAutoFit/>
          </a:bodyPr>
          <a:lstStyle>
            <a:lvl1pPr marL="0" indent="0">
              <a:buNone/>
              <a:defRPr sz="1200" kern="0" spc="0" baseline="0"/>
            </a:lvl1pPr>
          </a:lstStyle>
          <a:p>
            <a:pPr lvl="0"/>
            <a:r>
              <a:rPr lang="ru-RU" dirty="0">
                <a:effectLst/>
              </a:rPr>
              <a:t>Вовлечение %</a:t>
            </a:r>
            <a:endParaRPr lang="ru-RU" dirty="0"/>
          </a:p>
        </p:txBody>
      </p:sp>
      <p:sp>
        <p:nvSpPr>
          <p:cNvPr id="27" name="Текст 43">
            <a:extLst>
              <a:ext uri="{FF2B5EF4-FFF2-40B4-BE49-F238E27FC236}">
                <a16:creationId xmlns:a16="http://schemas.microsoft.com/office/drawing/2014/main" id="{B3147729-F0F9-DA05-6156-BC43FA06D786}"/>
              </a:ext>
            </a:extLst>
          </p:cNvPr>
          <p:cNvSpPr>
            <a:spLocks noGrp="1"/>
          </p:cNvSpPr>
          <p:nvPr>
            <p:ph type="body" sz="quarter" idx="118" hasCustomPrompt="1"/>
          </p:nvPr>
        </p:nvSpPr>
        <p:spPr>
          <a:xfrm>
            <a:off x="6297488" y="4723323"/>
            <a:ext cx="2056565" cy="168764"/>
          </a:xfrm>
        </p:spPr>
        <p:txBody>
          <a:bodyPr>
            <a:spAutoFit/>
          </a:bodyPr>
          <a:lstStyle>
            <a:lvl1pPr marL="0" indent="0">
              <a:buNone/>
              <a:defRPr sz="1200" kern="0" spc="0" baseline="0"/>
            </a:lvl1pPr>
          </a:lstStyle>
          <a:p>
            <a:pPr lvl="0"/>
            <a:r>
              <a:rPr lang="ru-RU" dirty="0">
                <a:effectLst/>
              </a:rPr>
              <a:t>Вовлечение %</a:t>
            </a:r>
            <a:endParaRPr lang="ru-RU" dirty="0"/>
          </a:p>
        </p:txBody>
      </p:sp>
      <p:sp>
        <p:nvSpPr>
          <p:cNvPr id="28" name="Текст 43">
            <a:extLst>
              <a:ext uri="{FF2B5EF4-FFF2-40B4-BE49-F238E27FC236}">
                <a16:creationId xmlns:a16="http://schemas.microsoft.com/office/drawing/2014/main" id="{306D62E2-7B2A-065A-ED86-D8477AD7C33F}"/>
              </a:ext>
            </a:extLst>
          </p:cNvPr>
          <p:cNvSpPr>
            <a:spLocks noGrp="1"/>
          </p:cNvSpPr>
          <p:nvPr>
            <p:ph type="body" sz="quarter" idx="119" hasCustomPrompt="1"/>
          </p:nvPr>
        </p:nvSpPr>
        <p:spPr>
          <a:xfrm>
            <a:off x="9042353" y="4723323"/>
            <a:ext cx="2056565" cy="168764"/>
          </a:xfrm>
        </p:spPr>
        <p:txBody>
          <a:bodyPr>
            <a:spAutoFit/>
          </a:bodyPr>
          <a:lstStyle>
            <a:lvl1pPr marL="0" indent="0">
              <a:buNone/>
              <a:defRPr sz="1200" kern="0" spc="0" baseline="0"/>
            </a:lvl1pPr>
          </a:lstStyle>
          <a:p>
            <a:pPr lvl="0"/>
            <a:r>
              <a:rPr lang="ru-RU" dirty="0">
                <a:effectLst/>
              </a:rPr>
              <a:t>Группа экспертов *</a:t>
            </a:r>
            <a:endParaRPr lang="ru-RU" dirty="0"/>
          </a:p>
        </p:txBody>
      </p:sp>
      <p:sp>
        <p:nvSpPr>
          <p:cNvPr id="29" name="Текст 43">
            <a:extLst>
              <a:ext uri="{FF2B5EF4-FFF2-40B4-BE49-F238E27FC236}">
                <a16:creationId xmlns:a16="http://schemas.microsoft.com/office/drawing/2014/main" id="{3E043A09-496E-F35C-1197-FCAF62553EB1}"/>
              </a:ext>
            </a:extLst>
          </p:cNvPr>
          <p:cNvSpPr>
            <a:spLocks noGrp="1"/>
          </p:cNvSpPr>
          <p:nvPr>
            <p:ph type="body" sz="quarter" idx="120" hasCustomPrompt="1"/>
          </p:nvPr>
        </p:nvSpPr>
        <p:spPr>
          <a:xfrm>
            <a:off x="502032" y="3282450"/>
            <a:ext cx="2056565" cy="168764"/>
          </a:xfrm>
        </p:spPr>
        <p:txBody>
          <a:bodyPr>
            <a:spAutoFit/>
          </a:bodyPr>
          <a:lstStyle>
            <a:lvl1pPr marL="0" indent="0">
              <a:buNone/>
              <a:defRPr sz="1200" kern="0" spc="0" baseline="0"/>
            </a:lvl1pPr>
          </a:lstStyle>
          <a:p>
            <a:pPr lvl="0"/>
            <a:r>
              <a:rPr lang="ru-RU" dirty="0">
                <a:effectLst/>
              </a:rPr>
              <a:t>Управляющий комитет</a:t>
            </a:r>
            <a:endParaRPr lang="ru-RU" dirty="0"/>
          </a:p>
        </p:txBody>
      </p:sp>
      <p:sp>
        <p:nvSpPr>
          <p:cNvPr id="30" name="Текст 43">
            <a:extLst>
              <a:ext uri="{FF2B5EF4-FFF2-40B4-BE49-F238E27FC236}">
                <a16:creationId xmlns:a16="http://schemas.microsoft.com/office/drawing/2014/main" id="{87F6CD53-FFAB-9CE3-4099-ABF503E150CB}"/>
              </a:ext>
            </a:extLst>
          </p:cNvPr>
          <p:cNvSpPr>
            <a:spLocks noGrp="1"/>
          </p:cNvSpPr>
          <p:nvPr>
            <p:ph type="body" sz="quarter" idx="121" hasCustomPrompt="1"/>
          </p:nvPr>
        </p:nvSpPr>
        <p:spPr>
          <a:xfrm>
            <a:off x="3223883" y="3282450"/>
            <a:ext cx="2056565" cy="168764"/>
          </a:xfrm>
        </p:spPr>
        <p:txBody>
          <a:bodyPr>
            <a:spAutoFit/>
          </a:bodyPr>
          <a:lstStyle>
            <a:lvl1pPr marL="0" indent="0">
              <a:buNone/>
              <a:defRPr sz="1200" kern="0" spc="0" baseline="0"/>
            </a:lvl1pPr>
          </a:lstStyle>
          <a:p>
            <a:pPr lvl="0"/>
            <a:r>
              <a:rPr lang="ru-RU" dirty="0">
                <a:effectLst/>
              </a:rPr>
              <a:t>Вовлечение %</a:t>
            </a:r>
            <a:endParaRPr lang="ru-RU" dirty="0"/>
          </a:p>
        </p:txBody>
      </p:sp>
      <p:sp>
        <p:nvSpPr>
          <p:cNvPr id="31" name="Текст 43">
            <a:extLst>
              <a:ext uri="{FF2B5EF4-FFF2-40B4-BE49-F238E27FC236}">
                <a16:creationId xmlns:a16="http://schemas.microsoft.com/office/drawing/2014/main" id="{190E94EC-3DD0-5DC1-E0D4-8346944D51A7}"/>
              </a:ext>
            </a:extLst>
          </p:cNvPr>
          <p:cNvSpPr>
            <a:spLocks noGrp="1"/>
          </p:cNvSpPr>
          <p:nvPr>
            <p:ph type="body" sz="quarter" idx="122" hasCustomPrompt="1"/>
          </p:nvPr>
        </p:nvSpPr>
        <p:spPr>
          <a:xfrm>
            <a:off x="6297488" y="3282450"/>
            <a:ext cx="2056565" cy="168764"/>
          </a:xfrm>
        </p:spPr>
        <p:txBody>
          <a:bodyPr>
            <a:spAutoFit/>
          </a:bodyPr>
          <a:lstStyle>
            <a:lvl1pPr marL="0" indent="0">
              <a:buNone/>
              <a:defRPr sz="1200" kern="0" spc="0" baseline="0"/>
            </a:lvl1pPr>
          </a:lstStyle>
          <a:p>
            <a:pPr lvl="0"/>
            <a:r>
              <a:rPr lang="ru-RU" dirty="0">
                <a:effectLst/>
              </a:rPr>
              <a:t>Вовлечение %</a:t>
            </a:r>
            <a:endParaRPr lang="ru-RU" dirty="0"/>
          </a:p>
        </p:txBody>
      </p:sp>
      <p:sp>
        <p:nvSpPr>
          <p:cNvPr id="32" name="Текст 43">
            <a:extLst>
              <a:ext uri="{FF2B5EF4-FFF2-40B4-BE49-F238E27FC236}">
                <a16:creationId xmlns:a16="http://schemas.microsoft.com/office/drawing/2014/main" id="{3BF2AF82-8E7C-07DC-5E40-069E6849E708}"/>
              </a:ext>
            </a:extLst>
          </p:cNvPr>
          <p:cNvSpPr>
            <a:spLocks noGrp="1"/>
          </p:cNvSpPr>
          <p:nvPr>
            <p:ph type="body" sz="quarter" idx="93" hasCustomPrompt="1"/>
          </p:nvPr>
        </p:nvSpPr>
        <p:spPr>
          <a:xfrm>
            <a:off x="3965125" y="1779594"/>
            <a:ext cx="1800000"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33" name="Текст 43">
            <a:extLst>
              <a:ext uri="{FF2B5EF4-FFF2-40B4-BE49-F238E27FC236}">
                <a16:creationId xmlns:a16="http://schemas.microsoft.com/office/drawing/2014/main" id="{98CE5F61-AC52-1078-ECC8-4FB8ACC6160D}"/>
              </a:ext>
            </a:extLst>
          </p:cNvPr>
          <p:cNvSpPr>
            <a:spLocks noGrp="1"/>
          </p:cNvSpPr>
          <p:nvPr>
            <p:ph type="body" sz="quarter" idx="96" hasCustomPrompt="1"/>
          </p:nvPr>
        </p:nvSpPr>
        <p:spPr>
          <a:xfrm>
            <a:off x="3955793" y="1959266"/>
            <a:ext cx="1800000" cy="279115"/>
          </a:xfrm>
        </p:spPr>
        <p:txBody>
          <a:bodyPr wrap="square">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a:t>
            </a:r>
            <a:br>
              <a:rPr lang="ru-RU" dirty="0">
                <a:effectLst/>
              </a:rPr>
            </a:br>
            <a:r>
              <a:rPr lang="ru-RU" dirty="0">
                <a:effectLst/>
              </a:rPr>
              <a:t>в одну или две строки</a:t>
            </a:r>
            <a:endParaRPr lang="ru-RU" dirty="0"/>
          </a:p>
        </p:txBody>
      </p:sp>
      <p:sp>
        <p:nvSpPr>
          <p:cNvPr id="34" name="Текст 43">
            <a:extLst>
              <a:ext uri="{FF2B5EF4-FFF2-40B4-BE49-F238E27FC236}">
                <a16:creationId xmlns:a16="http://schemas.microsoft.com/office/drawing/2014/main" id="{F706F15B-0C04-B501-061B-BC0C8B58C79F}"/>
              </a:ext>
            </a:extLst>
          </p:cNvPr>
          <p:cNvSpPr>
            <a:spLocks noGrp="1"/>
          </p:cNvSpPr>
          <p:nvPr>
            <p:ph type="body" sz="quarter" idx="123" hasCustomPrompt="1"/>
          </p:nvPr>
        </p:nvSpPr>
        <p:spPr>
          <a:xfrm>
            <a:off x="7010392" y="1779594"/>
            <a:ext cx="1800000"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35" name="Текст 43">
            <a:extLst>
              <a:ext uri="{FF2B5EF4-FFF2-40B4-BE49-F238E27FC236}">
                <a16:creationId xmlns:a16="http://schemas.microsoft.com/office/drawing/2014/main" id="{883933F1-6394-EFE9-0937-350E8C8A544B}"/>
              </a:ext>
            </a:extLst>
          </p:cNvPr>
          <p:cNvSpPr>
            <a:spLocks noGrp="1"/>
          </p:cNvSpPr>
          <p:nvPr>
            <p:ph type="body" sz="quarter" idx="124" hasCustomPrompt="1"/>
          </p:nvPr>
        </p:nvSpPr>
        <p:spPr>
          <a:xfrm>
            <a:off x="7001060" y="1959266"/>
            <a:ext cx="1800000" cy="279115"/>
          </a:xfrm>
        </p:spPr>
        <p:txBody>
          <a:bodyPr wrap="square">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a:t>
            </a:r>
            <a:br>
              <a:rPr lang="ru-RU" dirty="0">
                <a:effectLst/>
              </a:rPr>
            </a:br>
            <a:r>
              <a:rPr lang="ru-RU" dirty="0">
                <a:effectLst/>
              </a:rPr>
              <a:t>в одну или две строки</a:t>
            </a:r>
            <a:endParaRPr lang="ru-RU" dirty="0"/>
          </a:p>
        </p:txBody>
      </p:sp>
      <p:sp>
        <p:nvSpPr>
          <p:cNvPr id="36" name="Текст 43">
            <a:extLst>
              <a:ext uri="{FF2B5EF4-FFF2-40B4-BE49-F238E27FC236}">
                <a16:creationId xmlns:a16="http://schemas.microsoft.com/office/drawing/2014/main" id="{04145BA8-1D7C-816D-5AB8-CE8EB31D5471}"/>
              </a:ext>
            </a:extLst>
          </p:cNvPr>
          <p:cNvSpPr>
            <a:spLocks noGrp="1"/>
          </p:cNvSpPr>
          <p:nvPr>
            <p:ph type="body" sz="quarter" idx="125" hasCustomPrompt="1"/>
          </p:nvPr>
        </p:nvSpPr>
        <p:spPr>
          <a:xfrm>
            <a:off x="9754028" y="1779594"/>
            <a:ext cx="1800000"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37" name="Текст 43">
            <a:extLst>
              <a:ext uri="{FF2B5EF4-FFF2-40B4-BE49-F238E27FC236}">
                <a16:creationId xmlns:a16="http://schemas.microsoft.com/office/drawing/2014/main" id="{2107AEB4-D9ED-B8A2-262B-7DA8097CB7DD}"/>
              </a:ext>
            </a:extLst>
          </p:cNvPr>
          <p:cNvSpPr>
            <a:spLocks noGrp="1"/>
          </p:cNvSpPr>
          <p:nvPr>
            <p:ph type="body" sz="quarter" idx="126" hasCustomPrompt="1"/>
          </p:nvPr>
        </p:nvSpPr>
        <p:spPr>
          <a:xfrm>
            <a:off x="9744696" y="1959266"/>
            <a:ext cx="1800000" cy="279115"/>
          </a:xfrm>
        </p:spPr>
        <p:txBody>
          <a:bodyPr wrap="square">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a:t>
            </a:r>
            <a:br>
              <a:rPr lang="ru-RU" dirty="0">
                <a:effectLst/>
              </a:rPr>
            </a:br>
            <a:r>
              <a:rPr lang="ru-RU" dirty="0">
                <a:effectLst/>
              </a:rPr>
              <a:t>в одну или две строки</a:t>
            </a:r>
            <a:endParaRPr lang="ru-RU" dirty="0"/>
          </a:p>
        </p:txBody>
      </p:sp>
      <p:sp>
        <p:nvSpPr>
          <p:cNvPr id="43" name="Текст 43">
            <a:extLst>
              <a:ext uri="{FF2B5EF4-FFF2-40B4-BE49-F238E27FC236}">
                <a16:creationId xmlns:a16="http://schemas.microsoft.com/office/drawing/2014/main" id="{B7D1F3D3-FAEE-A4FC-BD3C-EA783BEFAB67}"/>
              </a:ext>
            </a:extLst>
          </p:cNvPr>
          <p:cNvSpPr>
            <a:spLocks noGrp="1"/>
          </p:cNvSpPr>
          <p:nvPr>
            <p:ph type="body" sz="quarter" idx="127" hasCustomPrompt="1"/>
          </p:nvPr>
        </p:nvSpPr>
        <p:spPr>
          <a:xfrm>
            <a:off x="3965125" y="2489200"/>
            <a:ext cx="1800000"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44" name="Текст 43">
            <a:extLst>
              <a:ext uri="{FF2B5EF4-FFF2-40B4-BE49-F238E27FC236}">
                <a16:creationId xmlns:a16="http://schemas.microsoft.com/office/drawing/2014/main" id="{E9F5F3A0-3A0D-EC48-0358-C2F01DE73F61}"/>
              </a:ext>
            </a:extLst>
          </p:cNvPr>
          <p:cNvSpPr>
            <a:spLocks noGrp="1"/>
          </p:cNvSpPr>
          <p:nvPr>
            <p:ph type="body" sz="quarter" idx="128" hasCustomPrompt="1"/>
          </p:nvPr>
        </p:nvSpPr>
        <p:spPr>
          <a:xfrm>
            <a:off x="3955793" y="2668872"/>
            <a:ext cx="1800000" cy="279115"/>
          </a:xfrm>
        </p:spPr>
        <p:txBody>
          <a:bodyPr wrap="square">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a:t>
            </a:r>
            <a:br>
              <a:rPr lang="ru-RU" dirty="0">
                <a:effectLst/>
              </a:rPr>
            </a:br>
            <a:r>
              <a:rPr lang="ru-RU" dirty="0">
                <a:effectLst/>
              </a:rPr>
              <a:t>в одну или две строки</a:t>
            </a:r>
            <a:endParaRPr lang="ru-RU" dirty="0"/>
          </a:p>
        </p:txBody>
      </p:sp>
      <p:sp>
        <p:nvSpPr>
          <p:cNvPr id="45" name="Текст 43">
            <a:extLst>
              <a:ext uri="{FF2B5EF4-FFF2-40B4-BE49-F238E27FC236}">
                <a16:creationId xmlns:a16="http://schemas.microsoft.com/office/drawing/2014/main" id="{0A7B4970-D9B6-9DA1-AED8-93778DA1A19F}"/>
              </a:ext>
            </a:extLst>
          </p:cNvPr>
          <p:cNvSpPr>
            <a:spLocks noGrp="1"/>
          </p:cNvSpPr>
          <p:nvPr>
            <p:ph type="body" sz="quarter" idx="129" hasCustomPrompt="1"/>
          </p:nvPr>
        </p:nvSpPr>
        <p:spPr>
          <a:xfrm>
            <a:off x="9754028" y="2489200"/>
            <a:ext cx="1800000"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46" name="Текст 43">
            <a:extLst>
              <a:ext uri="{FF2B5EF4-FFF2-40B4-BE49-F238E27FC236}">
                <a16:creationId xmlns:a16="http://schemas.microsoft.com/office/drawing/2014/main" id="{5CD35970-7C4C-A14B-B7F8-AA18D52A1E4F}"/>
              </a:ext>
            </a:extLst>
          </p:cNvPr>
          <p:cNvSpPr>
            <a:spLocks noGrp="1"/>
          </p:cNvSpPr>
          <p:nvPr>
            <p:ph type="body" sz="quarter" idx="130" hasCustomPrompt="1"/>
          </p:nvPr>
        </p:nvSpPr>
        <p:spPr>
          <a:xfrm>
            <a:off x="9744696" y="2668872"/>
            <a:ext cx="1800000" cy="279115"/>
          </a:xfrm>
        </p:spPr>
        <p:txBody>
          <a:bodyPr wrap="square">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a:t>
            </a:r>
            <a:br>
              <a:rPr lang="ru-RU" dirty="0">
                <a:effectLst/>
              </a:rPr>
            </a:br>
            <a:r>
              <a:rPr lang="ru-RU" dirty="0">
                <a:effectLst/>
              </a:rPr>
              <a:t>в одну или две строки</a:t>
            </a:r>
            <a:endParaRPr lang="ru-RU" dirty="0"/>
          </a:p>
        </p:txBody>
      </p:sp>
      <p:sp>
        <p:nvSpPr>
          <p:cNvPr id="47" name="Текст 43">
            <a:extLst>
              <a:ext uri="{FF2B5EF4-FFF2-40B4-BE49-F238E27FC236}">
                <a16:creationId xmlns:a16="http://schemas.microsoft.com/office/drawing/2014/main" id="{BC32F97F-DA71-8F13-E2F0-0089154C902B}"/>
              </a:ext>
            </a:extLst>
          </p:cNvPr>
          <p:cNvSpPr>
            <a:spLocks noGrp="1"/>
          </p:cNvSpPr>
          <p:nvPr>
            <p:ph type="body" sz="quarter" idx="131" hasCustomPrompt="1"/>
          </p:nvPr>
        </p:nvSpPr>
        <p:spPr>
          <a:xfrm>
            <a:off x="3965125" y="3583379"/>
            <a:ext cx="1800000"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48" name="Текст 43">
            <a:extLst>
              <a:ext uri="{FF2B5EF4-FFF2-40B4-BE49-F238E27FC236}">
                <a16:creationId xmlns:a16="http://schemas.microsoft.com/office/drawing/2014/main" id="{8D250BC9-57F4-BDFE-A001-6E29A34C44A1}"/>
              </a:ext>
            </a:extLst>
          </p:cNvPr>
          <p:cNvSpPr>
            <a:spLocks noGrp="1"/>
          </p:cNvSpPr>
          <p:nvPr>
            <p:ph type="body" sz="quarter" idx="132" hasCustomPrompt="1"/>
          </p:nvPr>
        </p:nvSpPr>
        <p:spPr>
          <a:xfrm>
            <a:off x="3955793" y="3763051"/>
            <a:ext cx="1800000" cy="279115"/>
          </a:xfrm>
        </p:spPr>
        <p:txBody>
          <a:bodyPr wrap="square">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a:t>
            </a:r>
            <a:br>
              <a:rPr lang="ru-RU" dirty="0">
                <a:effectLst/>
              </a:rPr>
            </a:br>
            <a:r>
              <a:rPr lang="ru-RU" dirty="0">
                <a:effectLst/>
              </a:rPr>
              <a:t>в одну или две строки</a:t>
            </a:r>
            <a:endParaRPr lang="ru-RU" dirty="0"/>
          </a:p>
        </p:txBody>
      </p:sp>
      <p:sp>
        <p:nvSpPr>
          <p:cNvPr id="49" name="Текст 43">
            <a:extLst>
              <a:ext uri="{FF2B5EF4-FFF2-40B4-BE49-F238E27FC236}">
                <a16:creationId xmlns:a16="http://schemas.microsoft.com/office/drawing/2014/main" id="{4B82401C-92C2-96F9-C0FB-0C5D0E891B6B}"/>
              </a:ext>
            </a:extLst>
          </p:cNvPr>
          <p:cNvSpPr>
            <a:spLocks noGrp="1"/>
          </p:cNvSpPr>
          <p:nvPr>
            <p:ph type="body" sz="quarter" idx="133" hasCustomPrompt="1"/>
          </p:nvPr>
        </p:nvSpPr>
        <p:spPr>
          <a:xfrm>
            <a:off x="7010392" y="3583379"/>
            <a:ext cx="1800000"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50" name="Текст 43">
            <a:extLst>
              <a:ext uri="{FF2B5EF4-FFF2-40B4-BE49-F238E27FC236}">
                <a16:creationId xmlns:a16="http://schemas.microsoft.com/office/drawing/2014/main" id="{90A0E225-EE98-6FDC-19CC-0EB7E71339B9}"/>
              </a:ext>
            </a:extLst>
          </p:cNvPr>
          <p:cNvSpPr>
            <a:spLocks noGrp="1"/>
          </p:cNvSpPr>
          <p:nvPr>
            <p:ph type="body" sz="quarter" idx="134" hasCustomPrompt="1"/>
          </p:nvPr>
        </p:nvSpPr>
        <p:spPr>
          <a:xfrm>
            <a:off x="7001060" y="3763051"/>
            <a:ext cx="1800000" cy="279115"/>
          </a:xfrm>
        </p:spPr>
        <p:txBody>
          <a:bodyPr wrap="square">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a:t>
            </a:r>
            <a:br>
              <a:rPr lang="ru-RU" dirty="0">
                <a:effectLst/>
              </a:rPr>
            </a:br>
            <a:r>
              <a:rPr lang="ru-RU" dirty="0">
                <a:effectLst/>
              </a:rPr>
              <a:t>в одну или две строки</a:t>
            </a:r>
            <a:endParaRPr lang="ru-RU" dirty="0"/>
          </a:p>
        </p:txBody>
      </p:sp>
      <p:sp>
        <p:nvSpPr>
          <p:cNvPr id="51" name="Текст 43">
            <a:extLst>
              <a:ext uri="{FF2B5EF4-FFF2-40B4-BE49-F238E27FC236}">
                <a16:creationId xmlns:a16="http://schemas.microsoft.com/office/drawing/2014/main" id="{A5327E1F-E291-E735-B1AC-D1020BE24F36}"/>
              </a:ext>
            </a:extLst>
          </p:cNvPr>
          <p:cNvSpPr>
            <a:spLocks noGrp="1"/>
          </p:cNvSpPr>
          <p:nvPr>
            <p:ph type="body" sz="quarter" idx="135" hasCustomPrompt="1"/>
          </p:nvPr>
        </p:nvSpPr>
        <p:spPr>
          <a:xfrm>
            <a:off x="9754028" y="3207238"/>
            <a:ext cx="1800000"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52" name="Текст 43">
            <a:extLst>
              <a:ext uri="{FF2B5EF4-FFF2-40B4-BE49-F238E27FC236}">
                <a16:creationId xmlns:a16="http://schemas.microsoft.com/office/drawing/2014/main" id="{FC48C610-3CE7-38BF-5517-6EFC74D08F6F}"/>
              </a:ext>
            </a:extLst>
          </p:cNvPr>
          <p:cNvSpPr>
            <a:spLocks noGrp="1"/>
          </p:cNvSpPr>
          <p:nvPr>
            <p:ph type="body" sz="quarter" idx="136" hasCustomPrompt="1"/>
          </p:nvPr>
        </p:nvSpPr>
        <p:spPr>
          <a:xfrm>
            <a:off x="9744696" y="3386910"/>
            <a:ext cx="1800000" cy="279115"/>
          </a:xfrm>
        </p:spPr>
        <p:txBody>
          <a:bodyPr wrap="square">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a:t>
            </a:r>
            <a:br>
              <a:rPr lang="ru-RU" dirty="0">
                <a:effectLst/>
              </a:rPr>
            </a:br>
            <a:r>
              <a:rPr lang="ru-RU" dirty="0">
                <a:effectLst/>
              </a:rPr>
              <a:t>в одну или две строки</a:t>
            </a:r>
            <a:endParaRPr lang="ru-RU" dirty="0"/>
          </a:p>
        </p:txBody>
      </p:sp>
      <p:sp>
        <p:nvSpPr>
          <p:cNvPr id="53" name="Текст 43">
            <a:extLst>
              <a:ext uri="{FF2B5EF4-FFF2-40B4-BE49-F238E27FC236}">
                <a16:creationId xmlns:a16="http://schemas.microsoft.com/office/drawing/2014/main" id="{84FE25A4-DF34-0FCC-2E43-EC2B6F07064A}"/>
              </a:ext>
            </a:extLst>
          </p:cNvPr>
          <p:cNvSpPr>
            <a:spLocks noGrp="1"/>
          </p:cNvSpPr>
          <p:nvPr>
            <p:ph type="body" sz="quarter" idx="137" hasCustomPrompt="1"/>
          </p:nvPr>
        </p:nvSpPr>
        <p:spPr>
          <a:xfrm>
            <a:off x="9754028" y="3920088"/>
            <a:ext cx="1800000"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54" name="Текст 43">
            <a:extLst>
              <a:ext uri="{FF2B5EF4-FFF2-40B4-BE49-F238E27FC236}">
                <a16:creationId xmlns:a16="http://schemas.microsoft.com/office/drawing/2014/main" id="{F0D1BC3F-70DF-908B-E303-7F872DED918C}"/>
              </a:ext>
            </a:extLst>
          </p:cNvPr>
          <p:cNvSpPr>
            <a:spLocks noGrp="1"/>
          </p:cNvSpPr>
          <p:nvPr>
            <p:ph type="body" sz="quarter" idx="138" hasCustomPrompt="1"/>
          </p:nvPr>
        </p:nvSpPr>
        <p:spPr>
          <a:xfrm>
            <a:off x="9744696" y="4099760"/>
            <a:ext cx="1800000" cy="279115"/>
          </a:xfrm>
        </p:spPr>
        <p:txBody>
          <a:bodyPr wrap="square">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a:t>
            </a:r>
            <a:br>
              <a:rPr lang="ru-RU" dirty="0">
                <a:effectLst/>
              </a:rPr>
            </a:br>
            <a:r>
              <a:rPr lang="ru-RU" dirty="0">
                <a:effectLst/>
              </a:rPr>
              <a:t>в одну или две строки</a:t>
            </a:r>
            <a:endParaRPr lang="ru-RU" dirty="0"/>
          </a:p>
        </p:txBody>
      </p:sp>
      <p:sp>
        <p:nvSpPr>
          <p:cNvPr id="55" name="Текст 43">
            <a:extLst>
              <a:ext uri="{FF2B5EF4-FFF2-40B4-BE49-F238E27FC236}">
                <a16:creationId xmlns:a16="http://schemas.microsoft.com/office/drawing/2014/main" id="{7B6055C3-CEA4-848D-3DD1-3F2524BF0991}"/>
              </a:ext>
            </a:extLst>
          </p:cNvPr>
          <p:cNvSpPr>
            <a:spLocks noGrp="1"/>
          </p:cNvSpPr>
          <p:nvPr>
            <p:ph type="body" sz="quarter" idx="139" hasCustomPrompt="1"/>
          </p:nvPr>
        </p:nvSpPr>
        <p:spPr>
          <a:xfrm>
            <a:off x="3965125" y="5003538"/>
            <a:ext cx="1800000"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56" name="Текст 43">
            <a:extLst>
              <a:ext uri="{FF2B5EF4-FFF2-40B4-BE49-F238E27FC236}">
                <a16:creationId xmlns:a16="http://schemas.microsoft.com/office/drawing/2014/main" id="{016AA76F-D10F-1E20-B521-8BB873273717}"/>
              </a:ext>
            </a:extLst>
          </p:cNvPr>
          <p:cNvSpPr>
            <a:spLocks noGrp="1"/>
          </p:cNvSpPr>
          <p:nvPr>
            <p:ph type="body" sz="quarter" idx="140" hasCustomPrompt="1"/>
          </p:nvPr>
        </p:nvSpPr>
        <p:spPr>
          <a:xfrm>
            <a:off x="3955793" y="5183210"/>
            <a:ext cx="1800000" cy="279115"/>
          </a:xfrm>
        </p:spPr>
        <p:txBody>
          <a:bodyPr wrap="square">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a:t>
            </a:r>
            <a:br>
              <a:rPr lang="ru-RU" dirty="0">
                <a:effectLst/>
              </a:rPr>
            </a:br>
            <a:r>
              <a:rPr lang="ru-RU" dirty="0">
                <a:effectLst/>
              </a:rPr>
              <a:t>в одну или две строки</a:t>
            </a:r>
            <a:endParaRPr lang="ru-RU" dirty="0"/>
          </a:p>
        </p:txBody>
      </p:sp>
      <p:sp>
        <p:nvSpPr>
          <p:cNvPr id="57" name="Текст 43">
            <a:extLst>
              <a:ext uri="{FF2B5EF4-FFF2-40B4-BE49-F238E27FC236}">
                <a16:creationId xmlns:a16="http://schemas.microsoft.com/office/drawing/2014/main" id="{E18AEB03-9250-2999-FB41-EEDF0D84ADBB}"/>
              </a:ext>
            </a:extLst>
          </p:cNvPr>
          <p:cNvSpPr>
            <a:spLocks noGrp="1"/>
          </p:cNvSpPr>
          <p:nvPr>
            <p:ph type="body" sz="quarter" idx="141" hasCustomPrompt="1"/>
          </p:nvPr>
        </p:nvSpPr>
        <p:spPr>
          <a:xfrm>
            <a:off x="7010392" y="5003538"/>
            <a:ext cx="1800000"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58" name="Текст 43">
            <a:extLst>
              <a:ext uri="{FF2B5EF4-FFF2-40B4-BE49-F238E27FC236}">
                <a16:creationId xmlns:a16="http://schemas.microsoft.com/office/drawing/2014/main" id="{9EE624B1-206D-AA8E-4F14-A7A90DC72016}"/>
              </a:ext>
            </a:extLst>
          </p:cNvPr>
          <p:cNvSpPr>
            <a:spLocks noGrp="1"/>
          </p:cNvSpPr>
          <p:nvPr>
            <p:ph type="body" sz="quarter" idx="142" hasCustomPrompt="1"/>
          </p:nvPr>
        </p:nvSpPr>
        <p:spPr>
          <a:xfrm>
            <a:off x="7001060" y="5183210"/>
            <a:ext cx="1800000" cy="279115"/>
          </a:xfrm>
        </p:spPr>
        <p:txBody>
          <a:bodyPr wrap="square">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a:t>
            </a:r>
            <a:br>
              <a:rPr lang="ru-RU" dirty="0">
                <a:effectLst/>
              </a:rPr>
            </a:br>
            <a:r>
              <a:rPr lang="ru-RU" dirty="0">
                <a:effectLst/>
              </a:rPr>
              <a:t>в одну или две строки</a:t>
            </a:r>
            <a:endParaRPr lang="ru-RU" dirty="0"/>
          </a:p>
        </p:txBody>
      </p:sp>
      <p:sp>
        <p:nvSpPr>
          <p:cNvPr id="59" name="Текст 43">
            <a:extLst>
              <a:ext uri="{FF2B5EF4-FFF2-40B4-BE49-F238E27FC236}">
                <a16:creationId xmlns:a16="http://schemas.microsoft.com/office/drawing/2014/main" id="{F18B874B-6C9E-6737-9C8B-129A973B9222}"/>
              </a:ext>
            </a:extLst>
          </p:cNvPr>
          <p:cNvSpPr>
            <a:spLocks noGrp="1"/>
          </p:cNvSpPr>
          <p:nvPr>
            <p:ph type="body" sz="quarter" idx="143" hasCustomPrompt="1"/>
          </p:nvPr>
        </p:nvSpPr>
        <p:spPr>
          <a:xfrm>
            <a:off x="9754028" y="5003538"/>
            <a:ext cx="1800000"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60" name="Текст 43">
            <a:extLst>
              <a:ext uri="{FF2B5EF4-FFF2-40B4-BE49-F238E27FC236}">
                <a16:creationId xmlns:a16="http://schemas.microsoft.com/office/drawing/2014/main" id="{F8943A40-07BA-2B12-81F0-5FB9E972E6A2}"/>
              </a:ext>
            </a:extLst>
          </p:cNvPr>
          <p:cNvSpPr>
            <a:spLocks noGrp="1"/>
          </p:cNvSpPr>
          <p:nvPr>
            <p:ph type="body" sz="quarter" idx="144" hasCustomPrompt="1"/>
          </p:nvPr>
        </p:nvSpPr>
        <p:spPr>
          <a:xfrm>
            <a:off x="9744696" y="5183210"/>
            <a:ext cx="1800000" cy="279115"/>
          </a:xfrm>
        </p:spPr>
        <p:txBody>
          <a:bodyPr wrap="square">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a:t>
            </a:r>
            <a:br>
              <a:rPr lang="ru-RU" dirty="0">
                <a:effectLst/>
              </a:rPr>
            </a:br>
            <a:r>
              <a:rPr lang="ru-RU" dirty="0">
                <a:effectLst/>
              </a:rPr>
              <a:t>в одну или две строки</a:t>
            </a:r>
            <a:endParaRPr lang="ru-RU" dirty="0"/>
          </a:p>
        </p:txBody>
      </p:sp>
      <p:sp>
        <p:nvSpPr>
          <p:cNvPr id="61" name="Текст 43">
            <a:extLst>
              <a:ext uri="{FF2B5EF4-FFF2-40B4-BE49-F238E27FC236}">
                <a16:creationId xmlns:a16="http://schemas.microsoft.com/office/drawing/2014/main" id="{2FD6EC3E-F06F-C274-3ED4-C2074956AA5E}"/>
              </a:ext>
            </a:extLst>
          </p:cNvPr>
          <p:cNvSpPr>
            <a:spLocks noGrp="1"/>
          </p:cNvSpPr>
          <p:nvPr>
            <p:ph type="body" sz="quarter" idx="145" hasCustomPrompt="1"/>
          </p:nvPr>
        </p:nvSpPr>
        <p:spPr>
          <a:xfrm>
            <a:off x="7010392" y="5717901"/>
            <a:ext cx="1800000"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62" name="Текст 43">
            <a:extLst>
              <a:ext uri="{FF2B5EF4-FFF2-40B4-BE49-F238E27FC236}">
                <a16:creationId xmlns:a16="http://schemas.microsoft.com/office/drawing/2014/main" id="{9A9DE9C0-DBF3-4697-EA28-A002662648FF}"/>
              </a:ext>
            </a:extLst>
          </p:cNvPr>
          <p:cNvSpPr>
            <a:spLocks noGrp="1"/>
          </p:cNvSpPr>
          <p:nvPr>
            <p:ph type="body" sz="quarter" idx="146" hasCustomPrompt="1"/>
          </p:nvPr>
        </p:nvSpPr>
        <p:spPr>
          <a:xfrm>
            <a:off x="7001060" y="5897573"/>
            <a:ext cx="1800000" cy="279115"/>
          </a:xfrm>
        </p:spPr>
        <p:txBody>
          <a:bodyPr wrap="square">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a:t>
            </a:r>
            <a:br>
              <a:rPr lang="ru-RU" dirty="0">
                <a:effectLst/>
              </a:rPr>
            </a:br>
            <a:r>
              <a:rPr lang="ru-RU" dirty="0">
                <a:effectLst/>
              </a:rPr>
              <a:t>в одну или две строки</a:t>
            </a:r>
            <a:endParaRPr lang="ru-RU" dirty="0"/>
          </a:p>
        </p:txBody>
      </p:sp>
      <p:sp>
        <p:nvSpPr>
          <p:cNvPr id="63" name="Текст 43">
            <a:extLst>
              <a:ext uri="{FF2B5EF4-FFF2-40B4-BE49-F238E27FC236}">
                <a16:creationId xmlns:a16="http://schemas.microsoft.com/office/drawing/2014/main" id="{3F46D33E-6F65-8826-AC6B-F9A3DFF8BFC9}"/>
              </a:ext>
            </a:extLst>
          </p:cNvPr>
          <p:cNvSpPr>
            <a:spLocks noGrp="1"/>
          </p:cNvSpPr>
          <p:nvPr>
            <p:ph type="body" sz="quarter" idx="147" hasCustomPrompt="1"/>
          </p:nvPr>
        </p:nvSpPr>
        <p:spPr>
          <a:xfrm>
            <a:off x="9754028" y="5717901"/>
            <a:ext cx="1800000" cy="140616"/>
          </a:xfrm>
        </p:spPr>
        <p:txBody>
          <a:bodyPr>
            <a:spAutoFit/>
          </a:bodyPr>
          <a:lstStyle>
            <a:lvl1pPr marL="0" indent="0">
              <a:buNone/>
              <a:defRPr sz="1000" kern="0" spc="0" baseline="0"/>
            </a:lvl1pPr>
          </a:lstStyle>
          <a:p>
            <a:pPr lvl="0"/>
            <a:r>
              <a:rPr lang="ru-RU" dirty="0">
                <a:effectLst/>
              </a:rPr>
              <a:t>Имя Фамилия</a:t>
            </a:r>
            <a:endParaRPr lang="ru-RU" dirty="0"/>
          </a:p>
        </p:txBody>
      </p:sp>
      <p:sp>
        <p:nvSpPr>
          <p:cNvPr id="128" name="Текст 43">
            <a:extLst>
              <a:ext uri="{FF2B5EF4-FFF2-40B4-BE49-F238E27FC236}">
                <a16:creationId xmlns:a16="http://schemas.microsoft.com/office/drawing/2014/main" id="{C05521A9-09BD-8AA1-1A0D-AC030A97AE85}"/>
              </a:ext>
            </a:extLst>
          </p:cNvPr>
          <p:cNvSpPr>
            <a:spLocks noGrp="1"/>
          </p:cNvSpPr>
          <p:nvPr>
            <p:ph type="body" sz="quarter" idx="148" hasCustomPrompt="1"/>
          </p:nvPr>
        </p:nvSpPr>
        <p:spPr>
          <a:xfrm>
            <a:off x="9744696" y="5897573"/>
            <a:ext cx="1800000" cy="279115"/>
          </a:xfrm>
        </p:spPr>
        <p:txBody>
          <a:bodyPr wrap="square">
            <a:spAutoFit/>
          </a:bodyPr>
          <a:lstStyle>
            <a:lvl1pPr marL="0" indent="0">
              <a:buNone/>
              <a:defRPr sz="1000" kern="0" spc="0" baseline="0">
                <a:solidFill>
                  <a:schemeClr val="tx1">
                    <a:alpha val="45000"/>
                  </a:schemeClr>
                </a:solidFill>
              </a:defRPr>
            </a:lvl1pPr>
          </a:lstStyle>
          <a:p>
            <a:pPr lvl="0"/>
            <a:r>
              <a:rPr lang="ru-RU" dirty="0">
                <a:effectLst/>
              </a:rPr>
              <a:t>Наименование должности </a:t>
            </a:r>
            <a:br>
              <a:rPr lang="ru-RU" dirty="0">
                <a:effectLst/>
              </a:rPr>
            </a:br>
            <a:r>
              <a:rPr lang="ru-RU" dirty="0">
                <a:effectLst/>
              </a:rPr>
              <a:t>в одну или две строки</a:t>
            </a:r>
            <a:endParaRPr lang="ru-RU" dirty="0"/>
          </a:p>
        </p:txBody>
      </p:sp>
      <p:pic>
        <p:nvPicPr>
          <p:cNvPr id="5" name="Рисунок 4">
            <a:extLst>
              <a:ext uri="{FF2B5EF4-FFF2-40B4-BE49-F238E27FC236}">
                <a16:creationId xmlns:a16="http://schemas.microsoft.com/office/drawing/2014/main" id="{A82836B1-DB76-CF7C-8C6E-1194F67B2C8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77950DB1-9E8F-ED7D-54B9-0642E1E7C0F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1819308391"/>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Контакты">
    <p:bg>
      <p:bgPr>
        <a:solidFill>
          <a:schemeClr val="bg2"/>
        </a:solidFill>
        <a:effectLst/>
      </p:bgPr>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D1D36A4C-2BB8-527C-1879-E62D2EAE1DDE}"/>
              </a:ext>
            </a:extLst>
          </p:cNvPr>
          <p:cNvSpPr/>
          <p:nvPr userDrawn="1"/>
        </p:nvSpPr>
        <p:spPr>
          <a:xfrm>
            <a:off x="355598" y="1397000"/>
            <a:ext cx="3759181" cy="2927350"/>
          </a:xfrm>
          <a:prstGeom prst="rect">
            <a:avLst/>
          </a:prstGeom>
          <a:solidFill>
            <a:srgbClr val="FFFFFF">
              <a:alpha val="100000"/>
            </a:srgbClr>
          </a:solidFill>
          <a:ln/>
        </p:spPr>
      </p:sp>
      <p:sp>
        <p:nvSpPr>
          <p:cNvPr id="7" name="Shape 3">
            <a:extLst>
              <a:ext uri="{FF2B5EF4-FFF2-40B4-BE49-F238E27FC236}">
                <a16:creationId xmlns:a16="http://schemas.microsoft.com/office/drawing/2014/main" id="{5851930C-2B21-3080-1961-CF5D78533821}"/>
              </a:ext>
            </a:extLst>
          </p:cNvPr>
          <p:cNvSpPr/>
          <p:nvPr userDrawn="1"/>
        </p:nvSpPr>
        <p:spPr>
          <a:xfrm>
            <a:off x="4216378" y="1397000"/>
            <a:ext cx="3759181" cy="2927350"/>
          </a:xfrm>
          <a:prstGeom prst="rect">
            <a:avLst/>
          </a:prstGeom>
          <a:solidFill>
            <a:srgbClr val="FFFFFF">
              <a:alpha val="100000"/>
            </a:srgbClr>
          </a:solidFill>
          <a:ln/>
        </p:spPr>
      </p:sp>
      <p:sp>
        <p:nvSpPr>
          <p:cNvPr id="8" name="Shape 4">
            <a:extLst>
              <a:ext uri="{FF2B5EF4-FFF2-40B4-BE49-F238E27FC236}">
                <a16:creationId xmlns:a16="http://schemas.microsoft.com/office/drawing/2014/main" id="{255A8AAC-F43C-A0BF-91DA-C7C001939D70}"/>
              </a:ext>
            </a:extLst>
          </p:cNvPr>
          <p:cNvSpPr/>
          <p:nvPr userDrawn="1"/>
        </p:nvSpPr>
        <p:spPr>
          <a:xfrm>
            <a:off x="8077158" y="1397000"/>
            <a:ext cx="3759181" cy="2927350"/>
          </a:xfrm>
          <a:prstGeom prst="rect">
            <a:avLst/>
          </a:prstGeom>
          <a:solidFill>
            <a:srgbClr val="FFFFFF">
              <a:alpha val="100000"/>
            </a:srgbClr>
          </a:solidFill>
          <a:ln/>
        </p:spPr>
      </p:sp>
      <p:pic>
        <p:nvPicPr>
          <p:cNvPr id="13" name="Image 4" descr=" ">
            <a:extLst>
              <a:ext uri="{FF2B5EF4-FFF2-40B4-BE49-F238E27FC236}">
                <a16:creationId xmlns:a16="http://schemas.microsoft.com/office/drawing/2014/main" id="{EA6E1DA9-1858-1D54-F485-BBC30BDF00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767735" y="3860412"/>
            <a:ext cx="393698" cy="482600"/>
          </a:xfrm>
          <a:prstGeom prst="rect">
            <a:avLst/>
          </a:prstGeom>
        </p:spPr>
      </p:pic>
      <p:pic>
        <p:nvPicPr>
          <p:cNvPr id="14" name="Image 5" descr=" ">
            <a:extLst>
              <a:ext uri="{FF2B5EF4-FFF2-40B4-BE49-F238E27FC236}">
                <a16:creationId xmlns:a16="http://schemas.microsoft.com/office/drawing/2014/main" id="{66D9A78D-D839-CFA5-288C-E493082439F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28515" y="3860412"/>
            <a:ext cx="393698" cy="482600"/>
          </a:xfrm>
          <a:prstGeom prst="rect">
            <a:avLst/>
          </a:prstGeom>
        </p:spPr>
      </p:pic>
      <p:pic>
        <p:nvPicPr>
          <p:cNvPr id="16" name="Image 6" descr=" ">
            <a:extLst>
              <a:ext uri="{FF2B5EF4-FFF2-40B4-BE49-F238E27FC236}">
                <a16:creationId xmlns:a16="http://schemas.microsoft.com/office/drawing/2014/main" id="{DAB0A414-9D34-C109-FB94-682BDB8C5B2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89295" y="3860412"/>
            <a:ext cx="393698" cy="482600"/>
          </a:xfrm>
          <a:prstGeom prst="rect">
            <a:avLst/>
          </a:prstGeom>
        </p:spPr>
      </p:pic>
      <p:sp>
        <p:nvSpPr>
          <p:cNvPr id="51" name="Shape 24">
            <a:hlinkClick r:id="rId3"/>
            <a:extLst>
              <a:ext uri="{FF2B5EF4-FFF2-40B4-BE49-F238E27FC236}">
                <a16:creationId xmlns:a16="http://schemas.microsoft.com/office/drawing/2014/main" id="{19BC0D60-51DC-1454-F019-764975698A97}"/>
              </a:ext>
            </a:extLst>
          </p:cNvPr>
          <p:cNvSpPr/>
          <p:nvPr userDrawn="1"/>
        </p:nvSpPr>
        <p:spPr>
          <a:xfrm>
            <a:off x="355598" y="5105400"/>
            <a:ext cx="1447792" cy="457200"/>
          </a:xfrm>
          <a:prstGeom prst="rect">
            <a:avLst/>
          </a:prstGeom>
          <a:solidFill>
            <a:srgbClr val="CF0522">
              <a:alpha val="100000"/>
            </a:srgbClr>
          </a:solidFill>
          <a:ln/>
        </p:spPr>
      </p:sp>
      <p:sp>
        <p:nvSpPr>
          <p:cNvPr id="52" name="Text 25">
            <a:extLst>
              <a:ext uri="{FF2B5EF4-FFF2-40B4-BE49-F238E27FC236}">
                <a16:creationId xmlns:a16="http://schemas.microsoft.com/office/drawing/2014/main" id="{413DD0EB-49F1-69F4-515B-9742884E34A8}"/>
              </a:ext>
            </a:extLst>
          </p:cNvPr>
          <p:cNvSpPr/>
          <p:nvPr userDrawn="1"/>
        </p:nvSpPr>
        <p:spPr>
          <a:xfrm>
            <a:off x="537630" y="5257800"/>
            <a:ext cx="1083728" cy="194734"/>
          </a:xfrm>
          <a:prstGeom prst="rect">
            <a:avLst/>
          </a:prstGeom>
          <a:noFill/>
          <a:ln/>
        </p:spPr>
        <p:txBody>
          <a:bodyPr wrap="square" lIns="0" tIns="0" rIns="0" bIns="0" rtlCol="0" anchor="t"/>
          <a:lstStyle/>
          <a:p>
            <a:pPr marL="0" indent="0" algn="ctr">
              <a:lnSpc>
                <a:spcPts val="1200"/>
              </a:lnSpc>
              <a:buNone/>
            </a:pPr>
            <a:r>
              <a:rPr lang="en-US" sz="1000" dirty="0">
                <a:solidFill>
                  <a:srgbClr val="FFFFFF">
                    <a:alpha val="100000"/>
                  </a:srgbClr>
                </a:solidFill>
                <a:latin typeface="Stapel" panose="020B0504020202020204" pitchFamily="34" charset="-52"/>
                <a:ea typeface="Stapel" pitchFamily="34" charset="-122"/>
                <a:cs typeface="Stapel" pitchFamily="34" charset="-120"/>
              </a:rPr>
              <a:t>www.</a:t>
            </a:r>
            <a:r>
              <a:rPr lang="en-US" sz="1000" dirty="0">
                <a:solidFill>
                  <a:srgbClr val="FFFFFF">
                    <a:alpha val="100000"/>
                  </a:srgbClr>
                </a:solidFill>
                <a:latin typeface="+mn-lt"/>
                <a:ea typeface="Stapel" pitchFamily="34" charset="-122"/>
                <a:cs typeface="Stapel" pitchFamily="34" charset="-120"/>
              </a:rPr>
              <a:t>reksoft</a:t>
            </a:r>
            <a:r>
              <a:rPr lang="en-US" sz="1000" dirty="0">
                <a:solidFill>
                  <a:srgbClr val="FFFFFF">
                    <a:alpha val="100000"/>
                  </a:srgbClr>
                </a:solidFill>
                <a:latin typeface="Stapel" panose="020B0504020202020204" pitchFamily="34" charset="-52"/>
                <a:ea typeface="Stapel" pitchFamily="34" charset="-122"/>
                <a:cs typeface="Stapel" pitchFamily="34" charset="-120"/>
              </a:rPr>
              <a:t>.com</a:t>
            </a:r>
            <a:endParaRPr lang="en-US" sz="1000" dirty="0"/>
          </a:p>
        </p:txBody>
      </p:sp>
      <p:sp>
        <p:nvSpPr>
          <p:cNvPr id="131" name="Текст 129">
            <a:extLst>
              <a:ext uri="{FF2B5EF4-FFF2-40B4-BE49-F238E27FC236}">
                <a16:creationId xmlns:a16="http://schemas.microsoft.com/office/drawing/2014/main" id="{2C47B6E2-B69A-0120-7490-EAC73BC141F1}"/>
              </a:ext>
            </a:extLst>
          </p:cNvPr>
          <p:cNvSpPr>
            <a:spLocks noGrp="1"/>
          </p:cNvSpPr>
          <p:nvPr>
            <p:ph type="body" sz="quarter" idx="30" hasCustomPrompt="1"/>
          </p:nvPr>
        </p:nvSpPr>
        <p:spPr>
          <a:xfrm>
            <a:off x="346847" y="5832906"/>
            <a:ext cx="11489492" cy="666464"/>
          </a:xfrm>
        </p:spPr>
        <p:txBody>
          <a:bodyPr>
            <a:spAutoFit/>
          </a:bodyPr>
          <a:lstStyle>
            <a:lvl1pPr marL="0" indent="0">
              <a:buNone/>
              <a:defRPr sz="800" baseline="0">
                <a:solidFill>
                  <a:schemeClr val="tx1">
                    <a:alpha val="45000"/>
                  </a:schemeClr>
                </a:solidFill>
              </a:defRPr>
            </a:lvl1pPr>
            <a:lvl2pPr marL="228554" indent="0">
              <a:buNone/>
              <a:defRPr sz="800">
                <a:solidFill>
                  <a:schemeClr val="tx1">
                    <a:alpha val="45000"/>
                  </a:schemeClr>
                </a:solidFill>
              </a:defRPr>
            </a:lvl2pPr>
            <a:lvl3pPr marL="457109" indent="0">
              <a:buNone/>
              <a:defRPr sz="800">
                <a:solidFill>
                  <a:schemeClr val="tx1">
                    <a:alpha val="45000"/>
                  </a:schemeClr>
                </a:solidFill>
              </a:defRPr>
            </a:lvl3pPr>
            <a:lvl4pPr marL="685663" indent="0">
              <a:buNone/>
              <a:defRPr sz="800">
                <a:solidFill>
                  <a:schemeClr val="tx1">
                    <a:alpha val="45000"/>
                  </a:schemeClr>
                </a:solidFill>
              </a:defRPr>
            </a:lvl4pPr>
            <a:lvl5pPr marL="914217" indent="0">
              <a:buNone/>
              <a:defRPr sz="800">
                <a:solidFill>
                  <a:schemeClr val="tx1">
                    <a:alpha val="45000"/>
                  </a:schemeClr>
                </a:solidFill>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 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Cum cu </a:t>
            </a:r>
            <a:r>
              <a:rPr lang="en-US" dirty="0" err="1">
                <a:effectLst/>
              </a:rPr>
              <a:t>audire</a:t>
            </a:r>
            <a:r>
              <a:rPr lang="en-US" dirty="0">
                <a:effectLst/>
              </a:rPr>
              <a:t> </a:t>
            </a:r>
            <a:r>
              <a:rPr lang="en-US" dirty="0" err="1">
                <a:effectLst/>
              </a:rPr>
              <a:t>viderer</a:t>
            </a:r>
            <a:r>
              <a:rPr lang="en-US" dirty="0">
                <a:effectLst/>
              </a:rPr>
              <a:t>, maiorum officiis </a:t>
            </a:r>
            <a:r>
              <a:rPr lang="en-US" dirty="0" err="1">
                <a:effectLst/>
              </a:rPr>
              <a:t>liberavisse</a:t>
            </a:r>
            <a:r>
              <a:rPr lang="en-US" dirty="0">
                <a:effectLst/>
              </a:rPr>
              <a:t> </a:t>
            </a:r>
            <a:r>
              <a:rPr lang="en-US" dirty="0" err="1">
                <a:effectLst/>
              </a:rPr>
              <a:t>mea</a:t>
            </a:r>
            <a:r>
              <a:rPr lang="en-US" dirty="0">
                <a:effectLst/>
              </a:rPr>
              <a:t> et, tale </a:t>
            </a:r>
            <a:r>
              <a:rPr lang="en-US" dirty="0" err="1">
                <a:effectLst/>
              </a:rPr>
              <a:t>contentiones</a:t>
            </a:r>
            <a:r>
              <a:rPr lang="en-US" dirty="0">
                <a:effectLst/>
              </a:rPr>
              <a:t> </a:t>
            </a:r>
            <a:r>
              <a:rPr lang="en-US" dirty="0" err="1">
                <a:effectLst/>
              </a:rPr>
              <a:t>voluptatibus</a:t>
            </a:r>
            <a:r>
              <a:rPr lang="en-US" dirty="0">
                <a:effectLst/>
              </a:rPr>
              <a:t> </a:t>
            </a:r>
            <a:r>
              <a:rPr lang="en-US" dirty="0" err="1">
                <a:effectLst/>
              </a:rPr>
              <a:t>ea</a:t>
            </a:r>
            <a:r>
              <a:rPr lang="en-US" dirty="0">
                <a:effectLst/>
              </a:rPr>
              <a:t> est. </a:t>
            </a:r>
            <a:r>
              <a:rPr lang="en-US" dirty="0" err="1">
                <a:effectLst/>
              </a:rPr>
              <a:t>Errem</a:t>
            </a:r>
            <a:r>
              <a:rPr lang="en-US" dirty="0">
                <a:effectLst/>
              </a:rPr>
              <a:t> </a:t>
            </a:r>
            <a:r>
              <a:rPr lang="en-US" dirty="0" err="1">
                <a:effectLst/>
              </a:rPr>
              <a:t>dissentias</a:t>
            </a:r>
            <a:r>
              <a:rPr lang="en-US" dirty="0">
                <a:effectLst/>
              </a:rPr>
              <a:t> qui </a:t>
            </a:r>
            <a:r>
              <a:rPr lang="en-US" dirty="0" err="1">
                <a:effectLst/>
              </a:rPr>
              <a:t>te</a:t>
            </a:r>
            <a:r>
              <a:rPr lang="en-US" dirty="0">
                <a:effectLst/>
              </a:rPr>
              <a:t>,  </a:t>
            </a:r>
            <a:r>
              <a:rPr lang="en-US" dirty="0" err="1">
                <a:effectLst/>
              </a:rPr>
              <a:t>te</a:t>
            </a:r>
            <a:r>
              <a:rPr lang="en-US" dirty="0">
                <a:effectLst/>
              </a:rPr>
              <a:t> </a:t>
            </a:r>
            <a:r>
              <a:rPr lang="en-US" dirty="0" err="1">
                <a:effectLst/>
              </a:rPr>
              <a:t>sint</a:t>
            </a:r>
            <a:r>
              <a:rPr lang="en-US" dirty="0">
                <a:effectLst/>
              </a:rPr>
              <a:t> </a:t>
            </a:r>
            <a:r>
              <a:rPr lang="en-US" dirty="0" err="1">
                <a:effectLst/>
              </a:rPr>
              <a:t>quaerendum</a:t>
            </a:r>
            <a:r>
              <a:rPr lang="en-US" dirty="0">
                <a:effectLst/>
              </a:rPr>
              <a:t> vel. Sed ne utroque </a:t>
            </a:r>
            <a:r>
              <a:rPr lang="en-US" dirty="0" err="1">
                <a:effectLst/>
              </a:rPr>
              <a:t>invidunt</a:t>
            </a:r>
            <a:r>
              <a:rPr lang="en-US" dirty="0">
                <a:effectLst/>
              </a:rPr>
              <a:t> </a:t>
            </a:r>
            <a:r>
              <a:rPr lang="en-US" dirty="0" err="1">
                <a:effectLst/>
              </a:rPr>
              <a:t>similique</a:t>
            </a:r>
            <a:r>
              <a:rPr lang="en-US" dirty="0">
                <a:effectLst/>
              </a:rPr>
              <a:t>, ne nostro </a:t>
            </a:r>
            <a:r>
              <a:rPr lang="en-US" dirty="0" err="1">
                <a:effectLst/>
              </a:rPr>
              <a:t>eloquentiam</a:t>
            </a:r>
            <a:r>
              <a:rPr lang="en-US" dirty="0">
                <a:effectLst/>
              </a:rPr>
              <a:t> </a:t>
            </a:r>
            <a:r>
              <a:rPr lang="en-US" dirty="0" err="1">
                <a:effectLst/>
              </a:rPr>
              <a:t>signiferumque</a:t>
            </a:r>
            <a:r>
              <a:rPr lang="en-US" dirty="0">
                <a:effectLst/>
              </a:rPr>
              <a:t>. 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a:t>
            </a:r>
            <a:endParaRPr lang="ru-RU" dirty="0"/>
          </a:p>
        </p:txBody>
      </p:sp>
      <p:sp>
        <p:nvSpPr>
          <p:cNvPr id="173" name="Текст 45">
            <a:extLst>
              <a:ext uri="{FF2B5EF4-FFF2-40B4-BE49-F238E27FC236}">
                <a16:creationId xmlns:a16="http://schemas.microsoft.com/office/drawing/2014/main" id="{9CFAD664-2978-5D86-54A7-DCE0E60F848B}"/>
              </a:ext>
            </a:extLst>
          </p:cNvPr>
          <p:cNvSpPr>
            <a:spLocks noGrp="1"/>
          </p:cNvSpPr>
          <p:nvPr>
            <p:ph type="body" sz="quarter" idx="27" hasCustomPrompt="1"/>
          </p:nvPr>
        </p:nvSpPr>
        <p:spPr>
          <a:xfrm>
            <a:off x="560514" y="2587343"/>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t>Имя Фамилия</a:t>
            </a:r>
          </a:p>
        </p:txBody>
      </p:sp>
      <p:sp>
        <p:nvSpPr>
          <p:cNvPr id="202" name="Рисунок 3">
            <a:extLst>
              <a:ext uri="{FF2B5EF4-FFF2-40B4-BE49-F238E27FC236}">
                <a16:creationId xmlns:a16="http://schemas.microsoft.com/office/drawing/2014/main" id="{181C2F54-1160-47EA-14E2-68A0EDBC64F8}"/>
              </a:ext>
            </a:extLst>
          </p:cNvPr>
          <p:cNvSpPr>
            <a:spLocks noGrp="1"/>
          </p:cNvSpPr>
          <p:nvPr>
            <p:ph type="pic" sz="quarter" idx="11"/>
          </p:nvPr>
        </p:nvSpPr>
        <p:spPr>
          <a:xfrm>
            <a:off x="558797" y="1600200"/>
            <a:ext cx="787396" cy="787400"/>
          </a:xfrm>
        </p:spPr>
        <p:txBody>
          <a:bodyPr>
            <a:normAutofit/>
          </a:bodyPr>
          <a:lstStyle>
            <a:lvl1pPr marL="0" indent="0">
              <a:buNone/>
              <a:defRPr sz="800"/>
            </a:lvl1pPr>
          </a:lstStyle>
          <a:p>
            <a:r>
              <a:rPr lang="ru-RU"/>
              <a:t>Вставка рисунка</a:t>
            </a:r>
            <a:endParaRPr lang="ru-RU" dirty="0"/>
          </a:p>
        </p:txBody>
      </p:sp>
      <p:sp>
        <p:nvSpPr>
          <p:cNvPr id="203" name="Рисунок 3">
            <a:extLst>
              <a:ext uri="{FF2B5EF4-FFF2-40B4-BE49-F238E27FC236}">
                <a16:creationId xmlns:a16="http://schemas.microsoft.com/office/drawing/2014/main" id="{9367235B-05EC-9112-E3C7-AADDEF6BC654}"/>
              </a:ext>
            </a:extLst>
          </p:cNvPr>
          <p:cNvSpPr>
            <a:spLocks noGrp="1"/>
          </p:cNvSpPr>
          <p:nvPr>
            <p:ph type="pic" sz="quarter" idx="67"/>
          </p:nvPr>
        </p:nvSpPr>
        <p:spPr>
          <a:xfrm>
            <a:off x="4419577" y="1600200"/>
            <a:ext cx="787396" cy="787400"/>
          </a:xfrm>
        </p:spPr>
        <p:txBody>
          <a:bodyPr>
            <a:normAutofit/>
          </a:bodyPr>
          <a:lstStyle>
            <a:lvl1pPr marL="0" indent="0">
              <a:buNone/>
              <a:defRPr sz="800"/>
            </a:lvl1pPr>
          </a:lstStyle>
          <a:p>
            <a:r>
              <a:rPr lang="ru-RU"/>
              <a:t>Вставка рисунка</a:t>
            </a:r>
            <a:endParaRPr lang="ru-RU" dirty="0"/>
          </a:p>
        </p:txBody>
      </p:sp>
      <p:sp>
        <p:nvSpPr>
          <p:cNvPr id="204" name="Рисунок 3">
            <a:extLst>
              <a:ext uri="{FF2B5EF4-FFF2-40B4-BE49-F238E27FC236}">
                <a16:creationId xmlns:a16="http://schemas.microsoft.com/office/drawing/2014/main" id="{4AF8670D-623D-ABCC-A3EF-C1F1A2F063C1}"/>
              </a:ext>
            </a:extLst>
          </p:cNvPr>
          <p:cNvSpPr>
            <a:spLocks noGrp="1"/>
          </p:cNvSpPr>
          <p:nvPr>
            <p:ph type="pic" sz="quarter" idx="68"/>
          </p:nvPr>
        </p:nvSpPr>
        <p:spPr>
          <a:xfrm>
            <a:off x="8280357" y="1600200"/>
            <a:ext cx="787396" cy="787400"/>
          </a:xfrm>
        </p:spPr>
        <p:txBody>
          <a:bodyPr>
            <a:normAutofit/>
          </a:bodyPr>
          <a:lstStyle>
            <a:lvl1pPr marL="0" indent="0">
              <a:buNone/>
              <a:defRPr sz="800"/>
            </a:lvl1pPr>
          </a:lstStyle>
          <a:p>
            <a:r>
              <a:rPr lang="ru-RU"/>
              <a:t>Вставка рисунка</a:t>
            </a:r>
            <a:endParaRPr lang="ru-RU" dirty="0"/>
          </a:p>
        </p:txBody>
      </p:sp>
      <p:sp>
        <p:nvSpPr>
          <p:cNvPr id="12" name="Номер слайда 5">
            <a:extLst>
              <a:ext uri="{FF2B5EF4-FFF2-40B4-BE49-F238E27FC236}">
                <a16:creationId xmlns:a16="http://schemas.microsoft.com/office/drawing/2014/main" id="{AEC8BBDF-B1BD-4515-6FF4-D2A17C88C8B7}"/>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5" name="Заголовок 1">
            <a:extLst>
              <a:ext uri="{FF2B5EF4-FFF2-40B4-BE49-F238E27FC236}">
                <a16:creationId xmlns:a16="http://schemas.microsoft.com/office/drawing/2014/main" id="{27DB846D-6F0F-4636-AFA0-1F4DC1933448}"/>
              </a:ext>
            </a:extLst>
          </p:cNvPr>
          <p:cNvSpPr>
            <a:spLocks noGrp="1"/>
          </p:cNvSpPr>
          <p:nvPr>
            <p:ph type="title" hasCustomPrompt="1"/>
          </p:nvPr>
        </p:nvSpPr>
        <p:spPr>
          <a:xfrm>
            <a:off x="360000" y="252000"/>
            <a:ext cx="9533300" cy="393698"/>
          </a:xfrm>
          <a:prstGeom prst="rect">
            <a:avLst/>
          </a:prstGeom>
        </p:spPr>
        <p:txBody>
          <a:bodyPr vert="horz" wrap="square" lIns="0" tIns="0" rIns="0" bIns="0" rtlCol="0" anchor="t">
            <a:spAutoFit/>
          </a:bodyPr>
          <a:lstStyle>
            <a:lvl1pPr>
              <a:defRPr sz="2800" spc="-30" baseline="0">
                <a:latin typeface="+mj-lt"/>
              </a:defRPr>
            </a:lvl1pPr>
          </a:lstStyle>
          <a:p>
            <a:r>
              <a:rPr lang="ru-RU" dirty="0">
                <a:effectLst/>
              </a:rPr>
              <a:t>Контакты</a:t>
            </a:r>
            <a:endParaRPr lang="ru-RU" dirty="0"/>
          </a:p>
        </p:txBody>
      </p:sp>
      <p:sp>
        <p:nvSpPr>
          <p:cNvPr id="23" name="Текст 22">
            <a:extLst>
              <a:ext uri="{FF2B5EF4-FFF2-40B4-BE49-F238E27FC236}">
                <a16:creationId xmlns:a16="http://schemas.microsoft.com/office/drawing/2014/main" id="{12765A2D-ECA9-9E24-685F-86362E05E3C1}"/>
              </a:ext>
            </a:extLst>
          </p:cNvPr>
          <p:cNvSpPr>
            <a:spLocks noGrp="1"/>
          </p:cNvSpPr>
          <p:nvPr>
            <p:ph type="body" sz="quarter" idx="69" hasCustomPrompt="1"/>
          </p:nvPr>
        </p:nvSpPr>
        <p:spPr>
          <a:xfrm>
            <a:off x="556825" y="2872987"/>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alpha val="45000"/>
                  </a:schemeClr>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ru-RU" sz="1000" dirty="0"/>
              <a:t>Наименование должности в одну или две строки</a:t>
            </a:r>
          </a:p>
        </p:txBody>
      </p:sp>
      <p:sp>
        <p:nvSpPr>
          <p:cNvPr id="24" name="Текст 22">
            <a:extLst>
              <a:ext uri="{FF2B5EF4-FFF2-40B4-BE49-F238E27FC236}">
                <a16:creationId xmlns:a16="http://schemas.microsoft.com/office/drawing/2014/main" id="{3511EE44-132D-17D1-CCD7-259E4FFB122E}"/>
              </a:ext>
            </a:extLst>
          </p:cNvPr>
          <p:cNvSpPr>
            <a:spLocks noGrp="1"/>
          </p:cNvSpPr>
          <p:nvPr>
            <p:ph type="body" sz="quarter" idx="70" hasCustomPrompt="1"/>
          </p:nvPr>
        </p:nvSpPr>
        <p:spPr>
          <a:xfrm>
            <a:off x="547494" y="3276752"/>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alpha val="45000"/>
                  </a:schemeClr>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ru-RU" sz="1000" dirty="0"/>
              <a:t>Телефон</a:t>
            </a:r>
          </a:p>
        </p:txBody>
      </p:sp>
      <p:sp>
        <p:nvSpPr>
          <p:cNvPr id="25" name="Текст 22">
            <a:extLst>
              <a:ext uri="{FF2B5EF4-FFF2-40B4-BE49-F238E27FC236}">
                <a16:creationId xmlns:a16="http://schemas.microsoft.com/office/drawing/2014/main" id="{6BFFDC15-5288-F87A-E7F1-632E6A2B9499}"/>
              </a:ext>
            </a:extLst>
          </p:cNvPr>
          <p:cNvSpPr>
            <a:spLocks noGrp="1"/>
          </p:cNvSpPr>
          <p:nvPr>
            <p:ph type="body" sz="quarter" idx="71" hasCustomPrompt="1"/>
          </p:nvPr>
        </p:nvSpPr>
        <p:spPr>
          <a:xfrm>
            <a:off x="556825" y="3803501"/>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alpha val="45000"/>
                  </a:schemeClr>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sz="1000" dirty="0"/>
              <a:t>E-mail</a:t>
            </a:r>
          </a:p>
        </p:txBody>
      </p:sp>
      <p:sp>
        <p:nvSpPr>
          <p:cNvPr id="32" name="Текст 22">
            <a:extLst>
              <a:ext uri="{FF2B5EF4-FFF2-40B4-BE49-F238E27FC236}">
                <a16:creationId xmlns:a16="http://schemas.microsoft.com/office/drawing/2014/main" id="{1A10DE78-1BD3-2A98-E452-8EA1B801477C}"/>
              </a:ext>
            </a:extLst>
          </p:cNvPr>
          <p:cNvSpPr>
            <a:spLocks noGrp="1"/>
          </p:cNvSpPr>
          <p:nvPr>
            <p:ph type="body" sz="quarter" idx="72" hasCustomPrompt="1"/>
          </p:nvPr>
        </p:nvSpPr>
        <p:spPr>
          <a:xfrm>
            <a:off x="547494" y="3460819"/>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dirty="0">
                <a:effectLst/>
              </a:rPr>
              <a:t>+7 (XXX) XXX-XX-XX (</a:t>
            </a:r>
            <a:r>
              <a:rPr lang="ru-RU" dirty="0">
                <a:effectLst/>
              </a:rPr>
              <a:t>ХХХХХ)</a:t>
            </a:r>
            <a:endParaRPr lang="en-US" sz="1000" dirty="0"/>
          </a:p>
        </p:txBody>
      </p:sp>
      <p:sp>
        <p:nvSpPr>
          <p:cNvPr id="33" name="Текст 22">
            <a:extLst>
              <a:ext uri="{FF2B5EF4-FFF2-40B4-BE49-F238E27FC236}">
                <a16:creationId xmlns:a16="http://schemas.microsoft.com/office/drawing/2014/main" id="{8CA397BB-1340-45DD-9981-C9078D4DFCFD}"/>
              </a:ext>
            </a:extLst>
          </p:cNvPr>
          <p:cNvSpPr>
            <a:spLocks noGrp="1"/>
          </p:cNvSpPr>
          <p:nvPr>
            <p:ph type="body" sz="quarter" idx="73" hasCustomPrompt="1"/>
          </p:nvPr>
        </p:nvSpPr>
        <p:spPr>
          <a:xfrm>
            <a:off x="556825" y="3996899"/>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dirty="0">
                <a:effectLst/>
              </a:rPr>
              <a:t>name@reksoft.com</a:t>
            </a:r>
            <a:endParaRPr lang="en-US" sz="1000" dirty="0"/>
          </a:p>
        </p:txBody>
      </p:sp>
      <p:pic>
        <p:nvPicPr>
          <p:cNvPr id="34" name="Image 4" descr=" ">
            <a:extLst>
              <a:ext uri="{FF2B5EF4-FFF2-40B4-BE49-F238E27FC236}">
                <a16:creationId xmlns:a16="http://schemas.microsoft.com/office/drawing/2014/main" id="{42B868F3-B759-5531-01BF-CFA11F9FD6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26817" y="3860412"/>
            <a:ext cx="393698" cy="482600"/>
          </a:xfrm>
          <a:prstGeom prst="rect">
            <a:avLst/>
          </a:prstGeom>
        </p:spPr>
      </p:pic>
      <p:sp>
        <p:nvSpPr>
          <p:cNvPr id="35" name="Текст 45">
            <a:extLst>
              <a:ext uri="{FF2B5EF4-FFF2-40B4-BE49-F238E27FC236}">
                <a16:creationId xmlns:a16="http://schemas.microsoft.com/office/drawing/2014/main" id="{A9778C18-9D6A-4F42-72B0-AA9E3EE9AF0D}"/>
              </a:ext>
            </a:extLst>
          </p:cNvPr>
          <p:cNvSpPr>
            <a:spLocks noGrp="1"/>
          </p:cNvSpPr>
          <p:nvPr>
            <p:ph type="body" sz="quarter" idx="74" hasCustomPrompt="1"/>
          </p:nvPr>
        </p:nvSpPr>
        <p:spPr>
          <a:xfrm>
            <a:off x="4419596" y="2587343"/>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t>Имя Фамилия</a:t>
            </a:r>
          </a:p>
        </p:txBody>
      </p:sp>
      <p:sp>
        <p:nvSpPr>
          <p:cNvPr id="36" name="Текст 22">
            <a:extLst>
              <a:ext uri="{FF2B5EF4-FFF2-40B4-BE49-F238E27FC236}">
                <a16:creationId xmlns:a16="http://schemas.microsoft.com/office/drawing/2014/main" id="{8B4E5C3A-5D4A-C23A-8D69-42F5B60216F8}"/>
              </a:ext>
            </a:extLst>
          </p:cNvPr>
          <p:cNvSpPr>
            <a:spLocks noGrp="1"/>
          </p:cNvSpPr>
          <p:nvPr>
            <p:ph type="body" sz="quarter" idx="75" hasCustomPrompt="1"/>
          </p:nvPr>
        </p:nvSpPr>
        <p:spPr>
          <a:xfrm>
            <a:off x="4415907" y="2872987"/>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alpha val="45000"/>
                  </a:schemeClr>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ru-RU" sz="1000" dirty="0"/>
              <a:t>Наименование должности в одну или две строки</a:t>
            </a:r>
          </a:p>
        </p:txBody>
      </p:sp>
      <p:sp>
        <p:nvSpPr>
          <p:cNvPr id="37" name="Текст 22">
            <a:extLst>
              <a:ext uri="{FF2B5EF4-FFF2-40B4-BE49-F238E27FC236}">
                <a16:creationId xmlns:a16="http://schemas.microsoft.com/office/drawing/2014/main" id="{50636ADB-8EC9-9DF1-44C8-5FFF6690855D}"/>
              </a:ext>
            </a:extLst>
          </p:cNvPr>
          <p:cNvSpPr>
            <a:spLocks noGrp="1"/>
          </p:cNvSpPr>
          <p:nvPr>
            <p:ph type="body" sz="quarter" idx="76" hasCustomPrompt="1"/>
          </p:nvPr>
        </p:nvSpPr>
        <p:spPr>
          <a:xfrm>
            <a:off x="4406576" y="3276752"/>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alpha val="45000"/>
                  </a:schemeClr>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ru-RU" sz="1000" dirty="0"/>
              <a:t>Телефон</a:t>
            </a:r>
          </a:p>
        </p:txBody>
      </p:sp>
      <p:sp>
        <p:nvSpPr>
          <p:cNvPr id="38" name="Текст 22">
            <a:extLst>
              <a:ext uri="{FF2B5EF4-FFF2-40B4-BE49-F238E27FC236}">
                <a16:creationId xmlns:a16="http://schemas.microsoft.com/office/drawing/2014/main" id="{704392AE-3D57-718D-EBE1-B74E62761456}"/>
              </a:ext>
            </a:extLst>
          </p:cNvPr>
          <p:cNvSpPr>
            <a:spLocks noGrp="1"/>
          </p:cNvSpPr>
          <p:nvPr>
            <p:ph type="body" sz="quarter" idx="77" hasCustomPrompt="1"/>
          </p:nvPr>
        </p:nvSpPr>
        <p:spPr>
          <a:xfrm>
            <a:off x="4415907" y="3803501"/>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alpha val="45000"/>
                  </a:schemeClr>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sz="1000" dirty="0"/>
              <a:t>E-mail</a:t>
            </a:r>
          </a:p>
        </p:txBody>
      </p:sp>
      <p:sp>
        <p:nvSpPr>
          <p:cNvPr id="39" name="Текст 22">
            <a:extLst>
              <a:ext uri="{FF2B5EF4-FFF2-40B4-BE49-F238E27FC236}">
                <a16:creationId xmlns:a16="http://schemas.microsoft.com/office/drawing/2014/main" id="{52034BE9-32CD-064F-54E4-8B3E33D1C587}"/>
              </a:ext>
            </a:extLst>
          </p:cNvPr>
          <p:cNvSpPr>
            <a:spLocks noGrp="1"/>
          </p:cNvSpPr>
          <p:nvPr>
            <p:ph type="body" sz="quarter" idx="78" hasCustomPrompt="1"/>
          </p:nvPr>
        </p:nvSpPr>
        <p:spPr>
          <a:xfrm>
            <a:off x="4406576" y="3460819"/>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dirty="0">
                <a:effectLst/>
              </a:rPr>
              <a:t>+7 (XXX) XXX-XX-XX (</a:t>
            </a:r>
            <a:r>
              <a:rPr lang="ru-RU" dirty="0">
                <a:effectLst/>
              </a:rPr>
              <a:t>ХХХХХ)</a:t>
            </a:r>
            <a:endParaRPr lang="en-US" sz="1000" dirty="0"/>
          </a:p>
        </p:txBody>
      </p:sp>
      <p:sp>
        <p:nvSpPr>
          <p:cNvPr id="40" name="Текст 22">
            <a:extLst>
              <a:ext uri="{FF2B5EF4-FFF2-40B4-BE49-F238E27FC236}">
                <a16:creationId xmlns:a16="http://schemas.microsoft.com/office/drawing/2014/main" id="{B407FF33-810B-24E6-D4CC-F4FD5162AFFE}"/>
              </a:ext>
            </a:extLst>
          </p:cNvPr>
          <p:cNvSpPr>
            <a:spLocks noGrp="1"/>
          </p:cNvSpPr>
          <p:nvPr>
            <p:ph type="body" sz="quarter" idx="79" hasCustomPrompt="1"/>
          </p:nvPr>
        </p:nvSpPr>
        <p:spPr>
          <a:xfrm>
            <a:off x="4415907" y="3996899"/>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dirty="0">
                <a:effectLst/>
              </a:rPr>
              <a:t>name@reksoft.com</a:t>
            </a:r>
            <a:endParaRPr lang="en-US" sz="1000" dirty="0"/>
          </a:p>
        </p:txBody>
      </p:sp>
      <p:pic>
        <p:nvPicPr>
          <p:cNvPr id="41" name="Image 4" descr=" ">
            <a:extLst>
              <a:ext uri="{FF2B5EF4-FFF2-40B4-BE49-F238E27FC236}">
                <a16:creationId xmlns:a16="http://schemas.microsoft.com/office/drawing/2014/main" id="{3D5AD7B1-252B-D7A1-149F-F97C95478C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88794" y="3860412"/>
            <a:ext cx="393698" cy="482600"/>
          </a:xfrm>
          <a:prstGeom prst="rect">
            <a:avLst/>
          </a:prstGeom>
        </p:spPr>
      </p:pic>
      <p:sp>
        <p:nvSpPr>
          <p:cNvPr id="42" name="Текст 45">
            <a:extLst>
              <a:ext uri="{FF2B5EF4-FFF2-40B4-BE49-F238E27FC236}">
                <a16:creationId xmlns:a16="http://schemas.microsoft.com/office/drawing/2014/main" id="{7B075E0F-3BD8-3620-52C8-8804855BD789}"/>
              </a:ext>
            </a:extLst>
          </p:cNvPr>
          <p:cNvSpPr>
            <a:spLocks noGrp="1"/>
          </p:cNvSpPr>
          <p:nvPr>
            <p:ph type="body" sz="quarter" idx="80" hasCustomPrompt="1"/>
          </p:nvPr>
        </p:nvSpPr>
        <p:spPr>
          <a:xfrm>
            <a:off x="8281573" y="2587343"/>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t>Имя Фамилия</a:t>
            </a:r>
          </a:p>
        </p:txBody>
      </p:sp>
      <p:sp>
        <p:nvSpPr>
          <p:cNvPr id="43" name="Текст 22">
            <a:extLst>
              <a:ext uri="{FF2B5EF4-FFF2-40B4-BE49-F238E27FC236}">
                <a16:creationId xmlns:a16="http://schemas.microsoft.com/office/drawing/2014/main" id="{7C059294-7F9D-336D-D83D-C98327AE8802}"/>
              </a:ext>
            </a:extLst>
          </p:cNvPr>
          <p:cNvSpPr>
            <a:spLocks noGrp="1"/>
          </p:cNvSpPr>
          <p:nvPr>
            <p:ph type="body" sz="quarter" idx="81" hasCustomPrompt="1"/>
          </p:nvPr>
        </p:nvSpPr>
        <p:spPr>
          <a:xfrm>
            <a:off x="8277884" y="2872987"/>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alpha val="45000"/>
                  </a:schemeClr>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ru-RU" sz="1000" dirty="0"/>
              <a:t>Наименование должности в одну или две строки</a:t>
            </a:r>
          </a:p>
        </p:txBody>
      </p:sp>
      <p:sp>
        <p:nvSpPr>
          <p:cNvPr id="44" name="Текст 22">
            <a:extLst>
              <a:ext uri="{FF2B5EF4-FFF2-40B4-BE49-F238E27FC236}">
                <a16:creationId xmlns:a16="http://schemas.microsoft.com/office/drawing/2014/main" id="{85A1DD26-7475-45A0-CFE1-171370EAFEBB}"/>
              </a:ext>
            </a:extLst>
          </p:cNvPr>
          <p:cNvSpPr>
            <a:spLocks noGrp="1"/>
          </p:cNvSpPr>
          <p:nvPr>
            <p:ph type="body" sz="quarter" idx="82" hasCustomPrompt="1"/>
          </p:nvPr>
        </p:nvSpPr>
        <p:spPr>
          <a:xfrm>
            <a:off x="8268553" y="3276752"/>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alpha val="45000"/>
                  </a:schemeClr>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ru-RU" sz="1000" dirty="0"/>
              <a:t>Телефон</a:t>
            </a:r>
          </a:p>
        </p:txBody>
      </p:sp>
      <p:sp>
        <p:nvSpPr>
          <p:cNvPr id="45" name="Текст 22">
            <a:extLst>
              <a:ext uri="{FF2B5EF4-FFF2-40B4-BE49-F238E27FC236}">
                <a16:creationId xmlns:a16="http://schemas.microsoft.com/office/drawing/2014/main" id="{A1F822E8-F4BD-8542-D568-3CB7E2D5FAB2}"/>
              </a:ext>
            </a:extLst>
          </p:cNvPr>
          <p:cNvSpPr>
            <a:spLocks noGrp="1"/>
          </p:cNvSpPr>
          <p:nvPr>
            <p:ph type="body" sz="quarter" idx="83" hasCustomPrompt="1"/>
          </p:nvPr>
        </p:nvSpPr>
        <p:spPr>
          <a:xfrm>
            <a:off x="8277884" y="3803501"/>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alpha val="45000"/>
                  </a:schemeClr>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sz="1000" dirty="0"/>
              <a:t>E-mail</a:t>
            </a:r>
          </a:p>
        </p:txBody>
      </p:sp>
      <p:sp>
        <p:nvSpPr>
          <p:cNvPr id="46" name="Текст 22">
            <a:extLst>
              <a:ext uri="{FF2B5EF4-FFF2-40B4-BE49-F238E27FC236}">
                <a16:creationId xmlns:a16="http://schemas.microsoft.com/office/drawing/2014/main" id="{CDA1673D-8170-8975-4143-E2C4D2D38610}"/>
              </a:ext>
            </a:extLst>
          </p:cNvPr>
          <p:cNvSpPr>
            <a:spLocks noGrp="1"/>
          </p:cNvSpPr>
          <p:nvPr>
            <p:ph type="body" sz="quarter" idx="84" hasCustomPrompt="1"/>
          </p:nvPr>
        </p:nvSpPr>
        <p:spPr>
          <a:xfrm>
            <a:off x="8268553" y="3460819"/>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dirty="0">
                <a:effectLst/>
              </a:rPr>
              <a:t>+7 (XXX) XXX-XX-XX (</a:t>
            </a:r>
            <a:r>
              <a:rPr lang="ru-RU" dirty="0">
                <a:effectLst/>
              </a:rPr>
              <a:t>ХХХХХ)</a:t>
            </a:r>
            <a:endParaRPr lang="en-US" sz="1000" dirty="0"/>
          </a:p>
        </p:txBody>
      </p:sp>
      <p:sp>
        <p:nvSpPr>
          <p:cNvPr id="47" name="Текст 22">
            <a:extLst>
              <a:ext uri="{FF2B5EF4-FFF2-40B4-BE49-F238E27FC236}">
                <a16:creationId xmlns:a16="http://schemas.microsoft.com/office/drawing/2014/main" id="{B0B658DD-A56C-55E9-6B1A-BDC6C5610FEE}"/>
              </a:ext>
            </a:extLst>
          </p:cNvPr>
          <p:cNvSpPr>
            <a:spLocks noGrp="1"/>
          </p:cNvSpPr>
          <p:nvPr>
            <p:ph type="body" sz="quarter" idx="85" hasCustomPrompt="1"/>
          </p:nvPr>
        </p:nvSpPr>
        <p:spPr>
          <a:xfrm>
            <a:off x="8277884" y="3996899"/>
            <a:ext cx="3454400" cy="140616"/>
          </a:xfrm>
        </p:spPr>
        <p:txBody>
          <a:bodyPr/>
          <a:lstStyle>
            <a:lvl1pPr marL="0" marR="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sz="1000">
                <a:solidFill>
                  <a:schemeClr val="tx1"/>
                </a:solidFill>
                <a:latin typeface="+mn-lt"/>
              </a:defRPr>
            </a:lvl1pPr>
            <a:lvl2pPr>
              <a:defRPr sz="1000">
                <a:solidFill>
                  <a:schemeClr val="tx1">
                    <a:alpha val="45000"/>
                  </a:schemeClr>
                </a:solidFill>
              </a:defRPr>
            </a:lvl2pPr>
            <a:lvl3pPr>
              <a:defRPr sz="1000">
                <a:solidFill>
                  <a:schemeClr val="tx1">
                    <a:alpha val="45000"/>
                  </a:schemeClr>
                </a:solidFill>
              </a:defRPr>
            </a:lvl3pPr>
            <a:lvl4pPr>
              <a:defRPr sz="1000">
                <a:solidFill>
                  <a:schemeClr val="tx1">
                    <a:alpha val="45000"/>
                  </a:schemeClr>
                </a:solidFill>
              </a:defRPr>
            </a:lvl4pPr>
            <a:lvl5pPr>
              <a:defRPr sz="1000">
                <a:solidFill>
                  <a:schemeClr val="tx1">
                    <a:alpha val="45000"/>
                  </a:schemeClr>
                </a:solidFill>
              </a:defRPr>
            </a:lvl5pPr>
          </a:lstStyle>
          <a:p>
            <a:pPr marL="0" marR="0" lvl="0" indent="-144000" algn="l" defTabSz="4320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dirty="0">
                <a:effectLst/>
              </a:rPr>
              <a:t>name@reksoft.com</a:t>
            </a:r>
            <a:endParaRPr lang="en-US" sz="1000" dirty="0"/>
          </a:p>
        </p:txBody>
      </p:sp>
      <p:pic>
        <p:nvPicPr>
          <p:cNvPr id="5" name="Рисунок 4">
            <a:extLst>
              <a:ext uri="{FF2B5EF4-FFF2-40B4-BE49-F238E27FC236}">
                <a16:creationId xmlns:a16="http://schemas.microsoft.com/office/drawing/2014/main" id="{34A2D529-8A8E-C6B3-442B-377576ED768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0" descr=" ">
            <a:extLst>
              <a:ext uri="{FF2B5EF4-FFF2-40B4-BE49-F238E27FC236}">
                <a16:creationId xmlns:a16="http://schemas.microsoft.com/office/drawing/2014/main" id="{0CBCCC21-74BB-6385-B836-09BFCF3C0E4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2890639487"/>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84" userDrawn="1">
          <p15:clr>
            <a:srgbClr val="FBAE40"/>
          </p15:clr>
        </p15:guide>
        <p15:guide id="12" orient="horz" pos="2863" userDrawn="1">
          <p15:clr>
            <a:srgbClr val="FBAE40"/>
          </p15:clr>
        </p15:guide>
        <p15:guide id="13" orient="horz" pos="3430" userDrawn="1">
          <p15:clr>
            <a:srgbClr val="FBAE40"/>
          </p15:clr>
        </p15:guide>
        <p15:guide id="14" orient="horz" pos="3510"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57"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Заключительный слайд">
    <p:bg>
      <p:bgPr>
        <a:solidFill>
          <a:schemeClr val="tx1"/>
        </a:solidFill>
        <a:effectLst/>
      </p:bgPr>
    </p:bg>
    <p:spTree>
      <p:nvGrpSpPr>
        <p:cNvPr id="1" name=""/>
        <p:cNvGrpSpPr/>
        <p:nvPr/>
      </p:nvGrpSpPr>
      <p:grpSpPr>
        <a:xfrm>
          <a:off x="0" y="0"/>
          <a:ext cx="0" cy="0"/>
          <a:chOff x="0" y="0"/>
          <a:chExt cx="0" cy="0"/>
        </a:xfrm>
      </p:grpSpPr>
      <p:pic>
        <p:nvPicPr>
          <p:cNvPr id="6" name="Image 0" descr=" ">
            <a:extLst>
              <a:ext uri="{FF2B5EF4-FFF2-40B4-BE49-F238E27FC236}">
                <a16:creationId xmlns:a16="http://schemas.microsoft.com/office/drawing/2014/main" id="{B77683D2-34D1-A652-A7FC-4CFCEBF3608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5968" y="0"/>
            <a:ext cx="6095968" cy="6858000"/>
          </a:xfrm>
          <a:prstGeom prst="rect">
            <a:avLst/>
          </a:prstGeom>
        </p:spPr>
      </p:pic>
      <p:sp>
        <p:nvSpPr>
          <p:cNvPr id="10" name="Shape 1">
            <a:extLst>
              <a:ext uri="{FF2B5EF4-FFF2-40B4-BE49-F238E27FC236}">
                <a16:creationId xmlns:a16="http://schemas.microsoft.com/office/drawing/2014/main" id="{C4B9DA29-EE52-4501-88B4-8394AC52FE50}"/>
              </a:ext>
            </a:extLst>
          </p:cNvPr>
          <p:cNvSpPr/>
          <p:nvPr userDrawn="1"/>
        </p:nvSpPr>
        <p:spPr>
          <a:xfrm>
            <a:off x="355598" y="1403350"/>
            <a:ext cx="5384772" cy="2565400"/>
          </a:xfrm>
          <a:prstGeom prst="rect">
            <a:avLst/>
          </a:prstGeom>
          <a:noFill/>
          <a:ln/>
        </p:spPr>
      </p:sp>
      <p:sp>
        <p:nvSpPr>
          <p:cNvPr id="17" name="Рисунок 3">
            <a:extLst>
              <a:ext uri="{FF2B5EF4-FFF2-40B4-BE49-F238E27FC236}">
                <a16:creationId xmlns:a16="http://schemas.microsoft.com/office/drawing/2014/main" id="{27856579-C874-451C-29B0-9E9DFF749A4D}"/>
              </a:ext>
            </a:extLst>
          </p:cNvPr>
          <p:cNvSpPr>
            <a:spLocks noGrp="1"/>
          </p:cNvSpPr>
          <p:nvPr>
            <p:ph type="pic" sz="quarter" idx="11"/>
          </p:nvPr>
        </p:nvSpPr>
        <p:spPr>
          <a:xfrm>
            <a:off x="6096000" y="0"/>
            <a:ext cx="6096000" cy="6858000"/>
          </a:xfrm>
        </p:spPr>
        <p:txBody>
          <a:bodyPr/>
          <a:lstStyle>
            <a:lvl1pPr marL="0" indent="0">
              <a:buNone/>
              <a:defRPr/>
            </a:lvl1pPr>
          </a:lstStyle>
          <a:p>
            <a:r>
              <a:rPr lang="ru-RU"/>
              <a:t>Вставка рисунка</a:t>
            </a:r>
            <a:endParaRPr lang="ru-RU" dirty="0"/>
          </a:p>
        </p:txBody>
      </p:sp>
      <p:sp>
        <p:nvSpPr>
          <p:cNvPr id="11" name="Текст 26">
            <a:extLst>
              <a:ext uri="{FF2B5EF4-FFF2-40B4-BE49-F238E27FC236}">
                <a16:creationId xmlns:a16="http://schemas.microsoft.com/office/drawing/2014/main" id="{E6233398-DBA0-16E4-AD88-53C0BB6734DC}"/>
              </a:ext>
            </a:extLst>
          </p:cNvPr>
          <p:cNvSpPr>
            <a:spLocks noGrp="1"/>
          </p:cNvSpPr>
          <p:nvPr>
            <p:ph type="body" sz="quarter" idx="13"/>
          </p:nvPr>
        </p:nvSpPr>
        <p:spPr>
          <a:xfrm>
            <a:off x="355600" y="1460500"/>
            <a:ext cx="5470525" cy="443839"/>
          </a:xfrm>
        </p:spPr>
        <p:txBody>
          <a:bodyPr/>
          <a:lstStyle>
            <a:lvl1pPr>
              <a:lnSpc>
                <a:spcPct val="75000"/>
              </a:lnSpc>
              <a:defRPr sz="3600" kern="0" spc="-60" baseline="0">
                <a:solidFill>
                  <a:schemeClr val="bg1"/>
                </a:solidFill>
                <a:latin typeface="+mj-lt"/>
              </a:defRPr>
            </a:lvl1pPr>
            <a:lvl2pPr>
              <a:lnSpc>
                <a:spcPct val="90000"/>
              </a:lnSpc>
              <a:defRPr sz="3600" kern="0" spc="-40"/>
            </a:lvl2pPr>
            <a:lvl3pPr>
              <a:lnSpc>
                <a:spcPct val="90000"/>
              </a:lnSpc>
              <a:defRPr sz="3600" kern="0" spc="-40"/>
            </a:lvl3pPr>
            <a:lvl4pPr>
              <a:lnSpc>
                <a:spcPct val="90000"/>
              </a:lnSpc>
              <a:defRPr sz="3600" kern="0" spc="-40"/>
            </a:lvl4pPr>
            <a:lvl5pPr>
              <a:lnSpc>
                <a:spcPct val="90000"/>
              </a:lnSpc>
              <a:defRPr sz="3600" kern="0" spc="-40"/>
            </a:lvl5pPr>
          </a:lstStyle>
          <a:p>
            <a:pPr lvl="0"/>
            <a:r>
              <a:rPr lang="ru-RU"/>
              <a:t>Образец текста</a:t>
            </a:r>
          </a:p>
        </p:txBody>
      </p:sp>
      <p:sp>
        <p:nvSpPr>
          <p:cNvPr id="12" name="Текст 3">
            <a:extLst>
              <a:ext uri="{FF2B5EF4-FFF2-40B4-BE49-F238E27FC236}">
                <a16:creationId xmlns:a16="http://schemas.microsoft.com/office/drawing/2014/main" id="{7AAE017F-FF26-61DF-7C28-3A34471390B8}"/>
              </a:ext>
            </a:extLst>
          </p:cNvPr>
          <p:cNvSpPr>
            <a:spLocks noGrp="1"/>
          </p:cNvSpPr>
          <p:nvPr>
            <p:ph type="body" sz="quarter" idx="14" hasCustomPrompt="1"/>
          </p:nvPr>
        </p:nvSpPr>
        <p:spPr>
          <a:xfrm>
            <a:off x="355600" y="5931250"/>
            <a:ext cx="3347993" cy="586443"/>
          </a:xfrm>
          <a:noFill/>
          <a:ln/>
        </p:spPr>
        <p:txBody>
          <a:bodyPr vert="horz" wrap="square" lIns="0" tIns="0" rIns="0" bIns="0" rtlCol="0" anchor="b">
            <a:spAutoFit/>
          </a:bodyPr>
          <a:lstStyle>
            <a:lvl1pPr marL="0" indent="0">
              <a:lnSpc>
                <a:spcPts val="2000"/>
              </a:lnSpc>
              <a:buNone/>
              <a:defRPr lang="ru-RU" sz="2000" spc="-30" baseline="0" dirty="0">
                <a:solidFill>
                  <a:schemeClr val="bg1"/>
                </a:solidFill>
                <a:latin typeface="+mn-lt"/>
              </a:defRPr>
            </a:lvl1pPr>
          </a:lstStyle>
          <a:p>
            <a:pPr marL="0" lvl="0" indent="0">
              <a:lnSpc>
                <a:spcPts val="2000"/>
              </a:lnSpc>
              <a:buNone/>
            </a:pPr>
            <a:r>
              <a:rPr lang="en-US" dirty="0">
                <a:effectLst/>
              </a:rPr>
              <a:t>+7 (XXX) XXX-XX-XX</a:t>
            </a:r>
            <a:endParaRPr lang="ru-RU" dirty="0">
              <a:effectLst/>
            </a:endParaRPr>
          </a:p>
          <a:p>
            <a:pPr marL="0" lvl="0" indent="0">
              <a:lnSpc>
                <a:spcPts val="2000"/>
              </a:lnSpc>
              <a:buNone/>
            </a:pPr>
            <a:r>
              <a:rPr lang="en-US" dirty="0">
                <a:effectLst/>
              </a:rPr>
              <a:t>name@reksoft.com</a:t>
            </a:r>
            <a:endParaRPr lang="ru-RU" dirty="0"/>
          </a:p>
        </p:txBody>
      </p:sp>
      <p:sp>
        <p:nvSpPr>
          <p:cNvPr id="18" name="Текст 3">
            <a:extLst>
              <a:ext uri="{FF2B5EF4-FFF2-40B4-BE49-F238E27FC236}">
                <a16:creationId xmlns:a16="http://schemas.microsoft.com/office/drawing/2014/main" id="{4003DCDB-84F4-5DD3-F853-7EFF2FDC87F5}"/>
              </a:ext>
            </a:extLst>
          </p:cNvPr>
          <p:cNvSpPr>
            <a:spLocks noGrp="1"/>
          </p:cNvSpPr>
          <p:nvPr>
            <p:ph type="body" sz="quarter" idx="15" hasCustomPrompt="1"/>
          </p:nvPr>
        </p:nvSpPr>
        <p:spPr>
          <a:xfrm>
            <a:off x="355600" y="4629538"/>
            <a:ext cx="3347993" cy="265842"/>
          </a:xfrm>
          <a:noFill/>
          <a:ln/>
        </p:spPr>
        <p:txBody>
          <a:bodyPr vert="horz" wrap="square" lIns="0" tIns="0" rIns="0" bIns="0" rtlCol="0" anchor="t">
            <a:spAutoFit/>
          </a:bodyPr>
          <a:lstStyle>
            <a:lvl1pPr marL="0" indent="0">
              <a:lnSpc>
                <a:spcPts val="2000"/>
              </a:lnSpc>
              <a:buNone/>
              <a:defRPr lang="ru-RU" sz="2000" spc="-30" baseline="0" dirty="0">
                <a:solidFill>
                  <a:schemeClr val="bg1"/>
                </a:solidFill>
                <a:latin typeface="+mn-lt"/>
              </a:defRPr>
            </a:lvl1pPr>
          </a:lstStyle>
          <a:p>
            <a:pPr marL="0" lvl="0" indent="0">
              <a:lnSpc>
                <a:spcPts val="2000"/>
              </a:lnSpc>
              <a:buNone/>
            </a:pPr>
            <a:r>
              <a:rPr lang="ru-RU" dirty="0"/>
              <a:t>Имя Фамилия</a:t>
            </a:r>
          </a:p>
        </p:txBody>
      </p:sp>
      <p:pic>
        <p:nvPicPr>
          <p:cNvPr id="4" name="Рисунок 3">
            <a:extLst>
              <a:ext uri="{FF2B5EF4-FFF2-40B4-BE49-F238E27FC236}">
                <a16:creationId xmlns:a16="http://schemas.microsoft.com/office/drawing/2014/main" id="{61CAF602-6A0B-ED4A-ABDD-E6D814DED12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8" name="Graphic 7">
            <a:extLst>
              <a:ext uri="{FF2B5EF4-FFF2-40B4-BE49-F238E27FC236}">
                <a16:creationId xmlns:a16="http://schemas.microsoft.com/office/drawing/2014/main" id="{1F88E455-F910-4784-BB57-73CFCDD6B133}"/>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062528" y="4768850"/>
            <a:ext cx="1714888" cy="1714888"/>
          </a:xfrm>
          <a:prstGeom prst="rect">
            <a:avLst/>
          </a:prstGeom>
        </p:spPr>
      </p:pic>
      <p:pic>
        <p:nvPicPr>
          <p:cNvPr id="2" name="Image 1" descr=" ">
            <a:extLst>
              <a:ext uri="{FF2B5EF4-FFF2-40B4-BE49-F238E27FC236}">
                <a16:creationId xmlns:a16="http://schemas.microsoft.com/office/drawing/2014/main" id="{79E5D165-FC1E-9264-9BAA-B6659B27BB1C}"/>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355597" y="355600"/>
            <a:ext cx="1390643" cy="203200"/>
          </a:xfrm>
          <a:prstGeom prst="rect">
            <a:avLst/>
          </a:prstGeom>
        </p:spPr>
      </p:pic>
    </p:spTree>
    <p:extLst>
      <p:ext uri="{BB962C8B-B14F-4D97-AF65-F5344CB8AC3E}">
        <p14:creationId xmlns:p14="http://schemas.microsoft.com/office/powerpoint/2010/main" val="3170548282"/>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74" userDrawn="1">
          <p15:clr>
            <a:srgbClr val="FBAE40"/>
          </p15:clr>
        </p15:guide>
        <p15:guide id="3" orient="horz" pos="232" userDrawn="1">
          <p15:clr>
            <a:srgbClr val="FBAE40"/>
          </p15:clr>
        </p15:guide>
        <p15:guide id="4" orient="horz" pos="822" userDrawn="1">
          <p15:clr>
            <a:srgbClr val="FBAE40"/>
          </p15:clr>
        </p15:guide>
        <p15:guide id="5" orient="horz" pos="890" userDrawn="1">
          <p15:clr>
            <a:srgbClr val="FBAE40"/>
          </p15:clr>
        </p15:guide>
        <p15:guide id="6" pos="223" userDrawn="1">
          <p15:clr>
            <a:srgbClr val="FBAE40"/>
          </p15:clr>
        </p15:guide>
        <p15:guide id="7" orient="horz" pos="1469" userDrawn="1">
          <p15:clr>
            <a:srgbClr val="FBAE40"/>
          </p15:clr>
        </p15:guide>
        <p15:guide id="8" orient="horz" pos="1537" userDrawn="1">
          <p15:clr>
            <a:srgbClr val="FBAE40"/>
          </p15:clr>
        </p15:guide>
        <p15:guide id="9" orient="horz" pos="2126" userDrawn="1">
          <p15:clr>
            <a:srgbClr val="FBAE40"/>
          </p15:clr>
        </p15:guide>
        <p15:guide id="10" orient="horz" pos="2194" userDrawn="1">
          <p15:clr>
            <a:srgbClr val="FBAE40"/>
          </p15:clr>
        </p15:guide>
        <p15:guide id="11" orient="horz" pos="2795" userDrawn="1">
          <p15:clr>
            <a:srgbClr val="FBAE40"/>
          </p15:clr>
        </p15:guide>
        <p15:guide id="12" orient="horz" pos="2852" userDrawn="1">
          <p15:clr>
            <a:srgbClr val="FBAE40"/>
          </p15:clr>
        </p15:guide>
        <p15:guide id="13" orient="horz" pos="3430" userDrawn="1">
          <p15:clr>
            <a:srgbClr val="FBAE40"/>
          </p15:clr>
        </p15:guide>
        <p15:guide id="14" orient="horz" pos="3498" userDrawn="1">
          <p15:clr>
            <a:srgbClr val="FBAE40"/>
          </p15:clr>
        </p15:guide>
        <p15:guide id="15" pos="767" userDrawn="1">
          <p15:clr>
            <a:srgbClr val="FBAE40"/>
          </p15:clr>
        </p15:guide>
        <p15:guide id="16" pos="835" userDrawn="1">
          <p15:clr>
            <a:srgbClr val="FBAE40"/>
          </p15:clr>
        </p15:guide>
        <p15:guide id="17" pos="1380" userDrawn="1">
          <p15:clr>
            <a:srgbClr val="FBAE40"/>
          </p15:clr>
        </p15:guide>
        <p15:guide id="18" pos="1448" userDrawn="1">
          <p15:clr>
            <a:srgbClr val="FBAE40"/>
          </p15:clr>
        </p15:guide>
        <p15:guide id="19" pos="1981" userDrawn="1">
          <p15:clr>
            <a:srgbClr val="FBAE40"/>
          </p15:clr>
        </p15:guide>
        <p15:guide id="20" pos="2049" userDrawn="1">
          <p15:clr>
            <a:srgbClr val="FBAE40"/>
          </p15:clr>
        </p15:guide>
        <p15:guide id="21" pos="2593" userDrawn="1">
          <p15:clr>
            <a:srgbClr val="FBAE40"/>
          </p15:clr>
        </p15:guide>
        <p15:guide id="22" pos="2661" userDrawn="1">
          <p15:clr>
            <a:srgbClr val="FBAE40"/>
          </p15:clr>
        </p15:guide>
        <p15:guide id="23" pos="3205" userDrawn="1">
          <p15:clr>
            <a:srgbClr val="FBAE40"/>
          </p15:clr>
        </p15:guide>
        <p15:guide id="24" pos="3273" userDrawn="1">
          <p15:clr>
            <a:srgbClr val="FBAE40"/>
          </p15:clr>
        </p15:guide>
        <p15:guide id="25" pos="3806" userDrawn="1">
          <p15:clr>
            <a:srgbClr val="FBAE40"/>
          </p15:clr>
        </p15:guide>
        <p15:guide id="26" pos="4418" userDrawn="1">
          <p15:clr>
            <a:srgbClr val="FBAE40"/>
          </p15:clr>
        </p15:guide>
        <p15:guide id="27" pos="4486" userDrawn="1">
          <p15:clr>
            <a:srgbClr val="FBAE40"/>
          </p15:clr>
        </p15:guide>
        <p15:guide id="28" pos="5019" userDrawn="1">
          <p15:clr>
            <a:srgbClr val="FBAE40"/>
          </p15:clr>
        </p15:guide>
        <p15:guide id="29" pos="5087" userDrawn="1">
          <p15:clr>
            <a:srgbClr val="FBAE40"/>
          </p15:clr>
        </p15:guide>
        <p15:guide id="30" pos="5631" userDrawn="1">
          <p15:clr>
            <a:srgbClr val="FBAE40"/>
          </p15:clr>
        </p15:guide>
        <p15:guide id="31" pos="5699" userDrawn="1">
          <p15:clr>
            <a:srgbClr val="FBAE40"/>
          </p15:clr>
        </p15:guide>
        <p15:guide id="32" pos="6232" userDrawn="1">
          <p15:clr>
            <a:srgbClr val="FBAE40"/>
          </p15:clr>
        </p15:guide>
        <p15:guide id="33" pos="6300" userDrawn="1">
          <p15:clr>
            <a:srgbClr val="FBAE40"/>
          </p15:clr>
        </p15:guide>
        <p15:guide id="34" pos="6845" userDrawn="1">
          <p15:clr>
            <a:srgbClr val="FBAE40"/>
          </p15:clr>
        </p15:guide>
        <p15:guide id="35" pos="6913" userDrawn="1">
          <p15:clr>
            <a:srgbClr val="FBAE40"/>
          </p15:clr>
        </p15:guide>
        <p15:guide id="36" pos="7446"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Интерфейс и возможности">
    <p:spTree>
      <p:nvGrpSpPr>
        <p:cNvPr id="1" name=""/>
        <p:cNvGrpSpPr/>
        <p:nvPr/>
      </p:nvGrpSpPr>
      <p:grpSpPr>
        <a:xfrm>
          <a:off x="0" y="0"/>
          <a:ext cx="0" cy="0"/>
          <a:chOff x="0" y="0"/>
          <a:chExt cx="0" cy="0"/>
        </a:xfrm>
      </p:grpSpPr>
      <p:sp>
        <p:nvSpPr>
          <p:cNvPr id="4" name="Текст 2">
            <a:extLst>
              <a:ext uri="{FF2B5EF4-FFF2-40B4-BE49-F238E27FC236}">
                <a16:creationId xmlns:a16="http://schemas.microsoft.com/office/drawing/2014/main" id="{A3BA59F4-5575-AA07-41BB-BFCFE4DD78B2}"/>
              </a:ext>
            </a:extLst>
          </p:cNvPr>
          <p:cNvSpPr>
            <a:spLocks noGrp="1"/>
          </p:cNvSpPr>
          <p:nvPr>
            <p:ph idx="1" hasCustomPrompt="1"/>
          </p:nvPr>
        </p:nvSpPr>
        <p:spPr>
          <a:xfrm>
            <a:off x="371475" y="1323874"/>
            <a:ext cx="1540800" cy="163699"/>
          </a:xfrm>
          <a:prstGeom prst="rect">
            <a:avLst/>
          </a:prstGeom>
        </p:spPr>
        <p:txBody>
          <a:bodyPr vert="horz" lIns="0" tIns="0" rIns="0" bIns="0" rtlCol="0">
            <a:spAutoFit/>
          </a:bodyPr>
          <a:lstStyle>
            <a:lvl1pPr>
              <a:lnSpc>
                <a:spcPct val="110000"/>
              </a:lnSpc>
              <a:defRPr sz="1000"/>
            </a:lvl1pPr>
            <a:lvl2pPr>
              <a:lnSpc>
                <a:spcPct val="110000"/>
              </a:lnSpc>
              <a:defRPr sz="1000"/>
            </a:lvl2pPr>
            <a:lvl3pPr>
              <a:lnSpc>
                <a:spcPct val="110000"/>
              </a:lnSpc>
              <a:defRPr sz="1000"/>
            </a:lvl3pPr>
            <a:lvl4pPr>
              <a:lnSpc>
                <a:spcPct val="110000"/>
              </a:lnSpc>
              <a:defRPr sz="1000"/>
            </a:lvl4pPr>
            <a:lvl5pPr>
              <a:lnSpc>
                <a:spcPct val="110000"/>
              </a:lnSpc>
              <a:defRPr sz="1000"/>
            </a:lvl5pPr>
            <a:lvl6pPr>
              <a:lnSpc>
                <a:spcPct val="110000"/>
              </a:lnSpc>
              <a:defRPr sz="1000"/>
            </a:lvl6pPr>
            <a:lvl7pPr>
              <a:lnSpc>
                <a:spcPct val="110000"/>
              </a:lnSpc>
              <a:defRPr sz="1000"/>
            </a:lvl7pPr>
          </a:lstStyle>
          <a:p>
            <a:pPr lvl="0"/>
            <a:r>
              <a:rPr lang="ru-RU" dirty="0"/>
              <a:t>Образец текста</a:t>
            </a:r>
          </a:p>
        </p:txBody>
      </p:sp>
      <p:sp>
        <p:nvSpPr>
          <p:cNvPr id="13" name="Текст 2">
            <a:extLst>
              <a:ext uri="{FF2B5EF4-FFF2-40B4-BE49-F238E27FC236}">
                <a16:creationId xmlns:a16="http://schemas.microsoft.com/office/drawing/2014/main" id="{60044CD6-6AC6-018D-F0FE-5CB20C493347}"/>
              </a:ext>
            </a:extLst>
          </p:cNvPr>
          <p:cNvSpPr>
            <a:spLocks noGrp="1"/>
          </p:cNvSpPr>
          <p:nvPr>
            <p:ph idx="10" hasCustomPrompt="1"/>
          </p:nvPr>
        </p:nvSpPr>
        <p:spPr>
          <a:xfrm>
            <a:off x="371475" y="1737367"/>
            <a:ext cx="1540800" cy="163699"/>
          </a:xfrm>
          <a:prstGeom prst="rect">
            <a:avLst/>
          </a:prstGeom>
        </p:spPr>
        <p:txBody>
          <a:bodyPr vert="horz" lIns="0" tIns="0" rIns="0" bIns="0" rtlCol="0">
            <a:spAutoFit/>
          </a:bodyPr>
          <a:lstStyle>
            <a:lvl1pPr>
              <a:lnSpc>
                <a:spcPct val="110000"/>
              </a:lnSpc>
              <a:defRPr sz="1000">
                <a:solidFill>
                  <a:schemeClr val="tx1">
                    <a:alpha val="45000"/>
                  </a:schemeClr>
                </a:solidFill>
              </a:defRPr>
            </a:lvl1pPr>
            <a:lvl2pPr>
              <a:lnSpc>
                <a:spcPct val="110000"/>
              </a:lnSpc>
              <a:defRPr sz="1000">
                <a:solidFill>
                  <a:schemeClr val="tx1">
                    <a:alpha val="45000"/>
                  </a:schemeClr>
                </a:solidFill>
              </a:defRPr>
            </a:lvl2pPr>
            <a:lvl3pPr>
              <a:lnSpc>
                <a:spcPct val="110000"/>
              </a:lnSpc>
              <a:defRPr sz="1000">
                <a:solidFill>
                  <a:schemeClr val="tx1">
                    <a:alpha val="45000"/>
                  </a:schemeClr>
                </a:solidFill>
              </a:defRPr>
            </a:lvl3pPr>
            <a:lvl4pPr>
              <a:lnSpc>
                <a:spcPct val="110000"/>
              </a:lnSpc>
              <a:defRPr sz="1000">
                <a:solidFill>
                  <a:schemeClr val="tx1">
                    <a:alpha val="45000"/>
                  </a:schemeClr>
                </a:solidFill>
              </a:defRPr>
            </a:lvl4pPr>
            <a:lvl5pPr>
              <a:lnSpc>
                <a:spcPct val="110000"/>
              </a:lnSpc>
              <a:defRPr sz="1000">
                <a:solidFill>
                  <a:schemeClr val="tx1">
                    <a:alpha val="45000"/>
                  </a:schemeClr>
                </a:solidFill>
              </a:defRPr>
            </a:lvl5pPr>
            <a:lvl6pPr>
              <a:lnSpc>
                <a:spcPct val="110000"/>
              </a:lnSpc>
              <a:defRPr sz="1000">
                <a:solidFill>
                  <a:schemeClr val="tx1">
                    <a:alpha val="45000"/>
                  </a:schemeClr>
                </a:solidFill>
              </a:defRPr>
            </a:lvl6pPr>
            <a:lvl7pPr>
              <a:lnSpc>
                <a:spcPct val="110000"/>
              </a:lnSpc>
              <a:defRPr sz="1000">
                <a:solidFill>
                  <a:schemeClr val="tx1">
                    <a:alpha val="45000"/>
                  </a:schemeClr>
                </a:solidFill>
              </a:defRPr>
            </a:lvl7pPr>
          </a:lstStyle>
          <a:p>
            <a:pPr lvl="0"/>
            <a:r>
              <a:rPr lang="ru-RU" dirty="0"/>
              <a:t>Образец текста</a:t>
            </a:r>
          </a:p>
        </p:txBody>
      </p:sp>
      <p:sp>
        <p:nvSpPr>
          <p:cNvPr id="15" name="Заголовок 1">
            <a:extLst>
              <a:ext uri="{FF2B5EF4-FFF2-40B4-BE49-F238E27FC236}">
                <a16:creationId xmlns:a16="http://schemas.microsoft.com/office/drawing/2014/main" id="{12CC2936-3870-D653-3E5E-59E01E565CDB}"/>
              </a:ext>
            </a:extLst>
          </p:cNvPr>
          <p:cNvSpPr>
            <a:spLocks noGrp="1"/>
          </p:cNvSpPr>
          <p:nvPr>
            <p:ph type="title"/>
          </p:nvPr>
        </p:nvSpPr>
        <p:spPr>
          <a:xfrm>
            <a:off x="360000" y="252000"/>
            <a:ext cx="9533300" cy="393698"/>
          </a:xfrm>
          <a:prstGeom prst="rect">
            <a:avLst/>
          </a:prstGeom>
        </p:spPr>
        <p:txBody>
          <a:bodyPr vert="horz" wrap="square" lIns="0" tIns="0" rIns="0" bIns="0" rtlCol="0" anchor="t">
            <a:spAutoFit/>
          </a:bodyPr>
          <a:lstStyle>
            <a:lvl1pPr>
              <a:defRPr sz="2800" spc="-30" baseline="0">
                <a:latin typeface="+mj-lt"/>
              </a:defRPr>
            </a:lvl1pPr>
          </a:lstStyle>
          <a:p>
            <a:r>
              <a:rPr lang="ru-RU"/>
              <a:t>Образец заголовка</a:t>
            </a:r>
            <a:endParaRPr lang="ru-RU" dirty="0"/>
          </a:p>
        </p:txBody>
      </p:sp>
      <p:sp>
        <p:nvSpPr>
          <p:cNvPr id="27" name="Номер слайда 5">
            <a:extLst>
              <a:ext uri="{FF2B5EF4-FFF2-40B4-BE49-F238E27FC236}">
                <a16:creationId xmlns:a16="http://schemas.microsoft.com/office/drawing/2014/main" id="{DE095ECB-D881-A748-2E89-535F0B8C1152}"/>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pic>
        <p:nvPicPr>
          <p:cNvPr id="3" name="Рисунок 2">
            <a:extLst>
              <a:ext uri="{FF2B5EF4-FFF2-40B4-BE49-F238E27FC236}">
                <a16:creationId xmlns:a16="http://schemas.microsoft.com/office/drawing/2014/main" id="{85670767-2D71-D378-D26D-01268117065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7" name="Image 0" descr=" ">
            <a:extLst>
              <a:ext uri="{FF2B5EF4-FFF2-40B4-BE49-F238E27FC236}">
                <a16:creationId xmlns:a16="http://schemas.microsoft.com/office/drawing/2014/main" id="{5C9FC33F-39E4-4F5F-C5D5-7A4DFE39CCE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93938" y="1632184"/>
            <a:ext cx="7404061" cy="4260295"/>
          </a:xfrm>
          <a:prstGeom prst="rect">
            <a:avLst/>
          </a:prstGeom>
        </p:spPr>
      </p:pic>
      <p:sp>
        <p:nvSpPr>
          <p:cNvPr id="9" name="Рисунок 8">
            <a:extLst>
              <a:ext uri="{FF2B5EF4-FFF2-40B4-BE49-F238E27FC236}">
                <a16:creationId xmlns:a16="http://schemas.microsoft.com/office/drawing/2014/main" id="{AFE01861-D297-252E-42C5-363DF83560AA}"/>
              </a:ext>
            </a:extLst>
          </p:cNvPr>
          <p:cNvSpPr>
            <a:spLocks noGrp="1"/>
          </p:cNvSpPr>
          <p:nvPr>
            <p:ph type="pic" sz="quarter" idx="11"/>
          </p:nvPr>
        </p:nvSpPr>
        <p:spPr>
          <a:xfrm>
            <a:off x="3553358" y="1949500"/>
            <a:ext cx="5149901" cy="3341218"/>
          </a:xfrm>
          <a:prstGeom prst="round2SameRect">
            <a:avLst>
              <a:gd name="adj1" fmla="val 1670"/>
              <a:gd name="adj2" fmla="val 0"/>
            </a:avLst>
          </a:prstGeom>
          <a:ln>
            <a:noFill/>
          </a:ln>
        </p:spPr>
        <p:txBody>
          <a:bodyPr/>
          <a:lstStyle/>
          <a:p>
            <a:r>
              <a:rPr lang="ru-RU"/>
              <a:t>Вставка рисунка</a:t>
            </a:r>
          </a:p>
        </p:txBody>
      </p:sp>
      <p:pic>
        <p:nvPicPr>
          <p:cNvPr id="5" name="Image 0" descr=" ">
            <a:extLst>
              <a:ext uri="{FF2B5EF4-FFF2-40B4-BE49-F238E27FC236}">
                <a16:creationId xmlns:a16="http://schemas.microsoft.com/office/drawing/2014/main" id="{A4796B9C-E5D0-AE57-107E-6642B103253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4059345284"/>
      </p:ext>
    </p:extLst>
  </p:cSld>
  <p:clrMapOvr>
    <a:masterClrMapping/>
  </p:clrMapOvr>
  <p:extLst>
    <p:ext uri="{DCECCB84-F9BA-43D5-87BE-67443E8EF086}">
      <p15:sldGuideLst xmlns:p15="http://schemas.microsoft.com/office/powerpoint/2012/main">
        <p15:guide id="1" orient="horz" pos="4088">
          <p15:clr>
            <a:srgbClr val="FBAE40"/>
          </p15:clr>
        </p15:guide>
        <p15:guide id="2" pos="3874">
          <p15:clr>
            <a:srgbClr val="FBAE40"/>
          </p15:clr>
        </p15:guide>
        <p15:guide id="3" orient="horz" pos="232">
          <p15:clr>
            <a:srgbClr val="FBAE40"/>
          </p15:clr>
        </p15:guide>
        <p15:guide id="4" orient="horz" pos="822">
          <p15:clr>
            <a:srgbClr val="FBAE40"/>
          </p15:clr>
        </p15:guide>
        <p15:guide id="5" orient="horz" pos="890">
          <p15:clr>
            <a:srgbClr val="FBAE40"/>
          </p15:clr>
        </p15:guide>
        <p15:guide id="6" pos="234">
          <p15:clr>
            <a:srgbClr val="FBAE40"/>
          </p15:clr>
        </p15:guide>
        <p15:guide id="7" orient="horz" pos="1469">
          <p15:clr>
            <a:srgbClr val="FBAE40"/>
          </p15:clr>
        </p15:guide>
        <p15:guide id="8" orient="horz" pos="1537">
          <p15:clr>
            <a:srgbClr val="FBAE40"/>
          </p15:clr>
        </p15:guide>
        <p15:guide id="9" orient="horz" pos="2126">
          <p15:clr>
            <a:srgbClr val="FBAE40"/>
          </p15:clr>
        </p15:guide>
        <p15:guide id="10" orient="horz" pos="2183">
          <p15:clr>
            <a:srgbClr val="FBAE40"/>
          </p15:clr>
        </p15:guide>
        <p15:guide id="11" orient="horz" pos="2784">
          <p15:clr>
            <a:srgbClr val="FBAE40"/>
          </p15:clr>
        </p15:guide>
        <p15:guide id="12" orient="horz" pos="2852">
          <p15:clr>
            <a:srgbClr val="FBAE40"/>
          </p15:clr>
        </p15:guide>
        <p15:guide id="13" orient="horz" pos="3430">
          <p15:clr>
            <a:srgbClr val="FBAE40"/>
          </p15:clr>
        </p15:guide>
        <p15:guide id="14" orient="horz" pos="3498">
          <p15:clr>
            <a:srgbClr val="FBAE40"/>
          </p15:clr>
        </p15:guide>
        <p15:guide id="15" pos="756">
          <p15:clr>
            <a:srgbClr val="FBAE40"/>
          </p15:clr>
        </p15:guide>
        <p15:guide id="16" pos="835">
          <p15:clr>
            <a:srgbClr val="FBAE40"/>
          </p15:clr>
        </p15:guide>
        <p15:guide id="17" pos="1380">
          <p15:clr>
            <a:srgbClr val="FBAE40"/>
          </p15:clr>
        </p15:guide>
        <p15:guide id="18" pos="1448">
          <p15:clr>
            <a:srgbClr val="FBAE40"/>
          </p15:clr>
        </p15:guide>
        <p15:guide id="19" pos="1981">
          <p15:clr>
            <a:srgbClr val="FBAE40"/>
          </p15:clr>
        </p15:guide>
        <p15:guide id="20" pos="2049">
          <p15:clr>
            <a:srgbClr val="FBAE40"/>
          </p15:clr>
        </p15:guide>
        <p15:guide id="21" pos="2593">
          <p15:clr>
            <a:srgbClr val="FBAE40"/>
          </p15:clr>
        </p15:guide>
        <p15:guide id="22" pos="2661">
          <p15:clr>
            <a:srgbClr val="FBAE40"/>
          </p15:clr>
        </p15:guide>
        <p15:guide id="23" pos="3205">
          <p15:clr>
            <a:srgbClr val="FBAE40"/>
          </p15:clr>
        </p15:guide>
        <p15:guide id="24" pos="3273">
          <p15:clr>
            <a:srgbClr val="FBAE40"/>
          </p15:clr>
        </p15:guide>
        <p15:guide id="25" pos="3806">
          <p15:clr>
            <a:srgbClr val="FBAE40"/>
          </p15:clr>
        </p15:guide>
        <p15:guide id="26" pos="4418">
          <p15:clr>
            <a:srgbClr val="FBAE40"/>
          </p15:clr>
        </p15:guide>
        <p15:guide id="27" pos="4486">
          <p15:clr>
            <a:srgbClr val="FBAE40"/>
          </p15:clr>
        </p15:guide>
        <p15:guide id="28" pos="5019">
          <p15:clr>
            <a:srgbClr val="FBAE40"/>
          </p15:clr>
        </p15:guide>
        <p15:guide id="29" pos="5087">
          <p15:clr>
            <a:srgbClr val="FBAE40"/>
          </p15:clr>
        </p15:guide>
        <p15:guide id="30" pos="5631">
          <p15:clr>
            <a:srgbClr val="FBAE40"/>
          </p15:clr>
        </p15:guide>
        <p15:guide id="31" pos="5699">
          <p15:clr>
            <a:srgbClr val="FBAE40"/>
          </p15:clr>
        </p15:guide>
        <p15:guide id="32" pos="6232">
          <p15:clr>
            <a:srgbClr val="FBAE40"/>
          </p15:clr>
        </p15:guide>
        <p15:guide id="33" pos="6300">
          <p15:clr>
            <a:srgbClr val="FBAE40"/>
          </p15:clr>
        </p15:guide>
        <p15:guide id="34" pos="6845">
          <p15:clr>
            <a:srgbClr val="FBAE40"/>
          </p15:clr>
        </p15:guide>
        <p15:guide id="35" pos="6913">
          <p15:clr>
            <a:srgbClr val="FBAE40"/>
          </p15:clr>
        </p15:guide>
        <p15:guide id="36" pos="744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1_Кейс">
    <p:spTree>
      <p:nvGrpSpPr>
        <p:cNvPr id="1" name=""/>
        <p:cNvGrpSpPr/>
        <p:nvPr/>
      </p:nvGrpSpPr>
      <p:grpSpPr>
        <a:xfrm>
          <a:off x="0" y="0"/>
          <a:ext cx="0" cy="0"/>
          <a:chOff x="0" y="0"/>
          <a:chExt cx="0" cy="0"/>
        </a:xfrm>
      </p:grpSpPr>
      <p:sp>
        <p:nvSpPr>
          <p:cNvPr id="81" name="Shape 0">
            <a:extLst>
              <a:ext uri="{FF2B5EF4-FFF2-40B4-BE49-F238E27FC236}">
                <a16:creationId xmlns:a16="http://schemas.microsoft.com/office/drawing/2014/main" id="{A29BBE8D-ACA6-9E25-2B18-D940D01110E7}"/>
              </a:ext>
            </a:extLst>
          </p:cNvPr>
          <p:cNvSpPr/>
          <p:nvPr userDrawn="1"/>
        </p:nvSpPr>
        <p:spPr>
          <a:xfrm>
            <a:off x="0" y="893"/>
            <a:ext cx="6045168" cy="6857107"/>
          </a:xfrm>
          <a:prstGeom prst="rect">
            <a:avLst/>
          </a:prstGeom>
          <a:solidFill>
            <a:schemeClr val="bg2"/>
          </a:solidFill>
          <a:ln/>
        </p:spPr>
      </p:sp>
      <p:sp>
        <p:nvSpPr>
          <p:cNvPr id="112" name="Номер слайда 5">
            <a:extLst>
              <a:ext uri="{FF2B5EF4-FFF2-40B4-BE49-F238E27FC236}">
                <a16:creationId xmlns:a16="http://schemas.microsoft.com/office/drawing/2014/main" id="{C9C0EA62-2D05-0D41-2ACB-7147246722F6}"/>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18" name="Текст 25">
            <a:extLst>
              <a:ext uri="{FF2B5EF4-FFF2-40B4-BE49-F238E27FC236}">
                <a16:creationId xmlns:a16="http://schemas.microsoft.com/office/drawing/2014/main" id="{4E7451E5-DB1D-C287-2FEA-23D7A1AADC37}"/>
              </a:ext>
            </a:extLst>
          </p:cNvPr>
          <p:cNvSpPr>
            <a:spLocks noGrp="1"/>
          </p:cNvSpPr>
          <p:nvPr>
            <p:ph type="body" sz="quarter" idx="41" hasCustomPrompt="1"/>
          </p:nvPr>
        </p:nvSpPr>
        <p:spPr>
          <a:xfrm>
            <a:off x="352684" y="1814808"/>
            <a:ext cx="4555218" cy="1292662"/>
          </a:xfrm>
        </p:spPr>
        <p:txBody>
          <a:bodyPr/>
          <a:lstStyle>
            <a:lvl1pPr>
              <a:lnSpc>
                <a:spcPct val="100000"/>
              </a:lnSpc>
              <a:defRPr sz="2800" kern="0" spc="-30" baseline="0">
                <a:latin typeface="+mj-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Сокращение трудозатрат</a:t>
            </a:r>
            <a:br>
              <a:rPr lang="ru-RU" dirty="0"/>
            </a:br>
            <a:r>
              <a:rPr lang="ru-RU" dirty="0">
                <a:effectLst/>
              </a:rPr>
              <a:t>на расчет и выплату заработной платы </a:t>
            </a:r>
            <a:endParaRPr lang="ru-RU" dirty="0"/>
          </a:p>
        </p:txBody>
      </p:sp>
      <p:sp>
        <p:nvSpPr>
          <p:cNvPr id="119" name="Текст 45">
            <a:extLst>
              <a:ext uri="{FF2B5EF4-FFF2-40B4-BE49-F238E27FC236}">
                <a16:creationId xmlns:a16="http://schemas.microsoft.com/office/drawing/2014/main" id="{9E854ED5-E828-022A-8380-4860D202C5EA}"/>
              </a:ext>
            </a:extLst>
          </p:cNvPr>
          <p:cNvSpPr>
            <a:spLocks noGrp="1"/>
          </p:cNvSpPr>
          <p:nvPr>
            <p:ph type="body" sz="quarter" idx="27" hasCustomPrompt="1"/>
          </p:nvPr>
        </p:nvSpPr>
        <p:spPr>
          <a:xfrm>
            <a:off x="352684" y="1387669"/>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effectLst/>
              </a:rPr>
              <a:t>Название компании</a:t>
            </a:r>
            <a:endParaRPr lang="ru-RU" dirty="0"/>
          </a:p>
        </p:txBody>
      </p:sp>
      <p:sp>
        <p:nvSpPr>
          <p:cNvPr id="132" name="Текст 45">
            <a:extLst>
              <a:ext uri="{FF2B5EF4-FFF2-40B4-BE49-F238E27FC236}">
                <a16:creationId xmlns:a16="http://schemas.microsoft.com/office/drawing/2014/main" id="{4081667A-D387-7F2C-606A-87F8EEC36035}"/>
              </a:ext>
            </a:extLst>
          </p:cNvPr>
          <p:cNvSpPr>
            <a:spLocks noGrp="1"/>
          </p:cNvSpPr>
          <p:nvPr>
            <p:ph type="body" sz="quarter" idx="42" hasCustomPrompt="1"/>
          </p:nvPr>
        </p:nvSpPr>
        <p:spPr>
          <a:xfrm>
            <a:off x="6400766" y="1387669"/>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effectLst/>
              </a:rPr>
              <a:t>Проблема клиента</a:t>
            </a:r>
            <a:endParaRPr lang="ru-RU" dirty="0"/>
          </a:p>
        </p:txBody>
      </p:sp>
      <p:sp>
        <p:nvSpPr>
          <p:cNvPr id="133" name="Текст 11">
            <a:extLst>
              <a:ext uri="{FF2B5EF4-FFF2-40B4-BE49-F238E27FC236}">
                <a16:creationId xmlns:a16="http://schemas.microsoft.com/office/drawing/2014/main" id="{0D9D2CD0-19CA-E2AA-DB0C-17F84D316500}"/>
              </a:ext>
            </a:extLst>
          </p:cNvPr>
          <p:cNvSpPr>
            <a:spLocks noGrp="1"/>
          </p:cNvSpPr>
          <p:nvPr>
            <p:ph type="body" sz="quarter" idx="97" hasCustomPrompt="1"/>
          </p:nvPr>
        </p:nvSpPr>
        <p:spPr>
          <a:xfrm>
            <a:off x="6479600" y="5230392"/>
            <a:ext cx="5267641" cy="833113"/>
          </a:xfrm>
        </p:spPr>
        <p:txBody>
          <a:bodyPr wrap="square">
            <a:spAutoFit/>
          </a:bodyPr>
          <a:lstStyle>
            <a:lvl1pPr marL="114277" marR="0" indent="-114277" algn="l" defTabSz="457109" rtl="0" eaLnBrk="1" fontAlgn="auto" latinLnBrk="0" hangingPunct="1">
              <a:lnSpc>
                <a:spcPct val="90000"/>
              </a:lnSpc>
              <a:spcBef>
                <a:spcPts val="0"/>
              </a:spcBef>
              <a:spcAft>
                <a:spcPts val="0"/>
              </a:spcAft>
              <a:buClrTx/>
              <a:buSzTx/>
              <a:buFont typeface="Arial" panose="020B0604020202020204" pitchFamily="34" charset="0"/>
              <a:buChar char="•"/>
              <a:tabLst/>
              <a:defRPr sz="1000" baseline="0">
                <a:latin typeface="+mn-lt"/>
              </a:defRPr>
            </a:lvl1pPr>
            <a:lvl2pPr>
              <a:defRPr sz="1000"/>
            </a:lvl2pPr>
            <a:lvl3pPr>
              <a:defRPr sz="1000"/>
            </a:lvl3pPr>
            <a:lvl4pPr>
              <a:defRPr sz="1000"/>
            </a:lvl4pPr>
            <a:lvl5pPr>
              <a:defRPr sz="1000"/>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p:txBody>
      </p:sp>
      <p:sp>
        <p:nvSpPr>
          <p:cNvPr id="134" name="Текст 61">
            <a:extLst>
              <a:ext uri="{FF2B5EF4-FFF2-40B4-BE49-F238E27FC236}">
                <a16:creationId xmlns:a16="http://schemas.microsoft.com/office/drawing/2014/main" id="{F471795F-7F2D-9AB9-A719-F6DFF57E8CDA}"/>
              </a:ext>
            </a:extLst>
          </p:cNvPr>
          <p:cNvSpPr>
            <a:spLocks noGrp="1"/>
          </p:cNvSpPr>
          <p:nvPr>
            <p:ph type="body" sz="quarter" idx="47" hasCustomPrompt="1"/>
          </p:nvPr>
        </p:nvSpPr>
        <p:spPr>
          <a:xfrm>
            <a:off x="6400766" y="1734312"/>
            <a:ext cx="5346475" cy="107721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a:t>
            </a:r>
            <a:endParaRPr lang="ru-RU" dirty="0"/>
          </a:p>
        </p:txBody>
      </p:sp>
      <p:sp>
        <p:nvSpPr>
          <p:cNvPr id="135" name="Текст 45">
            <a:extLst>
              <a:ext uri="{FF2B5EF4-FFF2-40B4-BE49-F238E27FC236}">
                <a16:creationId xmlns:a16="http://schemas.microsoft.com/office/drawing/2014/main" id="{D0B1D9DF-1941-DE2F-F043-13CD09D6F82A}"/>
              </a:ext>
            </a:extLst>
          </p:cNvPr>
          <p:cNvSpPr>
            <a:spLocks noGrp="1"/>
          </p:cNvSpPr>
          <p:nvPr>
            <p:ph type="body" sz="quarter" idx="98" hasCustomPrompt="1"/>
          </p:nvPr>
        </p:nvSpPr>
        <p:spPr>
          <a:xfrm>
            <a:off x="6400766" y="3132870"/>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effectLst/>
              </a:rPr>
              <a:t>Наше решение</a:t>
            </a:r>
            <a:endParaRPr lang="ru-RU" dirty="0"/>
          </a:p>
        </p:txBody>
      </p:sp>
      <p:sp>
        <p:nvSpPr>
          <p:cNvPr id="136" name="Текст 61">
            <a:extLst>
              <a:ext uri="{FF2B5EF4-FFF2-40B4-BE49-F238E27FC236}">
                <a16:creationId xmlns:a16="http://schemas.microsoft.com/office/drawing/2014/main" id="{1208C911-9DEF-7E75-81F5-EAF0CF7A0988}"/>
              </a:ext>
            </a:extLst>
          </p:cNvPr>
          <p:cNvSpPr>
            <a:spLocks noGrp="1"/>
          </p:cNvSpPr>
          <p:nvPr>
            <p:ph type="body" sz="quarter" idx="99" hasCustomPrompt="1"/>
          </p:nvPr>
        </p:nvSpPr>
        <p:spPr>
          <a:xfrm>
            <a:off x="6400766" y="3479513"/>
            <a:ext cx="5346475" cy="107721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a:t>
            </a:r>
            <a:endParaRPr lang="ru-RU" dirty="0"/>
          </a:p>
        </p:txBody>
      </p:sp>
      <p:sp>
        <p:nvSpPr>
          <p:cNvPr id="137" name="Текст 45">
            <a:extLst>
              <a:ext uri="{FF2B5EF4-FFF2-40B4-BE49-F238E27FC236}">
                <a16:creationId xmlns:a16="http://schemas.microsoft.com/office/drawing/2014/main" id="{C0AB0689-E11C-F7BC-C393-C9E6A1A640A7}"/>
              </a:ext>
            </a:extLst>
          </p:cNvPr>
          <p:cNvSpPr>
            <a:spLocks noGrp="1"/>
          </p:cNvSpPr>
          <p:nvPr>
            <p:ph type="body" sz="quarter" idx="100" hasCustomPrompt="1"/>
          </p:nvPr>
        </p:nvSpPr>
        <p:spPr>
          <a:xfrm>
            <a:off x="6400766" y="4899087"/>
            <a:ext cx="3432178" cy="203200"/>
          </a:xfrm>
        </p:spPr>
        <p:txBody>
          <a:bodyPr vert="horz" lIns="0" tIns="0" rIns="0" bIns="0" rtlCol="0">
            <a:noAutofit/>
          </a:bodyPr>
          <a:lstStyle>
            <a:lvl1pPr>
              <a:defRPr lang="ru-RU" sz="1600" dirty="0" smtClean="0">
                <a:effectLst/>
                <a:latin typeface="+mn-lt"/>
              </a:defRPr>
            </a:lvl1pPr>
          </a:lstStyle>
          <a:p>
            <a:pPr lvl="0" indent="0">
              <a:lnSpc>
                <a:spcPct val="100000"/>
              </a:lnSpc>
              <a:spcBef>
                <a:spcPts val="0"/>
              </a:spcBef>
            </a:pPr>
            <a:r>
              <a:rPr lang="ru-RU" sz="1600" dirty="0"/>
              <a:t>Результаты проекта</a:t>
            </a:r>
          </a:p>
        </p:txBody>
      </p:sp>
      <p:sp>
        <p:nvSpPr>
          <p:cNvPr id="139" name="Текст 25">
            <a:extLst>
              <a:ext uri="{FF2B5EF4-FFF2-40B4-BE49-F238E27FC236}">
                <a16:creationId xmlns:a16="http://schemas.microsoft.com/office/drawing/2014/main" id="{88F73A77-4030-2E39-C4CA-F0CFCFCDE805}"/>
              </a:ext>
            </a:extLst>
          </p:cNvPr>
          <p:cNvSpPr>
            <a:spLocks noGrp="1"/>
          </p:cNvSpPr>
          <p:nvPr>
            <p:ph type="body" sz="quarter" idx="101" hasCustomPrompt="1"/>
          </p:nvPr>
        </p:nvSpPr>
        <p:spPr>
          <a:xfrm>
            <a:off x="355598" y="4903490"/>
            <a:ext cx="2630198" cy="430887"/>
          </a:xfrm>
        </p:spPr>
        <p:txBody>
          <a:bodyPr/>
          <a:lstStyle>
            <a:lvl1pPr>
              <a:lnSpc>
                <a:spcPct val="100000"/>
              </a:lnSpc>
              <a:defRPr sz="2800" kern="0" spc="-30" baseline="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150+</a:t>
            </a:r>
            <a:endParaRPr lang="ru-RU" dirty="0"/>
          </a:p>
        </p:txBody>
      </p:sp>
      <p:sp>
        <p:nvSpPr>
          <p:cNvPr id="140" name="Текст 61">
            <a:extLst>
              <a:ext uri="{FF2B5EF4-FFF2-40B4-BE49-F238E27FC236}">
                <a16:creationId xmlns:a16="http://schemas.microsoft.com/office/drawing/2014/main" id="{D17A0222-1A0F-D118-1776-8FEF9FA0BF20}"/>
              </a:ext>
            </a:extLst>
          </p:cNvPr>
          <p:cNvSpPr>
            <a:spLocks noGrp="1"/>
          </p:cNvSpPr>
          <p:nvPr>
            <p:ph type="body" sz="quarter" idx="102" hasCustomPrompt="1"/>
          </p:nvPr>
        </p:nvSpPr>
        <p:spPr>
          <a:xfrm>
            <a:off x="349925" y="5364385"/>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Кастомных отчетов</a:t>
            </a:r>
            <a:endParaRPr lang="ru-RU" dirty="0"/>
          </a:p>
        </p:txBody>
      </p:sp>
      <p:cxnSp>
        <p:nvCxnSpPr>
          <p:cNvPr id="144" name="Прямая соединительная линия 143">
            <a:extLst>
              <a:ext uri="{FF2B5EF4-FFF2-40B4-BE49-F238E27FC236}">
                <a16:creationId xmlns:a16="http://schemas.microsoft.com/office/drawing/2014/main" id="{B3C2FD36-718F-21C8-23D5-213067DFC4D3}"/>
              </a:ext>
            </a:extLst>
          </p:cNvPr>
          <p:cNvCxnSpPr/>
          <p:nvPr userDrawn="1"/>
        </p:nvCxnSpPr>
        <p:spPr>
          <a:xfrm>
            <a:off x="355598" y="4773168"/>
            <a:ext cx="280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5" name="Текст 25">
            <a:extLst>
              <a:ext uri="{FF2B5EF4-FFF2-40B4-BE49-F238E27FC236}">
                <a16:creationId xmlns:a16="http://schemas.microsoft.com/office/drawing/2014/main" id="{8EB424CF-FBB7-56EF-75AF-28C48972FD38}"/>
              </a:ext>
            </a:extLst>
          </p:cNvPr>
          <p:cNvSpPr>
            <a:spLocks noGrp="1"/>
          </p:cNvSpPr>
          <p:nvPr>
            <p:ph type="body" sz="quarter" idx="103" hasCustomPrompt="1"/>
          </p:nvPr>
        </p:nvSpPr>
        <p:spPr>
          <a:xfrm>
            <a:off x="355598" y="5901427"/>
            <a:ext cx="2630198" cy="430887"/>
          </a:xfrm>
        </p:spPr>
        <p:txBody>
          <a:bodyPr/>
          <a:lstStyle>
            <a:lvl1pPr>
              <a:lnSpc>
                <a:spcPct val="100000"/>
              </a:lnSpc>
              <a:defRPr sz="2800" kern="0" spc="-30" baseline="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80+</a:t>
            </a:r>
            <a:endParaRPr lang="ru-RU" dirty="0"/>
          </a:p>
        </p:txBody>
      </p:sp>
      <p:sp>
        <p:nvSpPr>
          <p:cNvPr id="146" name="Текст 61">
            <a:extLst>
              <a:ext uri="{FF2B5EF4-FFF2-40B4-BE49-F238E27FC236}">
                <a16:creationId xmlns:a16="http://schemas.microsoft.com/office/drawing/2014/main" id="{546D0200-D65A-E8B6-C334-6DAF269A4003}"/>
              </a:ext>
            </a:extLst>
          </p:cNvPr>
          <p:cNvSpPr>
            <a:spLocks noGrp="1"/>
          </p:cNvSpPr>
          <p:nvPr>
            <p:ph type="body" sz="quarter" idx="104" hasCustomPrompt="1"/>
          </p:nvPr>
        </p:nvSpPr>
        <p:spPr>
          <a:xfrm>
            <a:off x="349925" y="6362322"/>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Интеграций</a:t>
            </a:r>
            <a:endParaRPr lang="ru-RU" dirty="0"/>
          </a:p>
        </p:txBody>
      </p:sp>
      <p:cxnSp>
        <p:nvCxnSpPr>
          <p:cNvPr id="147" name="Прямая соединительная линия 146">
            <a:extLst>
              <a:ext uri="{FF2B5EF4-FFF2-40B4-BE49-F238E27FC236}">
                <a16:creationId xmlns:a16="http://schemas.microsoft.com/office/drawing/2014/main" id="{2F5EFC51-872A-2AAF-F3A3-9E85928845C3}"/>
              </a:ext>
            </a:extLst>
          </p:cNvPr>
          <p:cNvCxnSpPr/>
          <p:nvPr userDrawn="1"/>
        </p:nvCxnSpPr>
        <p:spPr>
          <a:xfrm>
            <a:off x="355598" y="5771105"/>
            <a:ext cx="280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8" name="Текст 25">
            <a:extLst>
              <a:ext uri="{FF2B5EF4-FFF2-40B4-BE49-F238E27FC236}">
                <a16:creationId xmlns:a16="http://schemas.microsoft.com/office/drawing/2014/main" id="{E753D229-7D74-2849-F21F-D01ADE16A947}"/>
              </a:ext>
            </a:extLst>
          </p:cNvPr>
          <p:cNvSpPr>
            <a:spLocks noGrp="1"/>
          </p:cNvSpPr>
          <p:nvPr>
            <p:ph type="body" sz="quarter" idx="105" hasCustomPrompt="1"/>
          </p:nvPr>
        </p:nvSpPr>
        <p:spPr>
          <a:xfrm>
            <a:off x="3251572" y="4903490"/>
            <a:ext cx="2630198" cy="430887"/>
          </a:xfrm>
        </p:spPr>
        <p:txBody>
          <a:bodyPr/>
          <a:lstStyle>
            <a:lvl1pPr>
              <a:lnSpc>
                <a:spcPct val="100000"/>
              </a:lnSpc>
              <a:defRPr sz="2800" kern="0" spc="-30" baseline="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16 000+</a:t>
            </a:r>
            <a:endParaRPr lang="ru-RU" dirty="0"/>
          </a:p>
        </p:txBody>
      </p:sp>
      <p:sp>
        <p:nvSpPr>
          <p:cNvPr id="149" name="Текст 61">
            <a:extLst>
              <a:ext uri="{FF2B5EF4-FFF2-40B4-BE49-F238E27FC236}">
                <a16:creationId xmlns:a16="http://schemas.microsoft.com/office/drawing/2014/main" id="{7C8BD11E-F2FA-6109-86FC-F426F4D3F952}"/>
              </a:ext>
            </a:extLst>
          </p:cNvPr>
          <p:cNvSpPr>
            <a:spLocks noGrp="1"/>
          </p:cNvSpPr>
          <p:nvPr>
            <p:ph type="body" sz="quarter" idx="106" hasCustomPrompt="1"/>
          </p:nvPr>
        </p:nvSpPr>
        <p:spPr>
          <a:xfrm>
            <a:off x="3245899" y="5364385"/>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Сотрудников и физлиц</a:t>
            </a:r>
            <a:endParaRPr lang="ru-RU" dirty="0"/>
          </a:p>
        </p:txBody>
      </p:sp>
      <p:cxnSp>
        <p:nvCxnSpPr>
          <p:cNvPr id="150" name="Прямая соединительная линия 149">
            <a:extLst>
              <a:ext uri="{FF2B5EF4-FFF2-40B4-BE49-F238E27FC236}">
                <a16:creationId xmlns:a16="http://schemas.microsoft.com/office/drawing/2014/main" id="{C1E25C94-F521-6B45-8DC0-4CBA62836DF3}"/>
              </a:ext>
            </a:extLst>
          </p:cNvPr>
          <p:cNvCxnSpPr/>
          <p:nvPr userDrawn="1"/>
        </p:nvCxnSpPr>
        <p:spPr>
          <a:xfrm>
            <a:off x="3251572" y="4773168"/>
            <a:ext cx="244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1" name="Текст 25">
            <a:extLst>
              <a:ext uri="{FF2B5EF4-FFF2-40B4-BE49-F238E27FC236}">
                <a16:creationId xmlns:a16="http://schemas.microsoft.com/office/drawing/2014/main" id="{58E2BA28-59EE-C494-993E-3131852895C2}"/>
              </a:ext>
            </a:extLst>
          </p:cNvPr>
          <p:cNvSpPr>
            <a:spLocks noGrp="1"/>
          </p:cNvSpPr>
          <p:nvPr>
            <p:ph type="body" sz="quarter" idx="107" hasCustomPrompt="1"/>
          </p:nvPr>
        </p:nvSpPr>
        <p:spPr>
          <a:xfrm>
            <a:off x="3251572" y="5901427"/>
            <a:ext cx="2630198" cy="430887"/>
          </a:xfrm>
        </p:spPr>
        <p:txBody>
          <a:bodyPr/>
          <a:lstStyle>
            <a:lvl1pPr>
              <a:lnSpc>
                <a:spcPct val="100000"/>
              </a:lnSpc>
              <a:defRPr sz="2800" kern="0" spc="-30" baseline="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60+</a:t>
            </a:r>
            <a:endParaRPr lang="ru-RU" dirty="0"/>
          </a:p>
        </p:txBody>
      </p:sp>
      <p:sp>
        <p:nvSpPr>
          <p:cNvPr id="152" name="Текст 61">
            <a:extLst>
              <a:ext uri="{FF2B5EF4-FFF2-40B4-BE49-F238E27FC236}">
                <a16:creationId xmlns:a16="http://schemas.microsoft.com/office/drawing/2014/main" id="{55C23C7F-1058-F01F-90D0-F789F00224BF}"/>
              </a:ext>
            </a:extLst>
          </p:cNvPr>
          <p:cNvSpPr>
            <a:spLocks noGrp="1"/>
          </p:cNvSpPr>
          <p:nvPr>
            <p:ph type="body" sz="quarter" idx="108" hasCustomPrompt="1"/>
          </p:nvPr>
        </p:nvSpPr>
        <p:spPr>
          <a:xfrm>
            <a:off x="3245899" y="6362322"/>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Юридических лиц в орг. периметре</a:t>
            </a:r>
            <a:endParaRPr lang="ru-RU" dirty="0"/>
          </a:p>
        </p:txBody>
      </p:sp>
      <p:cxnSp>
        <p:nvCxnSpPr>
          <p:cNvPr id="153" name="Прямая соединительная линия 152">
            <a:extLst>
              <a:ext uri="{FF2B5EF4-FFF2-40B4-BE49-F238E27FC236}">
                <a16:creationId xmlns:a16="http://schemas.microsoft.com/office/drawing/2014/main" id="{4E4FDCF5-E772-3DDD-8CEF-414419165142}"/>
              </a:ext>
            </a:extLst>
          </p:cNvPr>
          <p:cNvCxnSpPr/>
          <p:nvPr userDrawn="1"/>
        </p:nvCxnSpPr>
        <p:spPr>
          <a:xfrm>
            <a:off x="3251572" y="5771105"/>
            <a:ext cx="244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58" name="Рисунок 157">
            <a:extLst>
              <a:ext uri="{FF2B5EF4-FFF2-40B4-BE49-F238E27FC236}">
                <a16:creationId xmlns:a16="http://schemas.microsoft.com/office/drawing/2014/main" id="{42B04E84-CFAE-07EF-613A-ACD11E11DF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sp>
        <p:nvSpPr>
          <p:cNvPr id="159" name="Text 1">
            <a:extLst>
              <a:ext uri="{FF2B5EF4-FFF2-40B4-BE49-F238E27FC236}">
                <a16:creationId xmlns:a16="http://schemas.microsoft.com/office/drawing/2014/main" id="{8AE32186-688E-CA8F-EB62-A1EE0C458D01}"/>
              </a:ext>
            </a:extLst>
          </p:cNvPr>
          <p:cNvSpPr/>
          <p:nvPr userDrawn="1"/>
        </p:nvSpPr>
        <p:spPr>
          <a:xfrm>
            <a:off x="355597" y="270154"/>
            <a:ext cx="8754488" cy="251851"/>
          </a:xfrm>
          <a:prstGeom prst="rect">
            <a:avLst/>
          </a:prstGeom>
          <a:noFill/>
          <a:ln/>
        </p:spPr>
        <p:txBody>
          <a:bodyPr wrap="square" lIns="0" tIns="0" rIns="0" bIns="0" rtlCol="0" anchor="t"/>
          <a:lstStyle/>
          <a:p>
            <a:pPr>
              <a:lnSpc>
                <a:spcPts val="1440"/>
              </a:lnSpc>
            </a:pPr>
            <a:r>
              <a:rPr lang="en-US" sz="1600" kern="0" spc="-16" dirty="0">
                <a:solidFill>
                  <a:srgbClr val="000000">
                    <a:alpha val="100000"/>
                  </a:srgbClr>
                </a:solidFill>
                <a:latin typeface="Stapel" panose="020B0504020202020204" pitchFamily="34" charset="-52"/>
                <a:ea typeface="Stapel" pitchFamily="34" charset="-122"/>
                <a:cs typeface="Stapel" pitchFamily="34" charset="-120"/>
              </a:rPr>
              <a:t>Кейс</a:t>
            </a:r>
            <a:endParaRPr lang="en-US" sz="1600" dirty="0"/>
          </a:p>
        </p:txBody>
      </p:sp>
      <p:pic>
        <p:nvPicPr>
          <p:cNvPr id="3" name="Image 1" descr=" ">
            <a:extLst>
              <a:ext uri="{FF2B5EF4-FFF2-40B4-BE49-F238E27FC236}">
                <a16:creationId xmlns:a16="http://schemas.microsoft.com/office/drawing/2014/main" id="{D3D2AAE6-B99F-43F6-9F70-CC4EC18E8B1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3255900326"/>
      </p:ext>
    </p:extLst>
  </p:cSld>
  <p:clrMapOvr>
    <a:masterClrMapping/>
  </p:clrMapOvr>
  <p:extLst>
    <p:ext uri="{DCECCB84-F9BA-43D5-87BE-67443E8EF086}">
      <p15:sldGuideLst xmlns:p15="http://schemas.microsoft.com/office/powerpoint/2012/main">
        <p15:guide id="1" orient="horz" pos="4088">
          <p15:clr>
            <a:srgbClr val="FBAE40"/>
          </p15:clr>
        </p15:guide>
        <p15:guide id="2" pos="3874">
          <p15:clr>
            <a:srgbClr val="FBAE40"/>
          </p15:clr>
        </p15:guide>
        <p15:guide id="3" orient="horz" pos="232">
          <p15:clr>
            <a:srgbClr val="FBAE40"/>
          </p15:clr>
        </p15:guide>
        <p15:guide id="4" orient="horz" pos="822">
          <p15:clr>
            <a:srgbClr val="FBAE40"/>
          </p15:clr>
        </p15:guide>
        <p15:guide id="5" orient="horz" pos="890">
          <p15:clr>
            <a:srgbClr val="FBAE40"/>
          </p15:clr>
        </p15:guide>
        <p15:guide id="6" pos="234">
          <p15:clr>
            <a:srgbClr val="FBAE40"/>
          </p15:clr>
        </p15:guide>
        <p15:guide id="7" orient="horz" pos="1469">
          <p15:clr>
            <a:srgbClr val="FBAE40"/>
          </p15:clr>
        </p15:guide>
        <p15:guide id="8" orient="horz" pos="1537">
          <p15:clr>
            <a:srgbClr val="FBAE40"/>
          </p15:clr>
        </p15:guide>
        <p15:guide id="9" orient="horz" pos="2126">
          <p15:clr>
            <a:srgbClr val="FBAE40"/>
          </p15:clr>
        </p15:guide>
        <p15:guide id="10" orient="horz" pos="2183">
          <p15:clr>
            <a:srgbClr val="FBAE40"/>
          </p15:clr>
        </p15:guide>
        <p15:guide id="11" orient="horz" pos="2784">
          <p15:clr>
            <a:srgbClr val="FBAE40"/>
          </p15:clr>
        </p15:guide>
        <p15:guide id="12" orient="horz" pos="2852">
          <p15:clr>
            <a:srgbClr val="FBAE40"/>
          </p15:clr>
        </p15:guide>
        <p15:guide id="13" orient="horz" pos="3430">
          <p15:clr>
            <a:srgbClr val="FBAE40"/>
          </p15:clr>
        </p15:guide>
        <p15:guide id="14" orient="horz" pos="3498">
          <p15:clr>
            <a:srgbClr val="FBAE40"/>
          </p15:clr>
        </p15:guide>
        <p15:guide id="15" pos="756">
          <p15:clr>
            <a:srgbClr val="FBAE40"/>
          </p15:clr>
        </p15:guide>
        <p15:guide id="16" pos="835">
          <p15:clr>
            <a:srgbClr val="FBAE40"/>
          </p15:clr>
        </p15:guide>
        <p15:guide id="17" pos="1380">
          <p15:clr>
            <a:srgbClr val="FBAE40"/>
          </p15:clr>
        </p15:guide>
        <p15:guide id="18" pos="1448">
          <p15:clr>
            <a:srgbClr val="FBAE40"/>
          </p15:clr>
        </p15:guide>
        <p15:guide id="19" pos="1981">
          <p15:clr>
            <a:srgbClr val="FBAE40"/>
          </p15:clr>
        </p15:guide>
        <p15:guide id="20" pos="2049">
          <p15:clr>
            <a:srgbClr val="FBAE40"/>
          </p15:clr>
        </p15:guide>
        <p15:guide id="21" pos="2593">
          <p15:clr>
            <a:srgbClr val="FBAE40"/>
          </p15:clr>
        </p15:guide>
        <p15:guide id="22" pos="2661">
          <p15:clr>
            <a:srgbClr val="FBAE40"/>
          </p15:clr>
        </p15:guide>
        <p15:guide id="23" pos="3205">
          <p15:clr>
            <a:srgbClr val="FBAE40"/>
          </p15:clr>
        </p15:guide>
        <p15:guide id="24" pos="3273">
          <p15:clr>
            <a:srgbClr val="FBAE40"/>
          </p15:clr>
        </p15:guide>
        <p15:guide id="25" pos="3806">
          <p15:clr>
            <a:srgbClr val="FBAE40"/>
          </p15:clr>
        </p15:guide>
        <p15:guide id="26" pos="4418">
          <p15:clr>
            <a:srgbClr val="FBAE40"/>
          </p15:clr>
        </p15:guide>
        <p15:guide id="27" pos="4486">
          <p15:clr>
            <a:srgbClr val="FBAE40"/>
          </p15:clr>
        </p15:guide>
        <p15:guide id="28" pos="5019">
          <p15:clr>
            <a:srgbClr val="FBAE40"/>
          </p15:clr>
        </p15:guide>
        <p15:guide id="29" pos="5087">
          <p15:clr>
            <a:srgbClr val="FBAE40"/>
          </p15:clr>
        </p15:guide>
        <p15:guide id="30" pos="5631">
          <p15:clr>
            <a:srgbClr val="FBAE40"/>
          </p15:clr>
        </p15:guide>
        <p15:guide id="31" pos="5699">
          <p15:clr>
            <a:srgbClr val="FBAE40"/>
          </p15:clr>
        </p15:guide>
        <p15:guide id="32" pos="6232">
          <p15:clr>
            <a:srgbClr val="FBAE40"/>
          </p15:clr>
        </p15:guide>
        <p15:guide id="33" pos="6300">
          <p15:clr>
            <a:srgbClr val="FBAE40"/>
          </p15:clr>
        </p15:guide>
        <p15:guide id="34" pos="6845">
          <p15:clr>
            <a:srgbClr val="FBAE40"/>
          </p15:clr>
        </p15:guide>
        <p15:guide id="35" pos="6913">
          <p15:clr>
            <a:srgbClr val="FBAE40"/>
          </p15:clr>
        </p15:guide>
        <p15:guide id="36" pos="744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1_Кейс с изображением 1/2">
    <p:spTree>
      <p:nvGrpSpPr>
        <p:cNvPr id="1" name=""/>
        <p:cNvGrpSpPr/>
        <p:nvPr/>
      </p:nvGrpSpPr>
      <p:grpSpPr>
        <a:xfrm>
          <a:off x="0" y="0"/>
          <a:ext cx="0" cy="0"/>
          <a:chOff x="0" y="0"/>
          <a:chExt cx="0" cy="0"/>
        </a:xfrm>
      </p:grpSpPr>
      <p:sp>
        <p:nvSpPr>
          <p:cNvPr id="3" name="Рисунок 2">
            <a:extLst>
              <a:ext uri="{FF2B5EF4-FFF2-40B4-BE49-F238E27FC236}">
                <a16:creationId xmlns:a16="http://schemas.microsoft.com/office/drawing/2014/main" id="{D9464A30-B7CC-869E-937C-67DB6850755C}"/>
              </a:ext>
            </a:extLst>
          </p:cNvPr>
          <p:cNvSpPr>
            <a:spLocks noGrp="1"/>
          </p:cNvSpPr>
          <p:nvPr>
            <p:ph type="pic" sz="quarter" idx="109"/>
          </p:nvPr>
        </p:nvSpPr>
        <p:spPr>
          <a:xfrm>
            <a:off x="0" y="1588"/>
            <a:ext cx="6045200" cy="6856412"/>
          </a:xfrm>
          <a:blipFill>
            <a:blip r:embed="rId2" cstate="screen">
              <a:extLst>
                <a:ext uri="{28A0092B-C50C-407E-A947-70E740481C1C}">
                  <a14:useLocalDpi xmlns:a14="http://schemas.microsoft.com/office/drawing/2010/main"/>
                </a:ext>
              </a:extLst>
            </a:blip>
            <a:stretch>
              <a:fillRect/>
            </a:stretch>
          </a:blipFill>
        </p:spPr>
        <p:txBody>
          <a:bodyPr/>
          <a:lstStyle/>
          <a:p>
            <a:r>
              <a:rPr lang="ru-RU"/>
              <a:t>Вставка рисунка</a:t>
            </a:r>
            <a:endParaRPr lang="ru-RU" dirty="0"/>
          </a:p>
        </p:txBody>
      </p:sp>
      <p:sp>
        <p:nvSpPr>
          <p:cNvPr id="112" name="Номер слайда 5">
            <a:extLst>
              <a:ext uri="{FF2B5EF4-FFF2-40B4-BE49-F238E27FC236}">
                <a16:creationId xmlns:a16="http://schemas.microsoft.com/office/drawing/2014/main" id="{C9C0EA62-2D05-0D41-2ACB-7147246722F6}"/>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18" name="Текст 25">
            <a:extLst>
              <a:ext uri="{FF2B5EF4-FFF2-40B4-BE49-F238E27FC236}">
                <a16:creationId xmlns:a16="http://schemas.microsoft.com/office/drawing/2014/main" id="{4E7451E5-DB1D-C287-2FEA-23D7A1AADC37}"/>
              </a:ext>
            </a:extLst>
          </p:cNvPr>
          <p:cNvSpPr>
            <a:spLocks noGrp="1"/>
          </p:cNvSpPr>
          <p:nvPr>
            <p:ph type="body" sz="quarter" idx="41" hasCustomPrompt="1"/>
          </p:nvPr>
        </p:nvSpPr>
        <p:spPr>
          <a:xfrm>
            <a:off x="352684" y="1814808"/>
            <a:ext cx="4555218" cy="1292662"/>
          </a:xfrm>
        </p:spPr>
        <p:txBody>
          <a:bodyPr/>
          <a:lstStyle>
            <a:lvl1pPr>
              <a:lnSpc>
                <a:spcPct val="100000"/>
              </a:lnSpc>
              <a:defRPr sz="2800" kern="0" spc="-30" baseline="0">
                <a:solidFill>
                  <a:schemeClr val="bg1"/>
                </a:solidFill>
                <a:latin typeface="+mj-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Сокращение трудозатрат</a:t>
            </a:r>
            <a:br>
              <a:rPr lang="ru-RU" dirty="0"/>
            </a:br>
            <a:r>
              <a:rPr lang="ru-RU" dirty="0">
                <a:effectLst/>
              </a:rPr>
              <a:t>на расчет и выплату заработной платы </a:t>
            </a:r>
            <a:endParaRPr lang="ru-RU" dirty="0"/>
          </a:p>
        </p:txBody>
      </p:sp>
      <p:sp>
        <p:nvSpPr>
          <p:cNvPr id="132" name="Текст 45">
            <a:extLst>
              <a:ext uri="{FF2B5EF4-FFF2-40B4-BE49-F238E27FC236}">
                <a16:creationId xmlns:a16="http://schemas.microsoft.com/office/drawing/2014/main" id="{4081667A-D387-7F2C-606A-87F8EEC36035}"/>
              </a:ext>
            </a:extLst>
          </p:cNvPr>
          <p:cNvSpPr>
            <a:spLocks noGrp="1"/>
          </p:cNvSpPr>
          <p:nvPr>
            <p:ph type="body" sz="quarter" idx="42" hasCustomPrompt="1"/>
          </p:nvPr>
        </p:nvSpPr>
        <p:spPr>
          <a:xfrm>
            <a:off x="6400766" y="1387669"/>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effectLst/>
              </a:rPr>
              <a:t>Проблема клиента</a:t>
            </a:r>
            <a:endParaRPr lang="ru-RU" dirty="0"/>
          </a:p>
        </p:txBody>
      </p:sp>
      <p:sp>
        <p:nvSpPr>
          <p:cNvPr id="133" name="Текст 11">
            <a:extLst>
              <a:ext uri="{FF2B5EF4-FFF2-40B4-BE49-F238E27FC236}">
                <a16:creationId xmlns:a16="http://schemas.microsoft.com/office/drawing/2014/main" id="{0D9D2CD0-19CA-E2AA-DB0C-17F84D316500}"/>
              </a:ext>
            </a:extLst>
          </p:cNvPr>
          <p:cNvSpPr>
            <a:spLocks noGrp="1"/>
          </p:cNvSpPr>
          <p:nvPr>
            <p:ph type="body" sz="quarter" idx="97" hasCustomPrompt="1"/>
          </p:nvPr>
        </p:nvSpPr>
        <p:spPr>
          <a:xfrm>
            <a:off x="6479600" y="5230392"/>
            <a:ext cx="5267641" cy="833113"/>
          </a:xfrm>
        </p:spPr>
        <p:txBody>
          <a:bodyPr wrap="square">
            <a:spAutoFit/>
          </a:bodyPr>
          <a:lstStyle>
            <a:lvl1pPr marL="114277" marR="0" indent="-114277" algn="l" defTabSz="457109" rtl="0" eaLnBrk="1" fontAlgn="auto" latinLnBrk="0" hangingPunct="1">
              <a:lnSpc>
                <a:spcPct val="90000"/>
              </a:lnSpc>
              <a:spcBef>
                <a:spcPts val="0"/>
              </a:spcBef>
              <a:spcAft>
                <a:spcPts val="0"/>
              </a:spcAft>
              <a:buClrTx/>
              <a:buSzTx/>
              <a:buFont typeface="Arial" panose="020B0604020202020204" pitchFamily="34" charset="0"/>
              <a:buChar char="•"/>
              <a:tabLst/>
              <a:defRPr sz="1000" baseline="0">
                <a:latin typeface="+mn-lt"/>
              </a:defRPr>
            </a:lvl1pPr>
            <a:lvl2pPr>
              <a:defRPr sz="1000"/>
            </a:lvl2pPr>
            <a:lvl3pPr>
              <a:defRPr sz="1000"/>
            </a:lvl3pPr>
            <a:lvl4pPr>
              <a:defRPr sz="1000"/>
            </a:lvl4pPr>
            <a:lvl5pPr>
              <a:defRPr sz="1000"/>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p:txBody>
      </p:sp>
      <p:sp>
        <p:nvSpPr>
          <p:cNvPr id="134" name="Текст 61">
            <a:extLst>
              <a:ext uri="{FF2B5EF4-FFF2-40B4-BE49-F238E27FC236}">
                <a16:creationId xmlns:a16="http://schemas.microsoft.com/office/drawing/2014/main" id="{F471795F-7F2D-9AB9-A719-F6DFF57E8CDA}"/>
              </a:ext>
            </a:extLst>
          </p:cNvPr>
          <p:cNvSpPr>
            <a:spLocks noGrp="1"/>
          </p:cNvSpPr>
          <p:nvPr>
            <p:ph type="body" sz="quarter" idx="47" hasCustomPrompt="1"/>
          </p:nvPr>
        </p:nvSpPr>
        <p:spPr>
          <a:xfrm>
            <a:off x="6400766" y="1734312"/>
            <a:ext cx="5346475" cy="107721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a:t>
            </a:r>
            <a:endParaRPr lang="ru-RU" dirty="0"/>
          </a:p>
        </p:txBody>
      </p:sp>
      <p:sp>
        <p:nvSpPr>
          <p:cNvPr id="135" name="Текст 45">
            <a:extLst>
              <a:ext uri="{FF2B5EF4-FFF2-40B4-BE49-F238E27FC236}">
                <a16:creationId xmlns:a16="http://schemas.microsoft.com/office/drawing/2014/main" id="{D0B1D9DF-1941-DE2F-F043-13CD09D6F82A}"/>
              </a:ext>
            </a:extLst>
          </p:cNvPr>
          <p:cNvSpPr>
            <a:spLocks noGrp="1"/>
          </p:cNvSpPr>
          <p:nvPr>
            <p:ph type="body" sz="quarter" idx="98" hasCustomPrompt="1"/>
          </p:nvPr>
        </p:nvSpPr>
        <p:spPr>
          <a:xfrm>
            <a:off x="6400766" y="3132870"/>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effectLst/>
              </a:rPr>
              <a:t>Наше решение</a:t>
            </a:r>
            <a:endParaRPr lang="ru-RU" dirty="0"/>
          </a:p>
        </p:txBody>
      </p:sp>
      <p:sp>
        <p:nvSpPr>
          <p:cNvPr id="136" name="Текст 61">
            <a:extLst>
              <a:ext uri="{FF2B5EF4-FFF2-40B4-BE49-F238E27FC236}">
                <a16:creationId xmlns:a16="http://schemas.microsoft.com/office/drawing/2014/main" id="{1208C911-9DEF-7E75-81F5-EAF0CF7A0988}"/>
              </a:ext>
            </a:extLst>
          </p:cNvPr>
          <p:cNvSpPr>
            <a:spLocks noGrp="1"/>
          </p:cNvSpPr>
          <p:nvPr>
            <p:ph type="body" sz="quarter" idx="99" hasCustomPrompt="1"/>
          </p:nvPr>
        </p:nvSpPr>
        <p:spPr>
          <a:xfrm>
            <a:off x="6400766" y="3479513"/>
            <a:ext cx="5346475" cy="107721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a:t>
            </a:r>
            <a:endParaRPr lang="ru-RU" dirty="0"/>
          </a:p>
        </p:txBody>
      </p:sp>
      <p:sp>
        <p:nvSpPr>
          <p:cNvPr id="137" name="Текст 45">
            <a:extLst>
              <a:ext uri="{FF2B5EF4-FFF2-40B4-BE49-F238E27FC236}">
                <a16:creationId xmlns:a16="http://schemas.microsoft.com/office/drawing/2014/main" id="{C0AB0689-E11C-F7BC-C393-C9E6A1A640A7}"/>
              </a:ext>
            </a:extLst>
          </p:cNvPr>
          <p:cNvSpPr>
            <a:spLocks noGrp="1"/>
          </p:cNvSpPr>
          <p:nvPr>
            <p:ph type="body" sz="quarter" idx="100" hasCustomPrompt="1"/>
          </p:nvPr>
        </p:nvSpPr>
        <p:spPr>
          <a:xfrm>
            <a:off x="6400766" y="4899087"/>
            <a:ext cx="3432178" cy="203200"/>
          </a:xfrm>
        </p:spPr>
        <p:txBody>
          <a:bodyPr vert="horz" lIns="0" tIns="0" rIns="0" bIns="0" rtlCol="0">
            <a:noAutofit/>
          </a:bodyPr>
          <a:lstStyle>
            <a:lvl1pPr>
              <a:defRPr lang="en-US" sz="1600" dirty="0">
                <a:effectLst/>
                <a:latin typeface="+mn-lt"/>
              </a:defRPr>
            </a:lvl1pPr>
          </a:lstStyle>
          <a:p>
            <a:pPr lvl="0" indent="0">
              <a:lnSpc>
                <a:spcPct val="100000"/>
              </a:lnSpc>
              <a:spcBef>
                <a:spcPts val="0"/>
              </a:spcBef>
            </a:pPr>
            <a:r>
              <a:rPr lang="ru-RU" sz="1600" dirty="0"/>
              <a:t>Результаты проекта</a:t>
            </a:r>
          </a:p>
        </p:txBody>
      </p:sp>
      <p:sp>
        <p:nvSpPr>
          <p:cNvPr id="139" name="Текст 25">
            <a:extLst>
              <a:ext uri="{FF2B5EF4-FFF2-40B4-BE49-F238E27FC236}">
                <a16:creationId xmlns:a16="http://schemas.microsoft.com/office/drawing/2014/main" id="{88F73A77-4030-2E39-C4CA-F0CFCFCDE805}"/>
              </a:ext>
            </a:extLst>
          </p:cNvPr>
          <p:cNvSpPr>
            <a:spLocks noGrp="1"/>
          </p:cNvSpPr>
          <p:nvPr>
            <p:ph type="body" sz="quarter" idx="101" hasCustomPrompt="1"/>
          </p:nvPr>
        </p:nvSpPr>
        <p:spPr>
          <a:xfrm>
            <a:off x="355598" y="4903490"/>
            <a:ext cx="2630198" cy="430887"/>
          </a:xfrm>
        </p:spPr>
        <p:txBody>
          <a:bodyPr/>
          <a:lstStyle>
            <a:lvl1pPr>
              <a:lnSpc>
                <a:spcPct val="100000"/>
              </a:lnSpc>
              <a:defRPr sz="2800" kern="0" spc="-30" baseline="0">
                <a:solidFill>
                  <a:schemeClr val="bg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150+</a:t>
            </a:r>
            <a:endParaRPr lang="ru-RU" dirty="0"/>
          </a:p>
        </p:txBody>
      </p:sp>
      <p:sp>
        <p:nvSpPr>
          <p:cNvPr id="140" name="Текст 61">
            <a:extLst>
              <a:ext uri="{FF2B5EF4-FFF2-40B4-BE49-F238E27FC236}">
                <a16:creationId xmlns:a16="http://schemas.microsoft.com/office/drawing/2014/main" id="{D17A0222-1A0F-D118-1776-8FEF9FA0BF20}"/>
              </a:ext>
            </a:extLst>
          </p:cNvPr>
          <p:cNvSpPr>
            <a:spLocks noGrp="1"/>
          </p:cNvSpPr>
          <p:nvPr>
            <p:ph type="body" sz="quarter" idx="102" hasCustomPrompt="1"/>
          </p:nvPr>
        </p:nvSpPr>
        <p:spPr>
          <a:xfrm>
            <a:off x="349925" y="5364385"/>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bg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Кастомных отчетов</a:t>
            </a:r>
            <a:endParaRPr lang="ru-RU" dirty="0"/>
          </a:p>
        </p:txBody>
      </p:sp>
      <p:cxnSp>
        <p:nvCxnSpPr>
          <p:cNvPr id="144" name="Прямая соединительная линия 143">
            <a:extLst>
              <a:ext uri="{FF2B5EF4-FFF2-40B4-BE49-F238E27FC236}">
                <a16:creationId xmlns:a16="http://schemas.microsoft.com/office/drawing/2014/main" id="{B3C2FD36-718F-21C8-23D5-213067DFC4D3}"/>
              </a:ext>
            </a:extLst>
          </p:cNvPr>
          <p:cNvCxnSpPr/>
          <p:nvPr userDrawn="1"/>
        </p:nvCxnSpPr>
        <p:spPr>
          <a:xfrm>
            <a:off x="355598" y="4773168"/>
            <a:ext cx="280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5" name="Текст 25">
            <a:extLst>
              <a:ext uri="{FF2B5EF4-FFF2-40B4-BE49-F238E27FC236}">
                <a16:creationId xmlns:a16="http://schemas.microsoft.com/office/drawing/2014/main" id="{8EB424CF-FBB7-56EF-75AF-28C48972FD38}"/>
              </a:ext>
            </a:extLst>
          </p:cNvPr>
          <p:cNvSpPr>
            <a:spLocks noGrp="1"/>
          </p:cNvSpPr>
          <p:nvPr>
            <p:ph type="body" sz="quarter" idx="103" hasCustomPrompt="1"/>
          </p:nvPr>
        </p:nvSpPr>
        <p:spPr>
          <a:xfrm>
            <a:off x="355598" y="5901427"/>
            <a:ext cx="2630198" cy="430887"/>
          </a:xfrm>
        </p:spPr>
        <p:txBody>
          <a:bodyPr/>
          <a:lstStyle>
            <a:lvl1pPr>
              <a:lnSpc>
                <a:spcPct val="100000"/>
              </a:lnSpc>
              <a:defRPr sz="2800" kern="0" spc="-30" baseline="0">
                <a:solidFill>
                  <a:schemeClr val="bg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80+</a:t>
            </a:r>
            <a:endParaRPr lang="ru-RU" dirty="0"/>
          </a:p>
        </p:txBody>
      </p:sp>
      <p:sp>
        <p:nvSpPr>
          <p:cNvPr id="146" name="Текст 61">
            <a:extLst>
              <a:ext uri="{FF2B5EF4-FFF2-40B4-BE49-F238E27FC236}">
                <a16:creationId xmlns:a16="http://schemas.microsoft.com/office/drawing/2014/main" id="{546D0200-D65A-E8B6-C334-6DAF269A4003}"/>
              </a:ext>
            </a:extLst>
          </p:cNvPr>
          <p:cNvSpPr>
            <a:spLocks noGrp="1"/>
          </p:cNvSpPr>
          <p:nvPr>
            <p:ph type="body" sz="quarter" idx="104" hasCustomPrompt="1"/>
          </p:nvPr>
        </p:nvSpPr>
        <p:spPr>
          <a:xfrm>
            <a:off x="349925" y="6362322"/>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bg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Интеграций</a:t>
            </a:r>
            <a:endParaRPr lang="ru-RU" dirty="0"/>
          </a:p>
        </p:txBody>
      </p:sp>
      <p:cxnSp>
        <p:nvCxnSpPr>
          <p:cNvPr id="147" name="Прямая соединительная линия 146">
            <a:extLst>
              <a:ext uri="{FF2B5EF4-FFF2-40B4-BE49-F238E27FC236}">
                <a16:creationId xmlns:a16="http://schemas.microsoft.com/office/drawing/2014/main" id="{2F5EFC51-872A-2AAF-F3A3-9E85928845C3}"/>
              </a:ext>
            </a:extLst>
          </p:cNvPr>
          <p:cNvCxnSpPr/>
          <p:nvPr userDrawn="1"/>
        </p:nvCxnSpPr>
        <p:spPr>
          <a:xfrm>
            <a:off x="355598" y="5771105"/>
            <a:ext cx="280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8" name="Текст 25">
            <a:extLst>
              <a:ext uri="{FF2B5EF4-FFF2-40B4-BE49-F238E27FC236}">
                <a16:creationId xmlns:a16="http://schemas.microsoft.com/office/drawing/2014/main" id="{E753D229-7D74-2849-F21F-D01ADE16A947}"/>
              </a:ext>
            </a:extLst>
          </p:cNvPr>
          <p:cNvSpPr>
            <a:spLocks noGrp="1"/>
          </p:cNvSpPr>
          <p:nvPr>
            <p:ph type="body" sz="quarter" idx="105" hasCustomPrompt="1"/>
          </p:nvPr>
        </p:nvSpPr>
        <p:spPr>
          <a:xfrm>
            <a:off x="3251572" y="4903490"/>
            <a:ext cx="2630198" cy="430887"/>
          </a:xfrm>
        </p:spPr>
        <p:txBody>
          <a:bodyPr/>
          <a:lstStyle>
            <a:lvl1pPr>
              <a:lnSpc>
                <a:spcPct val="100000"/>
              </a:lnSpc>
              <a:defRPr sz="2800" kern="0" spc="-30" baseline="0">
                <a:solidFill>
                  <a:schemeClr val="bg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16 000+</a:t>
            </a:r>
            <a:endParaRPr lang="ru-RU" dirty="0"/>
          </a:p>
        </p:txBody>
      </p:sp>
      <p:sp>
        <p:nvSpPr>
          <p:cNvPr id="149" name="Текст 61">
            <a:extLst>
              <a:ext uri="{FF2B5EF4-FFF2-40B4-BE49-F238E27FC236}">
                <a16:creationId xmlns:a16="http://schemas.microsoft.com/office/drawing/2014/main" id="{7C8BD11E-F2FA-6109-86FC-F426F4D3F952}"/>
              </a:ext>
            </a:extLst>
          </p:cNvPr>
          <p:cNvSpPr>
            <a:spLocks noGrp="1"/>
          </p:cNvSpPr>
          <p:nvPr>
            <p:ph type="body" sz="quarter" idx="106" hasCustomPrompt="1"/>
          </p:nvPr>
        </p:nvSpPr>
        <p:spPr>
          <a:xfrm>
            <a:off x="3245899" y="5364385"/>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bg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Сотрудников и физлиц</a:t>
            </a:r>
            <a:endParaRPr lang="ru-RU" dirty="0"/>
          </a:p>
        </p:txBody>
      </p:sp>
      <p:cxnSp>
        <p:nvCxnSpPr>
          <p:cNvPr id="150" name="Прямая соединительная линия 149">
            <a:extLst>
              <a:ext uri="{FF2B5EF4-FFF2-40B4-BE49-F238E27FC236}">
                <a16:creationId xmlns:a16="http://schemas.microsoft.com/office/drawing/2014/main" id="{C1E25C94-F521-6B45-8DC0-4CBA62836DF3}"/>
              </a:ext>
            </a:extLst>
          </p:cNvPr>
          <p:cNvCxnSpPr/>
          <p:nvPr userDrawn="1"/>
        </p:nvCxnSpPr>
        <p:spPr>
          <a:xfrm>
            <a:off x="3251572" y="4773168"/>
            <a:ext cx="244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1" name="Текст 25">
            <a:extLst>
              <a:ext uri="{FF2B5EF4-FFF2-40B4-BE49-F238E27FC236}">
                <a16:creationId xmlns:a16="http://schemas.microsoft.com/office/drawing/2014/main" id="{58E2BA28-59EE-C494-993E-3131852895C2}"/>
              </a:ext>
            </a:extLst>
          </p:cNvPr>
          <p:cNvSpPr>
            <a:spLocks noGrp="1"/>
          </p:cNvSpPr>
          <p:nvPr>
            <p:ph type="body" sz="quarter" idx="107" hasCustomPrompt="1"/>
          </p:nvPr>
        </p:nvSpPr>
        <p:spPr>
          <a:xfrm>
            <a:off x="3251572" y="5901427"/>
            <a:ext cx="2630198" cy="430887"/>
          </a:xfrm>
        </p:spPr>
        <p:txBody>
          <a:bodyPr/>
          <a:lstStyle>
            <a:lvl1pPr>
              <a:lnSpc>
                <a:spcPct val="100000"/>
              </a:lnSpc>
              <a:defRPr sz="2800" kern="0" spc="-30" baseline="0">
                <a:solidFill>
                  <a:schemeClr val="bg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60+</a:t>
            </a:r>
            <a:endParaRPr lang="ru-RU" dirty="0"/>
          </a:p>
        </p:txBody>
      </p:sp>
      <p:sp>
        <p:nvSpPr>
          <p:cNvPr id="152" name="Текст 61">
            <a:extLst>
              <a:ext uri="{FF2B5EF4-FFF2-40B4-BE49-F238E27FC236}">
                <a16:creationId xmlns:a16="http://schemas.microsoft.com/office/drawing/2014/main" id="{55C23C7F-1058-F01F-90D0-F789F00224BF}"/>
              </a:ext>
            </a:extLst>
          </p:cNvPr>
          <p:cNvSpPr>
            <a:spLocks noGrp="1"/>
          </p:cNvSpPr>
          <p:nvPr>
            <p:ph type="body" sz="quarter" idx="108" hasCustomPrompt="1"/>
          </p:nvPr>
        </p:nvSpPr>
        <p:spPr>
          <a:xfrm>
            <a:off x="3245899" y="6362322"/>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bg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Юридических лиц в орг. периметре</a:t>
            </a:r>
            <a:endParaRPr lang="ru-RU" dirty="0"/>
          </a:p>
        </p:txBody>
      </p:sp>
      <p:cxnSp>
        <p:nvCxnSpPr>
          <p:cNvPr id="153" name="Прямая соединительная линия 152">
            <a:extLst>
              <a:ext uri="{FF2B5EF4-FFF2-40B4-BE49-F238E27FC236}">
                <a16:creationId xmlns:a16="http://schemas.microsoft.com/office/drawing/2014/main" id="{4E4FDCF5-E772-3DDD-8CEF-414419165142}"/>
              </a:ext>
            </a:extLst>
          </p:cNvPr>
          <p:cNvCxnSpPr/>
          <p:nvPr userDrawn="1"/>
        </p:nvCxnSpPr>
        <p:spPr>
          <a:xfrm>
            <a:off x="3251572" y="5771105"/>
            <a:ext cx="244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58" name="Рисунок 157">
            <a:extLst>
              <a:ext uri="{FF2B5EF4-FFF2-40B4-BE49-F238E27FC236}">
                <a16:creationId xmlns:a16="http://schemas.microsoft.com/office/drawing/2014/main" id="{42B04E84-CFAE-07EF-613A-ACD11E11DFA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sp>
        <p:nvSpPr>
          <p:cNvPr id="6" name="Текст 4">
            <a:extLst>
              <a:ext uri="{FF2B5EF4-FFF2-40B4-BE49-F238E27FC236}">
                <a16:creationId xmlns:a16="http://schemas.microsoft.com/office/drawing/2014/main" id="{89DC21E9-1D50-ED74-3357-AADD4418E534}"/>
              </a:ext>
            </a:extLst>
          </p:cNvPr>
          <p:cNvSpPr>
            <a:spLocks noGrp="1"/>
          </p:cNvSpPr>
          <p:nvPr>
            <p:ph type="body" sz="quarter" idx="110" hasCustomPrompt="1"/>
          </p:nvPr>
        </p:nvSpPr>
        <p:spPr>
          <a:xfrm>
            <a:off x="349250" y="1406137"/>
            <a:ext cx="4559300" cy="224933"/>
          </a:xfr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ru-RU" dirty="0"/>
              <a:t>Название компании</a:t>
            </a:r>
          </a:p>
        </p:txBody>
      </p:sp>
      <p:sp>
        <p:nvSpPr>
          <p:cNvPr id="8" name="Текст 4">
            <a:extLst>
              <a:ext uri="{FF2B5EF4-FFF2-40B4-BE49-F238E27FC236}">
                <a16:creationId xmlns:a16="http://schemas.microsoft.com/office/drawing/2014/main" id="{D9548EF5-D557-5BD4-3BF2-97A76A603E57}"/>
              </a:ext>
            </a:extLst>
          </p:cNvPr>
          <p:cNvSpPr>
            <a:spLocks noGrp="1"/>
          </p:cNvSpPr>
          <p:nvPr>
            <p:ph type="body" sz="quarter" idx="111" hasCustomPrompt="1"/>
          </p:nvPr>
        </p:nvSpPr>
        <p:spPr>
          <a:xfrm>
            <a:off x="349250" y="230875"/>
            <a:ext cx="4559300" cy="224933"/>
          </a:xfr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ru-RU" dirty="0"/>
              <a:t>Кейс</a:t>
            </a:r>
          </a:p>
        </p:txBody>
      </p:sp>
      <p:pic>
        <p:nvPicPr>
          <p:cNvPr id="4" name="Image 1" descr=" ">
            <a:extLst>
              <a:ext uri="{FF2B5EF4-FFF2-40B4-BE49-F238E27FC236}">
                <a16:creationId xmlns:a16="http://schemas.microsoft.com/office/drawing/2014/main" id="{41C2452E-8704-FDDB-DAD1-A3EB303A70D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1402005052"/>
      </p:ext>
    </p:extLst>
  </p:cSld>
  <p:clrMapOvr>
    <a:masterClrMapping/>
  </p:clrMapOvr>
  <p:extLst>
    <p:ext uri="{DCECCB84-F9BA-43D5-87BE-67443E8EF086}">
      <p15:sldGuideLst xmlns:p15="http://schemas.microsoft.com/office/powerpoint/2012/main">
        <p15:guide id="1" orient="horz" pos="4088">
          <p15:clr>
            <a:srgbClr val="FBAE40"/>
          </p15:clr>
        </p15:guide>
        <p15:guide id="2" pos="3874">
          <p15:clr>
            <a:srgbClr val="FBAE40"/>
          </p15:clr>
        </p15:guide>
        <p15:guide id="3" orient="horz" pos="232">
          <p15:clr>
            <a:srgbClr val="FBAE40"/>
          </p15:clr>
        </p15:guide>
        <p15:guide id="4" orient="horz" pos="822">
          <p15:clr>
            <a:srgbClr val="FBAE40"/>
          </p15:clr>
        </p15:guide>
        <p15:guide id="5" orient="horz" pos="890">
          <p15:clr>
            <a:srgbClr val="FBAE40"/>
          </p15:clr>
        </p15:guide>
        <p15:guide id="6" pos="234">
          <p15:clr>
            <a:srgbClr val="FBAE40"/>
          </p15:clr>
        </p15:guide>
        <p15:guide id="7" orient="horz" pos="1469">
          <p15:clr>
            <a:srgbClr val="FBAE40"/>
          </p15:clr>
        </p15:guide>
        <p15:guide id="8" orient="horz" pos="1537">
          <p15:clr>
            <a:srgbClr val="FBAE40"/>
          </p15:clr>
        </p15:guide>
        <p15:guide id="9" orient="horz" pos="2126">
          <p15:clr>
            <a:srgbClr val="FBAE40"/>
          </p15:clr>
        </p15:guide>
        <p15:guide id="10" orient="horz" pos="2183">
          <p15:clr>
            <a:srgbClr val="FBAE40"/>
          </p15:clr>
        </p15:guide>
        <p15:guide id="11" orient="horz" pos="2784">
          <p15:clr>
            <a:srgbClr val="FBAE40"/>
          </p15:clr>
        </p15:guide>
        <p15:guide id="12" orient="horz" pos="2852">
          <p15:clr>
            <a:srgbClr val="FBAE40"/>
          </p15:clr>
        </p15:guide>
        <p15:guide id="13" orient="horz" pos="3430">
          <p15:clr>
            <a:srgbClr val="FBAE40"/>
          </p15:clr>
        </p15:guide>
        <p15:guide id="14" orient="horz" pos="3498">
          <p15:clr>
            <a:srgbClr val="FBAE40"/>
          </p15:clr>
        </p15:guide>
        <p15:guide id="15" pos="756">
          <p15:clr>
            <a:srgbClr val="FBAE40"/>
          </p15:clr>
        </p15:guide>
        <p15:guide id="16" pos="835">
          <p15:clr>
            <a:srgbClr val="FBAE40"/>
          </p15:clr>
        </p15:guide>
        <p15:guide id="17" pos="1380">
          <p15:clr>
            <a:srgbClr val="FBAE40"/>
          </p15:clr>
        </p15:guide>
        <p15:guide id="18" pos="1448">
          <p15:clr>
            <a:srgbClr val="FBAE40"/>
          </p15:clr>
        </p15:guide>
        <p15:guide id="19" pos="1981">
          <p15:clr>
            <a:srgbClr val="FBAE40"/>
          </p15:clr>
        </p15:guide>
        <p15:guide id="20" pos="2049">
          <p15:clr>
            <a:srgbClr val="FBAE40"/>
          </p15:clr>
        </p15:guide>
        <p15:guide id="21" pos="2593">
          <p15:clr>
            <a:srgbClr val="FBAE40"/>
          </p15:clr>
        </p15:guide>
        <p15:guide id="22" pos="2661">
          <p15:clr>
            <a:srgbClr val="FBAE40"/>
          </p15:clr>
        </p15:guide>
        <p15:guide id="23" pos="3205">
          <p15:clr>
            <a:srgbClr val="FBAE40"/>
          </p15:clr>
        </p15:guide>
        <p15:guide id="24" pos="3273">
          <p15:clr>
            <a:srgbClr val="FBAE40"/>
          </p15:clr>
        </p15:guide>
        <p15:guide id="25" pos="3806">
          <p15:clr>
            <a:srgbClr val="FBAE40"/>
          </p15:clr>
        </p15:guide>
        <p15:guide id="26" pos="4418">
          <p15:clr>
            <a:srgbClr val="FBAE40"/>
          </p15:clr>
        </p15:guide>
        <p15:guide id="27" pos="4486">
          <p15:clr>
            <a:srgbClr val="FBAE40"/>
          </p15:clr>
        </p15:guide>
        <p15:guide id="28" pos="5019">
          <p15:clr>
            <a:srgbClr val="FBAE40"/>
          </p15:clr>
        </p15:guide>
        <p15:guide id="29" pos="5087">
          <p15:clr>
            <a:srgbClr val="FBAE40"/>
          </p15:clr>
        </p15:guide>
        <p15:guide id="30" pos="5631">
          <p15:clr>
            <a:srgbClr val="FBAE40"/>
          </p15:clr>
        </p15:guide>
        <p15:guide id="31" pos="5699">
          <p15:clr>
            <a:srgbClr val="FBAE40"/>
          </p15:clr>
        </p15:guide>
        <p15:guide id="32" pos="6232">
          <p15:clr>
            <a:srgbClr val="FBAE40"/>
          </p15:clr>
        </p15:guide>
        <p15:guide id="33" pos="6300">
          <p15:clr>
            <a:srgbClr val="FBAE40"/>
          </p15:clr>
        </p15:guide>
        <p15:guide id="34" pos="6845">
          <p15:clr>
            <a:srgbClr val="FBAE40"/>
          </p15:clr>
        </p15:guide>
        <p15:guide id="35" pos="6913">
          <p15:clr>
            <a:srgbClr val="FBAE40"/>
          </p15:clr>
        </p15:guide>
        <p15:guide id="36" pos="744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1_Кейс с изображением 1/4 белый">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62B9D2FE-EA5C-EF6F-7840-BB5F248A537E}"/>
              </a:ext>
            </a:extLst>
          </p:cNvPr>
          <p:cNvSpPr/>
          <p:nvPr userDrawn="1"/>
        </p:nvSpPr>
        <p:spPr>
          <a:xfrm>
            <a:off x="0" y="893"/>
            <a:ext cx="6045168" cy="6857107"/>
          </a:xfrm>
          <a:prstGeom prst="rect">
            <a:avLst/>
          </a:prstGeom>
          <a:solidFill>
            <a:schemeClr val="bg2"/>
          </a:solidFill>
          <a:ln/>
        </p:spPr>
      </p:sp>
      <p:sp>
        <p:nvSpPr>
          <p:cNvPr id="3" name="Рисунок 2">
            <a:extLst>
              <a:ext uri="{FF2B5EF4-FFF2-40B4-BE49-F238E27FC236}">
                <a16:creationId xmlns:a16="http://schemas.microsoft.com/office/drawing/2014/main" id="{D9464A30-B7CC-869E-937C-67DB6850755C}"/>
              </a:ext>
            </a:extLst>
          </p:cNvPr>
          <p:cNvSpPr>
            <a:spLocks noGrp="1"/>
          </p:cNvSpPr>
          <p:nvPr>
            <p:ph type="pic" sz="quarter" idx="109"/>
          </p:nvPr>
        </p:nvSpPr>
        <p:spPr>
          <a:xfrm>
            <a:off x="0" y="3479514"/>
            <a:ext cx="6045200" cy="3378486"/>
          </a:xfrm>
          <a:blipFill>
            <a:blip r:embed="rId2" cstate="screen">
              <a:extLst>
                <a:ext uri="{28A0092B-C50C-407E-A947-70E740481C1C}">
                  <a14:useLocalDpi xmlns:a14="http://schemas.microsoft.com/office/drawing/2010/main"/>
                </a:ext>
              </a:extLst>
            </a:blip>
            <a:stretch>
              <a:fillRect/>
            </a:stretch>
          </a:blipFill>
        </p:spPr>
        <p:txBody>
          <a:bodyPr/>
          <a:lstStyle/>
          <a:p>
            <a:r>
              <a:rPr lang="ru-RU"/>
              <a:t>Вставка рисунка</a:t>
            </a:r>
            <a:endParaRPr lang="ru-RU" dirty="0"/>
          </a:p>
        </p:txBody>
      </p:sp>
      <p:sp>
        <p:nvSpPr>
          <p:cNvPr id="112" name="Номер слайда 5">
            <a:extLst>
              <a:ext uri="{FF2B5EF4-FFF2-40B4-BE49-F238E27FC236}">
                <a16:creationId xmlns:a16="http://schemas.microsoft.com/office/drawing/2014/main" id="{C9C0EA62-2D05-0D41-2ACB-7147246722F6}"/>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18" name="Текст 25">
            <a:extLst>
              <a:ext uri="{FF2B5EF4-FFF2-40B4-BE49-F238E27FC236}">
                <a16:creationId xmlns:a16="http://schemas.microsoft.com/office/drawing/2014/main" id="{4E7451E5-DB1D-C287-2FEA-23D7A1AADC37}"/>
              </a:ext>
            </a:extLst>
          </p:cNvPr>
          <p:cNvSpPr>
            <a:spLocks noGrp="1"/>
          </p:cNvSpPr>
          <p:nvPr>
            <p:ph type="body" sz="quarter" idx="41" hasCustomPrompt="1"/>
          </p:nvPr>
        </p:nvSpPr>
        <p:spPr>
          <a:xfrm>
            <a:off x="352684" y="1814808"/>
            <a:ext cx="4555218" cy="1292662"/>
          </a:xfrm>
        </p:spPr>
        <p:txBody>
          <a:bodyPr/>
          <a:lstStyle>
            <a:lvl1pPr>
              <a:lnSpc>
                <a:spcPct val="100000"/>
              </a:lnSpc>
              <a:defRPr sz="2800" kern="0" spc="-30" baseline="0">
                <a:solidFill>
                  <a:schemeClr val="tx1"/>
                </a:solidFill>
                <a:latin typeface="+mj-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Сокращение трудозатрат</a:t>
            </a:r>
            <a:br>
              <a:rPr lang="ru-RU" dirty="0"/>
            </a:br>
            <a:r>
              <a:rPr lang="ru-RU" dirty="0">
                <a:effectLst/>
              </a:rPr>
              <a:t>на расчет и выплату заработной платы </a:t>
            </a:r>
            <a:endParaRPr lang="ru-RU" dirty="0"/>
          </a:p>
        </p:txBody>
      </p:sp>
      <p:sp>
        <p:nvSpPr>
          <p:cNvPr id="132" name="Текст 45">
            <a:extLst>
              <a:ext uri="{FF2B5EF4-FFF2-40B4-BE49-F238E27FC236}">
                <a16:creationId xmlns:a16="http://schemas.microsoft.com/office/drawing/2014/main" id="{4081667A-D387-7F2C-606A-87F8EEC36035}"/>
              </a:ext>
            </a:extLst>
          </p:cNvPr>
          <p:cNvSpPr>
            <a:spLocks noGrp="1"/>
          </p:cNvSpPr>
          <p:nvPr>
            <p:ph type="body" sz="quarter" idx="42" hasCustomPrompt="1"/>
          </p:nvPr>
        </p:nvSpPr>
        <p:spPr>
          <a:xfrm>
            <a:off x="6400766" y="1387669"/>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effectLst/>
              </a:rPr>
              <a:t>Проблема клиента</a:t>
            </a:r>
            <a:endParaRPr lang="ru-RU" dirty="0"/>
          </a:p>
        </p:txBody>
      </p:sp>
      <p:sp>
        <p:nvSpPr>
          <p:cNvPr id="133" name="Текст 11">
            <a:extLst>
              <a:ext uri="{FF2B5EF4-FFF2-40B4-BE49-F238E27FC236}">
                <a16:creationId xmlns:a16="http://schemas.microsoft.com/office/drawing/2014/main" id="{0D9D2CD0-19CA-E2AA-DB0C-17F84D316500}"/>
              </a:ext>
            </a:extLst>
          </p:cNvPr>
          <p:cNvSpPr>
            <a:spLocks noGrp="1"/>
          </p:cNvSpPr>
          <p:nvPr>
            <p:ph type="body" sz="quarter" idx="97" hasCustomPrompt="1"/>
          </p:nvPr>
        </p:nvSpPr>
        <p:spPr>
          <a:xfrm>
            <a:off x="6479600" y="5230392"/>
            <a:ext cx="5267641" cy="833113"/>
          </a:xfrm>
        </p:spPr>
        <p:txBody>
          <a:bodyPr wrap="square">
            <a:spAutoFit/>
          </a:bodyPr>
          <a:lstStyle>
            <a:lvl1pPr marL="114277" marR="0" indent="-114277" algn="l" defTabSz="457109" rtl="0" eaLnBrk="1" fontAlgn="auto" latinLnBrk="0" hangingPunct="1">
              <a:lnSpc>
                <a:spcPct val="90000"/>
              </a:lnSpc>
              <a:spcBef>
                <a:spcPts val="0"/>
              </a:spcBef>
              <a:spcAft>
                <a:spcPts val="0"/>
              </a:spcAft>
              <a:buClrTx/>
              <a:buSzTx/>
              <a:buFont typeface="Arial" panose="020B0604020202020204" pitchFamily="34" charset="0"/>
              <a:buChar char="•"/>
              <a:tabLst/>
              <a:defRPr sz="1000" baseline="0">
                <a:latin typeface="+mn-lt"/>
              </a:defRPr>
            </a:lvl1pPr>
            <a:lvl2pPr>
              <a:defRPr sz="1000"/>
            </a:lvl2pPr>
            <a:lvl3pPr>
              <a:defRPr sz="1000"/>
            </a:lvl3pPr>
            <a:lvl4pPr>
              <a:defRPr sz="1000"/>
            </a:lvl4pPr>
            <a:lvl5pPr>
              <a:defRPr sz="1000"/>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p:txBody>
      </p:sp>
      <p:sp>
        <p:nvSpPr>
          <p:cNvPr id="134" name="Текст 61">
            <a:extLst>
              <a:ext uri="{FF2B5EF4-FFF2-40B4-BE49-F238E27FC236}">
                <a16:creationId xmlns:a16="http://schemas.microsoft.com/office/drawing/2014/main" id="{F471795F-7F2D-9AB9-A719-F6DFF57E8CDA}"/>
              </a:ext>
            </a:extLst>
          </p:cNvPr>
          <p:cNvSpPr>
            <a:spLocks noGrp="1"/>
          </p:cNvSpPr>
          <p:nvPr>
            <p:ph type="body" sz="quarter" idx="47" hasCustomPrompt="1"/>
          </p:nvPr>
        </p:nvSpPr>
        <p:spPr>
          <a:xfrm>
            <a:off x="6400766" y="1734312"/>
            <a:ext cx="5346475" cy="107721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a:t>
            </a:r>
            <a:endParaRPr lang="ru-RU" dirty="0"/>
          </a:p>
        </p:txBody>
      </p:sp>
      <p:sp>
        <p:nvSpPr>
          <p:cNvPr id="135" name="Текст 45">
            <a:extLst>
              <a:ext uri="{FF2B5EF4-FFF2-40B4-BE49-F238E27FC236}">
                <a16:creationId xmlns:a16="http://schemas.microsoft.com/office/drawing/2014/main" id="{D0B1D9DF-1941-DE2F-F043-13CD09D6F82A}"/>
              </a:ext>
            </a:extLst>
          </p:cNvPr>
          <p:cNvSpPr>
            <a:spLocks noGrp="1"/>
          </p:cNvSpPr>
          <p:nvPr>
            <p:ph type="body" sz="quarter" idx="98" hasCustomPrompt="1"/>
          </p:nvPr>
        </p:nvSpPr>
        <p:spPr>
          <a:xfrm>
            <a:off x="6400766" y="3132870"/>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effectLst/>
              </a:rPr>
              <a:t>Наше решение</a:t>
            </a:r>
            <a:endParaRPr lang="ru-RU" dirty="0"/>
          </a:p>
        </p:txBody>
      </p:sp>
      <p:sp>
        <p:nvSpPr>
          <p:cNvPr id="136" name="Текст 61">
            <a:extLst>
              <a:ext uri="{FF2B5EF4-FFF2-40B4-BE49-F238E27FC236}">
                <a16:creationId xmlns:a16="http://schemas.microsoft.com/office/drawing/2014/main" id="{1208C911-9DEF-7E75-81F5-EAF0CF7A0988}"/>
              </a:ext>
            </a:extLst>
          </p:cNvPr>
          <p:cNvSpPr>
            <a:spLocks noGrp="1"/>
          </p:cNvSpPr>
          <p:nvPr>
            <p:ph type="body" sz="quarter" idx="99" hasCustomPrompt="1"/>
          </p:nvPr>
        </p:nvSpPr>
        <p:spPr>
          <a:xfrm>
            <a:off x="6400766" y="3479513"/>
            <a:ext cx="5346475" cy="107721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a:t>
            </a:r>
            <a:endParaRPr lang="ru-RU" dirty="0"/>
          </a:p>
        </p:txBody>
      </p:sp>
      <p:sp>
        <p:nvSpPr>
          <p:cNvPr id="137" name="Текст 45">
            <a:extLst>
              <a:ext uri="{FF2B5EF4-FFF2-40B4-BE49-F238E27FC236}">
                <a16:creationId xmlns:a16="http://schemas.microsoft.com/office/drawing/2014/main" id="{C0AB0689-E11C-F7BC-C393-C9E6A1A640A7}"/>
              </a:ext>
            </a:extLst>
          </p:cNvPr>
          <p:cNvSpPr>
            <a:spLocks noGrp="1"/>
          </p:cNvSpPr>
          <p:nvPr>
            <p:ph type="body" sz="quarter" idx="100" hasCustomPrompt="1"/>
          </p:nvPr>
        </p:nvSpPr>
        <p:spPr>
          <a:xfrm>
            <a:off x="6400766" y="4899087"/>
            <a:ext cx="3432178" cy="203200"/>
          </a:xfrm>
        </p:spPr>
        <p:txBody>
          <a:bodyPr>
            <a:noAutofit/>
          </a:bodyPr>
          <a:lstStyle>
            <a:lvl1pPr marL="0" indent="0">
              <a:lnSpc>
                <a:spcPct val="100000"/>
              </a:lnSpc>
              <a:spcBef>
                <a:spcPts val="0"/>
              </a:spcBef>
              <a:buNone/>
              <a:defRPr lang="en-US" sz="1600" kern="0" spc="0" baseline="0" dirty="0">
                <a:solidFill>
                  <a:schemeClr val="tx1"/>
                </a:solidFill>
                <a:effectLst/>
                <a:latin typeface="+mn-lt"/>
                <a:ea typeface="+mn-ea"/>
                <a:cs typeface="+mn-cs"/>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a:lnSpc>
                <a:spcPts val="1760"/>
              </a:lnSpc>
            </a:pPr>
            <a:r>
              <a:rPr lang="ru-RU" sz="1600" dirty="0"/>
              <a:t>Результаты проекта</a:t>
            </a:r>
          </a:p>
        </p:txBody>
      </p:sp>
      <p:sp>
        <p:nvSpPr>
          <p:cNvPr id="139" name="Текст 25">
            <a:extLst>
              <a:ext uri="{FF2B5EF4-FFF2-40B4-BE49-F238E27FC236}">
                <a16:creationId xmlns:a16="http://schemas.microsoft.com/office/drawing/2014/main" id="{88F73A77-4030-2E39-C4CA-F0CFCFCDE805}"/>
              </a:ext>
            </a:extLst>
          </p:cNvPr>
          <p:cNvSpPr>
            <a:spLocks noGrp="1"/>
          </p:cNvSpPr>
          <p:nvPr>
            <p:ph type="body" sz="quarter" idx="101" hasCustomPrompt="1"/>
          </p:nvPr>
        </p:nvSpPr>
        <p:spPr>
          <a:xfrm>
            <a:off x="355598" y="4903490"/>
            <a:ext cx="2630198" cy="430887"/>
          </a:xfrm>
        </p:spPr>
        <p:txBody>
          <a:bodyPr/>
          <a:lstStyle>
            <a:lvl1pPr>
              <a:lnSpc>
                <a:spcPct val="100000"/>
              </a:lnSpc>
              <a:defRPr sz="2800" kern="0" spc="-30" baseline="0">
                <a:solidFill>
                  <a:schemeClr val="bg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150+</a:t>
            </a:r>
            <a:endParaRPr lang="ru-RU" dirty="0"/>
          </a:p>
        </p:txBody>
      </p:sp>
      <p:sp>
        <p:nvSpPr>
          <p:cNvPr id="140" name="Текст 61">
            <a:extLst>
              <a:ext uri="{FF2B5EF4-FFF2-40B4-BE49-F238E27FC236}">
                <a16:creationId xmlns:a16="http://schemas.microsoft.com/office/drawing/2014/main" id="{D17A0222-1A0F-D118-1776-8FEF9FA0BF20}"/>
              </a:ext>
            </a:extLst>
          </p:cNvPr>
          <p:cNvSpPr>
            <a:spLocks noGrp="1"/>
          </p:cNvSpPr>
          <p:nvPr>
            <p:ph type="body" sz="quarter" idx="102" hasCustomPrompt="1"/>
          </p:nvPr>
        </p:nvSpPr>
        <p:spPr>
          <a:xfrm>
            <a:off x="349925" y="5364385"/>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bg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Кастомных отчетов</a:t>
            </a:r>
            <a:endParaRPr lang="ru-RU" dirty="0"/>
          </a:p>
        </p:txBody>
      </p:sp>
      <p:cxnSp>
        <p:nvCxnSpPr>
          <p:cNvPr id="144" name="Прямая соединительная линия 143">
            <a:extLst>
              <a:ext uri="{FF2B5EF4-FFF2-40B4-BE49-F238E27FC236}">
                <a16:creationId xmlns:a16="http://schemas.microsoft.com/office/drawing/2014/main" id="{B3C2FD36-718F-21C8-23D5-213067DFC4D3}"/>
              </a:ext>
            </a:extLst>
          </p:cNvPr>
          <p:cNvCxnSpPr/>
          <p:nvPr userDrawn="1"/>
        </p:nvCxnSpPr>
        <p:spPr>
          <a:xfrm>
            <a:off x="355598" y="4773168"/>
            <a:ext cx="280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5" name="Текст 25">
            <a:extLst>
              <a:ext uri="{FF2B5EF4-FFF2-40B4-BE49-F238E27FC236}">
                <a16:creationId xmlns:a16="http://schemas.microsoft.com/office/drawing/2014/main" id="{8EB424CF-FBB7-56EF-75AF-28C48972FD38}"/>
              </a:ext>
            </a:extLst>
          </p:cNvPr>
          <p:cNvSpPr>
            <a:spLocks noGrp="1"/>
          </p:cNvSpPr>
          <p:nvPr>
            <p:ph type="body" sz="quarter" idx="103" hasCustomPrompt="1"/>
          </p:nvPr>
        </p:nvSpPr>
        <p:spPr>
          <a:xfrm>
            <a:off x="355598" y="5901427"/>
            <a:ext cx="2630198" cy="430887"/>
          </a:xfrm>
        </p:spPr>
        <p:txBody>
          <a:bodyPr/>
          <a:lstStyle>
            <a:lvl1pPr>
              <a:lnSpc>
                <a:spcPct val="100000"/>
              </a:lnSpc>
              <a:defRPr sz="2800" kern="0" spc="-30" baseline="0">
                <a:solidFill>
                  <a:schemeClr val="bg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80+</a:t>
            </a:r>
            <a:endParaRPr lang="ru-RU" dirty="0"/>
          </a:p>
        </p:txBody>
      </p:sp>
      <p:sp>
        <p:nvSpPr>
          <p:cNvPr id="146" name="Текст 61">
            <a:extLst>
              <a:ext uri="{FF2B5EF4-FFF2-40B4-BE49-F238E27FC236}">
                <a16:creationId xmlns:a16="http://schemas.microsoft.com/office/drawing/2014/main" id="{546D0200-D65A-E8B6-C334-6DAF269A4003}"/>
              </a:ext>
            </a:extLst>
          </p:cNvPr>
          <p:cNvSpPr>
            <a:spLocks noGrp="1"/>
          </p:cNvSpPr>
          <p:nvPr>
            <p:ph type="body" sz="quarter" idx="104" hasCustomPrompt="1"/>
          </p:nvPr>
        </p:nvSpPr>
        <p:spPr>
          <a:xfrm>
            <a:off x="349925" y="6362322"/>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bg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Интеграций</a:t>
            </a:r>
            <a:endParaRPr lang="ru-RU" dirty="0"/>
          </a:p>
        </p:txBody>
      </p:sp>
      <p:cxnSp>
        <p:nvCxnSpPr>
          <p:cNvPr id="147" name="Прямая соединительная линия 146">
            <a:extLst>
              <a:ext uri="{FF2B5EF4-FFF2-40B4-BE49-F238E27FC236}">
                <a16:creationId xmlns:a16="http://schemas.microsoft.com/office/drawing/2014/main" id="{2F5EFC51-872A-2AAF-F3A3-9E85928845C3}"/>
              </a:ext>
            </a:extLst>
          </p:cNvPr>
          <p:cNvCxnSpPr/>
          <p:nvPr userDrawn="1"/>
        </p:nvCxnSpPr>
        <p:spPr>
          <a:xfrm>
            <a:off x="355598" y="5771105"/>
            <a:ext cx="280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8" name="Текст 25">
            <a:extLst>
              <a:ext uri="{FF2B5EF4-FFF2-40B4-BE49-F238E27FC236}">
                <a16:creationId xmlns:a16="http://schemas.microsoft.com/office/drawing/2014/main" id="{E753D229-7D74-2849-F21F-D01ADE16A947}"/>
              </a:ext>
            </a:extLst>
          </p:cNvPr>
          <p:cNvSpPr>
            <a:spLocks noGrp="1"/>
          </p:cNvSpPr>
          <p:nvPr>
            <p:ph type="body" sz="quarter" idx="105" hasCustomPrompt="1"/>
          </p:nvPr>
        </p:nvSpPr>
        <p:spPr>
          <a:xfrm>
            <a:off x="3251572" y="4903490"/>
            <a:ext cx="2630198" cy="430887"/>
          </a:xfrm>
        </p:spPr>
        <p:txBody>
          <a:bodyPr/>
          <a:lstStyle>
            <a:lvl1pPr>
              <a:lnSpc>
                <a:spcPct val="100000"/>
              </a:lnSpc>
              <a:defRPr sz="2800" kern="0" spc="-30" baseline="0">
                <a:solidFill>
                  <a:schemeClr val="bg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16 000+</a:t>
            </a:r>
            <a:endParaRPr lang="ru-RU" dirty="0"/>
          </a:p>
        </p:txBody>
      </p:sp>
      <p:sp>
        <p:nvSpPr>
          <p:cNvPr id="149" name="Текст 61">
            <a:extLst>
              <a:ext uri="{FF2B5EF4-FFF2-40B4-BE49-F238E27FC236}">
                <a16:creationId xmlns:a16="http://schemas.microsoft.com/office/drawing/2014/main" id="{7C8BD11E-F2FA-6109-86FC-F426F4D3F952}"/>
              </a:ext>
            </a:extLst>
          </p:cNvPr>
          <p:cNvSpPr>
            <a:spLocks noGrp="1"/>
          </p:cNvSpPr>
          <p:nvPr>
            <p:ph type="body" sz="quarter" idx="106" hasCustomPrompt="1"/>
          </p:nvPr>
        </p:nvSpPr>
        <p:spPr>
          <a:xfrm>
            <a:off x="3245899" y="5364385"/>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bg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Сотрудников и физлиц</a:t>
            </a:r>
            <a:endParaRPr lang="ru-RU" dirty="0"/>
          </a:p>
        </p:txBody>
      </p:sp>
      <p:cxnSp>
        <p:nvCxnSpPr>
          <p:cNvPr id="150" name="Прямая соединительная линия 149">
            <a:extLst>
              <a:ext uri="{FF2B5EF4-FFF2-40B4-BE49-F238E27FC236}">
                <a16:creationId xmlns:a16="http://schemas.microsoft.com/office/drawing/2014/main" id="{C1E25C94-F521-6B45-8DC0-4CBA62836DF3}"/>
              </a:ext>
            </a:extLst>
          </p:cNvPr>
          <p:cNvCxnSpPr/>
          <p:nvPr userDrawn="1"/>
        </p:nvCxnSpPr>
        <p:spPr>
          <a:xfrm>
            <a:off x="3251572" y="4773168"/>
            <a:ext cx="244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1" name="Текст 25">
            <a:extLst>
              <a:ext uri="{FF2B5EF4-FFF2-40B4-BE49-F238E27FC236}">
                <a16:creationId xmlns:a16="http://schemas.microsoft.com/office/drawing/2014/main" id="{58E2BA28-59EE-C494-993E-3131852895C2}"/>
              </a:ext>
            </a:extLst>
          </p:cNvPr>
          <p:cNvSpPr>
            <a:spLocks noGrp="1"/>
          </p:cNvSpPr>
          <p:nvPr>
            <p:ph type="body" sz="quarter" idx="107" hasCustomPrompt="1"/>
          </p:nvPr>
        </p:nvSpPr>
        <p:spPr>
          <a:xfrm>
            <a:off x="3251572" y="5901427"/>
            <a:ext cx="2630198" cy="430887"/>
          </a:xfrm>
        </p:spPr>
        <p:txBody>
          <a:bodyPr/>
          <a:lstStyle>
            <a:lvl1pPr>
              <a:lnSpc>
                <a:spcPct val="100000"/>
              </a:lnSpc>
              <a:defRPr sz="2800" kern="0" spc="-30" baseline="0">
                <a:solidFill>
                  <a:schemeClr val="bg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60+</a:t>
            </a:r>
            <a:endParaRPr lang="ru-RU" dirty="0"/>
          </a:p>
        </p:txBody>
      </p:sp>
      <p:sp>
        <p:nvSpPr>
          <p:cNvPr id="152" name="Текст 61">
            <a:extLst>
              <a:ext uri="{FF2B5EF4-FFF2-40B4-BE49-F238E27FC236}">
                <a16:creationId xmlns:a16="http://schemas.microsoft.com/office/drawing/2014/main" id="{55C23C7F-1058-F01F-90D0-F789F00224BF}"/>
              </a:ext>
            </a:extLst>
          </p:cNvPr>
          <p:cNvSpPr>
            <a:spLocks noGrp="1"/>
          </p:cNvSpPr>
          <p:nvPr>
            <p:ph type="body" sz="quarter" idx="108" hasCustomPrompt="1"/>
          </p:nvPr>
        </p:nvSpPr>
        <p:spPr>
          <a:xfrm>
            <a:off x="3245899" y="6362322"/>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bg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Юридических лиц в орг. периметре</a:t>
            </a:r>
            <a:endParaRPr lang="ru-RU" dirty="0"/>
          </a:p>
        </p:txBody>
      </p:sp>
      <p:cxnSp>
        <p:nvCxnSpPr>
          <p:cNvPr id="153" name="Прямая соединительная линия 152">
            <a:extLst>
              <a:ext uri="{FF2B5EF4-FFF2-40B4-BE49-F238E27FC236}">
                <a16:creationId xmlns:a16="http://schemas.microsoft.com/office/drawing/2014/main" id="{4E4FDCF5-E772-3DDD-8CEF-414419165142}"/>
              </a:ext>
            </a:extLst>
          </p:cNvPr>
          <p:cNvCxnSpPr/>
          <p:nvPr userDrawn="1"/>
        </p:nvCxnSpPr>
        <p:spPr>
          <a:xfrm>
            <a:off x="3251572" y="5771105"/>
            <a:ext cx="244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58" name="Рисунок 157">
            <a:extLst>
              <a:ext uri="{FF2B5EF4-FFF2-40B4-BE49-F238E27FC236}">
                <a16:creationId xmlns:a16="http://schemas.microsoft.com/office/drawing/2014/main" id="{42B04E84-CFAE-07EF-613A-ACD11E11DFA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sp>
        <p:nvSpPr>
          <p:cNvPr id="6" name="Текст 4">
            <a:extLst>
              <a:ext uri="{FF2B5EF4-FFF2-40B4-BE49-F238E27FC236}">
                <a16:creationId xmlns:a16="http://schemas.microsoft.com/office/drawing/2014/main" id="{89DC21E9-1D50-ED74-3357-AADD4418E534}"/>
              </a:ext>
            </a:extLst>
          </p:cNvPr>
          <p:cNvSpPr>
            <a:spLocks noGrp="1"/>
          </p:cNvSpPr>
          <p:nvPr>
            <p:ph type="body" sz="quarter" idx="110" hasCustomPrompt="1"/>
          </p:nvPr>
        </p:nvSpPr>
        <p:spPr>
          <a:xfrm>
            <a:off x="349250" y="1406137"/>
            <a:ext cx="4559300" cy="224933"/>
          </a:xfrm>
        </p:spPr>
        <p:txBody>
          <a:bodyPr/>
          <a:lstStyle>
            <a:lvl1pPr>
              <a:defRPr sz="1600">
                <a:solidFill>
                  <a:schemeClr val="tx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ru-RU" dirty="0"/>
              <a:t>Название компании</a:t>
            </a:r>
          </a:p>
        </p:txBody>
      </p:sp>
      <p:sp>
        <p:nvSpPr>
          <p:cNvPr id="8" name="Текст 4">
            <a:extLst>
              <a:ext uri="{FF2B5EF4-FFF2-40B4-BE49-F238E27FC236}">
                <a16:creationId xmlns:a16="http://schemas.microsoft.com/office/drawing/2014/main" id="{D9548EF5-D557-5BD4-3BF2-97A76A603E57}"/>
              </a:ext>
            </a:extLst>
          </p:cNvPr>
          <p:cNvSpPr>
            <a:spLocks noGrp="1"/>
          </p:cNvSpPr>
          <p:nvPr>
            <p:ph type="body" sz="quarter" idx="111" hasCustomPrompt="1"/>
          </p:nvPr>
        </p:nvSpPr>
        <p:spPr>
          <a:xfrm>
            <a:off x="349250" y="230875"/>
            <a:ext cx="4559300" cy="224933"/>
          </a:xfrm>
        </p:spPr>
        <p:txBody>
          <a:bodyPr/>
          <a:lstStyle>
            <a:lvl1pPr>
              <a:defRPr sz="1600">
                <a:solidFill>
                  <a:schemeClr val="tx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ru-RU" dirty="0"/>
              <a:t>Кейс</a:t>
            </a:r>
          </a:p>
        </p:txBody>
      </p:sp>
      <p:pic>
        <p:nvPicPr>
          <p:cNvPr id="4" name="Image 1" descr=" ">
            <a:extLst>
              <a:ext uri="{FF2B5EF4-FFF2-40B4-BE49-F238E27FC236}">
                <a16:creationId xmlns:a16="http://schemas.microsoft.com/office/drawing/2014/main" id="{9110DC7D-1CB0-B97A-2B13-B00EC1FD176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2137569483"/>
      </p:ext>
    </p:extLst>
  </p:cSld>
  <p:clrMapOvr>
    <a:masterClrMapping/>
  </p:clrMapOvr>
  <p:extLst>
    <p:ext uri="{DCECCB84-F9BA-43D5-87BE-67443E8EF086}">
      <p15:sldGuideLst xmlns:p15="http://schemas.microsoft.com/office/powerpoint/2012/main">
        <p15:guide id="1" orient="horz" pos="4088">
          <p15:clr>
            <a:srgbClr val="FBAE40"/>
          </p15:clr>
        </p15:guide>
        <p15:guide id="2" pos="3874">
          <p15:clr>
            <a:srgbClr val="FBAE40"/>
          </p15:clr>
        </p15:guide>
        <p15:guide id="3" orient="horz" pos="232">
          <p15:clr>
            <a:srgbClr val="FBAE40"/>
          </p15:clr>
        </p15:guide>
        <p15:guide id="4" orient="horz" pos="822">
          <p15:clr>
            <a:srgbClr val="FBAE40"/>
          </p15:clr>
        </p15:guide>
        <p15:guide id="5" orient="horz" pos="890">
          <p15:clr>
            <a:srgbClr val="FBAE40"/>
          </p15:clr>
        </p15:guide>
        <p15:guide id="6" pos="234">
          <p15:clr>
            <a:srgbClr val="FBAE40"/>
          </p15:clr>
        </p15:guide>
        <p15:guide id="7" orient="horz" pos="1469">
          <p15:clr>
            <a:srgbClr val="FBAE40"/>
          </p15:clr>
        </p15:guide>
        <p15:guide id="8" orient="horz" pos="1537">
          <p15:clr>
            <a:srgbClr val="FBAE40"/>
          </p15:clr>
        </p15:guide>
        <p15:guide id="9" orient="horz" pos="2126">
          <p15:clr>
            <a:srgbClr val="FBAE40"/>
          </p15:clr>
        </p15:guide>
        <p15:guide id="10" orient="horz" pos="2183">
          <p15:clr>
            <a:srgbClr val="FBAE40"/>
          </p15:clr>
        </p15:guide>
        <p15:guide id="11" orient="horz" pos="2784">
          <p15:clr>
            <a:srgbClr val="FBAE40"/>
          </p15:clr>
        </p15:guide>
        <p15:guide id="12" orient="horz" pos="2852">
          <p15:clr>
            <a:srgbClr val="FBAE40"/>
          </p15:clr>
        </p15:guide>
        <p15:guide id="13" orient="horz" pos="3430">
          <p15:clr>
            <a:srgbClr val="FBAE40"/>
          </p15:clr>
        </p15:guide>
        <p15:guide id="14" orient="horz" pos="3498">
          <p15:clr>
            <a:srgbClr val="FBAE40"/>
          </p15:clr>
        </p15:guide>
        <p15:guide id="15" pos="756">
          <p15:clr>
            <a:srgbClr val="FBAE40"/>
          </p15:clr>
        </p15:guide>
        <p15:guide id="16" pos="835">
          <p15:clr>
            <a:srgbClr val="FBAE40"/>
          </p15:clr>
        </p15:guide>
        <p15:guide id="17" pos="1380">
          <p15:clr>
            <a:srgbClr val="FBAE40"/>
          </p15:clr>
        </p15:guide>
        <p15:guide id="18" pos="1448">
          <p15:clr>
            <a:srgbClr val="FBAE40"/>
          </p15:clr>
        </p15:guide>
        <p15:guide id="19" pos="1981">
          <p15:clr>
            <a:srgbClr val="FBAE40"/>
          </p15:clr>
        </p15:guide>
        <p15:guide id="20" pos="2049">
          <p15:clr>
            <a:srgbClr val="FBAE40"/>
          </p15:clr>
        </p15:guide>
        <p15:guide id="21" pos="2593">
          <p15:clr>
            <a:srgbClr val="FBAE40"/>
          </p15:clr>
        </p15:guide>
        <p15:guide id="22" pos="2661">
          <p15:clr>
            <a:srgbClr val="FBAE40"/>
          </p15:clr>
        </p15:guide>
        <p15:guide id="23" pos="3205">
          <p15:clr>
            <a:srgbClr val="FBAE40"/>
          </p15:clr>
        </p15:guide>
        <p15:guide id="24" pos="3273">
          <p15:clr>
            <a:srgbClr val="FBAE40"/>
          </p15:clr>
        </p15:guide>
        <p15:guide id="25" pos="3806">
          <p15:clr>
            <a:srgbClr val="FBAE40"/>
          </p15:clr>
        </p15:guide>
        <p15:guide id="26" pos="4418">
          <p15:clr>
            <a:srgbClr val="FBAE40"/>
          </p15:clr>
        </p15:guide>
        <p15:guide id="27" pos="4486">
          <p15:clr>
            <a:srgbClr val="FBAE40"/>
          </p15:clr>
        </p15:guide>
        <p15:guide id="28" pos="5019">
          <p15:clr>
            <a:srgbClr val="FBAE40"/>
          </p15:clr>
        </p15:guide>
        <p15:guide id="29" pos="5087">
          <p15:clr>
            <a:srgbClr val="FBAE40"/>
          </p15:clr>
        </p15:guide>
        <p15:guide id="30" pos="5631">
          <p15:clr>
            <a:srgbClr val="FBAE40"/>
          </p15:clr>
        </p15:guide>
        <p15:guide id="31" pos="5699">
          <p15:clr>
            <a:srgbClr val="FBAE40"/>
          </p15:clr>
        </p15:guide>
        <p15:guide id="32" pos="6232">
          <p15:clr>
            <a:srgbClr val="FBAE40"/>
          </p15:clr>
        </p15:guide>
        <p15:guide id="33" pos="6300">
          <p15:clr>
            <a:srgbClr val="FBAE40"/>
          </p15:clr>
        </p15:guide>
        <p15:guide id="34" pos="6845">
          <p15:clr>
            <a:srgbClr val="FBAE40"/>
          </p15:clr>
        </p15:guide>
        <p15:guide id="35" pos="6913">
          <p15:clr>
            <a:srgbClr val="FBAE40"/>
          </p15:clr>
        </p15:guide>
        <p15:guide id="36" pos="744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1_Кейс с изображением 1/4 черный">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62B9D2FE-EA5C-EF6F-7840-BB5F248A537E}"/>
              </a:ext>
            </a:extLst>
          </p:cNvPr>
          <p:cNvSpPr/>
          <p:nvPr userDrawn="1"/>
        </p:nvSpPr>
        <p:spPr>
          <a:xfrm>
            <a:off x="0" y="893"/>
            <a:ext cx="6045168" cy="6857107"/>
          </a:xfrm>
          <a:prstGeom prst="rect">
            <a:avLst/>
          </a:prstGeom>
          <a:solidFill>
            <a:schemeClr val="tx1"/>
          </a:solidFill>
          <a:ln/>
        </p:spPr>
      </p:sp>
      <p:sp>
        <p:nvSpPr>
          <p:cNvPr id="3" name="Рисунок 2">
            <a:extLst>
              <a:ext uri="{FF2B5EF4-FFF2-40B4-BE49-F238E27FC236}">
                <a16:creationId xmlns:a16="http://schemas.microsoft.com/office/drawing/2014/main" id="{D9464A30-B7CC-869E-937C-67DB6850755C}"/>
              </a:ext>
            </a:extLst>
          </p:cNvPr>
          <p:cNvSpPr>
            <a:spLocks noGrp="1"/>
          </p:cNvSpPr>
          <p:nvPr>
            <p:ph type="pic" sz="quarter" idx="109"/>
          </p:nvPr>
        </p:nvSpPr>
        <p:spPr>
          <a:xfrm>
            <a:off x="0" y="3479514"/>
            <a:ext cx="6045200" cy="3378486"/>
          </a:xfrm>
          <a:blipFill>
            <a:blip r:embed="rId2" cstate="screen">
              <a:extLst>
                <a:ext uri="{28A0092B-C50C-407E-A947-70E740481C1C}">
                  <a14:useLocalDpi xmlns:a14="http://schemas.microsoft.com/office/drawing/2010/main"/>
                </a:ext>
              </a:extLst>
            </a:blip>
            <a:stretch>
              <a:fillRect/>
            </a:stretch>
          </a:blipFill>
        </p:spPr>
        <p:txBody>
          <a:bodyPr/>
          <a:lstStyle/>
          <a:p>
            <a:r>
              <a:rPr lang="ru-RU"/>
              <a:t>Вставка рисунка</a:t>
            </a:r>
            <a:endParaRPr lang="ru-RU" dirty="0"/>
          </a:p>
        </p:txBody>
      </p:sp>
      <p:sp>
        <p:nvSpPr>
          <p:cNvPr id="112" name="Номер слайда 5">
            <a:extLst>
              <a:ext uri="{FF2B5EF4-FFF2-40B4-BE49-F238E27FC236}">
                <a16:creationId xmlns:a16="http://schemas.microsoft.com/office/drawing/2014/main" id="{C9C0EA62-2D05-0D41-2ACB-7147246722F6}"/>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18" name="Текст 25">
            <a:extLst>
              <a:ext uri="{FF2B5EF4-FFF2-40B4-BE49-F238E27FC236}">
                <a16:creationId xmlns:a16="http://schemas.microsoft.com/office/drawing/2014/main" id="{4E7451E5-DB1D-C287-2FEA-23D7A1AADC37}"/>
              </a:ext>
            </a:extLst>
          </p:cNvPr>
          <p:cNvSpPr>
            <a:spLocks noGrp="1"/>
          </p:cNvSpPr>
          <p:nvPr>
            <p:ph type="body" sz="quarter" idx="41" hasCustomPrompt="1"/>
          </p:nvPr>
        </p:nvSpPr>
        <p:spPr>
          <a:xfrm>
            <a:off x="352684" y="1814808"/>
            <a:ext cx="4555218" cy="1292662"/>
          </a:xfrm>
        </p:spPr>
        <p:txBody>
          <a:bodyPr/>
          <a:lstStyle>
            <a:lvl1pPr>
              <a:lnSpc>
                <a:spcPct val="100000"/>
              </a:lnSpc>
              <a:defRPr sz="2800" kern="0" spc="-30" baseline="0">
                <a:solidFill>
                  <a:schemeClr val="bg1"/>
                </a:solidFill>
                <a:latin typeface="+mj-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Сокращение трудозатрат</a:t>
            </a:r>
            <a:br>
              <a:rPr lang="ru-RU" dirty="0"/>
            </a:br>
            <a:r>
              <a:rPr lang="ru-RU" dirty="0">
                <a:effectLst/>
              </a:rPr>
              <a:t>на расчет и выплату заработной платы </a:t>
            </a:r>
            <a:endParaRPr lang="ru-RU" dirty="0"/>
          </a:p>
        </p:txBody>
      </p:sp>
      <p:sp>
        <p:nvSpPr>
          <p:cNvPr id="132" name="Текст 45">
            <a:extLst>
              <a:ext uri="{FF2B5EF4-FFF2-40B4-BE49-F238E27FC236}">
                <a16:creationId xmlns:a16="http://schemas.microsoft.com/office/drawing/2014/main" id="{4081667A-D387-7F2C-606A-87F8EEC36035}"/>
              </a:ext>
            </a:extLst>
          </p:cNvPr>
          <p:cNvSpPr>
            <a:spLocks noGrp="1"/>
          </p:cNvSpPr>
          <p:nvPr>
            <p:ph type="body" sz="quarter" idx="42" hasCustomPrompt="1"/>
          </p:nvPr>
        </p:nvSpPr>
        <p:spPr>
          <a:xfrm>
            <a:off x="6400766" y="1387669"/>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effectLst/>
              </a:rPr>
              <a:t>Проблема клиента</a:t>
            </a:r>
            <a:endParaRPr lang="ru-RU" dirty="0"/>
          </a:p>
        </p:txBody>
      </p:sp>
      <p:sp>
        <p:nvSpPr>
          <p:cNvPr id="133" name="Текст 11">
            <a:extLst>
              <a:ext uri="{FF2B5EF4-FFF2-40B4-BE49-F238E27FC236}">
                <a16:creationId xmlns:a16="http://schemas.microsoft.com/office/drawing/2014/main" id="{0D9D2CD0-19CA-E2AA-DB0C-17F84D316500}"/>
              </a:ext>
            </a:extLst>
          </p:cNvPr>
          <p:cNvSpPr>
            <a:spLocks noGrp="1"/>
          </p:cNvSpPr>
          <p:nvPr>
            <p:ph type="body" sz="quarter" idx="97" hasCustomPrompt="1"/>
          </p:nvPr>
        </p:nvSpPr>
        <p:spPr>
          <a:xfrm>
            <a:off x="6479600" y="5230392"/>
            <a:ext cx="5267641" cy="833113"/>
          </a:xfrm>
        </p:spPr>
        <p:txBody>
          <a:bodyPr wrap="square">
            <a:spAutoFit/>
          </a:bodyPr>
          <a:lstStyle>
            <a:lvl1pPr marL="114277" marR="0" indent="-114277" algn="l" defTabSz="457109" rtl="0" eaLnBrk="1" fontAlgn="auto" latinLnBrk="0" hangingPunct="1">
              <a:lnSpc>
                <a:spcPct val="90000"/>
              </a:lnSpc>
              <a:spcBef>
                <a:spcPts val="0"/>
              </a:spcBef>
              <a:spcAft>
                <a:spcPts val="0"/>
              </a:spcAft>
              <a:buClrTx/>
              <a:buSzTx/>
              <a:buFont typeface="Arial" panose="020B0604020202020204" pitchFamily="34" charset="0"/>
              <a:buChar char="•"/>
              <a:tabLst/>
              <a:defRPr sz="1000" baseline="0">
                <a:latin typeface="+mn-lt"/>
              </a:defRPr>
            </a:lvl1pPr>
            <a:lvl2pPr>
              <a:defRPr sz="1000"/>
            </a:lvl2pPr>
            <a:lvl3pPr>
              <a:defRPr sz="1000"/>
            </a:lvl3pPr>
            <a:lvl4pPr>
              <a:defRPr sz="1000"/>
            </a:lvl4pPr>
            <a:lvl5pPr>
              <a:defRPr sz="1000"/>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p:txBody>
      </p:sp>
      <p:sp>
        <p:nvSpPr>
          <p:cNvPr id="134" name="Текст 61">
            <a:extLst>
              <a:ext uri="{FF2B5EF4-FFF2-40B4-BE49-F238E27FC236}">
                <a16:creationId xmlns:a16="http://schemas.microsoft.com/office/drawing/2014/main" id="{F471795F-7F2D-9AB9-A719-F6DFF57E8CDA}"/>
              </a:ext>
            </a:extLst>
          </p:cNvPr>
          <p:cNvSpPr>
            <a:spLocks noGrp="1"/>
          </p:cNvSpPr>
          <p:nvPr>
            <p:ph type="body" sz="quarter" idx="47" hasCustomPrompt="1"/>
          </p:nvPr>
        </p:nvSpPr>
        <p:spPr>
          <a:xfrm>
            <a:off x="6400766" y="1734312"/>
            <a:ext cx="5346475" cy="107721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a:t>
            </a:r>
            <a:endParaRPr lang="ru-RU" dirty="0"/>
          </a:p>
        </p:txBody>
      </p:sp>
      <p:sp>
        <p:nvSpPr>
          <p:cNvPr id="135" name="Текст 45">
            <a:extLst>
              <a:ext uri="{FF2B5EF4-FFF2-40B4-BE49-F238E27FC236}">
                <a16:creationId xmlns:a16="http://schemas.microsoft.com/office/drawing/2014/main" id="{D0B1D9DF-1941-DE2F-F043-13CD09D6F82A}"/>
              </a:ext>
            </a:extLst>
          </p:cNvPr>
          <p:cNvSpPr>
            <a:spLocks noGrp="1"/>
          </p:cNvSpPr>
          <p:nvPr>
            <p:ph type="body" sz="quarter" idx="98" hasCustomPrompt="1"/>
          </p:nvPr>
        </p:nvSpPr>
        <p:spPr>
          <a:xfrm>
            <a:off x="6400766" y="3132870"/>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effectLst/>
              </a:rPr>
              <a:t>Наше решение</a:t>
            </a:r>
            <a:endParaRPr lang="ru-RU" dirty="0"/>
          </a:p>
        </p:txBody>
      </p:sp>
      <p:sp>
        <p:nvSpPr>
          <p:cNvPr id="136" name="Текст 61">
            <a:extLst>
              <a:ext uri="{FF2B5EF4-FFF2-40B4-BE49-F238E27FC236}">
                <a16:creationId xmlns:a16="http://schemas.microsoft.com/office/drawing/2014/main" id="{1208C911-9DEF-7E75-81F5-EAF0CF7A0988}"/>
              </a:ext>
            </a:extLst>
          </p:cNvPr>
          <p:cNvSpPr>
            <a:spLocks noGrp="1"/>
          </p:cNvSpPr>
          <p:nvPr>
            <p:ph type="body" sz="quarter" idx="99" hasCustomPrompt="1"/>
          </p:nvPr>
        </p:nvSpPr>
        <p:spPr>
          <a:xfrm>
            <a:off x="6400766" y="3479513"/>
            <a:ext cx="5346475" cy="107721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a:t>
            </a:r>
            <a:endParaRPr lang="ru-RU" dirty="0"/>
          </a:p>
        </p:txBody>
      </p:sp>
      <p:sp>
        <p:nvSpPr>
          <p:cNvPr id="137" name="Текст 45">
            <a:extLst>
              <a:ext uri="{FF2B5EF4-FFF2-40B4-BE49-F238E27FC236}">
                <a16:creationId xmlns:a16="http://schemas.microsoft.com/office/drawing/2014/main" id="{C0AB0689-E11C-F7BC-C393-C9E6A1A640A7}"/>
              </a:ext>
            </a:extLst>
          </p:cNvPr>
          <p:cNvSpPr>
            <a:spLocks noGrp="1"/>
          </p:cNvSpPr>
          <p:nvPr>
            <p:ph type="body" sz="quarter" idx="100" hasCustomPrompt="1"/>
          </p:nvPr>
        </p:nvSpPr>
        <p:spPr>
          <a:xfrm>
            <a:off x="6400766" y="4899087"/>
            <a:ext cx="3432178" cy="203200"/>
          </a:xfrm>
        </p:spPr>
        <p:txBody>
          <a:bodyPr vert="horz" lIns="0" tIns="0" rIns="0" bIns="0" rtlCol="0">
            <a:noAutofit/>
          </a:bodyPr>
          <a:lstStyle>
            <a:lvl1pPr>
              <a:defRPr lang="en-US" sz="1600" kern="0" spc="0" baseline="0" dirty="0">
                <a:solidFill>
                  <a:schemeClr val="tx1"/>
                </a:solidFill>
                <a:effectLst/>
                <a:latin typeface="+mn-lt"/>
                <a:ea typeface="+mn-ea"/>
                <a:cs typeface="+mn-cs"/>
              </a:defRPr>
            </a:lvl1pPr>
          </a:lstStyle>
          <a:p>
            <a:pPr lvl="0" indent="0">
              <a:lnSpc>
                <a:spcPct val="100000"/>
              </a:lnSpc>
              <a:spcBef>
                <a:spcPts val="0"/>
              </a:spcBef>
            </a:pPr>
            <a:r>
              <a:rPr lang="ru-RU" sz="1600" dirty="0"/>
              <a:t>Результаты проекта</a:t>
            </a:r>
          </a:p>
        </p:txBody>
      </p:sp>
      <p:sp>
        <p:nvSpPr>
          <p:cNvPr id="139" name="Текст 25">
            <a:extLst>
              <a:ext uri="{FF2B5EF4-FFF2-40B4-BE49-F238E27FC236}">
                <a16:creationId xmlns:a16="http://schemas.microsoft.com/office/drawing/2014/main" id="{88F73A77-4030-2E39-C4CA-F0CFCFCDE805}"/>
              </a:ext>
            </a:extLst>
          </p:cNvPr>
          <p:cNvSpPr>
            <a:spLocks noGrp="1"/>
          </p:cNvSpPr>
          <p:nvPr>
            <p:ph type="body" sz="quarter" idx="101" hasCustomPrompt="1"/>
          </p:nvPr>
        </p:nvSpPr>
        <p:spPr>
          <a:xfrm>
            <a:off x="355598" y="4903490"/>
            <a:ext cx="2630198" cy="430887"/>
          </a:xfrm>
        </p:spPr>
        <p:txBody>
          <a:bodyPr/>
          <a:lstStyle>
            <a:lvl1pPr>
              <a:lnSpc>
                <a:spcPct val="100000"/>
              </a:lnSpc>
              <a:defRPr sz="2800" kern="0" spc="-30" baseline="0">
                <a:solidFill>
                  <a:schemeClr val="bg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150+</a:t>
            </a:r>
            <a:endParaRPr lang="ru-RU" dirty="0"/>
          </a:p>
        </p:txBody>
      </p:sp>
      <p:sp>
        <p:nvSpPr>
          <p:cNvPr id="140" name="Текст 61">
            <a:extLst>
              <a:ext uri="{FF2B5EF4-FFF2-40B4-BE49-F238E27FC236}">
                <a16:creationId xmlns:a16="http://schemas.microsoft.com/office/drawing/2014/main" id="{D17A0222-1A0F-D118-1776-8FEF9FA0BF20}"/>
              </a:ext>
            </a:extLst>
          </p:cNvPr>
          <p:cNvSpPr>
            <a:spLocks noGrp="1"/>
          </p:cNvSpPr>
          <p:nvPr>
            <p:ph type="body" sz="quarter" idx="102" hasCustomPrompt="1"/>
          </p:nvPr>
        </p:nvSpPr>
        <p:spPr>
          <a:xfrm>
            <a:off x="349925" y="5364385"/>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bg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Кастомных отчетов</a:t>
            </a:r>
            <a:endParaRPr lang="ru-RU" dirty="0"/>
          </a:p>
        </p:txBody>
      </p:sp>
      <p:cxnSp>
        <p:nvCxnSpPr>
          <p:cNvPr id="144" name="Прямая соединительная линия 143">
            <a:extLst>
              <a:ext uri="{FF2B5EF4-FFF2-40B4-BE49-F238E27FC236}">
                <a16:creationId xmlns:a16="http://schemas.microsoft.com/office/drawing/2014/main" id="{B3C2FD36-718F-21C8-23D5-213067DFC4D3}"/>
              </a:ext>
            </a:extLst>
          </p:cNvPr>
          <p:cNvCxnSpPr/>
          <p:nvPr userDrawn="1"/>
        </p:nvCxnSpPr>
        <p:spPr>
          <a:xfrm>
            <a:off x="355598" y="4773168"/>
            <a:ext cx="280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5" name="Текст 25">
            <a:extLst>
              <a:ext uri="{FF2B5EF4-FFF2-40B4-BE49-F238E27FC236}">
                <a16:creationId xmlns:a16="http://schemas.microsoft.com/office/drawing/2014/main" id="{8EB424CF-FBB7-56EF-75AF-28C48972FD38}"/>
              </a:ext>
            </a:extLst>
          </p:cNvPr>
          <p:cNvSpPr>
            <a:spLocks noGrp="1"/>
          </p:cNvSpPr>
          <p:nvPr>
            <p:ph type="body" sz="quarter" idx="103" hasCustomPrompt="1"/>
          </p:nvPr>
        </p:nvSpPr>
        <p:spPr>
          <a:xfrm>
            <a:off x="355598" y="5901427"/>
            <a:ext cx="2630198" cy="430887"/>
          </a:xfrm>
        </p:spPr>
        <p:txBody>
          <a:bodyPr/>
          <a:lstStyle>
            <a:lvl1pPr>
              <a:lnSpc>
                <a:spcPct val="100000"/>
              </a:lnSpc>
              <a:defRPr sz="2800" kern="0" spc="-30" baseline="0">
                <a:solidFill>
                  <a:schemeClr val="bg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80+</a:t>
            </a:r>
            <a:endParaRPr lang="ru-RU" dirty="0"/>
          </a:p>
        </p:txBody>
      </p:sp>
      <p:sp>
        <p:nvSpPr>
          <p:cNvPr id="146" name="Текст 61">
            <a:extLst>
              <a:ext uri="{FF2B5EF4-FFF2-40B4-BE49-F238E27FC236}">
                <a16:creationId xmlns:a16="http://schemas.microsoft.com/office/drawing/2014/main" id="{546D0200-D65A-E8B6-C334-6DAF269A4003}"/>
              </a:ext>
            </a:extLst>
          </p:cNvPr>
          <p:cNvSpPr>
            <a:spLocks noGrp="1"/>
          </p:cNvSpPr>
          <p:nvPr>
            <p:ph type="body" sz="quarter" idx="104" hasCustomPrompt="1"/>
          </p:nvPr>
        </p:nvSpPr>
        <p:spPr>
          <a:xfrm>
            <a:off x="349925" y="6362322"/>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bg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Интеграций</a:t>
            </a:r>
            <a:endParaRPr lang="ru-RU" dirty="0"/>
          </a:p>
        </p:txBody>
      </p:sp>
      <p:cxnSp>
        <p:nvCxnSpPr>
          <p:cNvPr id="147" name="Прямая соединительная линия 146">
            <a:extLst>
              <a:ext uri="{FF2B5EF4-FFF2-40B4-BE49-F238E27FC236}">
                <a16:creationId xmlns:a16="http://schemas.microsoft.com/office/drawing/2014/main" id="{2F5EFC51-872A-2AAF-F3A3-9E85928845C3}"/>
              </a:ext>
            </a:extLst>
          </p:cNvPr>
          <p:cNvCxnSpPr/>
          <p:nvPr userDrawn="1"/>
        </p:nvCxnSpPr>
        <p:spPr>
          <a:xfrm>
            <a:off x="355598" y="5771105"/>
            <a:ext cx="280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8" name="Текст 25">
            <a:extLst>
              <a:ext uri="{FF2B5EF4-FFF2-40B4-BE49-F238E27FC236}">
                <a16:creationId xmlns:a16="http://schemas.microsoft.com/office/drawing/2014/main" id="{E753D229-7D74-2849-F21F-D01ADE16A947}"/>
              </a:ext>
            </a:extLst>
          </p:cNvPr>
          <p:cNvSpPr>
            <a:spLocks noGrp="1"/>
          </p:cNvSpPr>
          <p:nvPr>
            <p:ph type="body" sz="quarter" idx="105" hasCustomPrompt="1"/>
          </p:nvPr>
        </p:nvSpPr>
        <p:spPr>
          <a:xfrm>
            <a:off x="3251572" y="4903490"/>
            <a:ext cx="2630198" cy="430887"/>
          </a:xfrm>
        </p:spPr>
        <p:txBody>
          <a:bodyPr/>
          <a:lstStyle>
            <a:lvl1pPr>
              <a:lnSpc>
                <a:spcPct val="100000"/>
              </a:lnSpc>
              <a:defRPr sz="2800" kern="0" spc="-30" baseline="0">
                <a:solidFill>
                  <a:schemeClr val="bg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16 000+</a:t>
            </a:r>
            <a:endParaRPr lang="ru-RU" dirty="0"/>
          </a:p>
        </p:txBody>
      </p:sp>
      <p:sp>
        <p:nvSpPr>
          <p:cNvPr id="149" name="Текст 61">
            <a:extLst>
              <a:ext uri="{FF2B5EF4-FFF2-40B4-BE49-F238E27FC236}">
                <a16:creationId xmlns:a16="http://schemas.microsoft.com/office/drawing/2014/main" id="{7C8BD11E-F2FA-6109-86FC-F426F4D3F952}"/>
              </a:ext>
            </a:extLst>
          </p:cNvPr>
          <p:cNvSpPr>
            <a:spLocks noGrp="1"/>
          </p:cNvSpPr>
          <p:nvPr>
            <p:ph type="body" sz="quarter" idx="106" hasCustomPrompt="1"/>
          </p:nvPr>
        </p:nvSpPr>
        <p:spPr>
          <a:xfrm>
            <a:off x="3245899" y="5364385"/>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bg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Сотрудников и физлиц</a:t>
            </a:r>
            <a:endParaRPr lang="ru-RU" dirty="0"/>
          </a:p>
        </p:txBody>
      </p:sp>
      <p:cxnSp>
        <p:nvCxnSpPr>
          <p:cNvPr id="150" name="Прямая соединительная линия 149">
            <a:extLst>
              <a:ext uri="{FF2B5EF4-FFF2-40B4-BE49-F238E27FC236}">
                <a16:creationId xmlns:a16="http://schemas.microsoft.com/office/drawing/2014/main" id="{C1E25C94-F521-6B45-8DC0-4CBA62836DF3}"/>
              </a:ext>
            </a:extLst>
          </p:cNvPr>
          <p:cNvCxnSpPr/>
          <p:nvPr userDrawn="1"/>
        </p:nvCxnSpPr>
        <p:spPr>
          <a:xfrm>
            <a:off x="3251572" y="4773168"/>
            <a:ext cx="244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1" name="Текст 25">
            <a:extLst>
              <a:ext uri="{FF2B5EF4-FFF2-40B4-BE49-F238E27FC236}">
                <a16:creationId xmlns:a16="http://schemas.microsoft.com/office/drawing/2014/main" id="{58E2BA28-59EE-C494-993E-3131852895C2}"/>
              </a:ext>
            </a:extLst>
          </p:cNvPr>
          <p:cNvSpPr>
            <a:spLocks noGrp="1"/>
          </p:cNvSpPr>
          <p:nvPr>
            <p:ph type="body" sz="quarter" idx="107" hasCustomPrompt="1"/>
          </p:nvPr>
        </p:nvSpPr>
        <p:spPr>
          <a:xfrm>
            <a:off x="3251572" y="5901427"/>
            <a:ext cx="2630198" cy="430887"/>
          </a:xfrm>
        </p:spPr>
        <p:txBody>
          <a:bodyPr/>
          <a:lstStyle>
            <a:lvl1pPr>
              <a:lnSpc>
                <a:spcPct val="100000"/>
              </a:lnSpc>
              <a:defRPr sz="2800" kern="0" spc="-30" baseline="0">
                <a:solidFill>
                  <a:schemeClr val="bg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60+</a:t>
            </a:r>
            <a:endParaRPr lang="ru-RU" dirty="0"/>
          </a:p>
        </p:txBody>
      </p:sp>
      <p:sp>
        <p:nvSpPr>
          <p:cNvPr id="152" name="Текст 61">
            <a:extLst>
              <a:ext uri="{FF2B5EF4-FFF2-40B4-BE49-F238E27FC236}">
                <a16:creationId xmlns:a16="http://schemas.microsoft.com/office/drawing/2014/main" id="{55C23C7F-1058-F01F-90D0-F789F00224BF}"/>
              </a:ext>
            </a:extLst>
          </p:cNvPr>
          <p:cNvSpPr>
            <a:spLocks noGrp="1"/>
          </p:cNvSpPr>
          <p:nvPr>
            <p:ph type="body" sz="quarter" idx="108" hasCustomPrompt="1"/>
          </p:nvPr>
        </p:nvSpPr>
        <p:spPr>
          <a:xfrm>
            <a:off x="3245899" y="6362322"/>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bg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Юридических лиц в орг. периметре</a:t>
            </a:r>
            <a:endParaRPr lang="ru-RU" dirty="0"/>
          </a:p>
        </p:txBody>
      </p:sp>
      <p:cxnSp>
        <p:nvCxnSpPr>
          <p:cNvPr id="153" name="Прямая соединительная линия 152">
            <a:extLst>
              <a:ext uri="{FF2B5EF4-FFF2-40B4-BE49-F238E27FC236}">
                <a16:creationId xmlns:a16="http://schemas.microsoft.com/office/drawing/2014/main" id="{4E4FDCF5-E772-3DDD-8CEF-414419165142}"/>
              </a:ext>
            </a:extLst>
          </p:cNvPr>
          <p:cNvCxnSpPr/>
          <p:nvPr userDrawn="1"/>
        </p:nvCxnSpPr>
        <p:spPr>
          <a:xfrm>
            <a:off x="3251572" y="5771105"/>
            <a:ext cx="244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58" name="Рисунок 157">
            <a:extLst>
              <a:ext uri="{FF2B5EF4-FFF2-40B4-BE49-F238E27FC236}">
                <a16:creationId xmlns:a16="http://schemas.microsoft.com/office/drawing/2014/main" id="{42B04E84-CFAE-07EF-613A-ACD11E11DFA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sp>
        <p:nvSpPr>
          <p:cNvPr id="6" name="Текст 4">
            <a:extLst>
              <a:ext uri="{FF2B5EF4-FFF2-40B4-BE49-F238E27FC236}">
                <a16:creationId xmlns:a16="http://schemas.microsoft.com/office/drawing/2014/main" id="{89DC21E9-1D50-ED74-3357-AADD4418E534}"/>
              </a:ext>
            </a:extLst>
          </p:cNvPr>
          <p:cNvSpPr>
            <a:spLocks noGrp="1"/>
          </p:cNvSpPr>
          <p:nvPr>
            <p:ph type="body" sz="quarter" idx="110" hasCustomPrompt="1"/>
          </p:nvPr>
        </p:nvSpPr>
        <p:spPr>
          <a:xfrm>
            <a:off x="349250" y="1406137"/>
            <a:ext cx="4559300" cy="224933"/>
          </a:xfr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ru-RU" dirty="0"/>
              <a:t>Название компании</a:t>
            </a:r>
          </a:p>
        </p:txBody>
      </p:sp>
      <p:sp>
        <p:nvSpPr>
          <p:cNvPr id="8" name="Текст 4">
            <a:extLst>
              <a:ext uri="{FF2B5EF4-FFF2-40B4-BE49-F238E27FC236}">
                <a16:creationId xmlns:a16="http://schemas.microsoft.com/office/drawing/2014/main" id="{D9548EF5-D557-5BD4-3BF2-97A76A603E57}"/>
              </a:ext>
            </a:extLst>
          </p:cNvPr>
          <p:cNvSpPr>
            <a:spLocks noGrp="1"/>
          </p:cNvSpPr>
          <p:nvPr>
            <p:ph type="body" sz="quarter" idx="111" hasCustomPrompt="1"/>
          </p:nvPr>
        </p:nvSpPr>
        <p:spPr>
          <a:xfrm>
            <a:off x="349250" y="230875"/>
            <a:ext cx="4559300" cy="224933"/>
          </a:xfr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ru-RU" dirty="0"/>
              <a:t>Кейс</a:t>
            </a:r>
          </a:p>
        </p:txBody>
      </p:sp>
      <p:pic>
        <p:nvPicPr>
          <p:cNvPr id="4" name="Image 1" descr=" ">
            <a:extLst>
              <a:ext uri="{FF2B5EF4-FFF2-40B4-BE49-F238E27FC236}">
                <a16:creationId xmlns:a16="http://schemas.microsoft.com/office/drawing/2014/main" id="{11EA9B31-5BBA-E6AD-2AE6-6C1E6DC7F3D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2238254411"/>
      </p:ext>
    </p:extLst>
  </p:cSld>
  <p:clrMapOvr>
    <a:masterClrMapping/>
  </p:clrMapOvr>
  <p:extLst>
    <p:ext uri="{DCECCB84-F9BA-43D5-87BE-67443E8EF086}">
      <p15:sldGuideLst xmlns:p15="http://schemas.microsoft.com/office/powerpoint/2012/main">
        <p15:guide id="1" orient="horz" pos="4088">
          <p15:clr>
            <a:srgbClr val="FBAE40"/>
          </p15:clr>
        </p15:guide>
        <p15:guide id="2" pos="3874">
          <p15:clr>
            <a:srgbClr val="FBAE40"/>
          </p15:clr>
        </p15:guide>
        <p15:guide id="3" orient="horz" pos="232">
          <p15:clr>
            <a:srgbClr val="FBAE40"/>
          </p15:clr>
        </p15:guide>
        <p15:guide id="4" orient="horz" pos="822">
          <p15:clr>
            <a:srgbClr val="FBAE40"/>
          </p15:clr>
        </p15:guide>
        <p15:guide id="5" orient="horz" pos="890">
          <p15:clr>
            <a:srgbClr val="FBAE40"/>
          </p15:clr>
        </p15:guide>
        <p15:guide id="6" pos="234">
          <p15:clr>
            <a:srgbClr val="FBAE40"/>
          </p15:clr>
        </p15:guide>
        <p15:guide id="7" orient="horz" pos="1469">
          <p15:clr>
            <a:srgbClr val="FBAE40"/>
          </p15:clr>
        </p15:guide>
        <p15:guide id="8" orient="horz" pos="1537">
          <p15:clr>
            <a:srgbClr val="FBAE40"/>
          </p15:clr>
        </p15:guide>
        <p15:guide id="9" orient="horz" pos="2126">
          <p15:clr>
            <a:srgbClr val="FBAE40"/>
          </p15:clr>
        </p15:guide>
        <p15:guide id="10" orient="horz" pos="2183">
          <p15:clr>
            <a:srgbClr val="FBAE40"/>
          </p15:clr>
        </p15:guide>
        <p15:guide id="11" orient="horz" pos="2784">
          <p15:clr>
            <a:srgbClr val="FBAE40"/>
          </p15:clr>
        </p15:guide>
        <p15:guide id="12" orient="horz" pos="2852">
          <p15:clr>
            <a:srgbClr val="FBAE40"/>
          </p15:clr>
        </p15:guide>
        <p15:guide id="13" orient="horz" pos="3430">
          <p15:clr>
            <a:srgbClr val="FBAE40"/>
          </p15:clr>
        </p15:guide>
        <p15:guide id="14" orient="horz" pos="3498">
          <p15:clr>
            <a:srgbClr val="FBAE40"/>
          </p15:clr>
        </p15:guide>
        <p15:guide id="15" pos="756">
          <p15:clr>
            <a:srgbClr val="FBAE40"/>
          </p15:clr>
        </p15:guide>
        <p15:guide id="16" pos="835">
          <p15:clr>
            <a:srgbClr val="FBAE40"/>
          </p15:clr>
        </p15:guide>
        <p15:guide id="17" pos="1380">
          <p15:clr>
            <a:srgbClr val="FBAE40"/>
          </p15:clr>
        </p15:guide>
        <p15:guide id="18" pos="1448">
          <p15:clr>
            <a:srgbClr val="FBAE40"/>
          </p15:clr>
        </p15:guide>
        <p15:guide id="19" pos="1981">
          <p15:clr>
            <a:srgbClr val="FBAE40"/>
          </p15:clr>
        </p15:guide>
        <p15:guide id="20" pos="2049">
          <p15:clr>
            <a:srgbClr val="FBAE40"/>
          </p15:clr>
        </p15:guide>
        <p15:guide id="21" pos="2593">
          <p15:clr>
            <a:srgbClr val="FBAE40"/>
          </p15:clr>
        </p15:guide>
        <p15:guide id="22" pos="2661">
          <p15:clr>
            <a:srgbClr val="FBAE40"/>
          </p15:clr>
        </p15:guide>
        <p15:guide id="23" pos="3205">
          <p15:clr>
            <a:srgbClr val="FBAE40"/>
          </p15:clr>
        </p15:guide>
        <p15:guide id="24" pos="3273">
          <p15:clr>
            <a:srgbClr val="FBAE40"/>
          </p15:clr>
        </p15:guide>
        <p15:guide id="25" pos="3806">
          <p15:clr>
            <a:srgbClr val="FBAE40"/>
          </p15:clr>
        </p15:guide>
        <p15:guide id="26" pos="4418">
          <p15:clr>
            <a:srgbClr val="FBAE40"/>
          </p15:clr>
        </p15:guide>
        <p15:guide id="27" pos="4486">
          <p15:clr>
            <a:srgbClr val="FBAE40"/>
          </p15:clr>
        </p15:guide>
        <p15:guide id="28" pos="5019">
          <p15:clr>
            <a:srgbClr val="FBAE40"/>
          </p15:clr>
        </p15:guide>
        <p15:guide id="29" pos="5087">
          <p15:clr>
            <a:srgbClr val="FBAE40"/>
          </p15:clr>
        </p15:guide>
        <p15:guide id="30" pos="5631">
          <p15:clr>
            <a:srgbClr val="FBAE40"/>
          </p15:clr>
        </p15:guide>
        <p15:guide id="31" pos="5699">
          <p15:clr>
            <a:srgbClr val="FBAE40"/>
          </p15:clr>
        </p15:guide>
        <p15:guide id="32" pos="6232">
          <p15:clr>
            <a:srgbClr val="FBAE40"/>
          </p15:clr>
        </p15:guide>
        <p15:guide id="33" pos="6300">
          <p15:clr>
            <a:srgbClr val="FBAE40"/>
          </p15:clr>
        </p15:guide>
        <p15:guide id="34" pos="6845">
          <p15:clr>
            <a:srgbClr val="FBAE40"/>
          </p15:clr>
        </p15:guide>
        <p15:guide id="35" pos="6913">
          <p15:clr>
            <a:srgbClr val="FBAE40"/>
          </p15:clr>
        </p15:guide>
        <p15:guide id="36" pos="744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1_Кейс с изображением 1/4 белый, генрация">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62B9D2FE-EA5C-EF6F-7840-BB5F248A537E}"/>
              </a:ext>
            </a:extLst>
          </p:cNvPr>
          <p:cNvSpPr/>
          <p:nvPr userDrawn="1"/>
        </p:nvSpPr>
        <p:spPr>
          <a:xfrm>
            <a:off x="0" y="893"/>
            <a:ext cx="6045168" cy="6857107"/>
          </a:xfrm>
          <a:prstGeom prst="rect">
            <a:avLst/>
          </a:prstGeom>
          <a:solidFill>
            <a:schemeClr val="bg2"/>
          </a:solidFill>
          <a:ln/>
        </p:spPr>
      </p:sp>
      <p:sp>
        <p:nvSpPr>
          <p:cNvPr id="3" name="Рисунок 2">
            <a:extLst>
              <a:ext uri="{FF2B5EF4-FFF2-40B4-BE49-F238E27FC236}">
                <a16:creationId xmlns:a16="http://schemas.microsoft.com/office/drawing/2014/main" id="{D9464A30-B7CC-869E-937C-67DB6850755C}"/>
              </a:ext>
            </a:extLst>
          </p:cNvPr>
          <p:cNvSpPr>
            <a:spLocks noGrp="1"/>
          </p:cNvSpPr>
          <p:nvPr>
            <p:ph type="pic" sz="quarter" idx="109"/>
          </p:nvPr>
        </p:nvSpPr>
        <p:spPr>
          <a:xfrm>
            <a:off x="0" y="3479514"/>
            <a:ext cx="6045200" cy="3378486"/>
          </a:xfrm>
          <a:blipFill>
            <a:blip r:embed="rId2" cstate="screen">
              <a:extLst>
                <a:ext uri="{28A0092B-C50C-407E-A947-70E740481C1C}">
                  <a14:useLocalDpi xmlns:a14="http://schemas.microsoft.com/office/drawing/2010/main"/>
                </a:ext>
              </a:extLst>
            </a:blip>
            <a:stretch>
              <a:fillRect/>
            </a:stretch>
          </a:blipFill>
        </p:spPr>
        <p:txBody>
          <a:bodyPr/>
          <a:lstStyle/>
          <a:p>
            <a:r>
              <a:rPr lang="ru-RU"/>
              <a:t>Вставка рисунка</a:t>
            </a:r>
            <a:endParaRPr lang="ru-RU" dirty="0"/>
          </a:p>
        </p:txBody>
      </p:sp>
      <p:sp>
        <p:nvSpPr>
          <p:cNvPr id="83" name="Shape 3">
            <a:extLst>
              <a:ext uri="{FF2B5EF4-FFF2-40B4-BE49-F238E27FC236}">
                <a16:creationId xmlns:a16="http://schemas.microsoft.com/office/drawing/2014/main" id="{BE5C4452-0EE4-D108-9568-67DB3972CD82}"/>
              </a:ext>
            </a:extLst>
          </p:cNvPr>
          <p:cNvSpPr/>
          <p:nvPr userDrawn="1"/>
        </p:nvSpPr>
        <p:spPr>
          <a:xfrm>
            <a:off x="6400766" y="1397711"/>
            <a:ext cx="5435572" cy="4730134"/>
          </a:xfrm>
          <a:prstGeom prst="rect">
            <a:avLst/>
          </a:prstGeom>
          <a:noFill/>
          <a:ln/>
        </p:spPr>
      </p:sp>
      <p:sp>
        <p:nvSpPr>
          <p:cNvPr id="112" name="Номер слайда 5">
            <a:extLst>
              <a:ext uri="{FF2B5EF4-FFF2-40B4-BE49-F238E27FC236}">
                <a16:creationId xmlns:a16="http://schemas.microsoft.com/office/drawing/2014/main" id="{C9C0EA62-2D05-0D41-2ACB-7147246722F6}"/>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18" name="Текст 25">
            <a:extLst>
              <a:ext uri="{FF2B5EF4-FFF2-40B4-BE49-F238E27FC236}">
                <a16:creationId xmlns:a16="http://schemas.microsoft.com/office/drawing/2014/main" id="{4E7451E5-DB1D-C287-2FEA-23D7A1AADC37}"/>
              </a:ext>
            </a:extLst>
          </p:cNvPr>
          <p:cNvSpPr>
            <a:spLocks noGrp="1"/>
          </p:cNvSpPr>
          <p:nvPr>
            <p:ph type="body" sz="quarter" idx="41" hasCustomPrompt="1"/>
          </p:nvPr>
        </p:nvSpPr>
        <p:spPr>
          <a:xfrm>
            <a:off x="352684" y="1814808"/>
            <a:ext cx="4555218" cy="1292662"/>
          </a:xfrm>
        </p:spPr>
        <p:txBody>
          <a:bodyPr/>
          <a:lstStyle>
            <a:lvl1pPr>
              <a:lnSpc>
                <a:spcPct val="100000"/>
              </a:lnSpc>
              <a:defRPr sz="2800" kern="0" spc="-30" baseline="0">
                <a:solidFill>
                  <a:schemeClr val="tx1"/>
                </a:solidFill>
                <a:latin typeface="+mj-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Сокращение трудозатрат</a:t>
            </a:r>
            <a:br>
              <a:rPr lang="ru-RU" dirty="0"/>
            </a:br>
            <a:r>
              <a:rPr lang="ru-RU" dirty="0">
                <a:effectLst/>
              </a:rPr>
              <a:t>на расчет и выплату заработной платы </a:t>
            </a:r>
            <a:endParaRPr lang="ru-RU" dirty="0"/>
          </a:p>
        </p:txBody>
      </p:sp>
      <p:sp>
        <p:nvSpPr>
          <p:cNvPr id="132" name="Текст 45">
            <a:extLst>
              <a:ext uri="{FF2B5EF4-FFF2-40B4-BE49-F238E27FC236}">
                <a16:creationId xmlns:a16="http://schemas.microsoft.com/office/drawing/2014/main" id="{4081667A-D387-7F2C-606A-87F8EEC36035}"/>
              </a:ext>
            </a:extLst>
          </p:cNvPr>
          <p:cNvSpPr>
            <a:spLocks noGrp="1"/>
          </p:cNvSpPr>
          <p:nvPr>
            <p:ph type="body" sz="quarter" idx="42" hasCustomPrompt="1"/>
          </p:nvPr>
        </p:nvSpPr>
        <p:spPr>
          <a:xfrm>
            <a:off x="6400766" y="3060609"/>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effectLst/>
              </a:rPr>
              <a:t>Проблема клиента</a:t>
            </a:r>
            <a:endParaRPr lang="ru-RU" dirty="0"/>
          </a:p>
        </p:txBody>
      </p:sp>
      <p:sp>
        <p:nvSpPr>
          <p:cNvPr id="133" name="Текст 11">
            <a:extLst>
              <a:ext uri="{FF2B5EF4-FFF2-40B4-BE49-F238E27FC236}">
                <a16:creationId xmlns:a16="http://schemas.microsoft.com/office/drawing/2014/main" id="{0D9D2CD0-19CA-E2AA-DB0C-17F84D316500}"/>
              </a:ext>
            </a:extLst>
          </p:cNvPr>
          <p:cNvSpPr>
            <a:spLocks noGrp="1"/>
          </p:cNvSpPr>
          <p:nvPr>
            <p:ph type="body" sz="quarter" idx="97" hasCustomPrompt="1"/>
          </p:nvPr>
        </p:nvSpPr>
        <p:spPr>
          <a:xfrm>
            <a:off x="6479600" y="5791502"/>
            <a:ext cx="5267641" cy="694614"/>
          </a:xfrm>
        </p:spPr>
        <p:txBody>
          <a:bodyPr wrap="square">
            <a:spAutoFit/>
          </a:bodyPr>
          <a:lstStyle>
            <a:lvl1pPr marL="114277" marR="0" indent="-114277" algn="l" defTabSz="457109" rtl="0" eaLnBrk="1" fontAlgn="auto" latinLnBrk="0" hangingPunct="1">
              <a:lnSpc>
                <a:spcPct val="90000"/>
              </a:lnSpc>
              <a:spcBef>
                <a:spcPts val="0"/>
              </a:spcBef>
              <a:spcAft>
                <a:spcPts val="0"/>
              </a:spcAft>
              <a:buClrTx/>
              <a:buSzTx/>
              <a:buFont typeface="Arial" panose="020B0604020202020204" pitchFamily="34" charset="0"/>
              <a:buChar char="•"/>
              <a:tabLst/>
              <a:defRPr sz="1000" baseline="0">
                <a:latin typeface="+mn-lt"/>
              </a:defRPr>
            </a:lvl1pPr>
            <a:lvl2pPr>
              <a:defRPr sz="1000"/>
            </a:lvl2pPr>
            <a:lvl3pPr>
              <a:defRPr sz="1000"/>
            </a:lvl3pPr>
            <a:lvl4pPr>
              <a:defRPr sz="1000"/>
            </a:lvl4pPr>
            <a:lvl5pPr>
              <a:defRPr sz="1000"/>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a:t>
            </a:r>
          </a:p>
        </p:txBody>
      </p:sp>
      <p:sp>
        <p:nvSpPr>
          <p:cNvPr id="134" name="Текст 61">
            <a:extLst>
              <a:ext uri="{FF2B5EF4-FFF2-40B4-BE49-F238E27FC236}">
                <a16:creationId xmlns:a16="http://schemas.microsoft.com/office/drawing/2014/main" id="{F471795F-7F2D-9AB9-A719-F6DFF57E8CDA}"/>
              </a:ext>
            </a:extLst>
          </p:cNvPr>
          <p:cNvSpPr>
            <a:spLocks noGrp="1"/>
          </p:cNvSpPr>
          <p:nvPr>
            <p:ph type="body" sz="quarter" idx="47" hasCustomPrompt="1"/>
          </p:nvPr>
        </p:nvSpPr>
        <p:spPr>
          <a:xfrm>
            <a:off x="6400766" y="3407252"/>
            <a:ext cx="5346475" cy="615553"/>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a:t>
            </a:r>
            <a:endParaRPr lang="ru-RU" dirty="0"/>
          </a:p>
        </p:txBody>
      </p:sp>
      <p:sp>
        <p:nvSpPr>
          <p:cNvPr id="135" name="Текст 45">
            <a:extLst>
              <a:ext uri="{FF2B5EF4-FFF2-40B4-BE49-F238E27FC236}">
                <a16:creationId xmlns:a16="http://schemas.microsoft.com/office/drawing/2014/main" id="{D0B1D9DF-1941-DE2F-F043-13CD09D6F82A}"/>
              </a:ext>
            </a:extLst>
          </p:cNvPr>
          <p:cNvSpPr>
            <a:spLocks noGrp="1"/>
          </p:cNvSpPr>
          <p:nvPr>
            <p:ph type="body" sz="quarter" idx="98" hasCustomPrompt="1"/>
          </p:nvPr>
        </p:nvSpPr>
        <p:spPr>
          <a:xfrm>
            <a:off x="6400766" y="4255093"/>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effectLst/>
              </a:rPr>
              <a:t>Наше решение</a:t>
            </a:r>
            <a:endParaRPr lang="ru-RU" dirty="0"/>
          </a:p>
        </p:txBody>
      </p:sp>
      <p:sp>
        <p:nvSpPr>
          <p:cNvPr id="136" name="Текст 61">
            <a:extLst>
              <a:ext uri="{FF2B5EF4-FFF2-40B4-BE49-F238E27FC236}">
                <a16:creationId xmlns:a16="http://schemas.microsoft.com/office/drawing/2014/main" id="{1208C911-9DEF-7E75-81F5-EAF0CF7A0988}"/>
              </a:ext>
            </a:extLst>
          </p:cNvPr>
          <p:cNvSpPr>
            <a:spLocks noGrp="1"/>
          </p:cNvSpPr>
          <p:nvPr>
            <p:ph type="body" sz="quarter" idx="99" hasCustomPrompt="1"/>
          </p:nvPr>
        </p:nvSpPr>
        <p:spPr>
          <a:xfrm>
            <a:off x="6400766" y="4601736"/>
            <a:ext cx="5346475" cy="615553"/>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a:t>
            </a:r>
            <a:endParaRPr lang="ru-RU" dirty="0"/>
          </a:p>
        </p:txBody>
      </p:sp>
      <p:sp>
        <p:nvSpPr>
          <p:cNvPr id="137" name="Текст 45">
            <a:extLst>
              <a:ext uri="{FF2B5EF4-FFF2-40B4-BE49-F238E27FC236}">
                <a16:creationId xmlns:a16="http://schemas.microsoft.com/office/drawing/2014/main" id="{C0AB0689-E11C-F7BC-C393-C9E6A1A640A7}"/>
              </a:ext>
            </a:extLst>
          </p:cNvPr>
          <p:cNvSpPr>
            <a:spLocks noGrp="1"/>
          </p:cNvSpPr>
          <p:nvPr>
            <p:ph type="body" sz="quarter" idx="100" hasCustomPrompt="1"/>
          </p:nvPr>
        </p:nvSpPr>
        <p:spPr>
          <a:xfrm>
            <a:off x="6400766" y="5460197"/>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a:lnSpc>
                <a:spcPts val="1760"/>
              </a:lnSpc>
            </a:pPr>
            <a:r>
              <a:rPr lang="ru-RU" sz="1600" dirty="0"/>
              <a:t>Результаты проекта</a:t>
            </a:r>
          </a:p>
        </p:txBody>
      </p:sp>
      <p:sp>
        <p:nvSpPr>
          <p:cNvPr id="139" name="Текст 25">
            <a:extLst>
              <a:ext uri="{FF2B5EF4-FFF2-40B4-BE49-F238E27FC236}">
                <a16:creationId xmlns:a16="http://schemas.microsoft.com/office/drawing/2014/main" id="{88F73A77-4030-2E39-C4CA-F0CFCFCDE805}"/>
              </a:ext>
            </a:extLst>
          </p:cNvPr>
          <p:cNvSpPr>
            <a:spLocks noGrp="1"/>
          </p:cNvSpPr>
          <p:nvPr>
            <p:ph type="body" sz="quarter" idx="101" hasCustomPrompt="1"/>
          </p:nvPr>
        </p:nvSpPr>
        <p:spPr>
          <a:xfrm>
            <a:off x="6406439" y="1070405"/>
            <a:ext cx="2630198" cy="430887"/>
          </a:xfrm>
        </p:spPr>
        <p:txBody>
          <a:bodyPr/>
          <a:lstStyle>
            <a:lvl1pPr>
              <a:lnSpc>
                <a:spcPct val="100000"/>
              </a:lnSpc>
              <a:defRPr sz="2800" kern="0" spc="-30" baseline="0">
                <a:solidFill>
                  <a:schemeClr val="tx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150+</a:t>
            </a:r>
            <a:endParaRPr lang="ru-RU" dirty="0"/>
          </a:p>
        </p:txBody>
      </p:sp>
      <p:sp>
        <p:nvSpPr>
          <p:cNvPr id="140" name="Текст 61">
            <a:extLst>
              <a:ext uri="{FF2B5EF4-FFF2-40B4-BE49-F238E27FC236}">
                <a16:creationId xmlns:a16="http://schemas.microsoft.com/office/drawing/2014/main" id="{D17A0222-1A0F-D118-1776-8FEF9FA0BF20}"/>
              </a:ext>
            </a:extLst>
          </p:cNvPr>
          <p:cNvSpPr>
            <a:spLocks noGrp="1"/>
          </p:cNvSpPr>
          <p:nvPr>
            <p:ph type="body" sz="quarter" idx="102" hasCustomPrompt="1"/>
          </p:nvPr>
        </p:nvSpPr>
        <p:spPr>
          <a:xfrm>
            <a:off x="6400766" y="1497804"/>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Кастомных отчетов</a:t>
            </a:r>
            <a:endParaRPr lang="ru-RU" dirty="0"/>
          </a:p>
        </p:txBody>
      </p:sp>
      <p:cxnSp>
        <p:nvCxnSpPr>
          <p:cNvPr id="144" name="Прямая соединительная линия 143">
            <a:extLst>
              <a:ext uri="{FF2B5EF4-FFF2-40B4-BE49-F238E27FC236}">
                <a16:creationId xmlns:a16="http://schemas.microsoft.com/office/drawing/2014/main" id="{B3C2FD36-718F-21C8-23D5-213067DFC4D3}"/>
              </a:ext>
            </a:extLst>
          </p:cNvPr>
          <p:cNvCxnSpPr/>
          <p:nvPr userDrawn="1"/>
        </p:nvCxnSpPr>
        <p:spPr>
          <a:xfrm>
            <a:off x="6403360" y="1039369"/>
            <a:ext cx="280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5" name="Текст 25">
            <a:extLst>
              <a:ext uri="{FF2B5EF4-FFF2-40B4-BE49-F238E27FC236}">
                <a16:creationId xmlns:a16="http://schemas.microsoft.com/office/drawing/2014/main" id="{8EB424CF-FBB7-56EF-75AF-28C48972FD38}"/>
              </a:ext>
            </a:extLst>
          </p:cNvPr>
          <p:cNvSpPr>
            <a:spLocks noGrp="1"/>
          </p:cNvSpPr>
          <p:nvPr>
            <p:ph type="body" sz="quarter" idx="103" hasCustomPrompt="1"/>
          </p:nvPr>
        </p:nvSpPr>
        <p:spPr>
          <a:xfrm>
            <a:off x="6406439" y="1934633"/>
            <a:ext cx="2630198" cy="430887"/>
          </a:xfrm>
        </p:spPr>
        <p:txBody>
          <a:bodyPr/>
          <a:lstStyle>
            <a:lvl1pPr>
              <a:lnSpc>
                <a:spcPct val="100000"/>
              </a:lnSpc>
              <a:defRPr sz="2800" kern="0" spc="-30" baseline="0">
                <a:solidFill>
                  <a:schemeClr val="tx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80+</a:t>
            </a:r>
            <a:endParaRPr lang="ru-RU" dirty="0"/>
          </a:p>
        </p:txBody>
      </p:sp>
      <p:sp>
        <p:nvSpPr>
          <p:cNvPr id="146" name="Текст 61">
            <a:extLst>
              <a:ext uri="{FF2B5EF4-FFF2-40B4-BE49-F238E27FC236}">
                <a16:creationId xmlns:a16="http://schemas.microsoft.com/office/drawing/2014/main" id="{546D0200-D65A-E8B6-C334-6DAF269A4003}"/>
              </a:ext>
            </a:extLst>
          </p:cNvPr>
          <p:cNvSpPr>
            <a:spLocks noGrp="1"/>
          </p:cNvSpPr>
          <p:nvPr>
            <p:ph type="body" sz="quarter" idx="104" hasCustomPrompt="1"/>
          </p:nvPr>
        </p:nvSpPr>
        <p:spPr>
          <a:xfrm>
            <a:off x="6400766" y="2365111"/>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Интеграций</a:t>
            </a:r>
            <a:endParaRPr lang="ru-RU" dirty="0"/>
          </a:p>
        </p:txBody>
      </p:sp>
      <p:cxnSp>
        <p:nvCxnSpPr>
          <p:cNvPr id="147" name="Прямая соединительная линия 146">
            <a:extLst>
              <a:ext uri="{FF2B5EF4-FFF2-40B4-BE49-F238E27FC236}">
                <a16:creationId xmlns:a16="http://schemas.microsoft.com/office/drawing/2014/main" id="{2F5EFC51-872A-2AAF-F3A3-9E85928845C3}"/>
              </a:ext>
            </a:extLst>
          </p:cNvPr>
          <p:cNvCxnSpPr/>
          <p:nvPr userDrawn="1"/>
        </p:nvCxnSpPr>
        <p:spPr>
          <a:xfrm>
            <a:off x="6403360" y="1904916"/>
            <a:ext cx="280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8" name="Текст 25">
            <a:extLst>
              <a:ext uri="{FF2B5EF4-FFF2-40B4-BE49-F238E27FC236}">
                <a16:creationId xmlns:a16="http://schemas.microsoft.com/office/drawing/2014/main" id="{E753D229-7D74-2849-F21F-D01ADE16A947}"/>
              </a:ext>
            </a:extLst>
          </p:cNvPr>
          <p:cNvSpPr>
            <a:spLocks noGrp="1"/>
          </p:cNvSpPr>
          <p:nvPr>
            <p:ph type="body" sz="quarter" idx="105" hasCustomPrompt="1"/>
          </p:nvPr>
        </p:nvSpPr>
        <p:spPr>
          <a:xfrm>
            <a:off x="9302413" y="1070405"/>
            <a:ext cx="2630198" cy="430887"/>
          </a:xfrm>
        </p:spPr>
        <p:txBody>
          <a:bodyPr/>
          <a:lstStyle>
            <a:lvl1pPr>
              <a:lnSpc>
                <a:spcPct val="100000"/>
              </a:lnSpc>
              <a:defRPr sz="2800" kern="0" spc="-30" baseline="0">
                <a:solidFill>
                  <a:schemeClr val="tx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16 000+</a:t>
            </a:r>
            <a:endParaRPr lang="ru-RU" dirty="0"/>
          </a:p>
        </p:txBody>
      </p:sp>
      <p:sp>
        <p:nvSpPr>
          <p:cNvPr id="149" name="Текст 61">
            <a:extLst>
              <a:ext uri="{FF2B5EF4-FFF2-40B4-BE49-F238E27FC236}">
                <a16:creationId xmlns:a16="http://schemas.microsoft.com/office/drawing/2014/main" id="{7C8BD11E-F2FA-6109-86FC-F426F4D3F952}"/>
              </a:ext>
            </a:extLst>
          </p:cNvPr>
          <p:cNvSpPr>
            <a:spLocks noGrp="1"/>
          </p:cNvSpPr>
          <p:nvPr>
            <p:ph type="body" sz="quarter" idx="106" hasCustomPrompt="1"/>
          </p:nvPr>
        </p:nvSpPr>
        <p:spPr>
          <a:xfrm>
            <a:off x="9296740" y="1497804"/>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Сотрудников и физлиц</a:t>
            </a:r>
            <a:endParaRPr lang="ru-RU" dirty="0"/>
          </a:p>
        </p:txBody>
      </p:sp>
      <p:cxnSp>
        <p:nvCxnSpPr>
          <p:cNvPr id="150" name="Прямая соединительная линия 149">
            <a:extLst>
              <a:ext uri="{FF2B5EF4-FFF2-40B4-BE49-F238E27FC236}">
                <a16:creationId xmlns:a16="http://schemas.microsoft.com/office/drawing/2014/main" id="{C1E25C94-F521-6B45-8DC0-4CBA62836DF3}"/>
              </a:ext>
            </a:extLst>
          </p:cNvPr>
          <p:cNvCxnSpPr/>
          <p:nvPr userDrawn="1"/>
        </p:nvCxnSpPr>
        <p:spPr>
          <a:xfrm>
            <a:off x="9299334" y="1039369"/>
            <a:ext cx="244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1" name="Текст 25">
            <a:extLst>
              <a:ext uri="{FF2B5EF4-FFF2-40B4-BE49-F238E27FC236}">
                <a16:creationId xmlns:a16="http://schemas.microsoft.com/office/drawing/2014/main" id="{58E2BA28-59EE-C494-993E-3131852895C2}"/>
              </a:ext>
            </a:extLst>
          </p:cNvPr>
          <p:cNvSpPr>
            <a:spLocks noGrp="1"/>
          </p:cNvSpPr>
          <p:nvPr>
            <p:ph type="body" sz="quarter" idx="107" hasCustomPrompt="1"/>
          </p:nvPr>
        </p:nvSpPr>
        <p:spPr>
          <a:xfrm>
            <a:off x="9302413" y="1934633"/>
            <a:ext cx="2630198" cy="430887"/>
          </a:xfrm>
        </p:spPr>
        <p:txBody>
          <a:bodyPr/>
          <a:lstStyle>
            <a:lvl1pPr>
              <a:lnSpc>
                <a:spcPct val="100000"/>
              </a:lnSpc>
              <a:defRPr sz="2800" kern="0" spc="-30" baseline="0">
                <a:solidFill>
                  <a:schemeClr val="tx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60+</a:t>
            </a:r>
            <a:endParaRPr lang="ru-RU" dirty="0"/>
          </a:p>
        </p:txBody>
      </p:sp>
      <p:sp>
        <p:nvSpPr>
          <p:cNvPr id="152" name="Текст 61">
            <a:extLst>
              <a:ext uri="{FF2B5EF4-FFF2-40B4-BE49-F238E27FC236}">
                <a16:creationId xmlns:a16="http://schemas.microsoft.com/office/drawing/2014/main" id="{55C23C7F-1058-F01F-90D0-F789F00224BF}"/>
              </a:ext>
            </a:extLst>
          </p:cNvPr>
          <p:cNvSpPr>
            <a:spLocks noGrp="1"/>
          </p:cNvSpPr>
          <p:nvPr>
            <p:ph type="body" sz="quarter" idx="108" hasCustomPrompt="1"/>
          </p:nvPr>
        </p:nvSpPr>
        <p:spPr>
          <a:xfrm>
            <a:off x="9296740" y="2365111"/>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Юридических лиц в орг. периметре</a:t>
            </a:r>
            <a:endParaRPr lang="ru-RU" dirty="0"/>
          </a:p>
        </p:txBody>
      </p:sp>
      <p:cxnSp>
        <p:nvCxnSpPr>
          <p:cNvPr id="153" name="Прямая соединительная линия 152">
            <a:extLst>
              <a:ext uri="{FF2B5EF4-FFF2-40B4-BE49-F238E27FC236}">
                <a16:creationId xmlns:a16="http://schemas.microsoft.com/office/drawing/2014/main" id="{4E4FDCF5-E772-3DDD-8CEF-414419165142}"/>
              </a:ext>
            </a:extLst>
          </p:cNvPr>
          <p:cNvCxnSpPr/>
          <p:nvPr userDrawn="1"/>
        </p:nvCxnSpPr>
        <p:spPr>
          <a:xfrm>
            <a:off x="9299334" y="1904916"/>
            <a:ext cx="244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58" name="Рисунок 157">
            <a:extLst>
              <a:ext uri="{FF2B5EF4-FFF2-40B4-BE49-F238E27FC236}">
                <a16:creationId xmlns:a16="http://schemas.microsoft.com/office/drawing/2014/main" id="{42B04E84-CFAE-07EF-613A-ACD11E11DFA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sp>
        <p:nvSpPr>
          <p:cNvPr id="6" name="Текст 4">
            <a:extLst>
              <a:ext uri="{FF2B5EF4-FFF2-40B4-BE49-F238E27FC236}">
                <a16:creationId xmlns:a16="http://schemas.microsoft.com/office/drawing/2014/main" id="{89DC21E9-1D50-ED74-3357-AADD4418E534}"/>
              </a:ext>
            </a:extLst>
          </p:cNvPr>
          <p:cNvSpPr>
            <a:spLocks noGrp="1"/>
          </p:cNvSpPr>
          <p:nvPr>
            <p:ph type="body" sz="quarter" idx="110" hasCustomPrompt="1"/>
          </p:nvPr>
        </p:nvSpPr>
        <p:spPr>
          <a:xfrm>
            <a:off x="349250" y="1406137"/>
            <a:ext cx="4559300" cy="224933"/>
          </a:xfrm>
        </p:spPr>
        <p:txBody>
          <a:bodyPr/>
          <a:lstStyle>
            <a:lvl1pPr>
              <a:defRPr sz="1600">
                <a:solidFill>
                  <a:schemeClr val="tx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ru-RU" dirty="0"/>
              <a:t>Название компании</a:t>
            </a:r>
          </a:p>
        </p:txBody>
      </p:sp>
      <p:sp>
        <p:nvSpPr>
          <p:cNvPr id="8" name="Текст 4">
            <a:extLst>
              <a:ext uri="{FF2B5EF4-FFF2-40B4-BE49-F238E27FC236}">
                <a16:creationId xmlns:a16="http://schemas.microsoft.com/office/drawing/2014/main" id="{D9548EF5-D557-5BD4-3BF2-97A76A603E57}"/>
              </a:ext>
            </a:extLst>
          </p:cNvPr>
          <p:cNvSpPr>
            <a:spLocks noGrp="1"/>
          </p:cNvSpPr>
          <p:nvPr>
            <p:ph type="body" sz="quarter" idx="111" hasCustomPrompt="1"/>
          </p:nvPr>
        </p:nvSpPr>
        <p:spPr>
          <a:xfrm>
            <a:off x="349250" y="230875"/>
            <a:ext cx="4559300" cy="224933"/>
          </a:xfrm>
        </p:spPr>
        <p:txBody>
          <a:bodyPr/>
          <a:lstStyle>
            <a:lvl1pPr>
              <a:defRPr sz="1600">
                <a:solidFill>
                  <a:schemeClr val="tx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ru-RU" dirty="0"/>
              <a:t>Кейс</a:t>
            </a:r>
          </a:p>
        </p:txBody>
      </p:sp>
      <p:pic>
        <p:nvPicPr>
          <p:cNvPr id="4" name="Image 1" descr=" ">
            <a:extLst>
              <a:ext uri="{FF2B5EF4-FFF2-40B4-BE49-F238E27FC236}">
                <a16:creationId xmlns:a16="http://schemas.microsoft.com/office/drawing/2014/main" id="{4ACACE1D-CC2D-E968-0A13-2B81DCC0D62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4156079807"/>
      </p:ext>
    </p:extLst>
  </p:cSld>
  <p:clrMapOvr>
    <a:masterClrMapping/>
  </p:clrMapOvr>
  <p:extLst>
    <p:ext uri="{DCECCB84-F9BA-43D5-87BE-67443E8EF086}">
      <p15:sldGuideLst xmlns:p15="http://schemas.microsoft.com/office/powerpoint/2012/main">
        <p15:guide id="1" orient="horz" pos="4088">
          <p15:clr>
            <a:srgbClr val="FBAE40"/>
          </p15:clr>
        </p15:guide>
        <p15:guide id="2" pos="3874">
          <p15:clr>
            <a:srgbClr val="FBAE40"/>
          </p15:clr>
        </p15:guide>
        <p15:guide id="3" orient="horz" pos="232">
          <p15:clr>
            <a:srgbClr val="FBAE40"/>
          </p15:clr>
        </p15:guide>
        <p15:guide id="4" orient="horz" pos="822">
          <p15:clr>
            <a:srgbClr val="FBAE40"/>
          </p15:clr>
        </p15:guide>
        <p15:guide id="5" orient="horz" pos="890">
          <p15:clr>
            <a:srgbClr val="FBAE40"/>
          </p15:clr>
        </p15:guide>
        <p15:guide id="6" pos="234">
          <p15:clr>
            <a:srgbClr val="FBAE40"/>
          </p15:clr>
        </p15:guide>
        <p15:guide id="7" orient="horz" pos="1469">
          <p15:clr>
            <a:srgbClr val="FBAE40"/>
          </p15:clr>
        </p15:guide>
        <p15:guide id="8" orient="horz" pos="1537">
          <p15:clr>
            <a:srgbClr val="FBAE40"/>
          </p15:clr>
        </p15:guide>
        <p15:guide id="9" orient="horz" pos="2126">
          <p15:clr>
            <a:srgbClr val="FBAE40"/>
          </p15:clr>
        </p15:guide>
        <p15:guide id="10" orient="horz" pos="2183">
          <p15:clr>
            <a:srgbClr val="FBAE40"/>
          </p15:clr>
        </p15:guide>
        <p15:guide id="11" orient="horz" pos="2784">
          <p15:clr>
            <a:srgbClr val="FBAE40"/>
          </p15:clr>
        </p15:guide>
        <p15:guide id="12" orient="horz" pos="2852">
          <p15:clr>
            <a:srgbClr val="FBAE40"/>
          </p15:clr>
        </p15:guide>
        <p15:guide id="13" orient="horz" pos="3430">
          <p15:clr>
            <a:srgbClr val="FBAE40"/>
          </p15:clr>
        </p15:guide>
        <p15:guide id="14" orient="horz" pos="3498">
          <p15:clr>
            <a:srgbClr val="FBAE40"/>
          </p15:clr>
        </p15:guide>
        <p15:guide id="15" pos="756">
          <p15:clr>
            <a:srgbClr val="FBAE40"/>
          </p15:clr>
        </p15:guide>
        <p15:guide id="16" pos="835">
          <p15:clr>
            <a:srgbClr val="FBAE40"/>
          </p15:clr>
        </p15:guide>
        <p15:guide id="17" pos="1380">
          <p15:clr>
            <a:srgbClr val="FBAE40"/>
          </p15:clr>
        </p15:guide>
        <p15:guide id="18" pos="1448">
          <p15:clr>
            <a:srgbClr val="FBAE40"/>
          </p15:clr>
        </p15:guide>
        <p15:guide id="19" pos="1981">
          <p15:clr>
            <a:srgbClr val="FBAE40"/>
          </p15:clr>
        </p15:guide>
        <p15:guide id="20" pos="2049">
          <p15:clr>
            <a:srgbClr val="FBAE40"/>
          </p15:clr>
        </p15:guide>
        <p15:guide id="21" pos="2593">
          <p15:clr>
            <a:srgbClr val="FBAE40"/>
          </p15:clr>
        </p15:guide>
        <p15:guide id="22" pos="2661">
          <p15:clr>
            <a:srgbClr val="FBAE40"/>
          </p15:clr>
        </p15:guide>
        <p15:guide id="23" pos="3205">
          <p15:clr>
            <a:srgbClr val="FBAE40"/>
          </p15:clr>
        </p15:guide>
        <p15:guide id="24" pos="3273">
          <p15:clr>
            <a:srgbClr val="FBAE40"/>
          </p15:clr>
        </p15:guide>
        <p15:guide id="25" pos="3806">
          <p15:clr>
            <a:srgbClr val="FBAE40"/>
          </p15:clr>
        </p15:guide>
        <p15:guide id="26" pos="4418">
          <p15:clr>
            <a:srgbClr val="FBAE40"/>
          </p15:clr>
        </p15:guide>
        <p15:guide id="27" pos="4486">
          <p15:clr>
            <a:srgbClr val="FBAE40"/>
          </p15:clr>
        </p15:guide>
        <p15:guide id="28" pos="5019">
          <p15:clr>
            <a:srgbClr val="FBAE40"/>
          </p15:clr>
        </p15:guide>
        <p15:guide id="29" pos="5087">
          <p15:clr>
            <a:srgbClr val="FBAE40"/>
          </p15:clr>
        </p15:guide>
        <p15:guide id="30" pos="5631">
          <p15:clr>
            <a:srgbClr val="FBAE40"/>
          </p15:clr>
        </p15:guide>
        <p15:guide id="31" pos="5699">
          <p15:clr>
            <a:srgbClr val="FBAE40"/>
          </p15:clr>
        </p15:guide>
        <p15:guide id="32" pos="6232">
          <p15:clr>
            <a:srgbClr val="FBAE40"/>
          </p15:clr>
        </p15:guide>
        <p15:guide id="33" pos="6300">
          <p15:clr>
            <a:srgbClr val="FBAE40"/>
          </p15:clr>
        </p15:guide>
        <p15:guide id="34" pos="6845">
          <p15:clr>
            <a:srgbClr val="FBAE40"/>
          </p15:clr>
        </p15:guide>
        <p15:guide id="35" pos="6913">
          <p15:clr>
            <a:srgbClr val="FBAE40"/>
          </p15:clr>
        </p15:guide>
        <p15:guide id="36" pos="744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1_Кейс с изображением 1/4 черный, генрация">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62B9D2FE-EA5C-EF6F-7840-BB5F248A537E}"/>
              </a:ext>
            </a:extLst>
          </p:cNvPr>
          <p:cNvSpPr/>
          <p:nvPr userDrawn="1"/>
        </p:nvSpPr>
        <p:spPr>
          <a:xfrm>
            <a:off x="0" y="893"/>
            <a:ext cx="6045168" cy="6857107"/>
          </a:xfrm>
          <a:prstGeom prst="rect">
            <a:avLst/>
          </a:prstGeom>
          <a:solidFill>
            <a:schemeClr val="tx1"/>
          </a:solidFill>
          <a:ln/>
        </p:spPr>
      </p:sp>
      <p:sp>
        <p:nvSpPr>
          <p:cNvPr id="3" name="Рисунок 2">
            <a:extLst>
              <a:ext uri="{FF2B5EF4-FFF2-40B4-BE49-F238E27FC236}">
                <a16:creationId xmlns:a16="http://schemas.microsoft.com/office/drawing/2014/main" id="{D9464A30-B7CC-869E-937C-67DB6850755C}"/>
              </a:ext>
            </a:extLst>
          </p:cNvPr>
          <p:cNvSpPr>
            <a:spLocks noGrp="1"/>
          </p:cNvSpPr>
          <p:nvPr>
            <p:ph type="pic" sz="quarter" idx="109"/>
          </p:nvPr>
        </p:nvSpPr>
        <p:spPr>
          <a:xfrm>
            <a:off x="0" y="3479514"/>
            <a:ext cx="6045200" cy="3378486"/>
          </a:xfrm>
          <a:blipFill>
            <a:blip r:embed="rId2" cstate="screen">
              <a:extLst>
                <a:ext uri="{28A0092B-C50C-407E-A947-70E740481C1C}">
                  <a14:useLocalDpi xmlns:a14="http://schemas.microsoft.com/office/drawing/2010/main"/>
                </a:ext>
              </a:extLst>
            </a:blip>
            <a:stretch>
              <a:fillRect/>
            </a:stretch>
          </a:blipFill>
        </p:spPr>
        <p:txBody>
          <a:bodyPr/>
          <a:lstStyle/>
          <a:p>
            <a:r>
              <a:rPr lang="ru-RU"/>
              <a:t>Вставка рисунка</a:t>
            </a:r>
            <a:endParaRPr lang="ru-RU" dirty="0"/>
          </a:p>
        </p:txBody>
      </p:sp>
      <p:sp>
        <p:nvSpPr>
          <p:cNvPr id="112" name="Номер слайда 5">
            <a:extLst>
              <a:ext uri="{FF2B5EF4-FFF2-40B4-BE49-F238E27FC236}">
                <a16:creationId xmlns:a16="http://schemas.microsoft.com/office/drawing/2014/main" id="{C9C0EA62-2D05-0D41-2ACB-7147246722F6}"/>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118" name="Текст 25">
            <a:extLst>
              <a:ext uri="{FF2B5EF4-FFF2-40B4-BE49-F238E27FC236}">
                <a16:creationId xmlns:a16="http://schemas.microsoft.com/office/drawing/2014/main" id="{4E7451E5-DB1D-C287-2FEA-23D7A1AADC37}"/>
              </a:ext>
            </a:extLst>
          </p:cNvPr>
          <p:cNvSpPr>
            <a:spLocks noGrp="1"/>
          </p:cNvSpPr>
          <p:nvPr>
            <p:ph type="body" sz="quarter" idx="41" hasCustomPrompt="1"/>
          </p:nvPr>
        </p:nvSpPr>
        <p:spPr>
          <a:xfrm>
            <a:off x="352684" y="1814808"/>
            <a:ext cx="4555218" cy="1292662"/>
          </a:xfrm>
        </p:spPr>
        <p:txBody>
          <a:bodyPr/>
          <a:lstStyle>
            <a:lvl1pPr>
              <a:lnSpc>
                <a:spcPct val="100000"/>
              </a:lnSpc>
              <a:defRPr sz="2800" kern="0" spc="-30" baseline="0">
                <a:solidFill>
                  <a:schemeClr val="bg1"/>
                </a:solidFill>
                <a:latin typeface="+mj-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Сокращение трудозатрат</a:t>
            </a:r>
            <a:br>
              <a:rPr lang="ru-RU" dirty="0"/>
            </a:br>
            <a:r>
              <a:rPr lang="ru-RU" dirty="0">
                <a:effectLst/>
              </a:rPr>
              <a:t>на расчет и выплату заработной платы </a:t>
            </a:r>
            <a:endParaRPr lang="ru-RU" dirty="0"/>
          </a:p>
        </p:txBody>
      </p:sp>
      <p:sp>
        <p:nvSpPr>
          <p:cNvPr id="132" name="Текст 45">
            <a:extLst>
              <a:ext uri="{FF2B5EF4-FFF2-40B4-BE49-F238E27FC236}">
                <a16:creationId xmlns:a16="http://schemas.microsoft.com/office/drawing/2014/main" id="{4081667A-D387-7F2C-606A-87F8EEC36035}"/>
              </a:ext>
            </a:extLst>
          </p:cNvPr>
          <p:cNvSpPr>
            <a:spLocks noGrp="1"/>
          </p:cNvSpPr>
          <p:nvPr>
            <p:ph type="body" sz="quarter" idx="42" hasCustomPrompt="1"/>
          </p:nvPr>
        </p:nvSpPr>
        <p:spPr>
          <a:xfrm>
            <a:off x="6400766" y="3060609"/>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effectLst/>
              </a:rPr>
              <a:t>Проблема клиента</a:t>
            </a:r>
            <a:endParaRPr lang="ru-RU" dirty="0"/>
          </a:p>
        </p:txBody>
      </p:sp>
      <p:sp>
        <p:nvSpPr>
          <p:cNvPr id="133" name="Текст 11">
            <a:extLst>
              <a:ext uri="{FF2B5EF4-FFF2-40B4-BE49-F238E27FC236}">
                <a16:creationId xmlns:a16="http://schemas.microsoft.com/office/drawing/2014/main" id="{0D9D2CD0-19CA-E2AA-DB0C-17F84D316500}"/>
              </a:ext>
            </a:extLst>
          </p:cNvPr>
          <p:cNvSpPr>
            <a:spLocks noGrp="1"/>
          </p:cNvSpPr>
          <p:nvPr>
            <p:ph type="body" sz="quarter" idx="97" hasCustomPrompt="1"/>
          </p:nvPr>
        </p:nvSpPr>
        <p:spPr>
          <a:xfrm>
            <a:off x="6479600" y="5791502"/>
            <a:ext cx="5267641" cy="694614"/>
          </a:xfrm>
        </p:spPr>
        <p:txBody>
          <a:bodyPr wrap="square">
            <a:spAutoFit/>
          </a:bodyPr>
          <a:lstStyle>
            <a:lvl1pPr marL="114277" marR="0" indent="-114277" algn="l" defTabSz="457109" rtl="0" eaLnBrk="1" fontAlgn="auto" latinLnBrk="0" hangingPunct="1">
              <a:lnSpc>
                <a:spcPct val="90000"/>
              </a:lnSpc>
              <a:spcBef>
                <a:spcPts val="0"/>
              </a:spcBef>
              <a:spcAft>
                <a:spcPts val="0"/>
              </a:spcAft>
              <a:buClrTx/>
              <a:buSzTx/>
              <a:buFont typeface="Arial" panose="020B0604020202020204" pitchFamily="34" charset="0"/>
              <a:buChar char="•"/>
              <a:tabLst/>
              <a:defRPr sz="1000" baseline="0">
                <a:latin typeface="+mn-lt"/>
              </a:defRPr>
            </a:lvl1pPr>
            <a:lvl2pPr>
              <a:defRPr sz="1000"/>
            </a:lvl2pPr>
            <a:lvl3pPr>
              <a:defRPr sz="1000"/>
            </a:lvl3pPr>
            <a:lvl4pPr>
              <a:defRPr sz="1000"/>
            </a:lvl4pPr>
            <a:lvl5pPr>
              <a:defRPr sz="1000"/>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a:t>
            </a:r>
          </a:p>
        </p:txBody>
      </p:sp>
      <p:sp>
        <p:nvSpPr>
          <p:cNvPr id="134" name="Текст 61">
            <a:extLst>
              <a:ext uri="{FF2B5EF4-FFF2-40B4-BE49-F238E27FC236}">
                <a16:creationId xmlns:a16="http://schemas.microsoft.com/office/drawing/2014/main" id="{F471795F-7F2D-9AB9-A719-F6DFF57E8CDA}"/>
              </a:ext>
            </a:extLst>
          </p:cNvPr>
          <p:cNvSpPr>
            <a:spLocks noGrp="1"/>
          </p:cNvSpPr>
          <p:nvPr>
            <p:ph type="body" sz="quarter" idx="47" hasCustomPrompt="1"/>
          </p:nvPr>
        </p:nvSpPr>
        <p:spPr>
          <a:xfrm>
            <a:off x="6400766" y="3407252"/>
            <a:ext cx="5346475" cy="615553"/>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a:t>
            </a:r>
            <a:endParaRPr lang="ru-RU" dirty="0"/>
          </a:p>
        </p:txBody>
      </p:sp>
      <p:sp>
        <p:nvSpPr>
          <p:cNvPr id="135" name="Текст 45">
            <a:extLst>
              <a:ext uri="{FF2B5EF4-FFF2-40B4-BE49-F238E27FC236}">
                <a16:creationId xmlns:a16="http://schemas.microsoft.com/office/drawing/2014/main" id="{D0B1D9DF-1941-DE2F-F043-13CD09D6F82A}"/>
              </a:ext>
            </a:extLst>
          </p:cNvPr>
          <p:cNvSpPr>
            <a:spLocks noGrp="1"/>
          </p:cNvSpPr>
          <p:nvPr>
            <p:ph type="body" sz="quarter" idx="98" hasCustomPrompt="1"/>
          </p:nvPr>
        </p:nvSpPr>
        <p:spPr>
          <a:xfrm>
            <a:off x="6400766" y="4255093"/>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lvl="0"/>
            <a:r>
              <a:rPr lang="ru-RU" dirty="0">
                <a:effectLst/>
              </a:rPr>
              <a:t>Наше решение</a:t>
            </a:r>
            <a:endParaRPr lang="ru-RU" dirty="0"/>
          </a:p>
        </p:txBody>
      </p:sp>
      <p:sp>
        <p:nvSpPr>
          <p:cNvPr id="136" name="Текст 61">
            <a:extLst>
              <a:ext uri="{FF2B5EF4-FFF2-40B4-BE49-F238E27FC236}">
                <a16:creationId xmlns:a16="http://schemas.microsoft.com/office/drawing/2014/main" id="{1208C911-9DEF-7E75-81F5-EAF0CF7A0988}"/>
              </a:ext>
            </a:extLst>
          </p:cNvPr>
          <p:cNvSpPr>
            <a:spLocks noGrp="1"/>
          </p:cNvSpPr>
          <p:nvPr>
            <p:ph type="body" sz="quarter" idx="99" hasCustomPrompt="1"/>
          </p:nvPr>
        </p:nvSpPr>
        <p:spPr>
          <a:xfrm>
            <a:off x="6400766" y="4601736"/>
            <a:ext cx="5346475" cy="615553"/>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 Mea </a:t>
            </a:r>
            <a:r>
              <a:rPr lang="en-US" dirty="0" err="1">
                <a:effectLst/>
              </a:rPr>
              <a:t>quando</a:t>
            </a:r>
            <a:r>
              <a:rPr lang="en-US" dirty="0">
                <a:effectLst/>
              </a:rPr>
              <a:t> delectus accommodare ad, </a:t>
            </a:r>
            <a:r>
              <a:rPr lang="en-US" dirty="0" err="1">
                <a:effectLst/>
              </a:rPr>
              <a:t>nulla</a:t>
            </a:r>
            <a:r>
              <a:rPr lang="en-US" dirty="0">
                <a:effectLst/>
              </a:rPr>
              <a:t> aeterno </a:t>
            </a:r>
            <a:r>
              <a:rPr lang="en-US" dirty="0" err="1">
                <a:effectLst/>
              </a:rPr>
              <a:t>deterruisset</a:t>
            </a:r>
            <a:r>
              <a:rPr lang="en-US" dirty="0">
                <a:effectLst/>
              </a:rPr>
              <a:t> sed in, </a:t>
            </a:r>
            <a:r>
              <a:rPr lang="en-US" dirty="0" err="1">
                <a:effectLst/>
              </a:rPr>
              <a:t>nam</a:t>
            </a:r>
            <a:r>
              <a:rPr lang="en-US" dirty="0">
                <a:effectLst/>
              </a:rPr>
              <a:t> </a:t>
            </a:r>
            <a:r>
              <a:rPr lang="en-US" dirty="0" err="1">
                <a:effectLst/>
              </a:rPr>
              <a:t>possit</a:t>
            </a:r>
            <a:r>
              <a:rPr lang="en-US" dirty="0">
                <a:effectLst/>
              </a:rPr>
              <a:t> aliquip delectus no. 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a:t>
            </a:r>
            <a:endParaRPr lang="ru-RU" dirty="0"/>
          </a:p>
        </p:txBody>
      </p:sp>
      <p:sp>
        <p:nvSpPr>
          <p:cNvPr id="137" name="Текст 45">
            <a:extLst>
              <a:ext uri="{FF2B5EF4-FFF2-40B4-BE49-F238E27FC236}">
                <a16:creationId xmlns:a16="http://schemas.microsoft.com/office/drawing/2014/main" id="{C0AB0689-E11C-F7BC-C393-C9E6A1A640A7}"/>
              </a:ext>
            </a:extLst>
          </p:cNvPr>
          <p:cNvSpPr>
            <a:spLocks noGrp="1"/>
          </p:cNvSpPr>
          <p:nvPr>
            <p:ph type="body" sz="quarter" idx="100" hasCustomPrompt="1"/>
          </p:nvPr>
        </p:nvSpPr>
        <p:spPr>
          <a:xfrm>
            <a:off x="6400766" y="5460197"/>
            <a:ext cx="3432178" cy="203200"/>
          </a:xfrm>
        </p:spPr>
        <p:txBody>
          <a:bodyPr>
            <a:noAutofit/>
          </a:bodyPr>
          <a:lstStyle>
            <a:lvl1pPr marL="0" indent="0">
              <a:lnSpc>
                <a:spcPct val="100000"/>
              </a:lnSpc>
              <a:spcBef>
                <a:spcPts val="0"/>
              </a:spcBef>
              <a:buNone/>
              <a:defRPr sz="1600">
                <a:latin typeface="+mn-lt"/>
              </a:defRPr>
            </a:lvl1pPr>
            <a:lvl2pPr marL="228554" indent="0">
              <a:buNone/>
              <a:defRPr sz="1200">
                <a:latin typeface="+mn-lt"/>
              </a:defRPr>
            </a:lvl2pPr>
            <a:lvl3pPr marL="457109" indent="0">
              <a:buNone/>
              <a:defRPr sz="1200">
                <a:latin typeface="+mn-lt"/>
              </a:defRPr>
            </a:lvl3pPr>
            <a:lvl4pPr marL="685663" indent="0">
              <a:buNone/>
              <a:defRPr sz="1200">
                <a:latin typeface="+mn-lt"/>
              </a:defRPr>
            </a:lvl4pPr>
            <a:lvl5pPr marL="914217" indent="0">
              <a:buNone/>
              <a:defRPr sz="1200">
                <a:latin typeface="+mn-lt"/>
              </a:defRPr>
            </a:lvl5pPr>
          </a:lstStyle>
          <a:p>
            <a:pPr>
              <a:lnSpc>
                <a:spcPts val="1760"/>
              </a:lnSpc>
            </a:pPr>
            <a:r>
              <a:rPr lang="ru-RU" sz="1600" dirty="0"/>
              <a:t>Результаты проекта</a:t>
            </a:r>
          </a:p>
        </p:txBody>
      </p:sp>
      <p:sp>
        <p:nvSpPr>
          <p:cNvPr id="139" name="Текст 25">
            <a:extLst>
              <a:ext uri="{FF2B5EF4-FFF2-40B4-BE49-F238E27FC236}">
                <a16:creationId xmlns:a16="http://schemas.microsoft.com/office/drawing/2014/main" id="{88F73A77-4030-2E39-C4CA-F0CFCFCDE805}"/>
              </a:ext>
            </a:extLst>
          </p:cNvPr>
          <p:cNvSpPr>
            <a:spLocks noGrp="1"/>
          </p:cNvSpPr>
          <p:nvPr>
            <p:ph type="body" sz="quarter" idx="101" hasCustomPrompt="1"/>
          </p:nvPr>
        </p:nvSpPr>
        <p:spPr>
          <a:xfrm>
            <a:off x="6406439" y="1070405"/>
            <a:ext cx="2630198" cy="430887"/>
          </a:xfrm>
        </p:spPr>
        <p:txBody>
          <a:bodyPr/>
          <a:lstStyle>
            <a:lvl1pPr>
              <a:lnSpc>
                <a:spcPct val="100000"/>
              </a:lnSpc>
              <a:defRPr sz="2800" kern="0" spc="-30" baseline="0">
                <a:solidFill>
                  <a:schemeClr val="tx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150+</a:t>
            </a:r>
            <a:endParaRPr lang="ru-RU" dirty="0"/>
          </a:p>
        </p:txBody>
      </p:sp>
      <p:sp>
        <p:nvSpPr>
          <p:cNvPr id="140" name="Текст 61">
            <a:extLst>
              <a:ext uri="{FF2B5EF4-FFF2-40B4-BE49-F238E27FC236}">
                <a16:creationId xmlns:a16="http://schemas.microsoft.com/office/drawing/2014/main" id="{D17A0222-1A0F-D118-1776-8FEF9FA0BF20}"/>
              </a:ext>
            </a:extLst>
          </p:cNvPr>
          <p:cNvSpPr>
            <a:spLocks noGrp="1"/>
          </p:cNvSpPr>
          <p:nvPr>
            <p:ph type="body" sz="quarter" idx="102" hasCustomPrompt="1"/>
          </p:nvPr>
        </p:nvSpPr>
        <p:spPr>
          <a:xfrm>
            <a:off x="6400766" y="1497804"/>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Кастомных отчетов</a:t>
            </a:r>
            <a:endParaRPr lang="ru-RU" dirty="0"/>
          </a:p>
        </p:txBody>
      </p:sp>
      <p:cxnSp>
        <p:nvCxnSpPr>
          <p:cNvPr id="144" name="Прямая соединительная линия 143">
            <a:extLst>
              <a:ext uri="{FF2B5EF4-FFF2-40B4-BE49-F238E27FC236}">
                <a16:creationId xmlns:a16="http://schemas.microsoft.com/office/drawing/2014/main" id="{B3C2FD36-718F-21C8-23D5-213067DFC4D3}"/>
              </a:ext>
            </a:extLst>
          </p:cNvPr>
          <p:cNvCxnSpPr/>
          <p:nvPr userDrawn="1"/>
        </p:nvCxnSpPr>
        <p:spPr>
          <a:xfrm>
            <a:off x="6403360" y="1039369"/>
            <a:ext cx="280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5" name="Текст 25">
            <a:extLst>
              <a:ext uri="{FF2B5EF4-FFF2-40B4-BE49-F238E27FC236}">
                <a16:creationId xmlns:a16="http://schemas.microsoft.com/office/drawing/2014/main" id="{8EB424CF-FBB7-56EF-75AF-28C48972FD38}"/>
              </a:ext>
            </a:extLst>
          </p:cNvPr>
          <p:cNvSpPr>
            <a:spLocks noGrp="1"/>
          </p:cNvSpPr>
          <p:nvPr>
            <p:ph type="body" sz="quarter" idx="103" hasCustomPrompt="1"/>
          </p:nvPr>
        </p:nvSpPr>
        <p:spPr>
          <a:xfrm>
            <a:off x="6406439" y="1934633"/>
            <a:ext cx="2630198" cy="430887"/>
          </a:xfrm>
        </p:spPr>
        <p:txBody>
          <a:bodyPr/>
          <a:lstStyle>
            <a:lvl1pPr>
              <a:lnSpc>
                <a:spcPct val="100000"/>
              </a:lnSpc>
              <a:defRPr sz="2800" kern="0" spc="-30" baseline="0">
                <a:solidFill>
                  <a:schemeClr val="tx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80+</a:t>
            </a:r>
            <a:endParaRPr lang="ru-RU" dirty="0"/>
          </a:p>
        </p:txBody>
      </p:sp>
      <p:sp>
        <p:nvSpPr>
          <p:cNvPr id="146" name="Текст 61">
            <a:extLst>
              <a:ext uri="{FF2B5EF4-FFF2-40B4-BE49-F238E27FC236}">
                <a16:creationId xmlns:a16="http://schemas.microsoft.com/office/drawing/2014/main" id="{546D0200-D65A-E8B6-C334-6DAF269A4003}"/>
              </a:ext>
            </a:extLst>
          </p:cNvPr>
          <p:cNvSpPr>
            <a:spLocks noGrp="1"/>
          </p:cNvSpPr>
          <p:nvPr>
            <p:ph type="body" sz="quarter" idx="104" hasCustomPrompt="1"/>
          </p:nvPr>
        </p:nvSpPr>
        <p:spPr>
          <a:xfrm>
            <a:off x="6400766" y="2365111"/>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Интеграций</a:t>
            </a:r>
            <a:endParaRPr lang="ru-RU" dirty="0"/>
          </a:p>
        </p:txBody>
      </p:sp>
      <p:cxnSp>
        <p:nvCxnSpPr>
          <p:cNvPr id="147" name="Прямая соединительная линия 146">
            <a:extLst>
              <a:ext uri="{FF2B5EF4-FFF2-40B4-BE49-F238E27FC236}">
                <a16:creationId xmlns:a16="http://schemas.microsoft.com/office/drawing/2014/main" id="{2F5EFC51-872A-2AAF-F3A3-9E85928845C3}"/>
              </a:ext>
            </a:extLst>
          </p:cNvPr>
          <p:cNvCxnSpPr/>
          <p:nvPr userDrawn="1"/>
        </p:nvCxnSpPr>
        <p:spPr>
          <a:xfrm>
            <a:off x="6403360" y="1904916"/>
            <a:ext cx="280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8" name="Текст 25">
            <a:extLst>
              <a:ext uri="{FF2B5EF4-FFF2-40B4-BE49-F238E27FC236}">
                <a16:creationId xmlns:a16="http://schemas.microsoft.com/office/drawing/2014/main" id="{E753D229-7D74-2849-F21F-D01ADE16A947}"/>
              </a:ext>
            </a:extLst>
          </p:cNvPr>
          <p:cNvSpPr>
            <a:spLocks noGrp="1"/>
          </p:cNvSpPr>
          <p:nvPr>
            <p:ph type="body" sz="quarter" idx="105" hasCustomPrompt="1"/>
          </p:nvPr>
        </p:nvSpPr>
        <p:spPr>
          <a:xfrm>
            <a:off x="9302413" y="1070405"/>
            <a:ext cx="2630198" cy="430887"/>
          </a:xfrm>
        </p:spPr>
        <p:txBody>
          <a:bodyPr/>
          <a:lstStyle>
            <a:lvl1pPr>
              <a:lnSpc>
                <a:spcPct val="100000"/>
              </a:lnSpc>
              <a:defRPr sz="2800" kern="0" spc="-30" baseline="0">
                <a:solidFill>
                  <a:schemeClr val="tx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16 000+</a:t>
            </a:r>
            <a:endParaRPr lang="ru-RU" dirty="0"/>
          </a:p>
        </p:txBody>
      </p:sp>
      <p:sp>
        <p:nvSpPr>
          <p:cNvPr id="149" name="Текст 61">
            <a:extLst>
              <a:ext uri="{FF2B5EF4-FFF2-40B4-BE49-F238E27FC236}">
                <a16:creationId xmlns:a16="http://schemas.microsoft.com/office/drawing/2014/main" id="{7C8BD11E-F2FA-6109-86FC-F426F4D3F952}"/>
              </a:ext>
            </a:extLst>
          </p:cNvPr>
          <p:cNvSpPr>
            <a:spLocks noGrp="1"/>
          </p:cNvSpPr>
          <p:nvPr>
            <p:ph type="body" sz="quarter" idx="106" hasCustomPrompt="1"/>
          </p:nvPr>
        </p:nvSpPr>
        <p:spPr>
          <a:xfrm>
            <a:off x="9296740" y="1497804"/>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Сотрудников и физлиц</a:t>
            </a:r>
            <a:endParaRPr lang="ru-RU" dirty="0"/>
          </a:p>
        </p:txBody>
      </p:sp>
      <p:cxnSp>
        <p:nvCxnSpPr>
          <p:cNvPr id="150" name="Прямая соединительная линия 149">
            <a:extLst>
              <a:ext uri="{FF2B5EF4-FFF2-40B4-BE49-F238E27FC236}">
                <a16:creationId xmlns:a16="http://schemas.microsoft.com/office/drawing/2014/main" id="{C1E25C94-F521-6B45-8DC0-4CBA62836DF3}"/>
              </a:ext>
            </a:extLst>
          </p:cNvPr>
          <p:cNvCxnSpPr/>
          <p:nvPr userDrawn="1"/>
        </p:nvCxnSpPr>
        <p:spPr>
          <a:xfrm>
            <a:off x="9299334" y="1039369"/>
            <a:ext cx="244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1" name="Текст 25">
            <a:extLst>
              <a:ext uri="{FF2B5EF4-FFF2-40B4-BE49-F238E27FC236}">
                <a16:creationId xmlns:a16="http://schemas.microsoft.com/office/drawing/2014/main" id="{58E2BA28-59EE-C494-993E-3131852895C2}"/>
              </a:ext>
            </a:extLst>
          </p:cNvPr>
          <p:cNvSpPr>
            <a:spLocks noGrp="1"/>
          </p:cNvSpPr>
          <p:nvPr>
            <p:ph type="body" sz="quarter" idx="107" hasCustomPrompt="1"/>
          </p:nvPr>
        </p:nvSpPr>
        <p:spPr>
          <a:xfrm>
            <a:off x="9302413" y="1934633"/>
            <a:ext cx="2630198" cy="430887"/>
          </a:xfrm>
        </p:spPr>
        <p:txBody>
          <a:bodyPr/>
          <a:lstStyle>
            <a:lvl1pPr>
              <a:lnSpc>
                <a:spcPct val="100000"/>
              </a:lnSpc>
              <a:defRPr sz="2800" kern="0" spc="-30" baseline="0">
                <a:solidFill>
                  <a:schemeClr val="tx1"/>
                </a:solidFill>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60+</a:t>
            </a:r>
            <a:endParaRPr lang="ru-RU" dirty="0"/>
          </a:p>
        </p:txBody>
      </p:sp>
      <p:sp>
        <p:nvSpPr>
          <p:cNvPr id="152" name="Текст 61">
            <a:extLst>
              <a:ext uri="{FF2B5EF4-FFF2-40B4-BE49-F238E27FC236}">
                <a16:creationId xmlns:a16="http://schemas.microsoft.com/office/drawing/2014/main" id="{55C23C7F-1058-F01F-90D0-F789F00224BF}"/>
              </a:ext>
            </a:extLst>
          </p:cNvPr>
          <p:cNvSpPr>
            <a:spLocks noGrp="1"/>
          </p:cNvSpPr>
          <p:nvPr>
            <p:ph type="body" sz="quarter" idx="108" hasCustomPrompt="1"/>
          </p:nvPr>
        </p:nvSpPr>
        <p:spPr>
          <a:xfrm>
            <a:off x="9296740" y="2365111"/>
            <a:ext cx="2639529"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solidFill>
                  <a:schemeClr val="tx1"/>
                </a:solidFill>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Юридических лиц в орг. периметре</a:t>
            </a:r>
            <a:endParaRPr lang="ru-RU" dirty="0"/>
          </a:p>
        </p:txBody>
      </p:sp>
      <p:cxnSp>
        <p:nvCxnSpPr>
          <p:cNvPr id="153" name="Прямая соединительная линия 152">
            <a:extLst>
              <a:ext uri="{FF2B5EF4-FFF2-40B4-BE49-F238E27FC236}">
                <a16:creationId xmlns:a16="http://schemas.microsoft.com/office/drawing/2014/main" id="{4E4FDCF5-E772-3DDD-8CEF-414419165142}"/>
              </a:ext>
            </a:extLst>
          </p:cNvPr>
          <p:cNvCxnSpPr/>
          <p:nvPr userDrawn="1"/>
        </p:nvCxnSpPr>
        <p:spPr>
          <a:xfrm>
            <a:off x="9299334" y="1904916"/>
            <a:ext cx="244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58" name="Рисунок 157">
            <a:extLst>
              <a:ext uri="{FF2B5EF4-FFF2-40B4-BE49-F238E27FC236}">
                <a16:creationId xmlns:a16="http://schemas.microsoft.com/office/drawing/2014/main" id="{42B04E84-CFAE-07EF-613A-ACD11E11DFA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sp>
        <p:nvSpPr>
          <p:cNvPr id="6" name="Текст 4">
            <a:extLst>
              <a:ext uri="{FF2B5EF4-FFF2-40B4-BE49-F238E27FC236}">
                <a16:creationId xmlns:a16="http://schemas.microsoft.com/office/drawing/2014/main" id="{89DC21E9-1D50-ED74-3357-AADD4418E534}"/>
              </a:ext>
            </a:extLst>
          </p:cNvPr>
          <p:cNvSpPr>
            <a:spLocks noGrp="1"/>
          </p:cNvSpPr>
          <p:nvPr>
            <p:ph type="body" sz="quarter" idx="110" hasCustomPrompt="1"/>
          </p:nvPr>
        </p:nvSpPr>
        <p:spPr>
          <a:xfrm>
            <a:off x="349250" y="1406137"/>
            <a:ext cx="4559300" cy="224933"/>
          </a:xfr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ru-RU" dirty="0"/>
              <a:t>Название компании</a:t>
            </a:r>
          </a:p>
        </p:txBody>
      </p:sp>
      <p:sp>
        <p:nvSpPr>
          <p:cNvPr id="8" name="Текст 4">
            <a:extLst>
              <a:ext uri="{FF2B5EF4-FFF2-40B4-BE49-F238E27FC236}">
                <a16:creationId xmlns:a16="http://schemas.microsoft.com/office/drawing/2014/main" id="{D9548EF5-D557-5BD4-3BF2-97A76A603E57}"/>
              </a:ext>
            </a:extLst>
          </p:cNvPr>
          <p:cNvSpPr>
            <a:spLocks noGrp="1"/>
          </p:cNvSpPr>
          <p:nvPr>
            <p:ph type="body" sz="quarter" idx="111" hasCustomPrompt="1"/>
          </p:nvPr>
        </p:nvSpPr>
        <p:spPr>
          <a:xfrm>
            <a:off x="349250" y="230875"/>
            <a:ext cx="4559300" cy="224933"/>
          </a:xfr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ru-RU" dirty="0"/>
              <a:t>Кейс</a:t>
            </a:r>
          </a:p>
        </p:txBody>
      </p:sp>
      <p:pic>
        <p:nvPicPr>
          <p:cNvPr id="4" name="Image 1" descr=" ">
            <a:extLst>
              <a:ext uri="{FF2B5EF4-FFF2-40B4-BE49-F238E27FC236}">
                <a16:creationId xmlns:a16="http://schemas.microsoft.com/office/drawing/2014/main" id="{050CE78F-DC2B-C792-072C-1E22DBB2E65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1100680132"/>
      </p:ext>
    </p:extLst>
  </p:cSld>
  <p:clrMapOvr>
    <a:masterClrMapping/>
  </p:clrMapOvr>
  <p:extLst>
    <p:ext uri="{DCECCB84-F9BA-43D5-87BE-67443E8EF086}">
      <p15:sldGuideLst xmlns:p15="http://schemas.microsoft.com/office/powerpoint/2012/main">
        <p15:guide id="1" orient="horz" pos="4088">
          <p15:clr>
            <a:srgbClr val="FBAE40"/>
          </p15:clr>
        </p15:guide>
        <p15:guide id="2" pos="3874">
          <p15:clr>
            <a:srgbClr val="FBAE40"/>
          </p15:clr>
        </p15:guide>
        <p15:guide id="3" orient="horz" pos="232">
          <p15:clr>
            <a:srgbClr val="FBAE40"/>
          </p15:clr>
        </p15:guide>
        <p15:guide id="4" orient="horz" pos="822">
          <p15:clr>
            <a:srgbClr val="FBAE40"/>
          </p15:clr>
        </p15:guide>
        <p15:guide id="5" orient="horz" pos="890">
          <p15:clr>
            <a:srgbClr val="FBAE40"/>
          </p15:clr>
        </p15:guide>
        <p15:guide id="6" pos="234">
          <p15:clr>
            <a:srgbClr val="FBAE40"/>
          </p15:clr>
        </p15:guide>
        <p15:guide id="7" orient="horz" pos="1469">
          <p15:clr>
            <a:srgbClr val="FBAE40"/>
          </p15:clr>
        </p15:guide>
        <p15:guide id="8" orient="horz" pos="1537">
          <p15:clr>
            <a:srgbClr val="FBAE40"/>
          </p15:clr>
        </p15:guide>
        <p15:guide id="9" orient="horz" pos="2126">
          <p15:clr>
            <a:srgbClr val="FBAE40"/>
          </p15:clr>
        </p15:guide>
        <p15:guide id="10" orient="horz" pos="2183">
          <p15:clr>
            <a:srgbClr val="FBAE40"/>
          </p15:clr>
        </p15:guide>
        <p15:guide id="11" orient="horz" pos="2784">
          <p15:clr>
            <a:srgbClr val="FBAE40"/>
          </p15:clr>
        </p15:guide>
        <p15:guide id="12" orient="horz" pos="2852">
          <p15:clr>
            <a:srgbClr val="FBAE40"/>
          </p15:clr>
        </p15:guide>
        <p15:guide id="13" orient="horz" pos="3430">
          <p15:clr>
            <a:srgbClr val="FBAE40"/>
          </p15:clr>
        </p15:guide>
        <p15:guide id="14" orient="horz" pos="3498">
          <p15:clr>
            <a:srgbClr val="FBAE40"/>
          </p15:clr>
        </p15:guide>
        <p15:guide id="15" pos="756">
          <p15:clr>
            <a:srgbClr val="FBAE40"/>
          </p15:clr>
        </p15:guide>
        <p15:guide id="16" pos="835">
          <p15:clr>
            <a:srgbClr val="FBAE40"/>
          </p15:clr>
        </p15:guide>
        <p15:guide id="17" pos="1380">
          <p15:clr>
            <a:srgbClr val="FBAE40"/>
          </p15:clr>
        </p15:guide>
        <p15:guide id="18" pos="1448">
          <p15:clr>
            <a:srgbClr val="FBAE40"/>
          </p15:clr>
        </p15:guide>
        <p15:guide id="19" pos="1981">
          <p15:clr>
            <a:srgbClr val="FBAE40"/>
          </p15:clr>
        </p15:guide>
        <p15:guide id="20" pos="2049">
          <p15:clr>
            <a:srgbClr val="FBAE40"/>
          </p15:clr>
        </p15:guide>
        <p15:guide id="21" pos="2593">
          <p15:clr>
            <a:srgbClr val="FBAE40"/>
          </p15:clr>
        </p15:guide>
        <p15:guide id="22" pos="2661">
          <p15:clr>
            <a:srgbClr val="FBAE40"/>
          </p15:clr>
        </p15:guide>
        <p15:guide id="23" pos="3205">
          <p15:clr>
            <a:srgbClr val="FBAE40"/>
          </p15:clr>
        </p15:guide>
        <p15:guide id="24" pos="3273">
          <p15:clr>
            <a:srgbClr val="FBAE40"/>
          </p15:clr>
        </p15:guide>
        <p15:guide id="25" pos="3806">
          <p15:clr>
            <a:srgbClr val="FBAE40"/>
          </p15:clr>
        </p15:guide>
        <p15:guide id="26" pos="4418">
          <p15:clr>
            <a:srgbClr val="FBAE40"/>
          </p15:clr>
        </p15:guide>
        <p15:guide id="27" pos="4486">
          <p15:clr>
            <a:srgbClr val="FBAE40"/>
          </p15:clr>
        </p15:guide>
        <p15:guide id="28" pos="5019">
          <p15:clr>
            <a:srgbClr val="FBAE40"/>
          </p15:clr>
        </p15:guide>
        <p15:guide id="29" pos="5087">
          <p15:clr>
            <a:srgbClr val="FBAE40"/>
          </p15:clr>
        </p15:guide>
        <p15:guide id="30" pos="5631">
          <p15:clr>
            <a:srgbClr val="FBAE40"/>
          </p15:clr>
        </p15:guide>
        <p15:guide id="31" pos="5699">
          <p15:clr>
            <a:srgbClr val="FBAE40"/>
          </p15:clr>
        </p15:guide>
        <p15:guide id="32" pos="6232">
          <p15:clr>
            <a:srgbClr val="FBAE40"/>
          </p15:clr>
        </p15:guide>
        <p15:guide id="33" pos="6300">
          <p15:clr>
            <a:srgbClr val="FBAE40"/>
          </p15:clr>
        </p15:guide>
        <p15:guide id="34" pos="6845">
          <p15:clr>
            <a:srgbClr val="FBAE40"/>
          </p15:clr>
        </p15:guide>
        <p15:guide id="35" pos="6913">
          <p15:clr>
            <a:srgbClr val="FBAE40"/>
          </p15:clr>
        </p15:guide>
        <p15:guide id="36" pos="744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2_Кейс">
    <p:spTree>
      <p:nvGrpSpPr>
        <p:cNvPr id="1" name=""/>
        <p:cNvGrpSpPr/>
        <p:nvPr/>
      </p:nvGrpSpPr>
      <p:grpSpPr>
        <a:xfrm>
          <a:off x="0" y="0"/>
          <a:ext cx="0" cy="0"/>
          <a:chOff x="0" y="0"/>
          <a:chExt cx="0" cy="0"/>
        </a:xfrm>
      </p:grpSpPr>
      <p:pic>
        <p:nvPicPr>
          <p:cNvPr id="68" name="Image 2" descr=" ">
            <a:extLst>
              <a:ext uri="{FF2B5EF4-FFF2-40B4-BE49-F238E27FC236}">
                <a16:creationId xmlns:a16="http://schemas.microsoft.com/office/drawing/2014/main" id="{59D4AFD1-3084-1C60-C322-6367E88CB2D8}"/>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4216378" y="5359149"/>
            <a:ext cx="3759181" cy="1142851"/>
          </a:xfrm>
          <a:prstGeom prst="rect">
            <a:avLst/>
          </a:prstGeom>
          <a:solidFill>
            <a:srgbClr val="CF0522">
              <a:alpha val="10196"/>
            </a:srgbClr>
          </a:solidFill>
        </p:spPr>
      </p:pic>
      <p:pic>
        <p:nvPicPr>
          <p:cNvPr id="69" name="Image 5" descr=" ">
            <a:extLst>
              <a:ext uri="{FF2B5EF4-FFF2-40B4-BE49-F238E27FC236}">
                <a16:creationId xmlns:a16="http://schemas.microsoft.com/office/drawing/2014/main" id="{1CBF8C1A-60A5-C110-275B-652581B2B48C}"/>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8077158" y="5359149"/>
            <a:ext cx="3759181" cy="1142851"/>
          </a:xfrm>
          <a:prstGeom prst="rect">
            <a:avLst/>
          </a:prstGeom>
          <a:solidFill>
            <a:srgbClr val="CF0522">
              <a:alpha val="10196"/>
            </a:srgbClr>
          </a:solidFill>
        </p:spPr>
      </p:pic>
      <p:pic>
        <p:nvPicPr>
          <p:cNvPr id="70" name="Image 8" descr=" ">
            <a:extLst>
              <a:ext uri="{FF2B5EF4-FFF2-40B4-BE49-F238E27FC236}">
                <a16:creationId xmlns:a16="http://schemas.microsoft.com/office/drawing/2014/main" id="{02AE7F85-BD53-7BD9-6582-AF0B2B602B5E}"/>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355598" y="5359149"/>
            <a:ext cx="3759181" cy="1142851"/>
          </a:xfrm>
          <a:prstGeom prst="rect">
            <a:avLst/>
          </a:prstGeom>
          <a:solidFill>
            <a:srgbClr val="CF0522">
              <a:alpha val="10196"/>
            </a:srgbClr>
          </a:solidFill>
        </p:spPr>
      </p:pic>
      <p:sp>
        <p:nvSpPr>
          <p:cNvPr id="82" name="Text 1">
            <a:extLst>
              <a:ext uri="{FF2B5EF4-FFF2-40B4-BE49-F238E27FC236}">
                <a16:creationId xmlns:a16="http://schemas.microsoft.com/office/drawing/2014/main" id="{9521B94B-F46D-F557-4239-AEB21BC60442}"/>
              </a:ext>
            </a:extLst>
          </p:cNvPr>
          <p:cNvSpPr/>
          <p:nvPr userDrawn="1"/>
        </p:nvSpPr>
        <p:spPr>
          <a:xfrm>
            <a:off x="355597" y="270154"/>
            <a:ext cx="8754488" cy="251851"/>
          </a:xfrm>
          <a:prstGeom prst="rect">
            <a:avLst/>
          </a:prstGeom>
          <a:noFill/>
          <a:ln/>
        </p:spPr>
        <p:txBody>
          <a:bodyPr wrap="square" lIns="0" tIns="0" rIns="0" bIns="0" rtlCol="0" anchor="t"/>
          <a:lstStyle/>
          <a:p>
            <a:pPr>
              <a:lnSpc>
                <a:spcPts val="1440"/>
              </a:lnSpc>
            </a:pPr>
            <a:r>
              <a:rPr lang="en-US" sz="1600" kern="0" spc="-16" dirty="0">
                <a:solidFill>
                  <a:srgbClr val="000000">
                    <a:alpha val="100000"/>
                  </a:srgbClr>
                </a:solidFill>
                <a:latin typeface="Stapel" panose="020B0504020202020204" pitchFamily="34" charset="-52"/>
                <a:ea typeface="Stapel" pitchFamily="34" charset="-122"/>
                <a:cs typeface="Stapel" pitchFamily="34" charset="-120"/>
              </a:rPr>
              <a:t>Кейс</a:t>
            </a:r>
            <a:endParaRPr lang="en-US" sz="1600" dirty="0"/>
          </a:p>
        </p:txBody>
      </p:sp>
      <p:sp>
        <p:nvSpPr>
          <p:cNvPr id="112" name="Номер слайда 5">
            <a:extLst>
              <a:ext uri="{FF2B5EF4-FFF2-40B4-BE49-F238E27FC236}">
                <a16:creationId xmlns:a16="http://schemas.microsoft.com/office/drawing/2014/main" id="{C9C0EA62-2D05-0D41-2ACB-7147246722F6}"/>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pic>
        <p:nvPicPr>
          <p:cNvPr id="2" name="Image 0" descr=" ">
            <a:extLst>
              <a:ext uri="{FF2B5EF4-FFF2-40B4-BE49-F238E27FC236}">
                <a16:creationId xmlns:a16="http://schemas.microsoft.com/office/drawing/2014/main" id="{379F4F19-1CF6-AD88-0D00-B983336119F4}"/>
              </a:ext>
            </a:extLst>
          </p:cNvPr>
          <p:cNvPicPr>
            <a:picLocks noChangeAspect="1"/>
          </p:cNvPicPr>
          <p:nvPr userDrawn="1"/>
        </p:nvPicPr>
        <p:blipFill>
          <a:blip r:embed="rId4"/>
          <a:stretch>
            <a:fillRect/>
          </a:stretch>
        </p:blipFill>
        <p:spPr>
          <a:xfrm>
            <a:off x="355599" y="1670279"/>
            <a:ext cx="1371593" cy="660314"/>
          </a:xfrm>
          <a:prstGeom prst="rect">
            <a:avLst/>
          </a:prstGeom>
        </p:spPr>
      </p:pic>
      <p:sp>
        <p:nvSpPr>
          <p:cNvPr id="28" name="Рисунок 26">
            <a:extLst>
              <a:ext uri="{FF2B5EF4-FFF2-40B4-BE49-F238E27FC236}">
                <a16:creationId xmlns:a16="http://schemas.microsoft.com/office/drawing/2014/main" id="{F59371FE-CB66-72BC-1F1E-E26E41D8BA01}"/>
              </a:ext>
            </a:extLst>
          </p:cNvPr>
          <p:cNvSpPr>
            <a:spLocks noGrp="1"/>
          </p:cNvSpPr>
          <p:nvPr>
            <p:ph type="pic" sz="quarter" idx="42"/>
          </p:nvPr>
        </p:nvSpPr>
        <p:spPr>
          <a:xfrm>
            <a:off x="698500" y="1797050"/>
            <a:ext cx="690563" cy="334963"/>
          </a:xfrm>
          <a:noFill/>
        </p:spPr>
        <p:txBody>
          <a:bodyPr/>
          <a:lstStyle>
            <a:lvl1pPr>
              <a:defRPr sz="1200"/>
            </a:lvl1pPr>
          </a:lstStyle>
          <a:p>
            <a:r>
              <a:rPr lang="ru-RU"/>
              <a:t>Вставка рисунка</a:t>
            </a:r>
            <a:endParaRPr lang="ru-RU" dirty="0"/>
          </a:p>
        </p:txBody>
      </p:sp>
      <p:sp>
        <p:nvSpPr>
          <p:cNvPr id="31" name="Текст 25">
            <a:extLst>
              <a:ext uri="{FF2B5EF4-FFF2-40B4-BE49-F238E27FC236}">
                <a16:creationId xmlns:a16="http://schemas.microsoft.com/office/drawing/2014/main" id="{6D6E7611-6DBE-B25D-76E1-F07AA11BB96E}"/>
              </a:ext>
            </a:extLst>
          </p:cNvPr>
          <p:cNvSpPr>
            <a:spLocks noGrp="1"/>
          </p:cNvSpPr>
          <p:nvPr>
            <p:ph type="body" sz="quarter" idx="41" hasCustomPrompt="1"/>
          </p:nvPr>
        </p:nvSpPr>
        <p:spPr>
          <a:xfrm>
            <a:off x="345681" y="675637"/>
            <a:ext cx="7044163" cy="781496"/>
          </a:xfrm>
        </p:spPr>
        <p:txBody>
          <a:bodyPr/>
          <a:lstStyle>
            <a:lvl1pPr>
              <a:lnSpc>
                <a:spcPct val="90000"/>
              </a:lnSpc>
              <a:defRPr sz="2800" kern="0" spc="-30" baseline="0">
                <a:latin typeface="+mj-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Создание гибкой страховой платформы</a:t>
            </a:r>
            <a:br>
              <a:rPr lang="ru-RU" dirty="0"/>
            </a:br>
            <a:r>
              <a:rPr lang="ru-RU" dirty="0">
                <a:effectLst/>
              </a:rPr>
              <a:t>для поддержки развития бизнеса</a:t>
            </a:r>
            <a:endParaRPr lang="ru-RU" dirty="0"/>
          </a:p>
        </p:txBody>
      </p:sp>
      <p:sp>
        <p:nvSpPr>
          <p:cNvPr id="45" name="Shape 21">
            <a:extLst>
              <a:ext uri="{FF2B5EF4-FFF2-40B4-BE49-F238E27FC236}">
                <a16:creationId xmlns:a16="http://schemas.microsoft.com/office/drawing/2014/main" id="{396A7B92-FEA7-A3EF-A57F-E4AE30E6F07E}"/>
              </a:ext>
            </a:extLst>
          </p:cNvPr>
          <p:cNvSpPr/>
          <p:nvPr userDrawn="1"/>
        </p:nvSpPr>
        <p:spPr>
          <a:xfrm>
            <a:off x="355598" y="3297207"/>
            <a:ext cx="3759181" cy="12700"/>
          </a:xfrm>
          <a:prstGeom prst="rect">
            <a:avLst/>
          </a:prstGeom>
          <a:solidFill>
            <a:srgbClr val="000000">
              <a:alpha val="100000"/>
            </a:srgbClr>
          </a:solidFill>
          <a:ln/>
        </p:spPr>
      </p:sp>
      <p:sp>
        <p:nvSpPr>
          <p:cNvPr id="46" name="Shape 22">
            <a:extLst>
              <a:ext uri="{FF2B5EF4-FFF2-40B4-BE49-F238E27FC236}">
                <a16:creationId xmlns:a16="http://schemas.microsoft.com/office/drawing/2014/main" id="{7F35D393-0C15-C346-4E8F-F0D4A292DD2E}"/>
              </a:ext>
            </a:extLst>
          </p:cNvPr>
          <p:cNvSpPr/>
          <p:nvPr userDrawn="1"/>
        </p:nvSpPr>
        <p:spPr>
          <a:xfrm>
            <a:off x="4216378" y="3297207"/>
            <a:ext cx="3759181" cy="12700"/>
          </a:xfrm>
          <a:prstGeom prst="rect">
            <a:avLst/>
          </a:prstGeom>
          <a:solidFill>
            <a:srgbClr val="000000">
              <a:alpha val="100000"/>
            </a:srgbClr>
          </a:solidFill>
          <a:ln/>
        </p:spPr>
      </p:sp>
      <p:sp>
        <p:nvSpPr>
          <p:cNvPr id="47" name="Shape 23">
            <a:extLst>
              <a:ext uri="{FF2B5EF4-FFF2-40B4-BE49-F238E27FC236}">
                <a16:creationId xmlns:a16="http://schemas.microsoft.com/office/drawing/2014/main" id="{6563AA82-D6B0-9860-71DE-19B62DA9FB81}"/>
              </a:ext>
            </a:extLst>
          </p:cNvPr>
          <p:cNvSpPr/>
          <p:nvPr userDrawn="1"/>
        </p:nvSpPr>
        <p:spPr>
          <a:xfrm>
            <a:off x="8077158" y="3297207"/>
            <a:ext cx="3759181" cy="12700"/>
          </a:xfrm>
          <a:prstGeom prst="rect">
            <a:avLst/>
          </a:prstGeom>
          <a:solidFill>
            <a:srgbClr val="000000">
              <a:alpha val="100000"/>
            </a:srgbClr>
          </a:solidFill>
          <a:ln/>
        </p:spPr>
      </p:sp>
      <p:sp>
        <p:nvSpPr>
          <p:cNvPr id="48" name="Текст 25">
            <a:extLst>
              <a:ext uri="{FF2B5EF4-FFF2-40B4-BE49-F238E27FC236}">
                <a16:creationId xmlns:a16="http://schemas.microsoft.com/office/drawing/2014/main" id="{70889F1A-E9F3-BB66-BE78-55310C451A29}"/>
              </a:ext>
            </a:extLst>
          </p:cNvPr>
          <p:cNvSpPr>
            <a:spLocks noGrp="1"/>
          </p:cNvSpPr>
          <p:nvPr>
            <p:ph type="body" sz="quarter" idx="43" hasCustomPrompt="1"/>
          </p:nvPr>
        </p:nvSpPr>
        <p:spPr>
          <a:xfrm>
            <a:off x="352684" y="2943812"/>
            <a:ext cx="3492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Проблема  клиента</a:t>
            </a:r>
          </a:p>
        </p:txBody>
      </p:sp>
      <p:sp>
        <p:nvSpPr>
          <p:cNvPr id="49" name="Текст 25">
            <a:extLst>
              <a:ext uri="{FF2B5EF4-FFF2-40B4-BE49-F238E27FC236}">
                <a16:creationId xmlns:a16="http://schemas.microsoft.com/office/drawing/2014/main" id="{FFB315DD-6321-A5E4-D2D2-96E40BAC7886}"/>
              </a:ext>
            </a:extLst>
          </p:cNvPr>
          <p:cNvSpPr>
            <a:spLocks noGrp="1"/>
          </p:cNvSpPr>
          <p:nvPr>
            <p:ph type="body" sz="quarter" idx="46" hasCustomPrompt="1"/>
          </p:nvPr>
        </p:nvSpPr>
        <p:spPr>
          <a:xfrm>
            <a:off x="4218394" y="2943812"/>
            <a:ext cx="3492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Наше решение</a:t>
            </a:r>
          </a:p>
        </p:txBody>
      </p:sp>
      <p:sp>
        <p:nvSpPr>
          <p:cNvPr id="50" name="Текст 25">
            <a:extLst>
              <a:ext uri="{FF2B5EF4-FFF2-40B4-BE49-F238E27FC236}">
                <a16:creationId xmlns:a16="http://schemas.microsoft.com/office/drawing/2014/main" id="{21BB077D-F210-76CA-2EC2-AEB2D282370B}"/>
              </a:ext>
            </a:extLst>
          </p:cNvPr>
          <p:cNvSpPr>
            <a:spLocks noGrp="1"/>
          </p:cNvSpPr>
          <p:nvPr>
            <p:ph type="body" sz="quarter" idx="51" hasCustomPrompt="1"/>
          </p:nvPr>
        </p:nvSpPr>
        <p:spPr>
          <a:xfrm>
            <a:off x="8077158" y="2943812"/>
            <a:ext cx="3492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Результаты</a:t>
            </a:r>
          </a:p>
        </p:txBody>
      </p:sp>
      <p:sp>
        <p:nvSpPr>
          <p:cNvPr id="51" name="Текст 61">
            <a:extLst>
              <a:ext uri="{FF2B5EF4-FFF2-40B4-BE49-F238E27FC236}">
                <a16:creationId xmlns:a16="http://schemas.microsoft.com/office/drawing/2014/main" id="{29B5ACC0-66F4-8DAE-DC07-1A1FDEFBC5E9}"/>
              </a:ext>
            </a:extLst>
          </p:cNvPr>
          <p:cNvSpPr>
            <a:spLocks noGrp="1"/>
          </p:cNvSpPr>
          <p:nvPr>
            <p:ph type="body" sz="quarter" idx="47" hasCustomPrompt="1"/>
          </p:nvPr>
        </p:nvSpPr>
        <p:spPr>
          <a:xfrm>
            <a:off x="352529" y="3551120"/>
            <a:ext cx="3492000" cy="1155188"/>
          </a:xfrm>
        </p:spPr>
        <p:txBody>
          <a:bodyPr wrap="square">
            <a:spAutoFit/>
          </a:bodyPr>
          <a:lstStyle>
            <a:lvl1pPr marL="0" marR="0" indent="0" algn="l" defTabSz="457109" rtl="0" eaLnBrk="1" fontAlgn="auto" latinLnBrk="0" hangingPunct="1">
              <a:lnSpc>
                <a:spcPts val="1000"/>
              </a:lnSpc>
              <a:spcBef>
                <a:spcPts val="500"/>
              </a:spcBef>
              <a:spcAft>
                <a:spcPts val="0"/>
              </a:spcAft>
              <a:buClr>
                <a:schemeClr val="tx2"/>
              </a:buClr>
              <a:buSzTx/>
              <a:buFont typeface="+mj-lt"/>
              <a:buNone/>
              <a:tabLst/>
              <a:defRPr sz="9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br>
              <a:rPr lang="en-US" dirty="0"/>
            </a:br>
            <a:br>
              <a:rPr lang="en-US" dirty="0"/>
            </a:br>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52" name="Текст 61">
            <a:extLst>
              <a:ext uri="{FF2B5EF4-FFF2-40B4-BE49-F238E27FC236}">
                <a16:creationId xmlns:a16="http://schemas.microsoft.com/office/drawing/2014/main" id="{2BEA6CB7-4BD0-1FC8-9224-50B7A9F32F9B}"/>
              </a:ext>
            </a:extLst>
          </p:cNvPr>
          <p:cNvSpPr>
            <a:spLocks noGrp="1"/>
          </p:cNvSpPr>
          <p:nvPr>
            <p:ph type="body" sz="quarter" idx="50" hasCustomPrompt="1"/>
          </p:nvPr>
        </p:nvSpPr>
        <p:spPr>
          <a:xfrm>
            <a:off x="4218239" y="3551120"/>
            <a:ext cx="3492000" cy="1155188"/>
          </a:xfrm>
        </p:spPr>
        <p:txBody>
          <a:bodyPr wrap="square">
            <a:spAutoFit/>
          </a:bodyPr>
          <a:lstStyle>
            <a:lvl1pPr marL="0" marR="0" indent="0" algn="l" defTabSz="457109" rtl="0" eaLnBrk="1" fontAlgn="auto" latinLnBrk="0" hangingPunct="1">
              <a:lnSpc>
                <a:spcPts val="1000"/>
              </a:lnSpc>
              <a:spcBef>
                <a:spcPts val="500"/>
              </a:spcBef>
              <a:spcAft>
                <a:spcPts val="0"/>
              </a:spcAft>
              <a:buClr>
                <a:schemeClr val="tx2"/>
              </a:buClr>
              <a:buSzTx/>
              <a:buFont typeface="+mj-lt"/>
              <a:buNone/>
              <a:tabLst/>
              <a:defRPr sz="9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br>
              <a:rPr lang="en-US" dirty="0"/>
            </a:br>
            <a:br>
              <a:rPr lang="en-US" dirty="0"/>
            </a:br>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53" name="Текст 61">
            <a:extLst>
              <a:ext uri="{FF2B5EF4-FFF2-40B4-BE49-F238E27FC236}">
                <a16:creationId xmlns:a16="http://schemas.microsoft.com/office/drawing/2014/main" id="{AD53956E-50D9-C3BA-68FA-8069E6FEBCBB}"/>
              </a:ext>
            </a:extLst>
          </p:cNvPr>
          <p:cNvSpPr>
            <a:spLocks noGrp="1"/>
          </p:cNvSpPr>
          <p:nvPr>
            <p:ph type="body" sz="quarter" idx="92" hasCustomPrompt="1"/>
          </p:nvPr>
        </p:nvSpPr>
        <p:spPr>
          <a:xfrm>
            <a:off x="8140420" y="3551120"/>
            <a:ext cx="3492000" cy="1155188"/>
          </a:xfrm>
        </p:spPr>
        <p:txBody>
          <a:bodyPr wrap="square" anchor="t">
            <a:spAutoFit/>
          </a:bodyPr>
          <a:lstStyle>
            <a:lvl1pPr marL="72000" marR="0" indent="-108000" algn="l" defTabSz="457109" rtl="0" eaLnBrk="1" fontAlgn="auto" latinLnBrk="0" hangingPunct="1">
              <a:lnSpc>
                <a:spcPts val="1000"/>
              </a:lnSpc>
              <a:spcBef>
                <a:spcPts val="0"/>
              </a:spcBef>
              <a:spcAft>
                <a:spcPts val="0"/>
              </a:spcAft>
              <a:buClr>
                <a:schemeClr val="tx1"/>
              </a:buClr>
              <a:buSzTx/>
              <a:buFont typeface="Arial" panose="020B0604020202020204" pitchFamily="34" charset="0"/>
              <a:buChar char="•"/>
              <a:tabLst/>
              <a:defRPr sz="9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p:txBody>
      </p:sp>
      <p:sp>
        <p:nvSpPr>
          <p:cNvPr id="62" name="Текст 61">
            <a:extLst>
              <a:ext uri="{FF2B5EF4-FFF2-40B4-BE49-F238E27FC236}">
                <a16:creationId xmlns:a16="http://schemas.microsoft.com/office/drawing/2014/main" id="{A8B38A0B-7306-F71F-01D8-5A2ABCB8C0CE}"/>
              </a:ext>
            </a:extLst>
          </p:cNvPr>
          <p:cNvSpPr>
            <a:spLocks noGrp="1"/>
          </p:cNvSpPr>
          <p:nvPr>
            <p:ph type="body" sz="quarter" idx="58" hasCustomPrompt="1"/>
          </p:nvPr>
        </p:nvSpPr>
        <p:spPr>
          <a:xfrm>
            <a:off x="557087" y="6022530"/>
            <a:ext cx="3283785"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На запуск платформы и эксплуатацию</a:t>
            </a:r>
            <a:endParaRPr lang="ru-RU" dirty="0"/>
          </a:p>
        </p:txBody>
      </p:sp>
      <p:sp>
        <p:nvSpPr>
          <p:cNvPr id="63" name="Текст 25">
            <a:extLst>
              <a:ext uri="{FF2B5EF4-FFF2-40B4-BE49-F238E27FC236}">
                <a16:creationId xmlns:a16="http://schemas.microsoft.com/office/drawing/2014/main" id="{51CAFA1B-ABE5-2E80-D2C4-717D3B222CD2}"/>
              </a:ext>
            </a:extLst>
          </p:cNvPr>
          <p:cNvSpPr>
            <a:spLocks noGrp="1"/>
          </p:cNvSpPr>
          <p:nvPr>
            <p:ph type="body" sz="quarter" idx="34" hasCustomPrompt="1"/>
          </p:nvPr>
        </p:nvSpPr>
        <p:spPr>
          <a:xfrm>
            <a:off x="557087" y="5545963"/>
            <a:ext cx="3278111" cy="430887"/>
          </a:xfrm>
        </p:spPr>
        <p:txBody>
          <a:bodyPr/>
          <a:lstStyle>
            <a:lvl1pPr>
              <a:lnSpc>
                <a:spcPct val="100000"/>
              </a:lnSpc>
              <a:defRPr sz="28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en-US" dirty="0"/>
              <a:t>&lt;9</a:t>
            </a:r>
            <a:r>
              <a:rPr lang="ru-RU" dirty="0"/>
              <a:t> </a:t>
            </a:r>
            <a:r>
              <a:rPr lang="ru-RU" dirty="0" err="1"/>
              <a:t>мес</a:t>
            </a:r>
            <a:endParaRPr lang="ru-RU" dirty="0"/>
          </a:p>
        </p:txBody>
      </p:sp>
      <p:sp>
        <p:nvSpPr>
          <p:cNvPr id="64" name="Текст 61">
            <a:extLst>
              <a:ext uri="{FF2B5EF4-FFF2-40B4-BE49-F238E27FC236}">
                <a16:creationId xmlns:a16="http://schemas.microsoft.com/office/drawing/2014/main" id="{C149DFE0-D1A1-F622-A531-686A38444235}"/>
              </a:ext>
            </a:extLst>
          </p:cNvPr>
          <p:cNvSpPr>
            <a:spLocks noGrp="1"/>
          </p:cNvSpPr>
          <p:nvPr>
            <p:ph type="body" sz="quarter" idx="93" hasCustomPrompt="1"/>
          </p:nvPr>
        </p:nvSpPr>
        <p:spPr>
          <a:xfrm>
            <a:off x="4425927" y="6022530"/>
            <a:ext cx="3283785" cy="307777"/>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Сокращение времени разработки одного продукта после внедрения</a:t>
            </a:r>
            <a:endParaRPr lang="ru-RU" dirty="0"/>
          </a:p>
        </p:txBody>
      </p:sp>
      <p:sp>
        <p:nvSpPr>
          <p:cNvPr id="65" name="Текст 25">
            <a:extLst>
              <a:ext uri="{FF2B5EF4-FFF2-40B4-BE49-F238E27FC236}">
                <a16:creationId xmlns:a16="http://schemas.microsoft.com/office/drawing/2014/main" id="{55A8A15B-614E-2BC1-3E31-D1BFF91A9C5F}"/>
              </a:ext>
            </a:extLst>
          </p:cNvPr>
          <p:cNvSpPr>
            <a:spLocks noGrp="1"/>
          </p:cNvSpPr>
          <p:nvPr>
            <p:ph type="body" sz="quarter" idx="94" hasCustomPrompt="1"/>
          </p:nvPr>
        </p:nvSpPr>
        <p:spPr>
          <a:xfrm>
            <a:off x="4425927" y="5545963"/>
            <a:ext cx="3278111" cy="430887"/>
          </a:xfrm>
        </p:spPr>
        <p:txBody>
          <a:bodyPr/>
          <a:lstStyle>
            <a:lvl1pPr>
              <a:lnSpc>
                <a:spcPct val="100000"/>
              </a:lnSpc>
              <a:defRPr sz="28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с 60 до 2 дней</a:t>
            </a:r>
          </a:p>
        </p:txBody>
      </p:sp>
      <p:sp>
        <p:nvSpPr>
          <p:cNvPr id="66" name="Текст 61">
            <a:extLst>
              <a:ext uri="{FF2B5EF4-FFF2-40B4-BE49-F238E27FC236}">
                <a16:creationId xmlns:a16="http://schemas.microsoft.com/office/drawing/2014/main" id="{6A0C5A8F-8BC0-7454-0FC9-6D98E9ED5B2D}"/>
              </a:ext>
            </a:extLst>
          </p:cNvPr>
          <p:cNvSpPr>
            <a:spLocks noGrp="1"/>
          </p:cNvSpPr>
          <p:nvPr>
            <p:ph type="body" sz="quarter" idx="95" hasCustomPrompt="1"/>
          </p:nvPr>
        </p:nvSpPr>
        <p:spPr>
          <a:xfrm>
            <a:off x="8285373" y="6022530"/>
            <a:ext cx="3283785" cy="307777"/>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Сокращение трудоемкости создания прототипов пользовательского интерфейсов за счет </a:t>
            </a:r>
            <a:r>
              <a:rPr lang="en-US" dirty="0">
                <a:effectLst/>
              </a:rPr>
              <a:t> GenAI</a:t>
            </a:r>
            <a:endParaRPr lang="ru-RU" dirty="0"/>
          </a:p>
        </p:txBody>
      </p:sp>
      <p:sp>
        <p:nvSpPr>
          <p:cNvPr id="67" name="Текст 25">
            <a:extLst>
              <a:ext uri="{FF2B5EF4-FFF2-40B4-BE49-F238E27FC236}">
                <a16:creationId xmlns:a16="http://schemas.microsoft.com/office/drawing/2014/main" id="{1246574E-2547-D786-9F2F-BF554AFD52FB}"/>
              </a:ext>
            </a:extLst>
          </p:cNvPr>
          <p:cNvSpPr>
            <a:spLocks noGrp="1"/>
          </p:cNvSpPr>
          <p:nvPr>
            <p:ph type="body" sz="quarter" idx="96" hasCustomPrompt="1"/>
          </p:nvPr>
        </p:nvSpPr>
        <p:spPr>
          <a:xfrm>
            <a:off x="8285373" y="5545963"/>
            <a:ext cx="3278111" cy="430887"/>
          </a:xfrm>
        </p:spPr>
        <p:txBody>
          <a:bodyPr/>
          <a:lstStyle>
            <a:lvl1pPr>
              <a:lnSpc>
                <a:spcPct val="100000"/>
              </a:lnSpc>
              <a:defRPr sz="2800" kern="0" spc="0">
                <a:latin typeface="+mn-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в 4 раза</a:t>
            </a:r>
          </a:p>
        </p:txBody>
      </p:sp>
      <p:pic>
        <p:nvPicPr>
          <p:cNvPr id="71" name="Рисунок 70">
            <a:extLst>
              <a:ext uri="{FF2B5EF4-FFF2-40B4-BE49-F238E27FC236}">
                <a16:creationId xmlns:a16="http://schemas.microsoft.com/office/drawing/2014/main" id="{F029FC00-F5BC-2BEE-6DAC-0AC4C0985A8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4" name="Image 1" descr=" ">
            <a:extLst>
              <a:ext uri="{FF2B5EF4-FFF2-40B4-BE49-F238E27FC236}">
                <a16:creationId xmlns:a16="http://schemas.microsoft.com/office/drawing/2014/main" id="{59BB1A39-42E9-6C2C-F0FB-FC88E90E1DA6}"/>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445695" y="355600"/>
            <a:ext cx="1390643" cy="200856"/>
          </a:xfrm>
          <a:prstGeom prst="rect">
            <a:avLst/>
          </a:prstGeom>
        </p:spPr>
      </p:pic>
    </p:spTree>
    <p:extLst>
      <p:ext uri="{BB962C8B-B14F-4D97-AF65-F5344CB8AC3E}">
        <p14:creationId xmlns:p14="http://schemas.microsoft.com/office/powerpoint/2010/main" val="2236912153"/>
      </p:ext>
    </p:extLst>
  </p:cSld>
  <p:clrMapOvr>
    <a:masterClrMapping/>
  </p:clrMapOvr>
  <p:extLst>
    <p:ext uri="{DCECCB84-F9BA-43D5-87BE-67443E8EF086}">
      <p15:sldGuideLst xmlns:p15="http://schemas.microsoft.com/office/powerpoint/2012/main">
        <p15:guide id="1" orient="horz" pos="4088">
          <p15:clr>
            <a:srgbClr val="FBAE40"/>
          </p15:clr>
        </p15:guide>
        <p15:guide id="2" pos="3874">
          <p15:clr>
            <a:srgbClr val="FBAE40"/>
          </p15:clr>
        </p15:guide>
        <p15:guide id="3" orient="horz" pos="232">
          <p15:clr>
            <a:srgbClr val="FBAE40"/>
          </p15:clr>
        </p15:guide>
        <p15:guide id="4" orient="horz" pos="822">
          <p15:clr>
            <a:srgbClr val="FBAE40"/>
          </p15:clr>
        </p15:guide>
        <p15:guide id="5" orient="horz" pos="890">
          <p15:clr>
            <a:srgbClr val="FBAE40"/>
          </p15:clr>
        </p15:guide>
        <p15:guide id="6" pos="234">
          <p15:clr>
            <a:srgbClr val="FBAE40"/>
          </p15:clr>
        </p15:guide>
        <p15:guide id="7" orient="horz" pos="1469">
          <p15:clr>
            <a:srgbClr val="FBAE40"/>
          </p15:clr>
        </p15:guide>
        <p15:guide id="8" orient="horz" pos="1537">
          <p15:clr>
            <a:srgbClr val="FBAE40"/>
          </p15:clr>
        </p15:guide>
        <p15:guide id="9" orient="horz" pos="2126">
          <p15:clr>
            <a:srgbClr val="FBAE40"/>
          </p15:clr>
        </p15:guide>
        <p15:guide id="10" orient="horz" pos="2183">
          <p15:clr>
            <a:srgbClr val="FBAE40"/>
          </p15:clr>
        </p15:guide>
        <p15:guide id="11" orient="horz" pos="2784">
          <p15:clr>
            <a:srgbClr val="FBAE40"/>
          </p15:clr>
        </p15:guide>
        <p15:guide id="12" orient="horz" pos="2852">
          <p15:clr>
            <a:srgbClr val="FBAE40"/>
          </p15:clr>
        </p15:guide>
        <p15:guide id="13" orient="horz" pos="3430">
          <p15:clr>
            <a:srgbClr val="FBAE40"/>
          </p15:clr>
        </p15:guide>
        <p15:guide id="14" orient="horz" pos="3498">
          <p15:clr>
            <a:srgbClr val="FBAE40"/>
          </p15:clr>
        </p15:guide>
        <p15:guide id="15" pos="756">
          <p15:clr>
            <a:srgbClr val="FBAE40"/>
          </p15:clr>
        </p15:guide>
        <p15:guide id="16" pos="835">
          <p15:clr>
            <a:srgbClr val="FBAE40"/>
          </p15:clr>
        </p15:guide>
        <p15:guide id="17" pos="1380">
          <p15:clr>
            <a:srgbClr val="FBAE40"/>
          </p15:clr>
        </p15:guide>
        <p15:guide id="18" pos="1448">
          <p15:clr>
            <a:srgbClr val="FBAE40"/>
          </p15:clr>
        </p15:guide>
        <p15:guide id="19" pos="1981">
          <p15:clr>
            <a:srgbClr val="FBAE40"/>
          </p15:clr>
        </p15:guide>
        <p15:guide id="20" pos="2049">
          <p15:clr>
            <a:srgbClr val="FBAE40"/>
          </p15:clr>
        </p15:guide>
        <p15:guide id="21" pos="2593">
          <p15:clr>
            <a:srgbClr val="FBAE40"/>
          </p15:clr>
        </p15:guide>
        <p15:guide id="22" pos="2661">
          <p15:clr>
            <a:srgbClr val="FBAE40"/>
          </p15:clr>
        </p15:guide>
        <p15:guide id="23" pos="3205">
          <p15:clr>
            <a:srgbClr val="FBAE40"/>
          </p15:clr>
        </p15:guide>
        <p15:guide id="24" pos="3273">
          <p15:clr>
            <a:srgbClr val="FBAE40"/>
          </p15:clr>
        </p15:guide>
        <p15:guide id="25" pos="3806">
          <p15:clr>
            <a:srgbClr val="FBAE40"/>
          </p15:clr>
        </p15:guide>
        <p15:guide id="26" pos="4418">
          <p15:clr>
            <a:srgbClr val="FBAE40"/>
          </p15:clr>
        </p15:guide>
        <p15:guide id="27" pos="4486">
          <p15:clr>
            <a:srgbClr val="FBAE40"/>
          </p15:clr>
        </p15:guide>
        <p15:guide id="28" pos="5019">
          <p15:clr>
            <a:srgbClr val="FBAE40"/>
          </p15:clr>
        </p15:guide>
        <p15:guide id="29" pos="5087">
          <p15:clr>
            <a:srgbClr val="FBAE40"/>
          </p15:clr>
        </p15:guide>
        <p15:guide id="30" pos="5631">
          <p15:clr>
            <a:srgbClr val="FBAE40"/>
          </p15:clr>
        </p15:guide>
        <p15:guide id="31" pos="5699">
          <p15:clr>
            <a:srgbClr val="FBAE40"/>
          </p15:clr>
        </p15:guide>
        <p15:guide id="32" pos="6232">
          <p15:clr>
            <a:srgbClr val="FBAE40"/>
          </p15:clr>
        </p15:guide>
        <p15:guide id="33" pos="6300">
          <p15:clr>
            <a:srgbClr val="FBAE40"/>
          </p15:clr>
        </p15:guide>
        <p15:guide id="34" pos="6845">
          <p15:clr>
            <a:srgbClr val="FBAE40"/>
          </p15:clr>
        </p15:guide>
        <p15:guide id="35" pos="6913">
          <p15:clr>
            <a:srgbClr val="FBAE40"/>
          </p15:clr>
        </p15:guide>
        <p15:guide id="36" pos="744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2_Кейс с изображением 1/3">
    <p:spTree>
      <p:nvGrpSpPr>
        <p:cNvPr id="1" name=""/>
        <p:cNvGrpSpPr/>
        <p:nvPr/>
      </p:nvGrpSpPr>
      <p:grpSpPr>
        <a:xfrm>
          <a:off x="0" y="0"/>
          <a:ext cx="0" cy="0"/>
          <a:chOff x="0" y="0"/>
          <a:chExt cx="0" cy="0"/>
        </a:xfrm>
      </p:grpSpPr>
      <p:sp>
        <p:nvSpPr>
          <p:cNvPr id="19" name="Рисунок 18">
            <a:extLst>
              <a:ext uri="{FF2B5EF4-FFF2-40B4-BE49-F238E27FC236}">
                <a16:creationId xmlns:a16="http://schemas.microsoft.com/office/drawing/2014/main" id="{144A1D49-A7A1-5D95-298C-5E77F6A3A52C}"/>
              </a:ext>
            </a:extLst>
          </p:cNvPr>
          <p:cNvSpPr>
            <a:spLocks noGrp="1"/>
          </p:cNvSpPr>
          <p:nvPr>
            <p:ph type="pic" sz="quarter" idx="112"/>
          </p:nvPr>
        </p:nvSpPr>
        <p:spPr>
          <a:xfrm>
            <a:off x="0" y="0"/>
            <a:ext cx="12192000" cy="2638800"/>
          </a:xfrm>
          <a:blipFill>
            <a:blip r:embed="rId2" cstate="screen">
              <a:extLst>
                <a:ext uri="{28A0092B-C50C-407E-A947-70E740481C1C}">
                  <a14:useLocalDpi xmlns:a14="http://schemas.microsoft.com/office/drawing/2010/main"/>
                </a:ext>
              </a:extLst>
            </a:blip>
            <a:stretch>
              <a:fillRect/>
            </a:stretch>
          </a:blipFill>
        </p:spPr>
        <p:txBody>
          <a:bodyPr/>
          <a:lstStyle/>
          <a:p>
            <a:r>
              <a:rPr lang="ru-RU"/>
              <a:t>Вставка рисунка</a:t>
            </a:r>
            <a:endParaRPr lang="ru-RU" dirty="0"/>
          </a:p>
        </p:txBody>
      </p:sp>
      <p:pic>
        <p:nvPicPr>
          <p:cNvPr id="68" name="Image 2" descr=" ">
            <a:extLst>
              <a:ext uri="{FF2B5EF4-FFF2-40B4-BE49-F238E27FC236}">
                <a16:creationId xmlns:a16="http://schemas.microsoft.com/office/drawing/2014/main" id="{59D4AFD1-3084-1C60-C322-6367E88CB2D8}"/>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4216378" y="5359149"/>
            <a:ext cx="3759181" cy="1142851"/>
          </a:xfrm>
          <a:prstGeom prst="rect">
            <a:avLst/>
          </a:prstGeom>
          <a:solidFill>
            <a:srgbClr val="F5F4F4"/>
          </a:solidFill>
        </p:spPr>
      </p:pic>
      <p:pic>
        <p:nvPicPr>
          <p:cNvPr id="69" name="Image 5" descr=" ">
            <a:extLst>
              <a:ext uri="{FF2B5EF4-FFF2-40B4-BE49-F238E27FC236}">
                <a16:creationId xmlns:a16="http://schemas.microsoft.com/office/drawing/2014/main" id="{1CBF8C1A-60A5-C110-275B-652581B2B48C}"/>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8077158" y="5359149"/>
            <a:ext cx="3759181" cy="1142851"/>
          </a:xfrm>
          <a:prstGeom prst="rect">
            <a:avLst/>
          </a:prstGeom>
          <a:solidFill>
            <a:srgbClr val="F5F4F4"/>
          </a:solidFill>
        </p:spPr>
      </p:pic>
      <p:pic>
        <p:nvPicPr>
          <p:cNvPr id="70" name="Image 8" descr=" ">
            <a:extLst>
              <a:ext uri="{FF2B5EF4-FFF2-40B4-BE49-F238E27FC236}">
                <a16:creationId xmlns:a16="http://schemas.microsoft.com/office/drawing/2014/main" id="{02AE7F85-BD53-7BD9-6582-AF0B2B602B5E}"/>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355598" y="5359149"/>
            <a:ext cx="3759181" cy="1142851"/>
          </a:xfrm>
          <a:prstGeom prst="rect">
            <a:avLst/>
          </a:prstGeom>
          <a:solidFill>
            <a:srgbClr val="F5F4F4"/>
          </a:solidFill>
        </p:spPr>
      </p:pic>
      <p:sp>
        <p:nvSpPr>
          <p:cNvPr id="112" name="Номер слайда 5">
            <a:extLst>
              <a:ext uri="{FF2B5EF4-FFF2-40B4-BE49-F238E27FC236}">
                <a16:creationId xmlns:a16="http://schemas.microsoft.com/office/drawing/2014/main" id="{C9C0EA62-2D05-0D41-2ACB-7147246722F6}"/>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45" name="Shape 21">
            <a:extLst>
              <a:ext uri="{FF2B5EF4-FFF2-40B4-BE49-F238E27FC236}">
                <a16:creationId xmlns:a16="http://schemas.microsoft.com/office/drawing/2014/main" id="{396A7B92-FEA7-A3EF-A57F-E4AE30E6F07E}"/>
              </a:ext>
            </a:extLst>
          </p:cNvPr>
          <p:cNvSpPr/>
          <p:nvPr userDrawn="1"/>
        </p:nvSpPr>
        <p:spPr>
          <a:xfrm>
            <a:off x="355598" y="3297207"/>
            <a:ext cx="3759181" cy="12700"/>
          </a:xfrm>
          <a:prstGeom prst="rect">
            <a:avLst/>
          </a:prstGeom>
          <a:solidFill>
            <a:srgbClr val="000000">
              <a:alpha val="100000"/>
            </a:srgbClr>
          </a:solidFill>
          <a:ln/>
        </p:spPr>
      </p:sp>
      <p:sp>
        <p:nvSpPr>
          <p:cNvPr id="46" name="Shape 22">
            <a:extLst>
              <a:ext uri="{FF2B5EF4-FFF2-40B4-BE49-F238E27FC236}">
                <a16:creationId xmlns:a16="http://schemas.microsoft.com/office/drawing/2014/main" id="{7F35D393-0C15-C346-4E8F-F0D4A292DD2E}"/>
              </a:ext>
            </a:extLst>
          </p:cNvPr>
          <p:cNvSpPr/>
          <p:nvPr userDrawn="1"/>
        </p:nvSpPr>
        <p:spPr>
          <a:xfrm>
            <a:off x="4216378" y="3297207"/>
            <a:ext cx="3759181" cy="12700"/>
          </a:xfrm>
          <a:prstGeom prst="rect">
            <a:avLst/>
          </a:prstGeom>
          <a:solidFill>
            <a:srgbClr val="000000">
              <a:alpha val="100000"/>
            </a:srgbClr>
          </a:solidFill>
          <a:ln/>
        </p:spPr>
      </p:sp>
      <p:sp>
        <p:nvSpPr>
          <p:cNvPr id="47" name="Shape 23">
            <a:extLst>
              <a:ext uri="{FF2B5EF4-FFF2-40B4-BE49-F238E27FC236}">
                <a16:creationId xmlns:a16="http://schemas.microsoft.com/office/drawing/2014/main" id="{6563AA82-D6B0-9860-71DE-19B62DA9FB81}"/>
              </a:ext>
            </a:extLst>
          </p:cNvPr>
          <p:cNvSpPr/>
          <p:nvPr userDrawn="1"/>
        </p:nvSpPr>
        <p:spPr>
          <a:xfrm>
            <a:off x="8077158" y="3297207"/>
            <a:ext cx="3759181" cy="12700"/>
          </a:xfrm>
          <a:prstGeom prst="rect">
            <a:avLst/>
          </a:prstGeom>
          <a:solidFill>
            <a:srgbClr val="000000">
              <a:alpha val="100000"/>
            </a:srgbClr>
          </a:solidFill>
          <a:ln/>
        </p:spPr>
      </p:sp>
      <p:sp>
        <p:nvSpPr>
          <p:cNvPr id="48" name="Текст 25">
            <a:extLst>
              <a:ext uri="{FF2B5EF4-FFF2-40B4-BE49-F238E27FC236}">
                <a16:creationId xmlns:a16="http://schemas.microsoft.com/office/drawing/2014/main" id="{70889F1A-E9F3-BB66-BE78-55310C451A29}"/>
              </a:ext>
            </a:extLst>
          </p:cNvPr>
          <p:cNvSpPr>
            <a:spLocks noGrp="1"/>
          </p:cNvSpPr>
          <p:nvPr>
            <p:ph type="body" sz="quarter" idx="43" hasCustomPrompt="1"/>
          </p:nvPr>
        </p:nvSpPr>
        <p:spPr>
          <a:xfrm>
            <a:off x="352684" y="2943812"/>
            <a:ext cx="3492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Проблема  клиента</a:t>
            </a:r>
          </a:p>
        </p:txBody>
      </p:sp>
      <p:sp>
        <p:nvSpPr>
          <p:cNvPr id="49" name="Текст 25">
            <a:extLst>
              <a:ext uri="{FF2B5EF4-FFF2-40B4-BE49-F238E27FC236}">
                <a16:creationId xmlns:a16="http://schemas.microsoft.com/office/drawing/2014/main" id="{FFB315DD-6321-A5E4-D2D2-96E40BAC7886}"/>
              </a:ext>
            </a:extLst>
          </p:cNvPr>
          <p:cNvSpPr>
            <a:spLocks noGrp="1"/>
          </p:cNvSpPr>
          <p:nvPr>
            <p:ph type="body" sz="quarter" idx="46" hasCustomPrompt="1"/>
          </p:nvPr>
        </p:nvSpPr>
        <p:spPr>
          <a:xfrm>
            <a:off x="4218394" y="2943812"/>
            <a:ext cx="3492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Наше решение</a:t>
            </a:r>
          </a:p>
        </p:txBody>
      </p:sp>
      <p:sp>
        <p:nvSpPr>
          <p:cNvPr id="50" name="Текст 25">
            <a:extLst>
              <a:ext uri="{FF2B5EF4-FFF2-40B4-BE49-F238E27FC236}">
                <a16:creationId xmlns:a16="http://schemas.microsoft.com/office/drawing/2014/main" id="{21BB077D-F210-76CA-2EC2-AEB2D282370B}"/>
              </a:ext>
            </a:extLst>
          </p:cNvPr>
          <p:cNvSpPr>
            <a:spLocks noGrp="1"/>
          </p:cNvSpPr>
          <p:nvPr>
            <p:ph type="body" sz="quarter" idx="51" hasCustomPrompt="1"/>
          </p:nvPr>
        </p:nvSpPr>
        <p:spPr>
          <a:xfrm>
            <a:off x="8077158" y="2943812"/>
            <a:ext cx="3492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Результаты</a:t>
            </a:r>
          </a:p>
        </p:txBody>
      </p:sp>
      <p:sp>
        <p:nvSpPr>
          <p:cNvPr id="51" name="Текст 61">
            <a:extLst>
              <a:ext uri="{FF2B5EF4-FFF2-40B4-BE49-F238E27FC236}">
                <a16:creationId xmlns:a16="http://schemas.microsoft.com/office/drawing/2014/main" id="{29B5ACC0-66F4-8DAE-DC07-1A1FDEFBC5E9}"/>
              </a:ext>
            </a:extLst>
          </p:cNvPr>
          <p:cNvSpPr>
            <a:spLocks noGrp="1"/>
          </p:cNvSpPr>
          <p:nvPr>
            <p:ph type="body" sz="quarter" idx="47" hasCustomPrompt="1"/>
          </p:nvPr>
        </p:nvSpPr>
        <p:spPr>
          <a:xfrm>
            <a:off x="352529" y="3551120"/>
            <a:ext cx="3492000" cy="1155188"/>
          </a:xfrm>
        </p:spPr>
        <p:txBody>
          <a:bodyPr wrap="square">
            <a:spAutoFit/>
          </a:bodyPr>
          <a:lstStyle>
            <a:lvl1pPr marL="0" marR="0" indent="0" algn="l" defTabSz="457109" rtl="0" eaLnBrk="1" fontAlgn="auto" latinLnBrk="0" hangingPunct="1">
              <a:lnSpc>
                <a:spcPts val="1000"/>
              </a:lnSpc>
              <a:spcBef>
                <a:spcPts val="500"/>
              </a:spcBef>
              <a:spcAft>
                <a:spcPts val="0"/>
              </a:spcAft>
              <a:buClr>
                <a:schemeClr val="tx2"/>
              </a:buClr>
              <a:buSzTx/>
              <a:buFont typeface="+mj-lt"/>
              <a:buNone/>
              <a:tabLst/>
              <a:defRPr sz="9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br>
              <a:rPr lang="en-US" dirty="0"/>
            </a:br>
            <a:br>
              <a:rPr lang="en-US" dirty="0"/>
            </a:br>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52" name="Текст 61">
            <a:extLst>
              <a:ext uri="{FF2B5EF4-FFF2-40B4-BE49-F238E27FC236}">
                <a16:creationId xmlns:a16="http://schemas.microsoft.com/office/drawing/2014/main" id="{2BEA6CB7-4BD0-1FC8-9224-50B7A9F32F9B}"/>
              </a:ext>
            </a:extLst>
          </p:cNvPr>
          <p:cNvSpPr>
            <a:spLocks noGrp="1"/>
          </p:cNvSpPr>
          <p:nvPr>
            <p:ph type="body" sz="quarter" idx="50" hasCustomPrompt="1"/>
          </p:nvPr>
        </p:nvSpPr>
        <p:spPr>
          <a:xfrm>
            <a:off x="4218239" y="3551120"/>
            <a:ext cx="3492000" cy="1155188"/>
          </a:xfrm>
        </p:spPr>
        <p:txBody>
          <a:bodyPr wrap="square">
            <a:spAutoFit/>
          </a:bodyPr>
          <a:lstStyle>
            <a:lvl1pPr marL="0" marR="0" indent="0" algn="l" defTabSz="457109" rtl="0" eaLnBrk="1" fontAlgn="auto" latinLnBrk="0" hangingPunct="1">
              <a:lnSpc>
                <a:spcPts val="1000"/>
              </a:lnSpc>
              <a:spcBef>
                <a:spcPts val="500"/>
              </a:spcBef>
              <a:spcAft>
                <a:spcPts val="0"/>
              </a:spcAft>
              <a:buClr>
                <a:schemeClr val="tx2"/>
              </a:buClr>
              <a:buSzTx/>
              <a:buFont typeface="+mj-lt"/>
              <a:buNone/>
              <a:tabLst/>
              <a:defRPr sz="9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br>
              <a:rPr lang="en-US" dirty="0"/>
            </a:br>
            <a:br>
              <a:rPr lang="en-US" dirty="0"/>
            </a:br>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53" name="Текст 61">
            <a:extLst>
              <a:ext uri="{FF2B5EF4-FFF2-40B4-BE49-F238E27FC236}">
                <a16:creationId xmlns:a16="http://schemas.microsoft.com/office/drawing/2014/main" id="{AD53956E-50D9-C3BA-68FA-8069E6FEBCBB}"/>
              </a:ext>
            </a:extLst>
          </p:cNvPr>
          <p:cNvSpPr>
            <a:spLocks noGrp="1"/>
          </p:cNvSpPr>
          <p:nvPr>
            <p:ph type="body" sz="quarter" idx="92" hasCustomPrompt="1"/>
          </p:nvPr>
        </p:nvSpPr>
        <p:spPr>
          <a:xfrm>
            <a:off x="8140420" y="3551120"/>
            <a:ext cx="3492000" cy="1155188"/>
          </a:xfrm>
        </p:spPr>
        <p:txBody>
          <a:bodyPr wrap="square" anchor="t">
            <a:spAutoFit/>
          </a:bodyPr>
          <a:lstStyle>
            <a:lvl1pPr marL="72000" marR="0" indent="-108000" algn="l" defTabSz="457109" rtl="0" eaLnBrk="1" fontAlgn="auto" latinLnBrk="0" hangingPunct="1">
              <a:lnSpc>
                <a:spcPts val="1000"/>
              </a:lnSpc>
              <a:spcBef>
                <a:spcPts val="0"/>
              </a:spcBef>
              <a:spcAft>
                <a:spcPts val="0"/>
              </a:spcAft>
              <a:buClr>
                <a:schemeClr val="tx1"/>
              </a:buClr>
              <a:buSzTx/>
              <a:buFont typeface="Arial" panose="020B0604020202020204" pitchFamily="34" charset="0"/>
              <a:buChar char="•"/>
              <a:tabLst/>
              <a:defRPr sz="9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p:txBody>
      </p:sp>
      <p:sp>
        <p:nvSpPr>
          <p:cNvPr id="62" name="Текст 61">
            <a:extLst>
              <a:ext uri="{FF2B5EF4-FFF2-40B4-BE49-F238E27FC236}">
                <a16:creationId xmlns:a16="http://schemas.microsoft.com/office/drawing/2014/main" id="{A8B38A0B-7306-F71F-01D8-5A2ABCB8C0CE}"/>
              </a:ext>
            </a:extLst>
          </p:cNvPr>
          <p:cNvSpPr>
            <a:spLocks noGrp="1"/>
          </p:cNvSpPr>
          <p:nvPr>
            <p:ph type="body" sz="quarter" idx="58" hasCustomPrompt="1"/>
          </p:nvPr>
        </p:nvSpPr>
        <p:spPr>
          <a:xfrm>
            <a:off x="557087" y="6022530"/>
            <a:ext cx="3283785"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На запуск платформы и эксплуатацию</a:t>
            </a:r>
            <a:endParaRPr lang="ru-RU" dirty="0"/>
          </a:p>
        </p:txBody>
      </p:sp>
      <p:sp>
        <p:nvSpPr>
          <p:cNvPr id="63" name="Текст 25">
            <a:extLst>
              <a:ext uri="{FF2B5EF4-FFF2-40B4-BE49-F238E27FC236}">
                <a16:creationId xmlns:a16="http://schemas.microsoft.com/office/drawing/2014/main" id="{51CAFA1B-ABE5-2E80-D2C4-717D3B222CD2}"/>
              </a:ext>
            </a:extLst>
          </p:cNvPr>
          <p:cNvSpPr>
            <a:spLocks noGrp="1"/>
          </p:cNvSpPr>
          <p:nvPr>
            <p:ph type="body" sz="quarter" idx="34" hasCustomPrompt="1"/>
          </p:nvPr>
        </p:nvSpPr>
        <p:spPr>
          <a:xfrm>
            <a:off x="557087" y="5545963"/>
            <a:ext cx="3278111" cy="430887"/>
          </a:xfrm>
        </p:spPr>
        <p:txBody>
          <a:bodyPr/>
          <a:lstStyle>
            <a:lvl1pPr>
              <a:lnSpc>
                <a:spcPct val="100000"/>
              </a:lnSpc>
              <a:defRPr sz="28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en-US" dirty="0"/>
              <a:t>&lt;9</a:t>
            </a:r>
            <a:r>
              <a:rPr lang="ru-RU" dirty="0"/>
              <a:t> </a:t>
            </a:r>
            <a:r>
              <a:rPr lang="ru-RU" dirty="0" err="1"/>
              <a:t>мес</a:t>
            </a:r>
            <a:endParaRPr lang="ru-RU" dirty="0"/>
          </a:p>
        </p:txBody>
      </p:sp>
      <p:sp>
        <p:nvSpPr>
          <p:cNvPr id="64" name="Текст 61">
            <a:extLst>
              <a:ext uri="{FF2B5EF4-FFF2-40B4-BE49-F238E27FC236}">
                <a16:creationId xmlns:a16="http://schemas.microsoft.com/office/drawing/2014/main" id="{C149DFE0-D1A1-F622-A531-686A38444235}"/>
              </a:ext>
            </a:extLst>
          </p:cNvPr>
          <p:cNvSpPr>
            <a:spLocks noGrp="1"/>
          </p:cNvSpPr>
          <p:nvPr>
            <p:ph type="body" sz="quarter" idx="93" hasCustomPrompt="1"/>
          </p:nvPr>
        </p:nvSpPr>
        <p:spPr>
          <a:xfrm>
            <a:off x="4425927" y="6022530"/>
            <a:ext cx="3283785" cy="307777"/>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Сокращение времени разработки одного продукта после внедрения</a:t>
            </a:r>
            <a:endParaRPr lang="ru-RU" dirty="0"/>
          </a:p>
        </p:txBody>
      </p:sp>
      <p:sp>
        <p:nvSpPr>
          <p:cNvPr id="65" name="Текст 25">
            <a:extLst>
              <a:ext uri="{FF2B5EF4-FFF2-40B4-BE49-F238E27FC236}">
                <a16:creationId xmlns:a16="http://schemas.microsoft.com/office/drawing/2014/main" id="{55A8A15B-614E-2BC1-3E31-D1BFF91A9C5F}"/>
              </a:ext>
            </a:extLst>
          </p:cNvPr>
          <p:cNvSpPr>
            <a:spLocks noGrp="1"/>
          </p:cNvSpPr>
          <p:nvPr>
            <p:ph type="body" sz="quarter" idx="94" hasCustomPrompt="1"/>
          </p:nvPr>
        </p:nvSpPr>
        <p:spPr>
          <a:xfrm>
            <a:off x="4425927" y="5545963"/>
            <a:ext cx="3278111" cy="430887"/>
          </a:xfrm>
        </p:spPr>
        <p:txBody>
          <a:bodyPr/>
          <a:lstStyle>
            <a:lvl1pPr>
              <a:lnSpc>
                <a:spcPct val="100000"/>
              </a:lnSpc>
              <a:defRPr sz="28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с 60 до 2 дней</a:t>
            </a:r>
          </a:p>
        </p:txBody>
      </p:sp>
      <p:sp>
        <p:nvSpPr>
          <p:cNvPr id="66" name="Текст 61">
            <a:extLst>
              <a:ext uri="{FF2B5EF4-FFF2-40B4-BE49-F238E27FC236}">
                <a16:creationId xmlns:a16="http://schemas.microsoft.com/office/drawing/2014/main" id="{6A0C5A8F-8BC0-7454-0FC9-6D98E9ED5B2D}"/>
              </a:ext>
            </a:extLst>
          </p:cNvPr>
          <p:cNvSpPr>
            <a:spLocks noGrp="1"/>
          </p:cNvSpPr>
          <p:nvPr>
            <p:ph type="body" sz="quarter" idx="95" hasCustomPrompt="1"/>
          </p:nvPr>
        </p:nvSpPr>
        <p:spPr>
          <a:xfrm>
            <a:off x="8285373" y="6022530"/>
            <a:ext cx="3283785" cy="307777"/>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Сокращение трудоемкости создания прототипов пользовательского интерфейсов за счет </a:t>
            </a:r>
            <a:r>
              <a:rPr lang="en-US" dirty="0">
                <a:effectLst/>
              </a:rPr>
              <a:t> GenAI</a:t>
            </a:r>
            <a:endParaRPr lang="ru-RU" dirty="0"/>
          </a:p>
        </p:txBody>
      </p:sp>
      <p:sp>
        <p:nvSpPr>
          <p:cNvPr id="67" name="Текст 25">
            <a:extLst>
              <a:ext uri="{FF2B5EF4-FFF2-40B4-BE49-F238E27FC236}">
                <a16:creationId xmlns:a16="http://schemas.microsoft.com/office/drawing/2014/main" id="{1246574E-2547-D786-9F2F-BF554AFD52FB}"/>
              </a:ext>
            </a:extLst>
          </p:cNvPr>
          <p:cNvSpPr>
            <a:spLocks noGrp="1"/>
          </p:cNvSpPr>
          <p:nvPr>
            <p:ph type="body" sz="quarter" idx="96" hasCustomPrompt="1"/>
          </p:nvPr>
        </p:nvSpPr>
        <p:spPr>
          <a:xfrm>
            <a:off x="8285373" y="5545963"/>
            <a:ext cx="3278111" cy="430887"/>
          </a:xfrm>
        </p:spPr>
        <p:txBody>
          <a:bodyPr/>
          <a:lstStyle>
            <a:lvl1pPr>
              <a:lnSpc>
                <a:spcPct val="100000"/>
              </a:lnSpc>
              <a:defRPr sz="28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в 4 раза</a:t>
            </a:r>
          </a:p>
        </p:txBody>
      </p:sp>
      <p:pic>
        <p:nvPicPr>
          <p:cNvPr id="71" name="Рисунок 70">
            <a:extLst>
              <a:ext uri="{FF2B5EF4-FFF2-40B4-BE49-F238E27FC236}">
                <a16:creationId xmlns:a16="http://schemas.microsoft.com/office/drawing/2014/main" id="{F029FC00-F5BC-2BEE-6DAC-0AC4C0985A8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sp>
        <p:nvSpPr>
          <p:cNvPr id="31" name="Текст 25">
            <a:extLst>
              <a:ext uri="{FF2B5EF4-FFF2-40B4-BE49-F238E27FC236}">
                <a16:creationId xmlns:a16="http://schemas.microsoft.com/office/drawing/2014/main" id="{6D6E7611-6DBE-B25D-76E1-F07AA11BB96E}"/>
              </a:ext>
            </a:extLst>
          </p:cNvPr>
          <p:cNvSpPr>
            <a:spLocks noGrp="1"/>
          </p:cNvSpPr>
          <p:nvPr>
            <p:ph type="body" sz="quarter" idx="41" hasCustomPrompt="1"/>
          </p:nvPr>
        </p:nvSpPr>
        <p:spPr>
          <a:xfrm>
            <a:off x="345681" y="675637"/>
            <a:ext cx="7044163" cy="781496"/>
          </a:xfrm>
        </p:spPr>
        <p:txBody>
          <a:bodyPr/>
          <a:lstStyle>
            <a:lvl1pPr>
              <a:lnSpc>
                <a:spcPct val="90000"/>
              </a:lnSpc>
              <a:defRPr sz="2800" kern="0" spc="-30" baseline="0">
                <a:solidFill>
                  <a:schemeClr val="bg1"/>
                </a:solidFill>
                <a:latin typeface="+mj-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Создание гибкой страховой платформы</a:t>
            </a:r>
            <a:br>
              <a:rPr lang="ru-RU" dirty="0"/>
            </a:br>
            <a:r>
              <a:rPr lang="ru-RU" dirty="0">
                <a:effectLst/>
              </a:rPr>
              <a:t>для поддержки развития бизнеса</a:t>
            </a:r>
            <a:endParaRPr lang="ru-RU" dirty="0"/>
          </a:p>
        </p:txBody>
      </p:sp>
      <p:sp>
        <p:nvSpPr>
          <p:cNvPr id="14" name="Текст 4">
            <a:extLst>
              <a:ext uri="{FF2B5EF4-FFF2-40B4-BE49-F238E27FC236}">
                <a16:creationId xmlns:a16="http://schemas.microsoft.com/office/drawing/2014/main" id="{A9DA5B8B-88CF-0A2F-959C-04CB01F9E6D5}"/>
              </a:ext>
            </a:extLst>
          </p:cNvPr>
          <p:cNvSpPr>
            <a:spLocks noGrp="1"/>
          </p:cNvSpPr>
          <p:nvPr>
            <p:ph type="body" sz="quarter" idx="111" hasCustomPrompt="1"/>
          </p:nvPr>
        </p:nvSpPr>
        <p:spPr>
          <a:xfrm>
            <a:off x="349250" y="230875"/>
            <a:ext cx="4559300" cy="224933"/>
          </a:xfr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ru-RU" dirty="0"/>
              <a:t>Кейс</a:t>
            </a:r>
          </a:p>
        </p:txBody>
      </p:sp>
      <p:pic>
        <p:nvPicPr>
          <p:cNvPr id="2" name="Image 1" descr=" ">
            <a:extLst>
              <a:ext uri="{FF2B5EF4-FFF2-40B4-BE49-F238E27FC236}">
                <a16:creationId xmlns:a16="http://schemas.microsoft.com/office/drawing/2014/main" id="{0781D54B-39F5-1E83-6C57-BC2DFA16221E}"/>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445695" y="355600"/>
            <a:ext cx="1390643" cy="203200"/>
          </a:xfrm>
          <a:prstGeom prst="rect">
            <a:avLst/>
          </a:prstGeom>
        </p:spPr>
      </p:pic>
    </p:spTree>
    <p:extLst>
      <p:ext uri="{BB962C8B-B14F-4D97-AF65-F5344CB8AC3E}">
        <p14:creationId xmlns:p14="http://schemas.microsoft.com/office/powerpoint/2010/main" val="1286920773"/>
      </p:ext>
    </p:extLst>
  </p:cSld>
  <p:clrMapOvr>
    <a:masterClrMapping/>
  </p:clrMapOvr>
  <p:extLst>
    <p:ext uri="{DCECCB84-F9BA-43D5-87BE-67443E8EF086}">
      <p15:sldGuideLst xmlns:p15="http://schemas.microsoft.com/office/powerpoint/2012/main">
        <p15:guide id="1" orient="horz" pos="4088">
          <p15:clr>
            <a:srgbClr val="FBAE40"/>
          </p15:clr>
        </p15:guide>
        <p15:guide id="2" pos="3874">
          <p15:clr>
            <a:srgbClr val="FBAE40"/>
          </p15:clr>
        </p15:guide>
        <p15:guide id="3" orient="horz" pos="232">
          <p15:clr>
            <a:srgbClr val="FBAE40"/>
          </p15:clr>
        </p15:guide>
        <p15:guide id="4" orient="horz" pos="822">
          <p15:clr>
            <a:srgbClr val="FBAE40"/>
          </p15:clr>
        </p15:guide>
        <p15:guide id="5" orient="horz" pos="890">
          <p15:clr>
            <a:srgbClr val="FBAE40"/>
          </p15:clr>
        </p15:guide>
        <p15:guide id="6" pos="234">
          <p15:clr>
            <a:srgbClr val="FBAE40"/>
          </p15:clr>
        </p15:guide>
        <p15:guide id="7" orient="horz" pos="1469">
          <p15:clr>
            <a:srgbClr val="FBAE40"/>
          </p15:clr>
        </p15:guide>
        <p15:guide id="8" orient="horz" pos="1537">
          <p15:clr>
            <a:srgbClr val="FBAE40"/>
          </p15:clr>
        </p15:guide>
        <p15:guide id="9" orient="horz" pos="2126">
          <p15:clr>
            <a:srgbClr val="FBAE40"/>
          </p15:clr>
        </p15:guide>
        <p15:guide id="10" orient="horz" pos="2183">
          <p15:clr>
            <a:srgbClr val="FBAE40"/>
          </p15:clr>
        </p15:guide>
        <p15:guide id="11" orient="horz" pos="2784">
          <p15:clr>
            <a:srgbClr val="FBAE40"/>
          </p15:clr>
        </p15:guide>
        <p15:guide id="12" orient="horz" pos="2852">
          <p15:clr>
            <a:srgbClr val="FBAE40"/>
          </p15:clr>
        </p15:guide>
        <p15:guide id="13" orient="horz" pos="3430">
          <p15:clr>
            <a:srgbClr val="FBAE40"/>
          </p15:clr>
        </p15:guide>
        <p15:guide id="14" orient="horz" pos="3498">
          <p15:clr>
            <a:srgbClr val="FBAE40"/>
          </p15:clr>
        </p15:guide>
        <p15:guide id="15" pos="756">
          <p15:clr>
            <a:srgbClr val="FBAE40"/>
          </p15:clr>
        </p15:guide>
        <p15:guide id="16" pos="835">
          <p15:clr>
            <a:srgbClr val="FBAE40"/>
          </p15:clr>
        </p15:guide>
        <p15:guide id="17" pos="1380">
          <p15:clr>
            <a:srgbClr val="FBAE40"/>
          </p15:clr>
        </p15:guide>
        <p15:guide id="18" pos="1448">
          <p15:clr>
            <a:srgbClr val="FBAE40"/>
          </p15:clr>
        </p15:guide>
        <p15:guide id="19" pos="1981">
          <p15:clr>
            <a:srgbClr val="FBAE40"/>
          </p15:clr>
        </p15:guide>
        <p15:guide id="20" pos="2049">
          <p15:clr>
            <a:srgbClr val="FBAE40"/>
          </p15:clr>
        </p15:guide>
        <p15:guide id="21" pos="2593">
          <p15:clr>
            <a:srgbClr val="FBAE40"/>
          </p15:clr>
        </p15:guide>
        <p15:guide id="22" pos="2661">
          <p15:clr>
            <a:srgbClr val="FBAE40"/>
          </p15:clr>
        </p15:guide>
        <p15:guide id="23" pos="3205">
          <p15:clr>
            <a:srgbClr val="FBAE40"/>
          </p15:clr>
        </p15:guide>
        <p15:guide id="24" pos="3273">
          <p15:clr>
            <a:srgbClr val="FBAE40"/>
          </p15:clr>
        </p15:guide>
        <p15:guide id="25" pos="3806">
          <p15:clr>
            <a:srgbClr val="FBAE40"/>
          </p15:clr>
        </p15:guide>
        <p15:guide id="26" pos="4418">
          <p15:clr>
            <a:srgbClr val="FBAE40"/>
          </p15:clr>
        </p15:guide>
        <p15:guide id="27" pos="4486">
          <p15:clr>
            <a:srgbClr val="FBAE40"/>
          </p15:clr>
        </p15:guide>
        <p15:guide id="28" pos="5019">
          <p15:clr>
            <a:srgbClr val="FBAE40"/>
          </p15:clr>
        </p15:guide>
        <p15:guide id="29" pos="5087">
          <p15:clr>
            <a:srgbClr val="FBAE40"/>
          </p15:clr>
        </p15:guide>
        <p15:guide id="30" pos="5631">
          <p15:clr>
            <a:srgbClr val="FBAE40"/>
          </p15:clr>
        </p15:guide>
        <p15:guide id="31" pos="5699">
          <p15:clr>
            <a:srgbClr val="FBAE40"/>
          </p15:clr>
        </p15:guide>
        <p15:guide id="32" pos="6232">
          <p15:clr>
            <a:srgbClr val="FBAE40"/>
          </p15:clr>
        </p15:guide>
        <p15:guide id="33" pos="6300">
          <p15:clr>
            <a:srgbClr val="FBAE40"/>
          </p15:clr>
        </p15:guide>
        <p15:guide id="34" pos="6845">
          <p15:clr>
            <a:srgbClr val="FBAE40"/>
          </p15:clr>
        </p15:guide>
        <p15:guide id="35" pos="6913">
          <p15:clr>
            <a:srgbClr val="FBAE40"/>
          </p15:clr>
        </p15:guide>
        <p15:guide id="36" pos="744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2_Кейс с изображением 1/4">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39D858F2-D4FB-9C79-C9A7-2F2BCDCF76E8}"/>
              </a:ext>
            </a:extLst>
          </p:cNvPr>
          <p:cNvSpPr/>
          <p:nvPr userDrawn="1"/>
        </p:nvSpPr>
        <p:spPr>
          <a:xfrm>
            <a:off x="0" y="894"/>
            <a:ext cx="6045168" cy="2841062"/>
          </a:xfrm>
          <a:prstGeom prst="rect">
            <a:avLst/>
          </a:prstGeom>
          <a:solidFill>
            <a:schemeClr val="bg2"/>
          </a:solidFill>
          <a:ln/>
        </p:spPr>
      </p:sp>
      <p:sp>
        <p:nvSpPr>
          <p:cNvPr id="19" name="Рисунок 18">
            <a:extLst>
              <a:ext uri="{FF2B5EF4-FFF2-40B4-BE49-F238E27FC236}">
                <a16:creationId xmlns:a16="http://schemas.microsoft.com/office/drawing/2014/main" id="{144A1D49-A7A1-5D95-298C-5E77F6A3A52C}"/>
              </a:ext>
            </a:extLst>
          </p:cNvPr>
          <p:cNvSpPr>
            <a:spLocks noGrp="1"/>
          </p:cNvSpPr>
          <p:nvPr>
            <p:ph type="pic" sz="quarter" idx="112"/>
          </p:nvPr>
        </p:nvSpPr>
        <p:spPr>
          <a:xfrm>
            <a:off x="6040526" y="0"/>
            <a:ext cx="6151474" cy="2841955"/>
          </a:xfrm>
          <a:blipFill>
            <a:blip r:embed="rId2" cstate="screen">
              <a:extLst>
                <a:ext uri="{28A0092B-C50C-407E-A947-70E740481C1C}">
                  <a14:useLocalDpi xmlns:a14="http://schemas.microsoft.com/office/drawing/2010/main"/>
                </a:ext>
              </a:extLst>
            </a:blip>
            <a:stretch>
              <a:fillRect/>
            </a:stretch>
          </a:blipFill>
        </p:spPr>
        <p:txBody>
          <a:bodyPr/>
          <a:lstStyle/>
          <a:p>
            <a:r>
              <a:rPr lang="ru-RU"/>
              <a:t>Вставка рисунка</a:t>
            </a:r>
            <a:endParaRPr lang="ru-RU" dirty="0"/>
          </a:p>
        </p:txBody>
      </p:sp>
      <p:pic>
        <p:nvPicPr>
          <p:cNvPr id="68" name="Image 2" descr=" ">
            <a:extLst>
              <a:ext uri="{FF2B5EF4-FFF2-40B4-BE49-F238E27FC236}">
                <a16:creationId xmlns:a16="http://schemas.microsoft.com/office/drawing/2014/main" id="{59D4AFD1-3084-1C60-C322-6367E88CB2D8}"/>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4216378" y="5359149"/>
            <a:ext cx="3759181" cy="1142851"/>
          </a:xfrm>
          <a:prstGeom prst="rect">
            <a:avLst/>
          </a:prstGeom>
          <a:solidFill>
            <a:srgbClr val="F5F4F4"/>
          </a:solidFill>
        </p:spPr>
      </p:pic>
      <p:pic>
        <p:nvPicPr>
          <p:cNvPr id="69" name="Image 5" descr=" ">
            <a:extLst>
              <a:ext uri="{FF2B5EF4-FFF2-40B4-BE49-F238E27FC236}">
                <a16:creationId xmlns:a16="http://schemas.microsoft.com/office/drawing/2014/main" id="{1CBF8C1A-60A5-C110-275B-652581B2B48C}"/>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8077158" y="5359149"/>
            <a:ext cx="3759181" cy="1142851"/>
          </a:xfrm>
          <a:prstGeom prst="rect">
            <a:avLst/>
          </a:prstGeom>
          <a:solidFill>
            <a:srgbClr val="F5F4F4"/>
          </a:solidFill>
        </p:spPr>
      </p:pic>
      <p:pic>
        <p:nvPicPr>
          <p:cNvPr id="70" name="Image 8" descr=" ">
            <a:extLst>
              <a:ext uri="{FF2B5EF4-FFF2-40B4-BE49-F238E27FC236}">
                <a16:creationId xmlns:a16="http://schemas.microsoft.com/office/drawing/2014/main" id="{02AE7F85-BD53-7BD9-6582-AF0B2B602B5E}"/>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355598" y="5359149"/>
            <a:ext cx="3759181" cy="1142851"/>
          </a:xfrm>
          <a:prstGeom prst="rect">
            <a:avLst/>
          </a:prstGeom>
          <a:solidFill>
            <a:srgbClr val="F5F4F4"/>
          </a:solidFill>
        </p:spPr>
      </p:pic>
      <p:sp>
        <p:nvSpPr>
          <p:cNvPr id="112" name="Номер слайда 5">
            <a:extLst>
              <a:ext uri="{FF2B5EF4-FFF2-40B4-BE49-F238E27FC236}">
                <a16:creationId xmlns:a16="http://schemas.microsoft.com/office/drawing/2014/main" id="{C9C0EA62-2D05-0D41-2ACB-7147246722F6}"/>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45" name="Shape 21">
            <a:extLst>
              <a:ext uri="{FF2B5EF4-FFF2-40B4-BE49-F238E27FC236}">
                <a16:creationId xmlns:a16="http://schemas.microsoft.com/office/drawing/2014/main" id="{396A7B92-FEA7-A3EF-A57F-E4AE30E6F07E}"/>
              </a:ext>
            </a:extLst>
          </p:cNvPr>
          <p:cNvSpPr/>
          <p:nvPr userDrawn="1"/>
        </p:nvSpPr>
        <p:spPr>
          <a:xfrm>
            <a:off x="355598" y="3480087"/>
            <a:ext cx="3759181" cy="12700"/>
          </a:xfrm>
          <a:prstGeom prst="rect">
            <a:avLst/>
          </a:prstGeom>
          <a:solidFill>
            <a:srgbClr val="000000">
              <a:alpha val="100000"/>
            </a:srgbClr>
          </a:solidFill>
          <a:ln/>
        </p:spPr>
      </p:sp>
      <p:sp>
        <p:nvSpPr>
          <p:cNvPr id="46" name="Shape 22">
            <a:extLst>
              <a:ext uri="{FF2B5EF4-FFF2-40B4-BE49-F238E27FC236}">
                <a16:creationId xmlns:a16="http://schemas.microsoft.com/office/drawing/2014/main" id="{7F35D393-0C15-C346-4E8F-F0D4A292DD2E}"/>
              </a:ext>
            </a:extLst>
          </p:cNvPr>
          <p:cNvSpPr/>
          <p:nvPr userDrawn="1"/>
        </p:nvSpPr>
        <p:spPr>
          <a:xfrm>
            <a:off x="4216378" y="3480087"/>
            <a:ext cx="3759181" cy="12700"/>
          </a:xfrm>
          <a:prstGeom prst="rect">
            <a:avLst/>
          </a:prstGeom>
          <a:solidFill>
            <a:srgbClr val="000000">
              <a:alpha val="100000"/>
            </a:srgbClr>
          </a:solidFill>
          <a:ln/>
        </p:spPr>
      </p:sp>
      <p:sp>
        <p:nvSpPr>
          <p:cNvPr id="47" name="Shape 23">
            <a:extLst>
              <a:ext uri="{FF2B5EF4-FFF2-40B4-BE49-F238E27FC236}">
                <a16:creationId xmlns:a16="http://schemas.microsoft.com/office/drawing/2014/main" id="{6563AA82-D6B0-9860-71DE-19B62DA9FB81}"/>
              </a:ext>
            </a:extLst>
          </p:cNvPr>
          <p:cNvSpPr/>
          <p:nvPr userDrawn="1"/>
        </p:nvSpPr>
        <p:spPr>
          <a:xfrm>
            <a:off x="8077158" y="3480087"/>
            <a:ext cx="3759181" cy="12700"/>
          </a:xfrm>
          <a:prstGeom prst="rect">
            <a:avLst/>
          </a:prstGeom>
          <a:solidFill>
            <a:srgbClr val="000000">
              <a:alpha val="100000"/>
            </a:srgbClr>
          </a:solidFill>
          <a:ln/>
        </p:spPr>
      </p:sp>
      <p:sp>
        <p:nvSpPr>
          <p:cNvPr id="48" name="Текст 25">
            <a:extLst>
              <a:ext uri="{FF2B5EF4-FFF2-40B4-BE49-F238E27FC236}">
                <a16:creationId xmlns:a16="http://schemas.microsoft.com/office/drawing/2014/main" id="{70889F1A-E9F3-BB66-BE78-55310C451A29}"/>
              </a:ext>
            </a:extLst>
          </p:cNvPr>
          <p:cNvSpPr>
            <a:spLocks noGrp="1"/>
          </p:cNvSpPr>
          <p:nvPr>
            <p:ph type="body" sz="quarter" idx="43" hasCustomPrompt="1"/>
          </p:nvPr>
        </p:nvSpPr>
        <p:spPr>
          <a:xfrm>
            <a:off x="352684" y="3126692"/>
            <a:ext cx="3492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Проблема  клиента</a:t>
            </a:r>
          </a:p>
        </p:txBody>
      </p:sp>
      <p:sp>
        <p:nvSpPr>
          <p:cNvPr id="49" name="Текст 25">
            <a:extLst>
              <a:ext uri="{FF2B5EF4-FFF2-40B4-BE49-F238E27FC236}">
                <a16:creationId xmlns:a16="http://schemas.microsoft.com/office/drawing/2014/main" id="{FFB315DD-6321-A5E4-D2D2-96E40BAC7886}"/>
              </a:ext>
            </a:extLst>
          </p:cNvPr>
          <p:cNvSpPr>
            <a:spLocks noGrp="1"/>
          </p:cNvSpPr>
          <p:nvPr>
            <p:ph type="body" sz="quarter" idx="46" hasCustomPrompt="1"/>
          </p:nvPr>
        </p:nvSpPr>
        <p:spPr>
          <a:xfrm>
            <a:off x="4218394" y="3126692"/>
            <a:ext cx="3492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Наше решение</a:t>
            </a:r>
          </a:p>
        </p:txBody>
      </p:sp>
      <p:sp>
        <p:nvSpPr>
          <p:cNvPr id="50" name="Текст 25">
            <a:extLst>
              <a:ext uri="{FF2B5EF4-FFF2-40B4-BE49-F238E27FC236}">
                <a16:creationId xmlns:a16="http://schemas.microsoft.com/office/drawing/2014/main" id="{21BB077D-F210-76CA-2EC2-AEB2D282370B}"/>
              </a:ext>
            </a:extLst>
          </p:cNvPr>
          <p:cNvSpPr>
            <a:spLocks noGrp="1"/>
          </p:cNvSpPr>
          <p:nvPr>
            <p:ph type="body" sz="quarter" idx="51" hasCustomPrompt="1"/>
          </p:nvPr>
        </p:nvSpPr>
        <p:spPr>
          <a:xfrm>
            <a:off x="8077158" y="3126692"/>
            <a:ext cx="3492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Результаты</a:t>
            </a:r>
          </a:p>
        </p:txBody>
      </p:sp>
      <p:sp>
        <p:nvSpPr>
          <p:cNvPr id="51" name="Текст 61">
            <a:extLst>
              <a:ext uri="{FF2B5EF4-FFF2-40B4-BE49-F238E27FC236}">
                <a16:creationId xmlns:a16="http://schemas.microsoft.com/office/drawing/2014/main" id="{29B5ACC0-66F4-8DAE-DC07-1A1FDEFBC5E9}"/>
              </a:ext>
            </a:extLst>
          </p:cNvPr>
          <p:cNvSpPr>
            <a:spLocks noGrp="1"/>
          </p:cNvSpPr>
          <p:nvPr>
            <p:ph type="body" sz="quarter" idx="47" hasCustomPrompt="1"/>
          </p:nvPr>
        </p:nvSpPr>
        <p:spPr>
          <a:xfrm>
            <a:off x="352529" y="3734000"/>
            <a:ext cx="3492000" cy="1155188"/>
          </a:xfrm>
        </p:spPr>
        <p:txBody>
          <a:bodyPr wrap="square">
            <a:spAutoFit/>
          </a:bodyPr>
          <a:lstStyle>
            <a:lvl1pPr marL="0" marR="0" indent="0" algn="l" defTabSz="457109" rtl="0" eaLnBrk="1" fontAlgn="auto" latinLnBrk="0" hangingPunct="1">
              <a:lnSpc>
                <a:spcPts val="1000"/>
              </a:lnSpc>
              <a:spcBef>
                <a:spcPts val="500"/>
              </a:spcBef>
              <a:spcAft>
                <a:spcPts val="0"/>
              </a:spcAft>
              <a:buClr>
                <a:schemeClr val="tx2"/>
              </a:buClr>
              <a:buSzTx/>
              <a:buFont typeface="+mj-lt"/>
              <a:buNone/>
              <a:tabLst/>
              <a:defRPr sz="9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br>
              <a:rPr lang="en-US" dirty="0"/>
            </a:br>
            <a:br>
              <a:rPr lang="en-US" dirty="0"/>
            </a:br>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52" name="Текст 61">
            <a:extLst>
              <a:ext uri="{FF2B5EF4-FFF2-40B4-BE49-F238E27FC236}">
                <a16:creationId xmlns:a16="http://schemas.microsoft.com/office/drawing/2014/main" id="{2BEA6CB7-4BD0-1FC8-9224-50B7A9F32F9B}"/>
              </a:ext>
            </a:extLst>
          </p:cNvPr>
          <p:cNvSpPr>
            <a:spLocks noGrp="1"/>
          </p:cNvSpPr>
          <p:nvPr>
            <p:ph type="body" sz="quarter" idx="50" hasCustomPrompt="1"/>
          </p:nvPr>
        </p:nvSpPr>
        <p:spPr>
          <a:xfrm>
            <a:off x="4218239" y="3734000"/>
            <a:ext cx="3492000" cy="1155188"/>
          </a:xfrm>
        </p:spPr>
        <p:txBody>
          <a:bodyPr wrap="square">
            <a:spAutoFit/>
          </a:bodyPr>
          <a:lstStyle>
            <a:lvl1pPr marL="0" marR="0" indent="0" algn="l" defTabSz="457109" rtl="0" eaLnBrk="1" fontAlgn="auto" latinLnBrk="0" hangingPunct="1">
              <a:lnSpc>
                <a:spcPts val="1000"/>
              </a:lnSpc>
              <a:spcBef>
                <a:spcPts val="500"/>
              </a:spcBef>
              <a:spcAft>
                <a:spcPts val="0"/>
              </a:spcAft>
              <a:buClr>
                <a:schemeClr val="tx2"/>
              </a:buClr>
              <a:buSzTx/>
              <a:buFont typeface="+mj-lt"/>
              <a:buNone/>
              <a:tabLst/>
              <a:defRPr sz="9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br>
              <a:rPr lang="en-US" dirty="0"/>
            </a:br>
            <a:br>
              <a:rPr lang="en-US" dirty="0"/>
            </a:br>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53" name="Текст 61">
            <a:extLst>
              <a:ext uri="{FF2B5EF4-FFF2-40B4-BE49-F238E27FC236}">
                <a16:creationId xmlns:a16="http://schemas.microsoft.com/office/drawing/2014/main" id="{AD53956E-50D9-C3BA-68FA-8069E6FEBCBB}"/>
              </a:ext>
            </a:extLst>
          </p:cNvPr>
          <p:cNvSpPr>
            <a:spLocks noGrp="1"/>
          </p:cNvSpPr>
          <p:nvPr>
            <p:ph type="body" sz="quarter" idx="92" hasCustomPrompt="1"/>
          </p:nvPr>
        </p:nvSpPr>
        <p:spPr>
          <a:xfrm>
            <a:off x="8140420" y="3734000"/>
            <a:ext cx="3492000" cy="1155188"/>
          </a:xfrm>
        </p:spPr>
        <p:txBody>
          <a:bodyPr wrap="square" anchor="t">
            <a:spAutoFit/>
          </a:bodyPr>
          <a:lstStyle>
            <a:lvl1pPr marL="72000" marR="0" indent="-108000" algn="l" defTabSz="457109" rtl="0" eaLnBrk="1" fontAlgn="auto" latinLnBrk="0" hangingPunct="1">
              <a:lnSpc>
                <a:spcPts val="1000"/>
              </a:lnSpc>
              <a:spcBef>
                <a:spcPts val="0"/>
              </a:spcBef>
              <a:spcAft>
                <a:spcPts val="0"/>
              </a:spcAft>
              <a:buClr>
                <a:schemeClr val="tx1"/>
              </a:buClr>
              <a:buSzTx/>
              <a:buFont typeface="Arial" panose="020B0604020202020204" pitchFamily="34" charset="0"/>
              <a:buChar char="•"/>
              <a:tabLst/>
              <a:defRPr sz="9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p:txBody>
      </p:sp>
      <p:sp>
        <p:nvSpPr>
          <p:cNvPr id="62" name="Текст 61">
            <a:extLst>
              <a:ext uri="{FF2B5EF4-FFF2-40B4-BE49-F238E27FC236}">
                <a16:creationId xmlns:a16="http://schemas.microsoft.com/office/drawing/2014/main" id="{A8B38A0B-7306-F71F-01D8-5A2ABCB8C0CE}"/>
              </a:ext>
            </a:extLst>
          </p:cNvPr>
          <p:cNvSpPr>
            <a:spLocks noGrp="1"/>
          </p:cNvSpPr>
          <p:nvPr>
            <p:ph type="body" sz="quarter" idx="58" hasCustomPrompt="1"/>
          </p:nvPr>
        </p:nvSpPr>
        <p:spPr>
          <a:xfrm>
            <a:off x="557087" y="6022530"/>
            <a:ext cx="3283785"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На запуск платформы и эксплуатацию</a:t>
            </a:r>
            <a:endParaRPr lang="ru-RU" dirty="0"/>
          </a:p>
        </p:txBody>
      </p:sp>
      <p:sp>
        <p:nvSpPr>
          <p:cNvPr id="63" name="Текст 25">
            <a:extLst>
              <a:ext uri="{FF2B5EF4-FFF2-40B4-BE49-F238E27FC236}">
                <a16:creationId xmlns:a16="http://schemas.microsoft.com/office/drawing/2014/main" id="{51CAFA1B-ABE5-2E80-D2C4-717D3B222CD2}"/>
              </a:ext>
            </a:extLst>
          </p:cNvPr>
          <p:cNvSpPr>
            <a:spLocks noGrp="1"/>
          </p:cNvSpPr>
          <p:nvPr>
            <p:ph type="body" sz="quarter" idx="34" hasCustomPrompt="1"/>
          </p:nvPr>
        </p:nvSpPr>
        <p:spPr>
          <a:xfrm>
            <a:off x="557087" y="5545963"/>
            <a:ext cx="3278111" cy="430887"/>
          </a:xfrm>
        </p:spPr>
        <p:txBody>
          <a:bodyPr/>
          <a:lstStyle>
            <a:lvl1pPr>
              <a:lnSpc>
                <a:spcPct val="100000"/>
              </a:lnSpc>
              <a:defRPr sz="28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en-US" dirty="0"/>
              <a:t>&lt;9</a:t>
            </a:r>
            <a:r>
              <a:rPr lang="ru-RU" dirty="0"/>
              <a:t> </a:t>
            </a:r>
            <a:r>
              <a:rPr lang="ru-RU" dirty="0" err="1"/>
              <a:t>мес</a:t>
            </a:r>
            <a:endParaRPr lang="ru-RU" dirty="0"/>
          </a:p>
        </p:txBody>
      </p:sp>
      <p:sp>
        <p:nvSpPr>
          <p:cNvPr id="64" name="Текст 61">
            <a:extLst>
              <a:ext uri="{FF2B5EF4-FFF2-40B4-BE49-F238E27FC236}">
                <a16:creationId xmlns:a16="http://schemas.microsoft.com/office/drawing/2014/main" id="{C149DFE0-D1A1-F622-A531-686A38444235}"/>
              </a:ext>
            </a:extLst>
          </p:cNvPr>
          <p:cNvSpPr>
            <a:spLocks noGrp="1"/>
          </p:cNvSpPr>
          <p:nvPr>
            <p:ph type="body" sz="quarter" idx="93" hasCustomPrompt="1"/>
          </p:nvPr>
        </p:nvSpPr>
        <p:spPr>
          <a:xfrm>
            <a:off x="4425927" y="6022530"/>
            <a:ext cx="3283785" cy="307777"/>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Сокращение времени разработки одного продукта после внедрения</a:t>
            </a:r>
            <a:endParaRPr lang="ru-RU" dirty="0"/>
          </a:p>
        </p:txBody>
      </p:sp>
      <p:sp>
        <p:nvSpPr>
          <p:cNvPr id="65" name="Текст 25">
            <a:extLst>
              <a:ext uri="{FF2B5EF4-FFF2-40B4-BE49-F238E27FC236}">
                <a16:creationId xmlns:a16="http://schemas.microsoft.com/office/drawing/2014/main" id="{55A8A15B-614E-2BC1-3E31-D1BFF91A9C5F}"/>
              </a:ext>
            </a:extLst>
          </p:cNvPr>
          <p:cNvSpPr>
            <a:spLocks noGrp="1"/>
          </p:cNvSpPr>
          <p:nvPr>
            <p:ph type="body" sz="quarter" idx="94" hasCustomPrompt="1"/>
          </p:nvPr>
        </p:nvSpPr>
        <p:spPr>
          <a:xfrm>
            <a:off x="4425927" y="5545963"/>
            <a:ext cx="3278111" cy="430887"/>
          </a:xfrm>
        </p:spPr>
        <p:txBody>
          <a:bodyPr/>
          <a:lstStyle>
            <a:lvl1pPr>
              <a:lnSpc>
                <a:spcPct val="100000"/>
              </a:lnSpc>
              <a:defRPr sz="28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с 60 до 2 дней</a:t>
            </a:r>
          </a:p>
        </p:txBody>
      </p:sp>
      <p:sp>
        <p:nvSpPr>
          <p:cNvPr id="66" name="Текст 61">
            <a:extLst>
              <a:ext uri="{FF2B5EF4-FFF2-40B4-BE49-F238E27FC236}">
                <a16:creationId xmlns:a16="http://schemas.microsoft.com/office/drawing/2014/main" id="{6A0C5A8F-8BC0-7454-0FC9-6D98E9ED5B2D}"/>
              </a:ext>
            </a:extLst>
          </p:cNvPr>
          <p:cNvSpPr>
            <a:spLocks noGrp="1"/>
          </p:cNvSpPr>
          <p:nvPr>
            <p:ph type="body" sz="quarter" idx="95" hasCustomPrompt="1"/>
          </p:nvPr>
        </p:nvSpPr>
        <p:spPr>
          <a:xfrm>
            <a:off x="8285373" y="6022530"/>
            <a:ext cx="3283785" cy="307777"/>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Сокращение трудоемкости создания прототипов пользовательского интерфейсов за счет </a:t>
            </a:r>
            <a:r>
              <a:rPr lang="en-US" dirty="0">
                <a:effectLst/>
              </a:rPr>
              <a:t> GenAI</a:t>
            </a:r>
            <a:endParaRPr lang="ru-RU" dirty="0"/>
          </a:p>
        </p:txBody>
      </p:sp>
      <p:sp>
        <p:nvSpPr>
          <p:cNvPr id="67" name="Текст 25">
            <a:extLst>
              <a:ext uri="{FF2B5EF4-FFF2-40B4-BE49-F238E27FC236}">
                <a16:creationId xmlns:a16="http://schemas.microsoft.com/office/drawing/2014/main" id="{1246574E-2547-D786-9F2F-BF554AFD52FB}"/>
              </a:ext>
            </a:extLst>
          </p:cNvPr>
          <p:cNvSpPr>
            <a:spLocks noGrp="1"/>
          </p:cNvSpPr>
          <p:nvPr>
            <p:ph type="body" sz="quarter" idx="96" hasCustomPrompt="1"/>
          </p:nvPr>
        </p:nvSpPr>
        <p:spPr>
          <a:xfrm>
            <a:off x="8285373" y="5545963"/>
            <a:ext cx="3278111" cy="430887"/>
          </a:xfrm>
        </p:spPr>
        <p:txBody>
          <a:bodyPr/>
          <a:lstStyle>
            <a:lvl1pPr>
              <a:lnSpc>
                <a:spcPct val="100000"/>
              </a:lnSpc>
              <a:defRPr sz="28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в 4 раза</a:t>
            </a:r>
          </a:p>
        </p:txBody>
      </p:sp>
      <p:pic>
        <p:nvPicPr>
          <p:cNvPr id="71" name="Рисунок 70">
            <a:extLst>
              <a:ext uri="{FF2B5EF4-FFF2-40B4-BE49-F238E27FC236}">
                <a16:creationId xmlns:a16="http://schemas.microsoft.com/office/drawing/2014/main" id="{F029FC00-F5BC-2BEE-6DAC-0AC4C0985A8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sp>
        <p:nvSpPr>
          <p:cNvPr id="31" name="Текст 25">
            <a:extLst>
              <a:ext uri="{FF2B5EF4-FFF2-40B4-BE49-F238E27FC236}">
                <a16:creationId xmlns:a16="http://schemas.microsoft.com/office/drawing/2014/main" id="{6D6E7611-6DBE-B25D-76E1-F07AA11BB96E}"/>
              </a:ext>
            </a:extLst>
          </p:cNvPr>
          <p:cNvSpPr>
            <a:spLocks noGrp="1"/>
          </p:cNvSpPr>
          <p:nvPr>
            <p:ph type="body" sz="quarter" idx="41" hasCustomPrompt="1"/>
          </p:nvPr>
        </p:nvSpPr>
        <p:spPr>
          <a:xfrm>
            <a:off x="345681" y="700087"/>
            <a:ext cx="5326533" cy="1050800"/>
          </a:xfrm>
        </p:spPr>
        <p:txBody>
          <a:bodyPr/>
          <a:lstStyle>
            <a:lvl1pPr>
              <a:lnSpc>
                <a:spcPct val="80000"/>
              </a:lnSpc>
              <a:defRPr sz="2800" kern="0" spc="-30" baseline="0">
                <a:solidFill>
                  <a:schemeClr val="tx1"/>
                </a:solidFill>
                <a:latin typeface="+mj-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Создание гибкой страховой платформы для поддержки развития бизнеса</a:t>
            </a:r>
            <a:endParaRPr lang="ru-RU" dirty="0"/>
          </a:p>
        </p:txBody>
      </p:sp>
      <p:sp>
        <p:nvSpPr>
          <p:cNvPr id="14" name="Текст 4">
            <a:extLst>
              <a:ext uri="{FF2B5EF4-FFF2-40B4-BE49-F238E27FC236}">
                <a16:creationId xmlns:a16="http://schemas.microsoft.com/office/drawing/2014/main" id="{A9DA5B8B-88CF-0A2F-959C-04CB01F9E6D5}"/>
              </a:ext>
            </a:extLst>
          </p:cNvPr>
          <p:cNvSpPr>
            <a:spLocks noGrp="1"/>
          </p:cNvSpPr>
          <p:nvPr>
            <p:ph type="body" sz="quarter" idx="111" hasCustomPrompt="1"/>
          </p:nvPr>
        </p:nvSpPr>
        <p:spPr>
          <a:xfrm>
            <a:off x="349250" y="230875"/>
            <a:ext cx="4559300" cy="224933"/>
          </a:xfrm>
        </p:spPr>
        <p:txBody>
          <a:bodyPr/>
          <a:lstStyle>
            <a:lvl1pPr>
              <a:defRPr sz="1600">
                <a:solidFill>
                  <a:schemeClr val="tx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ru-RU" dirty="0"/>
              <a:t>Кейс</a:t>
            </a:r>
          </a:p>
        </p:txBody>
      </p:sp>
      <p:pic>
        <p:nvPicPr>
          <p:cNvPr id="3" name="Image 1" descr=" ">
            <a:extLst>
              <a:ext uri="{FF2B5EF4-FFF2-40B4-BE49-F238E27FC236}">
                <a16:creationId xmlns:a16="http://schemas.microsoft.com/office/drawing/2014/main" id="{5AD3564F-E1C3-F670-B4B9-43C04D0A3A7B}"/>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445695" y="355600"/>
            <a:ext cx="1390643" cy="203200"/>
          </a:xfrm>
          <a:prstGeom prst="rect">
            <a:avLst/>
          </a:prstGeom>
        </p:spPr>
      </p:pic>
    </p:spTree>
    <p:extLst>
      <p:ext uri="{BB962C8B-B14F-4D97-AF65-F5344CB8AC3E}">
        <p14:creationId xmlns:p14="http://schemas.microsoft.com/office/powerpoint/2010/main" val="15215886"/>
      </p:ext>
    </p:extLst>
  </p:cSld>
  <p:clrMapOvr>
    <a:masterClrMapping/>
  </p:clrMapOvr>
  <p:extLst>
    <p:ext uri="{DCECCB84-F9BA-43D5-87BE-67443E8EF086}">
      <p15:sldGuideLst xmlns:p15="http://schemas.microsoft.com/office/powerpoint/2012/main">
        <p15:guide id="1" orient="horz" pos="4088">
          <p15:clr>
            <a:srgbClr val="FBAE40"/>
          </p15:clr>
        </p15:guide>
        <p15:guide id="2" pos="3874">
          <p15:clr>
            <a:srgbClr val="FBAE40"/>
          </p15:clr>
        </p15:guide>
        <p15:guide id="3" orient="horz" pos="232">
          <p15:clr>
            <a:srgbClr val="FBAE40"/>
          </p15:clr>
        </p15:guide>
        <p15:guide id="4" orient="horz" pos="822">
          <p15:clr>
            <a:srgbClr val="FBAE40"/>
          </p15:clr>
        </p15:guide>
        <p15:guide id="5" orient="horz" pos="890">
          <p15:clr>
            <a:srgbClr val="FBAE40"/>
          </p15:clr>
        </p15:guide>
        <p15:guide id="6" pos="234">
          <p15:clr>
            <a:srgbClr val="FBAE40"/>
          </p15:clr>
        </p15:guide>
        <p15:guide id="7" orient="horz" pos="1469">
          <p15:clr>
            <a:srgbClr val="FBAE40"/>
          </p15:clr>
        </p15:guide>
        <p15:guide id="8" orient="horz" pos="1537">
          <p15:clr>
            <a:srgbClr val="FBAE40"/>
          </p15:clr>
        </p15:guide>
        <p15:guide id="9" orient="horz" pos="2126">
          <p15:clr>
            <a:srgbClr val="FBAE40"/>
          </p15:clr>
        </p15:guide>
        <p15:guide id="10" orient="horz" pos="2183">
          <p15:clr>
            <a:srgbClr val="FBAE40"/>
          </p15:clr>
        </p15:guide>
        <p15:guide id="11" orient="horz" pos="2784">
          <p15:clr>
            <a:srgbClr val="FBAE40"/>
          </p15:clr>
        </p15:guide>
        <p15:guide id="12" orient="horz" pos="2852">
          <p15:clr>
            <a:srgbClr val="FBAE40"/>
          </p15:clr>
        </p15:guide>
        <p15:guide id="13" orient="horz" pos="3430">
          <p15:clr>
            <a:srgbClr val="FBAE40"/>
          </p15:clr>
        </p15:guide>
        <p15:guide id="14" orient="horz" pos="3498">
          <p15:clr>
            <a:srgbClr val="FBAE40"/>
          </p15:clr>
        </p15:guide>
        <p15:guide id="15" pos="756">
          <p15:clr>
            <a:srgbClr val="FBAE40"/>
          </p15:clr>
        </p15:guide>
        <p15:guide id="16" pos="835">
          <p15:clr>
            <a:srgbClr val="FBAE40"/>
          </p15:clr>
        </p15:guide>
        <p15:guide id="17" pos="1380">
          <p15:clr>
            <a:srgbClr val="FBAE40"/>
          </p15:clr>
        </p15:guide>
        <p15:guide id="18" pos="1448">
          <p15:clr>
            <a:srgbClr val="FBAE40"/>
          </p15:clr>
        </p15:guide>
        <p15:guide id="19" pos="1981">
          <p15:clr>
            <a:srgbClr val="FBAE40"/>
          </p15:clr>
        </p15:guide>
        <p15:guide id="20" pos="2049">
          <p15:clr>
            <a:srgbClr val="FBAE40"/>
          </p15:clr>
        </p15:guide>
        <p15:guide id="21" pos="2593">
          <p15:clr>
            <a:srgbClr val="FBAE40"/>
          </p15:clr>
        </p15:guide>
        <p15:guide id="22" pos="2661">
          <p15:clr>
            <a:srgbClr val="FBAE40"/>
          </p15:clr>
        </p15:guide>
        <p15:guide id="23" pos="3205">
          <p15:clr>
            <a:srgbClr val="FBAE40"/>
          </p15:clr>
        </p15:guide>
        <p15:guide id="24" pos="3273">
          <p15:clr>
            <a:srgbClr val="FBAE40"/>
          </p15:clr>
        </p15:guide>
        <p15:guide id="25" pos="3806">
          <p15:clr>
            <a:srgbClr val="FBAE40"/>
          </p15:clr>
        </p15:guide>
        <p15:guide id="26" pos="4418">
          <p15:clr>
            <a:srgbClr val="FBAE40"/>
          </p15:clr>
        </p15:guide>
        <p15:guide id="27" pos="4486">
          <p15:clr>
            <a:srgbClr val="FBAE40"/>
          </p15:clr>
        </p15:guide>
        <p15:guide id="28" pos="5019">
          <p15:clr>
            <a:srgbClr val="FBAE40"/>
          </p15:clr>
        </p15:guide>
        <p15:guide id="29" pos="5087">
          <p15:clr>
            <a:srgbClr val="FBAE40"/>
          </p15:clr>
        </p15:guide>
        <p15:guide id="30" pos="5631">
          <p15:clr>
            <a:srgbClr val="FBAE40"/>
          </p15:clr>
        </p15:guide>
        <p15:guide id="31" pos="5699">
          <p15:clr>
            <a:srgbClr val="FBAE40"/>
          </p15:clr>
        </p15:guide>
        <p15:guide id="32" pos="6232">
          <p15:clr>
            <a:srgbClr val="FBAE40"/>
          </p15:clr>
        </p15:guide>
        <p15:guide id="33" pos="6300">
          <p15:clr>
            <a:srgbClr val="FBAE40"/>
          </p15:clr>
        </p15:guide>
        <p15:guide id="34" pos="6845">
          <p15:clr>
            <a:srgbClr val="FBAE40"/>
          </p15:clr>
        </p15:guide>
        <p15:guide id="35" pos="6913">
          <p15:clr>
            <a:srgbClr val="FBAE40"/>
          </p15:clr>
        </p15:guide>
        <p15:guide id="36" pos="744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_Кейс с изображением 1/4, генерация">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39D858F2-D4FB-9C79-C9A7-2F2BCDCF76E8}"/>
              </a:ext>
            </a:extLst>
          </p:cNvPr>
          <p:cNvSpPr/>
          <p:nvPr userDrawn="1"/>
        </p:nvSpPr>
        <p:spPr>
          <a:xfrm>
            <a:off x="0" y="894"/>
            <a:ext cx="6045168" cy="2841062"/>
          </a:xfrm>
          <a:prstGeom prst="rect">
            <a:avLst/>
          </a:prstGeom>
          <a:solidFill>
            <a:schemeClr val="bg2"/>
          </a:solidFill>
          <a:ln/>
        </p:spPr>
      </p:sp>
      <p:sp>
        <p:nvSpPr>
          <p:cNvPr id="19" name="Рисунок 18">
            <a:extLst>
              <a:ext uri="{FF2B5EF4-FFF2-40B4-BE49-F238E27FC236}">
                <a16:creationId xmlns:a16="http://schemas.microsoft.com/office/drawing/2014/main" id="{144A1D49-A7A1-5D95-298C-5E77F6A3A52C}"/>
              </a:ext>
            </a:extLst>
          </p:cNvPr>
          <p:cNvSpPr>
            <a:spLocks noGrp="1"/>
          </p:cNvSpPr>
          <p:nvPr>
            <p:ph type="pic" sz="quarter" idx="112"/>
          </p:nvPr>
        </p:nvSpPr>
        <p:spPr>
          <a:xfrm>
            <a:off x="6040526" y="0"/>
            <a:ext cx="6151474" cy="2841955"/>
          </a:xfrm>
          <a:blipFill>
            <a:blip r:embed="rId2" cstate="screen">
              <a:extLst>
                <a:ext uri="{28A0092B-C50C-407E-A947-70E740481C1C}">
                  <a14:useLocalDpi xmlns:a14="http://schemas.microsoft.com/office/drawing/2010/main"/>
                </a:ext>
              </a:extLst>
            </a:blip>
            <a:stretch>
              <a:fillRect/>
            </a:stretch>
          </a:blipFill>
        </p:spPr>
        <p:txBody>
          <a:bodyPr/>
          <a:lstStyle/>
          <a:p>
            <a:r>
              <a:rPr lang="ru-RU"/>
              <a:t>Вставка рисунка</a:t>
            </a:r>
            <a:endParaRPr lang="ru-RU" dirty="0"/>
          </a:p>
        </p:txBody>
      </p:sp>
      <p:pic>
        <p:nvPicPr>
          <p:cNvPr id="68" name="Image 2" descr=" ">
            <a:extLst>
              <a:ext uri="{FF2B5EF4-FFF2-40B4-BE49-F238E27FC236}">
                <a16:creationId xmlns:a16="http://schemas.microsoft.com/office/drawing/2014/main" id="{59D4AFD1-3084-1C60-C322-6367E88CB2D8}"/>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4216378" y="5359149"/>
            <a:ext cx="3759181" cy="1142851"/>
          </a:xfrm>
          <a:prstGeom prst="rect">
            <a:avLst/>
          </a:prstGeom>
          <a:solidFill>
            <a:srgbClr val="F5F4F4"/>
          </a:solidFill>
        </p:spPr>
      </p:pic>
      <p:pic>
        <p:nvPicPr>
          <p:cNvPr id="69" name="Image 5" descr=" ">
            <a:extLst>
              <a:ext uri="{FF2B5EF4-FFF2-40B4-BE49-F238E27FC236}">
                <a16:creationId xmlns:a16="http://schemas.microsoft.com/office/drawing/2014/main" id="{1CBF8C1A-60A5-C110-275B-652581B2B48C}"/>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8077158" y="5359149"/>
            <a:ext cx="3759181" cy="1142851"/>
          </a:xfrm>
          <a:prstGeom prst="rect">
            <a:avLst/>
          </a:prstGeom>
          <a:solidFill>
            <a:srgbClr val="F5F4F4"/>
          </a:solidFill>
        </p:spPr>
      </p:pic>
      <p:pic>
        <p:nvPicPr>
          <p:cNvPr id="70" name="Image 8" descr=" ">
            <a:extLst>
              <a:ext uri="{FF2B5EF4-FFF2-40B4-BE49-F238E27FC236}">
                <a16:creationId xmlns:a16="http://schemas.microsoft.com/office/drawing/2014/main" id="{02AE7F85-BD53-7BD9-6582-AF0B2B602B5E}"/>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355598" y="5359149"/>
            <a:ext cx="3759181" cy="1142851"/>
          </a:xfrm>
          <a:prstGeom prst="rect">
            <a:avLst/>
          </a:prstGeom>
          <a:solidFill>
            <a:srgbClr val="F5F4F4"/>
          </a:solidFill>
        </p:spPr>
      </p:pic>
      <p:sp>
        <p:nvSpPr>
          <p:cNvPr id="112" name="Номер слайда 5">
            <a:extLst>
              <a:ext uri="{FF2B5EF4-FFF2-40B4-BE49-F238E27FC236}">
                <a16:creationId xmlns:a16="http://schemas.microsoft.com/office/drawing/2014/main" id="{C9C0EA62-2D05-0D41-2ACB-7147246722F6}"/>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
        <p:nvSpPr>
          <p:cNvPr id="45" name="Shape 21">
            <a:extLst>
              <a:ext uri="{FF2B5EF4-FFF2-40B4-BE49-F238E27FC236}">
                <a16:creationId xmlns:a16="http://schemas.microsoft.com/office/drawing/2014/main" id="{396A7B92-FEA7-A3EF-A57F-E4AE30E6F07E}"/>
              </a:ext>
            </a:extLst>
          </p:cNvPr>
          <p:cNvSpPr/>
          <p:nvPr userDrawn="1"/>
        </p:nvSpPr>
        <p:spPr>
          <a:xfrm>
            <a:off x="355598" y="3480087"/>
            <a:ext cx="3759181" cy="12700"/>
          </a:xfrm>
          <a:prstGeom prst="rect">
            <a:avLst/>
          </a:prstGeom>
          <a:solidFill>
            <a:srgbClr val="000000">
              <a:alpha val="100000"/>
            </a:srgbClr>
          </a:solidFill>
          <a:ln/>
        </p:spPr>
      </p:sp>
      <p:sp>
        <p:nvSpPr>
          <p:cNvPr id="46" name="Shape 22">
            <a:extLst>
              <a:ext uri="{FF2B5EF4-FFF2-40B4-BE49-F238E27FC236}">
                <a16:creationId xmlns:a16="http://schemas.microsoft.com/office/drawing/2014/main" id="{7F35D393-0C15-C346-4E8F-F0D4A292DD2E}"/>
              </a:ext>
            </a:extLst>
          </p:cNvPr>
          <p:cNvSpPr/>
          <p:nvPr userDrawn="1"/>
        </p:nvSpPr>
        <p:spPr>
          <a:xfrm>
            <a:off x="4216378" y="3480087"/>
            <a:ext cx="3759181" cy="12700"/>
          </a:xfrm>
          <a:prstGeom prst="rect">
            <a:avLst/>
          </a:prstGeom>
          <a:solidFill>
            <a:srgbClr val="000000">
              <a:alpha val="100000"/>
            </a:srgbClr>
          </a:solidFill>
          <a:ln/>
        </p:spPr>
      </p:sp>
      <p:sp>
        <p:nvSpPr>
          <p:cNvPr id="47" name="Shape 23">
            <a:extLst>
              <a:ext uri="{FF2B5EF4-FFF2-40B4-BE49-F238E27FC236}">
                <a16:creationId xmlns:a16="http://schemas.microsoft.com/office/drawing/2014/main" id="{6563AA82-D6B0-9860-71DE-19B62DA9FB81}"/>
              </a:ext>
            </a:extLst>
          </p:cNvPr>
          <p:cNvSpPr/>
          <p:nvPr userDrawn="1"/>
        </p:nvSpPr>
        <p:spPr>
          <a:xfrm>
            <a:off x="8077158" y="3480087"/>
            <a:ext cx="3759181" cy="12700"/>
          </a:xfrm>
          <a:prstGeom prst="rect">
            <a:avLst/>
          </a:prstGeom>
          <a:solidFill>
            <a:srgbClr val="000000">
              <a:alpha val="100000"/>
            </a:srgbClr>
          </a:solidFill>
          <a:ln/>
        </p:spPr>
      </p:sp>
      <p:sp>
        <p:nvSpPr>
          <p:cNvPr id="48" name="Текст 25">
            <a:extLst>
              <a:ext uri="{FF2B5EF4-FFF2-40B4-BE49-F238E27FC236}">
                <a16:creationId xmlns:a16="http://schemas.microsoft.com/office/drawing/2014/main" id="{70889F1A-E9F3-BB66-BE78-55310C451A29}"/>
              </a:ext>
            </a:extLst>
          </p:cNvPr>
          <p:cNvSpPr>
            <a:spLocks noGrp="1"/>
          </p:cNvSpPr>
          <p:nvPr>
            <p:ph type="body" sz="quarter" idx="43" hasCustomPrompt="1"/>
          </p:nvPr>
        </p:nvSpPr>
        <p:spPr>
          <a:xfrm>
            <a:off x="352684" y="3126692"/>
            <a:ext cx="3492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Проблема  клиента</a:t>
            </a:r>
          </a:p>
        </p:txBody>
      </p:sp>
      <p:sp>
        <p:nvSpPr>
          <p:cNvPr id="49" name="Текст 25">
            <a:extLst>
              <a:ext uri="{FF2B5EF4-FFF2-40B4-BE49-F238E27FC236}">
                <a16:creationId xmlns:a16="http://schemas.microsoft.com/office/drawing/2014/main" id="{FFB315DD-6321-A5E4-D2D2-96E40BAC7886}"/>
              </a:ext>
            </a:extLst>
          </p:cNvPr>
          <p:cNvSpPr>
            <a:spLocks noGrp="1"/>
          </p:cNvSpPr>
          <p:nvPr>
            <p:ph type="body" sz="quarter" idx="46" hasCustomPrompt="1"/>
          </p:nvPr>
        </p:nvSpPr>
        <p:spPr>
          <a:xfrm>
            <a:off x="4218394" y="3126692"/>
            <a:ext cx="3492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Наше решение</a:t>
            </a:r>
          </a:p>
        </p:txBody>
      </p:sp>
      <p:sp>
        <p:nvSpPr>
          <p:cNvPr id="50" name="Текст 25">
            <a:extLst>
              <a:ext uri="{FF2B5EF4-FFF2-40B4-BE49-F238E27FC236}">
                <a16:creationId xmlns:a16="http://schemas.microsoft.com/office/drawing/2014/main" id="{21BB077D-F210-76CA-2EC2-AEB2D282370B}"/>
              </a:ext>
            </a:extLst>
          </p:cNvPr>
          <p:cNvSpPr>
            <a:spLocks noGrp="1"/>
          </p:cNvSpPr>
          <p:nvPr>
            <p:ph type="body" sz="quarter" idx="51" hasCustomPrompt="1"/>
          </p:nvPr>
        </p:nvSpPr>
        <p:spPr>
          <a:xfrm>
            <a:off x="8077158" y="3126692"/>
            <a:ext cx="3492000" cy="307777"/>
          </a:xfrm>
        </p:spPr>
        <p:txBody>
          <a:bodyPr/>
          <a:lstStyle>
            <a:lvl1pPr>
              <a:lnSpc>
                <a:spcPct val="100000"/>
              </a:lnSpc>
              <a:defRPr sz="20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Результаты</a:t>
            </a:r>
          </a:p>
        </p:txBody>
      </p:sp>
      <p:sp>
        <p:nvSpPr>
          <p:cNvPr id="51" name="Текст 61">
            <a:extLst>
              <a:ext uri="{FF2B5EF4-FFF2-40B4-BE49-F238E27FC236}">
                <a16:creationId xmlns:a16="http://schemas.microsoft.com/office/drawing/2014/main" id="{29B5ACC0-66F4-8DAE-DC07-1A1FDEFBC5E9}"/>
              </a:ext>
            </a:extLst>
          </p:cNvPr>
          <p:cNvSpPr>
            <a:spLocks noGrp="1"/>
          </p:cNvSpPr>
          <p:nvPr>
            <p:ph type="body" sz="quarter" idx="47" hasCustomPrompt="1"/>
          </p:nvPr>
        </p:nvSpPr>
        <p:spPr>
          <a:xfrm>
            <a:off x="352529" y="3734000"/>
            <a:ext cx="3492000" cy="1155188"/>
          </a:xfrm>
        </p:spPr>
        <p:txBody>
          <a:bodyPr wrap="square">
            <a:spAutoFit/>
          </a:bodyPr>
          <a:lstStyle>
            <a:lvl1pPr marL="0" marR="0" indent="0" algn="l" defTabSz="457109" rtl="0" eaLnBrk="1" fontAlgn="auto" latinLnBrk="0" hangingPunct="1">
              <a:lnSpc>
                <a:spcPts val="1000"/>
              </a:lnSpc>
              <a:spcBef>
                <a:spcPts val="500"/>
              </a:spcBef>
              <a:spcAft>
                <a:spcPts val="0"/>
              </a:spcAft>
              <a:buClr>
                <a:schemeClr val="tx2"/>
              </a:buClr>
              <a:buSzTx/>
              <a:buFont typeface="+mj-lt"/>
              <a:buNone/>
              <a:tabLst/>
              <a:defRPr sz="9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br>
              <a:rPr lang="en-US" dirty="0"/>
            </a:br>
            <a:br>
              <a:rPr lang="en-US" dirty="0"/>
            </a:br>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52" name="Текст 61">
            <a:extLst>
              <a:ext uri="{FF2B5EF4-FFF2-40B4-BE49-F238E27FC236}">
                <a16:creationId xmlns:a16="http://schemas.microsoft.com/office/drawing/2014/main" id="{2BEA6CB7-4BD0-1FC8-9224-50B7A9F32F9B}"/>
              </a:ext>
            </a:extLst>
          </p:cNvPr>
          <p:cNvSpPr>
            <a:spLocks noGrp="1"/>
          </p:cNvSpPr>
          <p:nvPr>
            <p:ph type="body" sz="quarter" idx="50" hasCustomPrompt="1"/>
          </p:nvPr>
        </p:nvSpPr>
        <p:spPr>
          <a:xfrm>
            <a:off x="4218239" y="3734000"/>
            <a:ext cx="3492000" cy="1155188"/>
          </a:xfrm>
        </p:spPr>
        <p:txBody>
          <a:bodyPr wrap="square">
            <a:spAutoFit/>
          </a:bodyPr>
          <a:lstStyle>
            <a:lvl1pPr marL="0" marR="0" indent="0" algn="l" defTabSz="457109" rtl="0" eaLnBrk="1" fontAlgn="auto" latinLnBrk="0" hangingPunct="1">
              <a:lnSpc>
                <a:spcPts val="1000"/>
              </a:lnSpc>
              <a:spcBef>
                <a:spcPts val="500"/>
              </a:spcBef>
              <a:spcAft>
                <a:spcPts val="0"/>
              </a:spcAft>
              <a:buClr>
                <a:schemeClr val="tx2"/>
              </a:buClr>
              <a:buSzTx/>
              <a:buFont typeface="+mj-lt"/>
              <a:buNone/>
              <a:tabLst/>
              <a:defRPr sz="9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Maecenas tempus, </a:t>
            </a:r>
            <a:r>
              <a:rPr lang="en-US" dirty="0" err="1">
                <a:effectLst/>
              </a:rPr>
              <a:t>tellus</a:t>
            </a:r>
            <a:r>
              <a:rPr lang="en-US" dirty="0">
                <a:effectLst/>
              </a:rPr>
              <a:t> </a:t>
            </a:r>
            <a:r>
              <a:rPr lang="en-US" dirty="0" err="1">
                <a:effectLst/>
              </a:rPr>
              <a:t>eget</a:t>
            </a:r>
            <a:r>
              <a:rPr lang="en-US" dirty="0">
                <a:effectLst/>
              </a:rPr>
              <a:t> </a:t>
            </a:r>
            <a:r>
              <a:rPr lang="en-US" dirty="0" err="1">
                <a:effectLst/>
              </a:rPr>
              <a:t>condimentum</a:t>
            </a:r>
            <a:r>
              <a:rPr lang="en-US" dirty="0">
                <a:effectLst/>
              </a:rPr>
              <a:t> </a:t>
            </a:r>
            <a:r>
              <a:rPr lang="en-US" dirty="0" err="1">
                <a:effectLst/>
              </a:rPr>
              <a:t>rhoncus</a:t>
            </a:r>
            <a:r>
              <a:rPr lang="en-US" dirty="0">
                <a:effectLst/>
              </a:rPr>
              <a:t>, </a:t>
            </a:r>
            <a:r>
              <a:rPr lang="en-US" dirty="0" err="1">
                <a:effectLst/>
              </a:rPr>
              <a:t>sem</a:t>
            </a:r>
            <a:r>
              <a:rPr lang="en-US" dirty="0">
                <a:effectLst/>
              </a:rPr>
              <a:t> </a:t>
            </a:r>
            <a:r>
              <a:rPr lang="en-US" dirty="0" err="1">
                <a:effectLst/>
              </a:rPr>
              <a:t>quam</a:t>
            </a:r>
            <a:r>
              <a:rPr lang="en-US" dirty="0">
                <a:effectLst/>
              </a:rPr>
              <a:t> semper libero, sit </a:t>
            </a:r>
            <a:r>
              <a:rPr lang="en-US" dirty="0" err="1">
                <a:effectLst/>
              </a:rPr>
              <a:t>amet</a:t>
            </a:r>
            <a:r>
              <a:rPr lang="en-US" dirty="0">
                <a:effectLst/>
              </a:rPr>
              <a:t> </a:t>
            </a:r>
            <a:r>
              <a:rPr lang="en-US" dirty="0" err="1">
                <a:effectLst/>
              </a:rPr>
              <a:t>adipiscing</a:t>
            </a:r>
            <a:r>
              <a:rPr lang="en-US" dirty="0">
                <a:effectLst/>
              </a:rPr>
              <a:t> </a:t>
            </a:r>
            <a:r>
              <a:rPr lang="en-US" dirty="0" err="1">
                <a:effectLst/>
              </a:rPr>
              <a:t>sem</a:t>
            </a:r>
            <a:r>
              <a:rPr lang="en-US" dirty="0">
                <a:effectLst/>
              </a:rPr>
              <a:t> </a:t>
            </a:r>
            <a:r>
              <a:rPr lang="en-US" dirty="0" err="1">
                <a:effectLst/>
              </a:rPr>
              <a:t>neque</a:t>
            </a:r>
            <a:r>
              <a:rPr lang="en-US" dirty="0">
                <a:effectLst/>
              </a:rPr>
              <a:t> sed ipsum.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br>
              <a:rPr lang="en-US" dirty="0"/>
            </a:br>
            <a:br>
              <a:rPr lang="en-US" dirty="0"/>
            </a:br>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Nam </a:t>
            </a:r>
            <a:r>
              <a:rPr lang="en-US" dirty="0" err="1">
                <a:effectLst/>
              </a:rPr>
              <a:t>quam</a:t>
            </a:r>
            <a:r>
              <a:rPr lang="en-US" dirty="0">
                <a:effectLst/>
              </a:rPr>
              <a:t> </a:t>
            </a:r>
            <a:r>
              <a:rPr lang="en-US" dirty="0" err="1">
                <a:effectLst/>
              </a:rPr>
              <a:t>nunc</a:t>
            </a:r>
            <a:r>
              <a:rPr lang="en-US" dirty="0">
                <a:effectLst/>
              </a:rPr>
              <a:t>, </a:t>
            </a:r>
            <a:r>
              <a:rPr lang="en-US" dirty="0" err="1">
                <a:effectLst/>
              </a:rPr>
              <a:t>blandit</a:t>
            </a:r>
            <a:r>
              <a:rPr lang="en-US" dirty="0">
                <a:effectLst/>
              </a:rPr>
              <a:t> vel, </a:t>
            </a:r>
            <a:r>
              <a:rPr lang="en-US" dirty="0" err="1">
                <a:effectLst/>
              </a:rPr>
              <a:t>luctus</a:t>
            </a:r>
            <a:r>
              <a:rPr lang="en-US" dirty="0">
                <a:effectLst/>
              </a:rPr>
              <a:t> pulvinar, </a:t>
            </a:r>
            <a:r>
              <a:rPr lang="en-US" dirty="0" err="1">
                <a:effectLst/>
              </a:rPr>
              <a:t>hendrerit</a:t>
            </a:r>
            <a:r>
              <a:rPr lang="en-US" dirty="0">
                <a:effectLst/>
              </a:rPr>
              <a:t> id, lorem.</a:t>
            </a:r>
            <a:endParaRPr lang="ru-RU" dirty="0"/>
          </a:p>
        </p:txBody>
      </p:sp>
      <p:sp>
        <p:nvSpPr>
          <p:cNvPr id="53" name="Текст 61">
            <a:extLst>
              <a:ext uri="{FF2B5EF4-FFF2-40B4-BE49-F238E27FC236}">
                <a16:creationId xmlns:a16="http://schemas.microsoft.com/office/drawing/2014/main" id="{AD53956E-50D9-C3BA-68FA-8069E6FEBCBB}"/>
              </a:ext>
            </a:extLst>
          </p:cNvPr>
          <p:cNvSpPr>
            <a:spLocks noGrp="1"/>
          </p:cNvSpPr>
          <p:nvPr>
            <p:ph type="body" sz="quarter" idx="92" hasCustomPrompt="1"/>
          </p:nvPr>
        </p:nvSpPr>
        <p:spPr>
          <a:xfrm>
            <a:off x="8140420" y="3734000"/>
            <a:ext cx="3492000" cy="1155188"/>
          </a:xfrm>
        </p:spPr>
        <p:txBody>
          <a:bodyPr wrap="square" anchor="t">
            <a:spAutoFit/>
          </a:bodyPr>
          <a:lstStyle>
            <a:lvl1pPr marL="72000" marR="0" indent="-108000" algn="l" defTabSz="457109" rtl="0" eaLnBrk="1" fontAlgn="auto" latinLnBrk="0" hangingPunct="1">
              <a:lnSpc>
                <a:spcPts val="1000"/>
              </a:lnSpc>
              <a:spcBef>
                <a:spcPts val="0"/>
              </a:spcBef>
              <a:spcAft>
                <a:spcPts val="0"/>
              </a:spcAft>
              <a:buClr>
                <a:schemeClr val="tx1"/>
              </a:buClr>
              <a:buSzTx/>
              <a:buFont typeface="Arial" panose="020B0604020202020204" pitchFamily="34" charset="0"/>
              <a:buChar char="•"/>
              <a:tabLst/>
              <a:defRPr sz="9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a:p>
            <a:r>
              <a:rPr lang="en-US" dirty="0">
                <a:effectLst/>
              </a:rPr>
              <a:t>Lorem ipsum dolor sit </a:t>
            </a:r>
            <a:r>
              <a:rPr lang="en-US" dirty="0" err="1">
                <a:effectLst/>
              </a:rPr>
              <a:t>amet</a:t>
            </a:r>
            <a:r>
              <a:rPr lang="en-US" dirty="0">
                <a:effectLst/>
              </a:rPr>
              <a:t>, </a:t>
            </a:r>
            <a:r>
              <a:rPr lang="en-US" dirty="0" err="1">
                <a:effectLst/>
              </a:rPr>
              <a:t>idque</a:t>
            </a:r>
            <a:r>
              <a:rPr lang="en-US" dirty="0">
                <a:effectLst/>
              </a:rPr>
              <a:t> </a:t>
            </a:r>
            <a:r>
              <a:rPr lang="en-US" dirty="0" err="1">
                <a:effectLst/>
              </a:rPr>
              <a:t>iuvaret</a:t>
            </a:r>
            <a:r>
              <a:rPr lang="en-US" dirty="0">
                <a:effectLst/>
              </a:rPr>
              <a:t> </a:t>
            </a:r>
            <a:r>
              <a:rPr lang="en-US" dirty="0" err="1">
                <a:effectLst/>
              </a:rPr>
              <a:t>ut</a:t>
            </a:r>
            <a:r>
              <a:rPr lang="en-US" dirty="0">
                <a:effectLst/>
              </a:rPr>
              <a:t> cum. Mel </a:t>
            </a:r>
            <a:r>
              <a:rPr lang="en-US" dirty="0" err="1">
                <a:effectLst/>
              </a:rPr>
              <a:t>dolores</a:t>
            </a:r>
            <a:r>
              <a:rPr lang="en-US" dirty="0">
                <a:effectLst/>
              </a:rPr>
              <a:t> </a:t>
            </a:r>
            <a:r>
              <a:rPr lang="en-US" dirty="0" err="1">
                <a:effectLst/>
              </a:rPr>
              <a:t>senserit</a:t>
            </a:r>
            <a:r>
              <a:rPr lang="en-US" dirty="0">
                <a:effectLst/>
              </a:rPr>
              <a:t> </a:t>
            </a:r>
            <a:r>
              <a:rPr lang="en-US" dirty="0" err="1">
                <a:effectLst/>
              </a:rPr>
              <a:t>elaboraret</a:t>
            </a:r>
            <a:r>
              <a:rPr lang="en-US" dirty="0">
                <a:effectLst/>
              </a:rPr>
              <a:t> </a:t>
            </a:r>
            <a:r>
              <a:rPr lang="en-US" dirty="0" err="1">
                <a:effectLst/>
              </a:rPr>
              <a:t>eu</a:t>
            </a:r>
            <a:r>
              <a:rPr lang="en-US" dirty="0">
                <a:effectLst/>
              </a:rPr>
              <a:t>. Cetero </a:t>
            </a:r>
            <a:r>
              <a:rPr lang="en-US" dirty="0" err="1">
                <a:effectLst/>
              </a:rPr>
              <a:t>ceteros</a:t>
            </a:r>
            <a:r>
              <a:rPr lang="en-US" dirty="0">
                <a:effectLst/>
              </a:rPr>
              <a:t> </a:t>
            </a:r>
            <a:r>
              <a:rPr lang="en-US" dirty="0" err="1">
                <a:effectLst/>
              </a:rPr>
              <a:t>invidunt</a:t>
            </a:r>
            <a:r>
              <a:rPr lang="en-US" dirty="0">
                <a:effectLst/>
              </a:rPr>
              <a:t> ad his, </a:t>
            </a:r>
            <a:r>
              <a:rPr lang="en-US" dirty="0" err="1">
                <a:effectLst/>
              </a:rPr>
              <a:t>habeo</a:t>
            </a:r>
            <a:r>
              <a:rPr lang="en-US" dirty="0">
                <a:effectLst/>
              </a:rPr>
              <a:t> </a:t>
            </a:r>
            <a:r>
              <a:rPr lang="en-US" dirty="0" err="1">
                <a:effectLst/>
              </a:rPr>
              <a:t>gloriatur</a:t>
            </a:r>
            <a:r>
              <a:rPr lang="en-US" dirty="0">
                <a:effectLst/>
              </a:rPr>
              <a:t> pro id, no </a:t>
            </a:r>
            <a:r>
              <a:rPr lang="en-US" dirty="0" err="1">
                <a:effectLst/>
              </a:rPr>
              <a:t>vix</a:t>
            </a:r>
            <a:r>
              <a:rPr lang="en-US" dirty="0">
                <a:effectLst/>
              </a:rPr>
              <a:t> </a:t>
            </a:r>
            <a:r>
              <a:rPr lang="en-US" dirty="0" err="1">
                <a:effectLst/>
              </a:rPr>
              <a:t>omnis</a:t>
            </a:r>
            <a:r>
              <a:rPr lang="en-US" dirty="0">
                <a:effectLst/>
              </a:rPr>
              <a:t> </a:t>
            </a:r>
            <a:r>
              <a:rPr lang="en-US" dirty="0" err="1">
                <a:effectLst/>
              </a:rPr>
              <a:t>denique</a:t>
            </a:r>
            <a:r>
              <a:rPr lang="en-US" dirty="0">
                <a:effectLst/>
              </a:rPr>
              <a:t> </a:t>
            </a:r>
            <a:r>
              <a:rPr lang="en-US" dirty="0" err="1">
                <a:effectLst/>
              </a:rPr>
              <a:t>deleniti</a:t>
            </a:r>
            <a:r>
              <a:rPr lang="en-US" dirty="0">
                <a:effectLst/>
              </a:rPr>
              <a:t>.</a:t>
            </a:r>
          </a:p>
        </p:txBody>
      </p:sp>
      <p:sp>
        <p:nvSpPr>
          <p:cNvPr id="62" name="Текст 61">
            <a:extLst>
              <a:ext uri="{FF2B5EF4-FFF2-40B4-BE49-F238E27FC236}">
                <a16:creationId xmlns:a16="http://schemas.microsoft.com/office/drawing/2014/main" id="{A8B38A0B-7306-F71F-01D8-5A2ABCB8C0CE}"/>
              </a:ext>
            </a:extLst>
          </p:cNvPr>
          <p:cNvSpPr>
            <a:spLocks noGrp="1"/>
          </p:cNvSpPr>
          <p:nvPr>
            <p:ph type="body" sz="quarter" idx="58" hasCustomPrompt="1"/>
          </p:nvPr>
        </p:nvSpPr>
        <p:spPr>
          <a:xfrm>
            <a:off x="557087" y="6022530"/>
            <a:ext cx="3283785" cy="153888"/>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На запуск платформы и эксплуатацию</a:t>
            </a:r>
            <a:endParaRPr lang="ru-RU" dirty="0"/>
          </a:p>
        </p:txBody>
      </p:sp>
      <p:sp>
        <p:nvSpPr>
          <p:cNvPr id="63" name="Текст 25">
            <a:extLst>
              <a:ext uri="{FF2B5EF4-FFF2-40B4-BE49-F238E27FC236}">
                <a16:creationId xmlns:a16="http://schemas.microsoft.com/office/drawing/2014/main" id="{51CAFA1B-ABE5-2E80-D2C4-717D3B222CD2}"/>
              </a:ext>
            </a:extLst>
          </p:cNvPr>
          <p:cNvSpPr>
            <a:spLocks noGrp="1"/>
          </p:cNvSpPr>
          <p:nvPr>
            <p:ph type="body" sz="quarter" idx="34" hasCustomPrompt="1"/>
          </p:nvPr>
        </p:nvSpPr>
        <p:spPr>
          <a:xfrm>
            <a:off x="557087" y="5545963"/>
            <a:ext cx="3278111" cy="430887"/>
          </a:xfrm>
        </p:spPr>
        <p:txBody>
          <a:bodyPr/>
          <a:lstStyle>
            <a:lvl1pPr>
              <a:lnSpc>
                <a:spcPct val="100000"/>
              </a:lnSpc>
              <a:defRPr sz="28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en-US" dirty="0"/>
              <a:t>&lt;9</a:t>
            </a:r>
            <a:r>
              <a:rPr lang="ru-RU" dirty="0"/>
              <a:t> </a:t>
            </a:r>
            <a:r>
              <a:rPr lang="ru-RU" dirty="0" err="1"/>
              <a:t>мес</a:t>
            </a:r>
            <a:endParaRPr lang="ru-RU" dirty="0"/>
          </a:p>
        </p:txBody>
      </p:sp>
      <p:sp>
        <p:nvSpPr>
          <p:cNvPr id="64" name="Текст 61">
            <a:extLst>
              <a:ext uri="{FF2B5EF4-FFF2-40B4-BE49-F238E27FC236}">
                <a16:creationId xmlns:a16="http://schemas.microsoft.com/office/drawing/2014/main" id="{C149DFE0-D1A1-F622-A531-686A38444235}"/>
              </a:ext>
            </a:extLst>
          </p:cNvPr>
          <p:cNvSpPr>
            <a:spLocks noGrp="1"/>
          </p:cNvSpPr>
          <p:nvPr>
            <p:ph type="body" sz="quarter" idx="93" hasCustomPrompt="1"/>
          </p:nvPr>
        </p:nvSpPr>
        <p:spPr>
          <a:xfrm>
            <a:off x="4425927" y="6022530"/>
            <a:ext cx="3283785" cy="307777"/>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Сокращение времени разработки одного продукта после внедрения</a:t>
            </a:r>
            <a:endParaRPr lang="ru-RU" dirty="0"/>
          </a:p>
        </p:txBody>
      </p:sp>
      <p:sp>
        <p:nvSpPr>
          <p:cNvPr id="65" name="Текст 25">
            <a:extLst>
              <a:ext uri="{FF2B5EF4-FFF2-40B4-BE49-F238E27FC236}">
                <a16:creationId xmlns:a16="http://schemas.microsoft.com/office/drawing/2014/main" id="{55A8A15B-614E-2BC1-3E31-D1BFF91A9C5F}"/>
              </a:ext>
            </a:extLst>
          </p:cNvPr>
          <p:cNvSpPr>
            <a:spLocks noGrp="1"/>
          </p:cNvSpPr>
          <p:nvPr>
            <p:ph type="body" sz="quarter" idx="94" hasCustomPrompt="1"/>
          </p:nvPr>
        </p:nvSpPr>
        <p:spPr>
          <a:xfrm>
            <a:off x="4425927" y="5545963"/>
            <a:ext cx="3278111" cy="430887"/>
          </a:xfrm>
        </p:spPr>
        <p:txBody>
          <a:bodyPr/>
          <a:lstStyle>
            <a:lvl1pPr>
              <a:lnSpc>
                <a:spcPct val="100000"/>
              </a:lnSpc>
              <a:defRPr sz="28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с 60 до 2 дней</a:t>
            </a:r>
          </a:p>
        </p:txBody>
      </p:sp>
      <p:sp>
        <p:nvSpPr>
          <p:cNvPr id="66" name="Текст 61">
            <a:extLst>
              <a:ext uri="{FF2B5EF4-FFF2-40B4-BE49-F238E27FC236}">
                <a16:creationId xmlns:a16="http://schemas.microsoft.com/office/drawing/2014/main" id="{6A0C5A8F-8BC0-7454-0FC9-6D98E9ED5B2D}"/>
              </a:ext>
            </a:extLst>
          </p:cNvPr>
          <p:cNvSpPr>
            <a:spLocks noGrp="1"/>
          </p:cNvSpPr>
          <p:nvPr>
            <p:ph type="body" sz="quarter" idx="95" hasCustomPrompt="1"/>
          </p:nvPr>
        </p:nvSpPr>
        <p:spPr>
          <a:xfrm>
            <a:off x="8285373" y="6022530"/>
            <a:ext cx="3283785" cy="307777"/>
          </a:xfrm>
        </p:spPr>
        <p:txBody>
          <a:bodyPr wrap="square">
            <a:spAutoFit/>
          </a:bodyPr>
          <a:lstStyle>
            <a:lvl1pPr marL="0" marR="0" indent="0" algn="l" defTabSz="457109" rtl="0" eaLnBrk="1" fontAlgn="auto" latinLnBrk="0" hangingPunct="1">
              <a:lnSpc>
                <a:spcPts val="1200"/>
              </a:lnSpc>
              <a:spcBef>
                <a:spcPts val="500"/>
              </a:spcBef>
              <a:spcAft>
                <a:spcPts val="0"/>
              </a:spcAft>
              <a:buClr>
                <a:schemeClr val="tx2"/>
              </a:buClr>
              <a:buSzTx/>
              <a:buFont typeface="+mj-lt"/>
              <a:buNone/>
              <a:tabLst/>
              <a:defRPr sz="1000" kern="0" spc="0" baseline="0">
                <a:latin typeface="+mn-lt"/>
              </a:defRPr>
            </a:lvl1pPr>
            <a:lvl2pPr marL="457109" indent="-228554">
              <a:buClr>
                <a:schemeClr val="tx2"/>
              </a:buClr>
              <a:buFont typeface="+mj-lt"/>
              <a:buAutoNum type="arabicPeriod"/>
              <a:defRPr sz="1000">
                <a:latin typeface="+mn-lt"/>
              </a:defRPr>
            </a:lvl2pPr>
            <a:lvl3pPr marL="685663" indent="-228554">
              <a:buClr>
                <a:schemeClr val="tx2"/>
              </a:buClr>
              <a:buFont typeface="+mj-lt"/>
              <a:buAutoNum type="arabicPeriod"/>
              <a:defRPr sz="1000">
                <a:latin typeface="+mn-lt"/>
              </a:defRPr>
            </a:lvl3pPr>
            <a:lvl4pPr marL="914217" indent="-228554">
              <a:buClr>
                <a:schemeClr val="tx2"/>
              </a:buClr>
              <a:buFont typeface="+mj-lt"/>
              <a:buAutoNum type="arabicPeriod"/>
              <a:defRPr sz="1000">
                <a:latin typeface="+mn-lt"/>
              </a:defRPr>
            </a:lvl4pPr>
            <a:lvl5pPr marL="1142771" indent="-228554">
              <a:buClr>
                <a:schemeClr val="tx2"/>
              </a:buClr>
              <a:buFont typeface="+mj-lt"/>
              <a:buAutoNum type="arabicPeriod"/>
              <a:defRPr sz="1000">
                <a:latin typeface="+mn-lt"/>
              </a:defRPr>
            </a:lvl5pPr>
          </a:lstStyle>
          <a:p>
            <a:pPr lvl="0"/>
            <a:r>
              <a:rPr lang="ru-RU" dirty="0">
                <a:effectLst/>
              </a:rPr>
              <a:t>Сокращение трудоемкости создания прототипов пользовательского интерфейсов за счет </a:t>
            </a:r>
            <a:r>
              <a:rPr lang="en-US" dirty="0">
                <a:effectLst/>
              </a:rPr>
              <a:t> GenAI</a:t>
            </a:r>
            <a:endParaRPr lang="ru-RU" dirty="0"/>
          </a:p>
        </p:txBody>
      </p:sp>
      <p:sp>
        <p:nvSpPr>
          <p:cNvPr id="67" name="Текст 25">
            <a:extLst>
              <a:ext uri="{FF2B5EF4-FFF2-40B4-BE49-F238E27FC236}">
                <a16:creationId xmlns:a16="http://schemas.microsoft.com/office/drawing/2014/main" id="{1246574E-2547-D786-9F2F-BF554AFD52FB}"/>
              </a:ext>
            </a:extLst>
          </p:cNvPr>
          <p:cNvSpPr>
            <a:spLocks noGrp="1"/>
          </p:cNvSpPr>
          <p:nvPr>
            <p:ph type="body" sz="quarter" idx="96" hasCustomPrompt="1"/>
          </p:nvPr>
        </p:nvSpPr>
        <p:spPr>
          <a:xfrm>
            <a:off x="8285373" y="5545963"/>
            <a:ext cx="3278111" cy="430887"/>
          </a:xfrm>
        </p:spPr>
        <p:txBody>
          <a:bodyPr/>
          <a:lstStyle>
            <a:lvl1pPr>
              <a:lnSpc>
                <a:spcPct val="100000"/>
              </a:lnSpc>
              <a:defRPr sz="2800" kern="0" spc="0"/>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t>в 4 раза</a:t>
            </a:r>
          </a:p>
        </p:txBody>
      </p:sp>
      <p:pic>
        <p:nvPicPr>
          <p:cNvPr id="71" name="Рисунок 70">
            <a:extLst>
              <a:ext uri="{FF2B5EF4-FFF2-40B4-BE49-F238E27FC236}">
                <a16:creationId xmlns:a16="http://schemas.microsoft.com/office/drawing/2014/main" id="{F029FC00-F5BC-2BEE-6DAC-0AC4C0985A8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sp>
        <p:nvSpPr>
          <p:cNvPr id="31" name="Текст 25">
            <a:extLst>
              <a:ext uri="{FF2B5EF4-FFF2-40B4-BE49-F238E27FC236}">
                <a16:creationId xmlns:a16="http://schemas.microsoft.com/office/drawing/2014/main" id="{6D6E7611-6DBE-B25D-76E1-F07AA11BB96E}"/>
              </a:ext>
            </a:extLst>
          </p:cNvPr>
          <p:cNvSpPr>
            <a:spLocks noGrp="1"/>
          </p:cNvSpPr>
          <p:nvPr>
            <p:ph type="body" sz="quarter" idx="41" hasCustomPrompt="1"/>
          </p:nvPr>
        </p:nvSpPr>
        <p:spPr>
          <a:xfrm>
            <a:off x="345681" y="700087"/>
            <a:ext cx="5326533" cy="1050800"/>
          </a:xfrm>
        </p:spPr>
        <p:txBody>
          <a:bodyPr/>
          <a:lstStyle>
            <a:lvl1pPr>
              <a:lnSpc>
                <a:spcPct val="80000"/>
              </a:lnSpc>
              <a:defRPr sz="2800" kern="0" spc="-30" baseline="0">
                <a:solidFill>
                  <a:schemeClr val="tx1"/>
                </a:solidFill>
                <a:latin typeface="+mj-lt"/>
              </a:defRPr>
            </a:lvl1pPr>
            <a:lvl2pPr>
              <a:lnSpc>
                <a:spcPct val="100000"/>
              </a:lnSpc>
              <a:defRPr sz="2000" kern="0" spc="0"/>
            </a:lvl2pPr>
            <a:lvl3pPr>
              <a:lnSpc>
                <a:spcPct val="100000"/>
              </a:lnSpc>
              <a:defRPr sz="2000" kern="0" spc="0"/>
            </a:lvl3pPr>
            <a:lvl4pPr>
              <a:lnSpc>
                <a:spcPct val="100000"/>
              </a:lnSpc>
              <a:defRPr sz="2000" kern="0" spc="0"/>
            </a:lvl4pPr>
            <a:lvl5pPr>
              <a:lnSpc>
                <a:spcPct val="100000"/>
              </a:lnSpc>
              <a:defRPr sz="2000" kern="0" spc="0"/>
            </a:lvl5pPr>
          </a:lstStyle>
          <a:p>
            <a:pPr lvl="0"/>
            <a:r>
              <a:rPr lang="ru-RU" dirty="0">
                <a:effectLst/>
              </a:rPr>
              <a:t>Создание гибкой страховой платформы для поддержки развития бизнеса</a:t>
            </a:r>
            <a:endParaRPr lang="ru-RU" dirty="0"/>
          </a:p>
        </p:txBody>
      </p:sp>
      <p:sp>
        <p:nvSpPr>
          <p:cNvPr id="14" name="Текст 4">
            <a:extLst>
              <a:ext uri="{FF2B5EF4-FFF2-40B4-BE49-F238E27FC236}">
                <a16:creationId xmlns:a16="http://schemas.microsoft.com/office/drawing/2014/main" id="{A9DA5B8B-88CF-0A2F-959C-04CB01F9E6D5}"/>
              </a:ext>
            </a:extLst>
          </p:cNvPr>
          <p:cNvSpPr>
            <a:spLocks noGrp="1"/>
          </p:cNvSpPr>
          <p:nvPr>
            <p:ph type="body" sz="quarter" idx="111" hasCustomPrompt="1"/>
          </p:nvPr>
        </p:nvSpPr>
        <p:spPr>
          <a:xfrm>
            <a:off x="349250" y="230875"/>
            <a:ext cx="4559300" cy="224933"/>
          </a:xfrm>
        </p:spPr>
        <p:txBody>
          <a:bodyPr/>
          <a:lstStyle>
            <a:lvl1pPr>
              <a:defRPr sz="1600">
                <a:solidFill>
                  <a:schemeClr val="tx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ru-RU" dirty="0"/>
              <a:t>Кейс</a:t>
            </a:r>
          </a:p>
        </p:txBody>
      </p:sp>
      <p:pic>
        <p:nvPicPr>
          <p:cNvPr id="3" name="Image 1" descr=" ">
            <a:extLst>
              <a:ext uri="{FF2B5EF4-FFF2-40B4-BE49-F238E27FC236}">
                <a16:creationId xmlns:a16="http://schemas.microsoft.com/office/drawing/2014/main" id="{E4060B70-7A0E-ECD1-E3EA-E77FF7805BC3}"/>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445695" y="355600"/>
            <a:ext cx="1390643" cy="203200"/>
          </a:xfrm>
          <a:prstGeom prst="rect">
            <a:avLst/>
          </a:prstGeom>
        </p:spPr>
      </p:pic>
    </p:spTree>
    <p:extLst>
      <p:ext uri="{BB962C8B-B14F-4D97-AF65-F5344CB8AC3E}">
        <p14:creationId xmlns:p14="http://schemas.microsoft.com/office/powerpoint/2010/main" val="4023427273"/>
      </p:ext>
    </p:extLst>
  </p:cSld>
  <p:clrMapOvr>
    <a:masterClrMapping/>
  </p:clrMapOvr>
  <p:extLst>
    <p:ext uri="{DCECCB84-F9BA-43D5-87BE-67443E8EF086}">
      <p15:sldGuideLst xmlns:p15="http://schemas.microsoft.com/office/powerpoint/2012/main">
        <p15:guide id="1" orient="horz" pos="4088">
          <p15:clr>
            <a:srgbClr val="FBAE40"/>
          </p15:clr>
        </p15:guide>
        <p15:guide id="2" pos="3874">
          <p15:clr>
            <a:srgbClr val="FBAE40"/>
          </p15:clr>
        </p15:guide>
        <p15:guide id="3" orient="horz" pos="232">
          <p15:clr>
            <a:srgbClr val="FBAE40"/>
          </p15:clr>
        </p15:guide>
        <p15:guide id="4" orient="horz" pos="822">
          <p15:clr>
            <a:srgbClr val="FBAE40"/>
          </p15:clr>
        </p15:guide>
        <p15:guide id="5" orient="horz" pos="890">
          <p15:clr>
            <a:srgbClr val="FBAE40"/>
          </p15:clr>
        </p15:guide>
        <p15:guide id="6" pos="234">
          <p15:clr>
            <a:srgbClr val="FBAE40"/>
          </p15:clr>
        </p15:guide>
        <p15:guide id="7" orient="horz" pos="1469">
          <p15:clr>
            <a:srgbClr val="FBAE40"/>
          </p15:clr>
        </p15:guide>
        <p15:guide id="8" orient="horz" pos="1537">
          <p15:clr>
            <a:srgbClr val="FBAE40"/>
          </p15:clr>
        </p15:guide>
        <p15:guide id="9" orient="horz" pos="2126">
          <p15:clr>
            <a:srgbClr val="FBAE40"/>
          </p15:clr>
        </p15:guide>
        <p15:guide id="10" orient="horz" pos="2183">
          <p15:clr>
            <a:srgbClr val="FBAE40"/>
          </p15:clr>
        </p15:guide>
        <p15:guide id="11" orient="horz" pos="2784">
          <p15:clr>
            <a:srgbClr val="FBAE40"/>
          </p15:clr>
        </p15:guide>
        <p15:guide id="12" orient="horz" pos="2852">
          <p15:clr>
            <a:srgbClr val="FBAE40"/>
          </p15:clr>
        </p15:guide>
        <p15:guide id="13" orient="horz" pos="3430">
          <p15:clr>
            <a:srgbClr val="FBAE40"/>
          </p15:clr>
        </p15:guide>
        <p15:guide id="14" orient="horz" pos="3498">
          <p15:clr>
            <a:srgbClr val="FBAE40"/>
          </p15:clr>
        </p15:guide>
        <p15:guide id="15" pos="756">
          <p15:clr>
            <a:srgbClr val="FBAE40"/>
          </p15:clr>
        </p15:guide>
        <p15:guide id="16" pos="835">
          <p15:clr>
            <a:srgbClr val="FBAE40"/>
          </p15:clr>
        </p15:guide>
        <p15:guide id="17" pos="1380">
          <p15:clr>
            <a:srgbClr val="FBAE40"/>
          </p15:clr>
        </p15:guide>
        <p15:guide id="18" pos="1448">
          <p15:clr>
            <a:srgbClr val="FBAE40"/>
          </p15:clr>
        </p15:guide>
        <p15:guide id="19" pos="1981">
          <p15:clr>
            <a:srgbClr val="FBAE40"/>
          </p15:clr>
        </p15:guide>
        <p15:guide id="20" pos="2049">
          <p15:clr>
            <a:srgbClr val="FBAE40"/>
          </p15:clr>
        </p15:guide>
        <p15:guide id="21" pos="2593">
          <p15:clr>
            <a:srgbClr val="FBAE40"/>
          </p15:clr>
        </p15:guide>
        <p15:guide id="22" pos="2661">
          <p15:clr>
            <a:srgbClr val="FBAE40"/>
          </p15:clr>
        </p15:guide>
        <p15:guide id="23" pos="3205">
          <p15:clr>
            <a:srgbClr val="FBAE40"/>
          </p15:clr>
        </p15:guide>
        <p15:guide id="24" pos="3273">
          <p15:clr>
            <a:srgbClr val="FBAE40"/>
          </p15:clr>
        </p15:guide>
        <p15:guide id="25" pos="3806">
          <p15:clr>
            <a:srgbClr val="FBAE40"/>
          </p15:clr>
        </p15:guide>
        <p15:guide id="26" pos="4418">
          <p15:clr>
            <a:srgbClr val="FBAE40"/>
          </p15:clr>
        </p15:guide>
        <p15:guide id="27" pos="4486">
          <p15:clr>
            <a:srgbClr val="FBAE40"/>
          </p15:clr>
        </p15:guide>
        <p15:guide id="28" pos="5019">
          <p15:clr>
            <a:srgbClr val="FBAE40"/>
          </p15:clr>
        </p15:guide>
        <p15:guide id="29" pos="5087">
          <p15:clr>
            <a:srgbClr val="FBAE40"/>
          </p15:clr>
        </p15:guide>
        <p15:guide id="30" pos="5631">
          <p15:clr>
            <a:srgbClr val="FBAE40"/>
          </p15:clr>
        </p15:guide>
        <p15:guide id="31" pos="5699">
          <p15:clr>
            <a:srgbClr val="FBAE40"/>
          </p15:clr>
        </p15:guide>
        <p15:guide id="32" pos="6232">
          <p15:clr>
            <a:srgbClr val="FBAE40"/>
          </p15:clr>
        </p15:guide>
        <p15:guide id="33" pos="6300">
          <p15:clr>
            <a:srgbClr val="FBAE40"/>
          </p15:clr>
        </p15:guide>
        <p15:guide id="34" pos="6845">
          <p15:clr>
            <a:srgbClr val="FBAE40"/>
          </p15:clr>
        </p15:guide>
        <p15:guide id="35" pos="6913">
          <p15:clr>
            <a:srgbClr val="FBAE40"/>
          </p15:clr>
        </p15:guide>
        <p15:guide id="36" pos="744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1_Заключительный слайд">
    <p:bg>
      <p:bgPr>
        <a:solidFill>
          <a:schemeClr val="tx1"/>
        </a:solidFill>
        <a:effectLst/>
      </p:bgPr>
    </p:bg>
    <p:spTree>
      <p:nvGrpSpPr>
        <p:cNvPr id="1" name=""/>
        <p:cNvGrpSpPr/>
        <p:nvPr/>
      </p:nvGrpSpPr>
      <p:grpSpPr>
        <a:xfrm>
          <a:off x="0" y="0"/>
          <a:ext cx="0" cy="0"/>
          <a:chOff x="0" y="0"/>
          <a:chExt cx="0" cy="0"/>
        </a:xfrm>
      </p:grpSpPr>
      <p:pic>
        <p:nvPicPr>
          <p:cNvPr id="6" name="Image 0" descr=" ">
            <a:extLst>
              <a:ext uri="{FF2B5EF4-FFF2-40B4-BE49-F238E27FC236}">
                <a16:creationId xmlns:a16="http://schemas.microsoft.com/office/drawing/2014/main" id="{B77683D2-34D1-A652-A7FC-4CFCEBF3608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5968" y="0"/>
            <a:ext cx="6095968" cy="6858000"/>
          </a:xfrm>
          <a:prstGeom prst="rect">
            <a:avLst/>
          </a:prstGeom>
        </p:spPr>
      </p:pic>
      <p:sp>
        <p:nvSpPr>
          <p:cNvPr id="10" name="Shape 1">
            <a:extLst>
              <a:ext uri="{FF2B5EF4-FFF2-40B4-BE49-F238E27FC236}">
                <a16:creationId xmlns:a16="http://schemas.microsoft.com/office/drawing/2014/main" id="{C4B9DA29-EE52-4501-88B4-8394AC52FE50}"/>
              </a:ext>
            </a:extLst>
          </p:cNvPr>
          <p:cNvSpPr/>
          <p:nvPr userDrawn="1"/>
        </p:nvSpPr>
        <p:spPr>
          <a:xfrm>
            <a:off x="355598" y="1403350"/>
            <a:ext cx="5384772" cy="2565400"/>
          </a:xfrm>
          <a:prstGeom prst="rect">
            <a:avLst/>
          </a:prstGeom>
          <a:noFill/>
          <a:ln/>
        </p:spPr>
      </p:sp>
      <p:sp>
        <p:nvSpPr>
          <p:cNvPr id="17" name="Рисунок 3">
            <a:extLst>
              <a:ext uri="{FF2B5EF4-FFF2-40B4-BE49-F238E27FC236}">
                <a16:creationId xmlns:a16="http://schemas.microsoft.com/office/drawing/2014/main" id="{27856579-C874-451C-29B0-9E9DFF749A4D}"/>
              </a:ext>
            </a:extLst>
          </p:cNvPr>
          <p:cNvSpPr>
            <a:spLocks noGrp="1"/>
          </p:cNvSpPr>
          <p:nvPr>
            <p:ph type="pic" sz="quarter" idx="11"/>
          </p:nvPr>
        </p:nvSpPr>
        <p:spPr>
          <a:xfrm>
            <a:off x="6096000" y="0"/>
            <a:ext cx="6096000" cy="6858000"/>
          </a:xfrm>
        </p:spPr>
        <p:txBody>
          <a:bodyPr/>
          <a:lstStyle>
            <a:lvl1pPr marL="0" indent="0">
              <a:buNone/>
              <a:defRPr/>
            </a:lvl1pPr>
          </a:lstStyle>
          <a:p>
            <a:r>
              <a:rPr lang="ru-RU"/>
              <a:t>Вставка рисунка</a:t>
            </a:r>
            <a:endParaRPr lang="ru-RU" dirty="0"/>
          </a:p>
        </p:txBody>
      </p:sp>
      <p:pic>
        <p:nvPicPr>
          <p:cNvPr id="13" name="Image 2">
            <a:extLst>
              <a:ext uri="{FF2B5EF4-FFF2-40B4-BE49-F238E27FC236}">
                <a16:creationId xmlns:a16="http://schemas.microsoft.com/office/drawing/2014/main" id="{7914862F-504D-CD81-B100-57D11542B2BA}"/>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052621" y="4814645"/>
            <a:ext cx="1687750" cy="1687750"/>
          </a:xfrm>
          <a:prstGeom prst="rect">
            <a:avLst/>
          </a:prstGeom>
        </p:spPr>
      </p:pic>
      <p:sp>
        <p:nvSpPr>
          <p:cNvPr id="12" name="Текст 3">
            <a:extLst>
              <a:ext uri="{FF2B5EF4-FFF2-40B4-BE49-F238E27FC236}">
                <a16:creationId xmlns:a16="http://schemas.microsoft.com/office/drawing/2014/main" id="{7AAE017F-FF26-61DF-7C28-3A34471390B8}"/>
              </a:ext>
            </a:extLst>
          </p:cNvPr>
          <p:cNvSpPr>
            <a:spLocks noGrp="1"/>
          </p:cNvSpPr>
          <p:nvPr>
            <p:ph type="body" sz="quarter" idx="14" hasCustomPrompt="1"/>
          </p:nvPr>
        </p:nvSpPr>
        <p:spPr>
          <a:xfrm>
            <a:off x="355600" y="5949912"/>
            <a:ext cx="3347993" cy="586443"/>
          </a:xfrm>
          <a:noFill/>
          <a:ln/>
        </p:spPr>
        <p:txBody>
          <a:bodyPr vert="horz" wrap="square" lIns="0" tIns="0" rIns="0" bIns="0" rtlCol="0" anchor="b">
            <a:spAutoFit/>
          </a:bodyPr>
          <a:lstStyle>
            <a:lvl1pPr marL="0" indent="0">
              <a:lnSpc>
                <a:spcPts val="2200"/>
              </a:lnSpc>
              <a:buNone/>
              <a:defRPr lang="ru-RU" sz="1600" spc="-30" baseline="0" dirty="0">
                <a:solidFill>
                  <a:schemeClr val="bg1"/>
                </a:solidFill>
                <a:latin typeface="+mn-lt"/>
              </a:defRPr>
            </a:lvl1pPr>
          </a:lstStyle>
          <a:p>
            <a:pPr marL="0" lvl="0" indent="0">
              <a:lnSpc>
                <a:spcPts val="2000"/>
              </a:lnSpc>
              <a:buNone/>
            </a:pPr>
            <a:r>
              <a:rPr lang="en-US" dirty="0">
                <a:effectLst/>
              </a:rPr>
              <a:t>+7 (XXX) XXX-XX-XX</a:t>
            </a:r>
            <a:endParaRPr lang="ru-RU" dirty="0">
              <a:effectLst/>
            </a:endParaRPr>
          </a:p>
          <a:p>
            <a:pPr marL="0" lvl="0" indent="0">
              <a:lnSpc>
                <a:spcPts val="2000"/>
              </a:lnSpc>
              <a:buNone/>
            </a:pPr>
            <a:r>
              <a:rPr lang="en-US" dirty="0">
                <a:effectLst/>
              </a:rPr>
              <a:t>name@reksoft.com</a:t>
            </a:r>
            <a:endParaRPr lang="ru-RU" dirty="0"/>
          </a:p>
        </p:txBody>
      </p:sp>
      <p:sp>
        <p:nvSpPr>
          <p:cNvPr id="18" name="Текст 3">
            <a:extLst>
              <a:ext uri="{FF2B5EF4-FFF2-40B4-BE49-F238E27FC236}">
                <a16:creationId xmlns:a16="http://schemas.microsoft.com/office/drawing/2014/main" id="{4003DCDB-84F4-5DD3-F853-7EFF2FDC87F5}"/>
              </a:ext>
            </a:extLst>
          </p:cNvPr>
          <p:cNvSpPr>
            <a:spLocks noGrp="1"/>
          </p:cNvSpPr>
          <p:nvPr>
            <p:ph type="body" sz="quarter" idx="15" hasCustomPrompt="1"/>
          </p:nvPr>
        </p:nvSpPr>
        <p:spPr>
          <a:xfrm>
            <a:off x="355600" y="4797494"/>
            <a:ext cx="3347993" cy="251094"/>
          </a:xfrm>
          <a:noFill/>
          <a:ln/>
        </p:spPr>
        <p:txBody>
          <a:bodyPr vert="horz" wrap="square" lIns="0" tIns="0" rIns="0" bIns="0" rtlCol="0" anchor="t">
            <a:spAutoFit/>
          </a:bodyPr>
          <a:lstStyle>
            <a:lvl1pPr marL="0" indent="0">
              <a:lnSpc>
                <a:spcPts val="2000"/>
              </a:lnSpc>
              <a:buNone/>
              <a:defRPr lang="ru-RU" sz="1600" spc="-30" baseline="0" dirty="0">
                <a:solidFill>
                  <a:schemeClr val="bg1"/>
                </a:solidFill>
                <a:latin typeface="+mn-lt"/>
              </a:defRPr>
            </a:lvl1pPr>
          </a:lstStyle>
          <a:p>
            <a:pPr marL="0" lvl="0" indent="0">
              <a:lnSpc>
                <a:spcPts val="2000"/>
              </a:lnSpc>
              <a:buNone/>
            </a:pPr>
            <a:r>
              <a:rPr lang="ru-RU" dirty="0"/>
              <a:t>Имя Фамилия</a:t>
            </a:r>
          </a:p>
        </p:txBody>
      </p:sp>
      <p:pic>
        <p:nvPicPr>
          <p:cNvPr id="4" name="Рисунок 3">
            <a:extLst>
              <a:ext uri="{FF2B5EF4-FFF2-40B4-BE49-F238E27FC236}">
                <a16:creationId xmlns:a16="http://schemas.microsoft.com/office/drawing/2014/main" id="{61CAF602-6A0B-ED4A-ABDD-E6D814DED121}"/>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2960000" y="0"/>
            <a:ext cx="2365258" cy="6857999"/>
          </a:xfrm>
          <a:prstGeom prst="rect">
            <a:avLst/>
          </a:prstGeom>
        </p:spPr>
      </p:pic>
      <p:pic>
        <p:nvPicPr>
          <p:cNvPr id="2" name="Image 1" descr=" ">
            <a:extLst>
              <a:ext uri="{FF2B5EF4-FFF2-40B4-BE49-F238E27FC236}">
                <a16:creationId xmlns:a16="http://schemas.microsoft.com/office/drawing/2014/main" id="{CB25FE13-275D-CEF1-6345-806470E5CF29}"/>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355597" y="355600"/>
            <a:ext cx="1390643" cy="203200"/>
          </a:xfrm>
          <a:prstGeom prst="rect">
            <a:avLst/>
          </a:prstGeom>
        </p:spPr>
      </p:pic>
    </p:spTree>
    <p:extLst>
      <p:ext uri="{BB962C8B-B14F-4D97-AF65-F5344CB8AC3E}">
        <p14:creationId xmlns:p14="http://schemas.microsoft.com/office/powerpoint/2010/main" val="2922050653"/>
      </p:ext>
    </p:extLst>
  </p:cSld>
  <p:clrMapOvr>
    <a:masterClrMapping/>
  </p:clrMapOvr>
  <p:extLst>
    <p:ext uri="{DCECCB84-F9BA-43D5-87BE-67443E8EF086}">
      <p15:sldGuideLst xmlns:p15="http://schemas.microsoft.com/office/powerpoint/2012/main">
        <p15:guide id="1" orient="horz" pos="4088">
          <p15:clr>
            <a:srgbClr val="FBAE40"/>
          </p15:clr>
        </p15:guide>
        <p15:guide id="2" pos="3874">
          <p15:clr>
            <a:srgbClr val="FBAE40"/>
          </p15:clr>
        </p15:guide>
        <p15:guide id="3" orient="horz" pos="232">
          <p15:clr>
            <a:srgbClr val="FBAE40"/>
          </p15:clr>
        </p15:guide>
        <p15:guide id="4" orient="horz" pos="822">
          <p15:clr>
            <a:srgbClr val="FBAE40"/>
          </p15:clr>
        </p15:guide>
        <p15:guide id="5" orient="horz" pos="890">
          <p15:clr>
            <a:srgbClr val="FBAE40"/>
          </p15:clr>
        </p15:guide>
        <p15:guide id="6" pos="223">
          <p15:clr>
            <a:srgbClr val="FBAE40"/>
          </p15:clr>
        </p15:guide>
        <p15:guide id="7" orient="horz" pos="1469">
          <p15:clr>
            <a:srgbClr val="FBAE40"/>
          </p15:clr>
        </p15:guide>
        <p15:guide id="8" orient="horz" pos="1537">
          <p15:clr>
            <a:srgbClr val="FBAE40"/>
          </p15:clr>
        </p15:guide>
        <p15:guide id="9" orient="horz" pos="2126">
          <p15:clr>
            <a:srgbClr val="FBAE40"/>
          </p15:clr>
        </p15:guide>
        <p15:guide id="10" orient="horz" pos="2194">
          <p15:clr>
            <a:srgbClr val="FBAE40"/>
          </p15:clr>
        </p15:guide>
        <p15:guide id="11" orient="horz" pos="2795">
          <p15:clr>
            <a:srgbClr val="FBAE40"/>
          </p15:clr>
        </p15:guide>
        <p15:guide id="12" orient="horz" pos="2852">
          <p15:clr>
            <a:srgbClr val="FBAE40"/>
          </p15:clr>
        </p15:guide>
        <p15:guide id="13" orient="horz" pos="3430">
          <p15:clr>
            <a:srgbClr val="FBAE40"/>
          </p15:clr>
        </p15:guide>
        <p15:guide id="14" orient="horz" pos="3498">
          <p15:clr>
            <a:srgbClr val="FBAE40"/>
          </p15:clr>
        </p15:guide>
        <p15:guide id="15" pos="767">
          <p15:clr>
            <a:srgbClr val="FBAE40"/>
          </p15:clr>
        </p15:guide>
        <p15:guide id="16" pos="835">
          <p15:clr>
            <a:srgbClr val="FBAE40"/>
          </p15:clr>
        </p15:guide>
        <p15:guide id="17" pos="1380">
          <p15:clr>
            <a:srgbClr val="FBAE40"/>
          </p15:clr>
        </p15:guide>
        <p15:guide id="18" pos="1448">
          <p15:clr>
            <a:srgbClr val="FBAE40"/>
          </p15:clr>
        </p15:guide>
        <p15:guide id="19" pos="1981">
          <p15:clr>
            <a:srgbClr val="FBAE40"/>
          </p15:clr>
        </p15:guide>
        <p15:guide id="20" pos="2049">
          <p15:clr>
            <a:srgbClr val="FBAE40"/>
          </p15:clr>
        </p15:guide>
        <p15:guide id="21" pos="2593">
          <p15:clr>
            <a:srgbClr val="FBAE40"/>
          </p15:clr>
        </p15:guide>
        <p15:guide id="22" pos="2661">
          <p15:clr>
            <a:srgbClr val="FBAE40"/>
          </p15:clr>
        </p15:guide>
        <p15:guide id="23" pos="3205">
          <p15:clr>
            <a:srgbClr val="FBAE40"/>
          </p15:clr>
        </p15:guide>
        <p15:guide id="24" pos="3273">
          <p15:clr>
            <a:srgbClr val="FBAE40"/>
          </p15:clr>
        </p15:guide>
        <p15:guide id="25" pos="3806">
          <p15:clr>
            <a:srgbClr val="FBAE40"/>
          </p15:clr>
        </p15:guide>
        <p15:guide id="26" pos="4418">
          <p15:clr>
            <a:srgbClr val="FBAE40"/>
          </p15:clr>
        </p15:guide>
        <p15:guide id="27" pos="4486">
          <p15:clr>
            <a:srgbClr val="FBAE40"/>
          </p15:clr>
        </p15:guide>
        <p15:guide id="28" pos="5019">
          <p15:clr>
            <a:srgbClr val="FBAE40"/>
          </p15:clr>
        </p15:guide>
        <p15:guide id="29" pos="5087">
          <p15:clr>
            <a:srgbClr val="FBAE40"/>
          </p15:clr>
        </p15:guide>
        <p15:guide id="30" pos="5631">
          <p15:clr>
            <a:srgbClr val="FBAE40"/>
          </p15:clr>
        </p15:guide>
        <p15:guide id="31" pos="5699">
          <p15:clr>
            <a:srgbClr val="FBAE40"/>
          </p15:clr>
        </p15:guide>
        <p15:guide id="32" pos="6232">
          <p15:clr>
            <a:srgbClr val="FBAE40"/>
          </p15:clr>
        </p15:guide>
        <p15:guide id="33" pos="6300">
          <p15:clr>
            <a:srgbClr val="FBAE40"/>
          </p15:clr>
        </p15:guide>
        <p15:guide id="34" pos="6845">
          <p15:clr>
            <a:srgbClr val="FBAE40"/>
          </p15:clr>
        </p15:guide>
        <p15:guide id="35" pos="6913">
          <p15:clr>
            <a:srgbClr val="FBAE40"/>
          </p15:clr>
        </p15:guide>
        <p15:guide id="36" pos="7446">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8DAC46-B413-0144-4DC8-A26333AB5B30}"/>
              </a:ext>
            </a:extLst>
          </p:cNvPr>
          <p:cNvSpPr>
            <a:spLocks noGrp="1"/>
          </p:cNvSpPr>
          <p:nvPr>
            <p:ph type="title"/>
          </p:nvPr>
        </p:nvSpPr>
        <p:spPr>
          <a:xfrm>
            <a:off x="360000" y="252000"/>
            <a:ext cx="11442798" cy="506164"/>
          </a:xfrm>
          <a:prstGeom prst="rect">
            <a:avLst/>
          </a:prstGeom>
        </p:spPr>
        <p:txBody>
          <a:bodyPr vert="horz" lIns="0" tIns="0" rIns="0" bIns="0" rtlCol="0" anchor="t">
            <a:spAutoFit/>
          </a:bodyPr>
          <a:lstStyle/>
          <a:p>
            <a:r>
              <a:rPr lang="ru-RU" dirty="0"/>
              <a:t>Образец заголовка</a:t>
            </a:r>
          </a:p>
        </p:txBody>
      </p:sp>
      <p:sp>
        <p:nvSpPr>
          <p:cNvPr id="3" name="Текст 2">
            <a:extLst>
              <a:ext uri="{FF2B5EF4-FFF2-40B4-BE49-F238E27FC236}">
                <a16:creationId xmlns:a16="http://schemas.microsoft.com/office/drawing/2014/main" id="{C91846CB-223B-17A8-AC68-00C0113F631F}"/>
              </a:ext>
            </a:extLst>
          </p:cNvPr>
          <p:cNvSpPr>
            <a:spLocks noGrp="1"/>
          </p:cNvSpPr>
          <p:nvPr>
            <p:ph type="body" idx="1"/>
          </p:nvPr>
        </p:nvSpPr>
        <p:spPr>
          <a:xfrm>
            <a:off x="360000" y="1400113"/>
            <a:ext cx="11442798" cy="2223814"/>
          </a:xfrm>
          <a:prstGeom prst="rect">
            <a:avLst/>
          </a:prstGeom>
        </p:spPr>
        <p:txBody>
          <a:bodyPr vert="horz" lIns="0" tIns="0" rIns="0" bIns="0" rtlCol="0">
            <a:sp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a:p>
            <a:pPr lvl="5"/>
            <a:r>
              <a:rPr lang="ru-RU" dirty="0"/>
              <a:t>Текст</a:t>
            </a:r>
          </a:p>
          <a:p>
            <a:pPr lvl="6"/>
            <a:r>
              <a:rPr lang="ru-RU" dirty="0"/>
              <a:t>Маленький текст</a:t>
            </a:r>
          </a:p>
        </p:txBody>
      </p:sp>
      <p:sp>
        <p:nvSpPr>
          <p:cNvPr id="11" name="Номер слайда 5">
            <a:extLst>
              <a:ext uri="{FF2B5EF4-FFF2-40B4-BE49-F238E27FC236}">
                <a16:creationId xmlns:a16="http://schemas.microsoft.com/office/drawing/2014/main" id="{80E40C4D-5BA4-C140-64A0-1E3ED1F54EA0}"/>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a:t>
            </a:fld>
            <a:endParaRPr lang="ru-RU" dirty="0"/>
          </a:p>
        </p:txBody>
      </p:sp>
    </p:spTree>
    <p:extLst>
      <p:ext uri="{BB962C8B-B14F-4D97-AF65-F5344CB8AC3E}">
        <p14:creationId xmlns:p14="http://schemas.microsoft.com/office/powerpoint/2010/main" val="2267766520"/>
      </p:ext>
    </p:extLst>
  </p:cSld>
  <p:clrMap bg1="lt1" tx1="dk1" bg2="lt2" tx2="dk2" accent1="accent1" accent2="accent2" accent3="accent3" accent4="accent4" accent5="accent5" accent6="accent6" hlink="hlink" folHlink="folHlink"/>
  <p:sldLayoutIdLst>
    <p:sldLayoutId id="2147483709" r:id="rId1"/>
    <p:sldLayoutId id="2147483698" r:id="rId2"/>
    <p:sldLayoutId id="2147483662" r:id="rId3"/>
    <p:sldLayoutId id="2147483664" r:id="rId4"/>
    <p:sldLayoutId id="2147483665" r:id="rId5"/>
    <p:sldLayoutId id="2147483666" r:id="rId6"/>
    <p:sldLayoutId id="2147483667" r:id="rId7"/>
    <p:sldLayoutId id="2147483669" r:id="rId8"/>
    <p:sldLayoutId id="2147483670" r:id="rId9"/>
    <p:sldLayoutId id="2147483671" r:id="rId10"/>
    <p:sldLayoutId id="2147483672" r:id="rId11"/>
    <p:sldLayoutId id="2147483673" r:id="rId12"/>
    <p:sldLayoutId id="2147483680" r:id="rId13"/>
    <p:sldLayoutId id="2147483681" r:id="rId14"/>
    <p:sldLayoutId id="2147483682" r:id="rId15"/>
    <p:sldLayoutId id="2147483683" r:id="rId16"/>
    <p:sldLayoutId id="2147483684" r:id="rId17"/>
    <p:sldLayoutId id="2147483674" r:id="rId18"/>
    <p:sldLayoutId id="2147483685" r:id="rId19"/>
    <p:sldLayoutId id="2147483686" r:id="rId20"/>
    <p:sldLayoutId id="2147483687" r:id="rId21"/>
    <p:sldLayoutId id="2147483688" r:id="rId22"/>
    <p:sldLayoutId id="2147483699" r:id="rId23"/>
    <p:sldLayoutId id="2147483700" r:id="rId24"/>
    <p:sldLayoutId id="2147483701" r:id="rId25"/>
    <p:sldLayoutId id="2147483675" r:id="rId26"/>
    <p:sldLayoutId id="2147483676" r:id="rId27"/>
    <p:sldLayoutId id="2147483677" r:id="rId28"/>
    <p:sldLayoutId id="2147483678" r:id="rId29"/>
    <p:sldLayoutId id="2147483692" r:id="rId30"/>
    <p:sldLayoutId id="2147483693" r:id="rId31"/>
    <p:sldLayoutId id="2147483696" r:id="rId32"/>
    <p:sldLayoutId id="2147483708" r:id="rId33"/>
    <p:sldLayoutId id="2147483707" r:id="rId34"/>
    <p:sldLayoutId id="2147483705" r:id="rId35"/>
    <p:sldLayoutId id="2147483704" r:id="rId36"/>
    <p:sldLayoutId id="2147483703" r:id="rId37"/>
    <p:sldLayoutId id="2147483710" r:id="rId38"/>
    <p:sldLayoutId id="2147483711" r:id="rId39"/>
    <p:sldLayoutId id="2147483712" r:id="rId40"/>
    <p:sldLayoutId id="2147483713" r:id="rId41"/>
    <p:sldLayoutId id="2147483714" r:id="rId42"/>
    <p:sldLayoutId id="2147483715" r:id="rId43"/>
    <p:sldLayoutId id="2147483716" r:id="rId44"/>
    <p:sldLayoutId id="2147483717" r:id="rId45"/>
    <p:sldLayoutId id="2147483718" r:id="rId46"/>
    <p:sldLayoutId id="2147483719" r:id="rId47"/>
    <p:sldLayoutId id="2147483720" r:id="rId48"/>
    <p:sldLayoutId id="2147483721" r:id="rId49"/>
  </p:sldLayoutIdLst>
  <p:hf hdr="0" ftr="0" dt="0"/>
  <p:txStyles>
    <p:titleStyle>
      <a:lvl1pPr algn="l" defTabSz="457109" rtl="0" eaLnBrk="1" latinLnBrk="0" hangingPunct="1">
        <a:lnSpc>
          <a:spcPct val="90000"/>
        </a:lnSpc>
        <a:spcBef>
          <a:spcPct val="0"/>
        </a:spcBef>
        <a:buNone/>
        <a:defRPr sz="3600" kern="0" spc="-40" baseline="0">
          <a:solidFill>
            <a:schemeClr val="tx1"/>
          </a:solidFill>
          <a:latin typeface="+mj-lt"/>
          <a:ea typeface="+mj-ea"/>
          <a:cs typeface="+mj-cs"/>
        </a:defRPr>
      </a:lvl1pPr>
    </p:titleStyle>
    <p:body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ru-RU"/>
      </a:defPPr>
      <a:lvl1pPr marL="0" algn="l" defTabSz="457109" rtl="0" eaLnBrk="1" latinLnBrk="0" hangingPunct="1">
        <a:defRPr sz="900" kern="1200">
          <a:solidFill>
            <a:schemeClr val="tx1"/>
          </a:solidFill>
          <a:latin typeface="+mn-lt"/>
          <a:ea typeface="+mn-ea"/>
          <a:cs typeface="+mn-cs"/>
        </a:defRPr>
      </a:lvl1pPr>
      <a:lvl2pPr marL="228554" algn="l" defTabSz="457109" rtl="0" eaLnBrk="1" latinLnBrk="0" hangingPunct="1">
        <a:defRPr sz="900" kern="1200">
          <a:solidFill>
            <a:schemeClr val="tx1"/>
          </a:solidFill>
          <a:latin typeface="+mn-lt"/>
          <a:ea typeface="+mn-ea"/>
          <a:cs typeface="+mn-cs"/>
        </a:defRPr>
      </a:lvl2pPr>
      <a:lvl3pPr marL="457109" algn="l" defTabSz="457109" rtl="0" eaLnBrk="1" latinLnBrk="0" hangingPunct="1">
        <a:defRPr sz="900" kern="1200">
          <a:solidFill>
            <a:schemeClr val="tx1"/>
          </a:solidFill>
          <a:latin typeface="+mn-lt"/>
          <a:ea typeface="+mn-ea"/>
          <a:cs typeface="+mn-cs"/>
        </a:defRPr>
      </a:lvl3pPr>
      <a:lvl4pPr marL="685663" algn="l" defTabSz="457109" rtl="0" eaLnBrk="1" latinLnBrk="0" hangingPunct="1">
        <a:defRPr sz="900" kern="1200">
          <a:solidFill>
            <a:schemeClr val="tx1"/>
          </a:solidFill>
          <a:latin typeface="+mn-lt"/>
          <a:ea typeface="+mn-ea"/>
          <a:cs typeface="+mn-cs"/>
        </a:defRPr>
      </a:lvl4pPr>
      <a:lvl5pPr marL="914217" algn="l" defTabSz="457109" rtl="0" eaLnBrk="1" latinLnBrk="0" hangingPunct="1">
        <a:defRPr sz="900" kern="1200">
          <a:solidFill>
            <a:schemeClr val="tx1"/>
          </a:solidFill>
          <a:latin typeface="+mn-lt"/>
          <a:ea typeface="+mn-ea"/>
          <a:cs typeface="+mn-cs"/>
        </a:defRPr>
      </a:lvl5pPr>
      <a:lvl6pPr marL="1142771" algn="l" defTabSz="457109" rtl="0" eaLnBrk="1" latinLnBrk="0" hangingPunct="1">
        <a:defRPr sz="900" kern="1200">
          <a:solidFill>
            <a:schemeClr val="tx1"/>
          </a:solidFill>
          <a:latin typeface="+mn-lt"/>
          <a:ea typeface="+mn-ea"/>
          <a:cs typeface="+mn-cs"/>
        </a:defRPr>
      </a:lvl6pPr>
      <a:lvl7pPr marL="1371326" algn="l" defTabSz="457109" rtl="0" eaLnBrk="1" latinLnBrk="0" hangingPunct="1">
        <a:defRPr sz="900" kern="1200">
          <a:solidFill>
            <a:schemeClr val="tx1"/>
          </a:solidFill>
          <a:latin typeface="+mn-lt"/>
          <a:ea typeface="+mn-ea"/>
          <a:cs typeface="+mn-cs"/>
        </a:defRPr>
      </a:lvl7pPr>
      <a:lvl8pPr marL="1599880" algn="l" defTabSz="457109" rtl="0" eaLnBrk="1" latinLnBrk="0" hangingPunct="1">
        <a:defRPr sz="900" kern="1200">
          <a:solidFill>
            <a:schemeClr val="tx1"/>
          </a:solidFill>
          <a:latin typeface="+mn-lt"/>
          <a:ea typeface="+mn-ea"/>
          <a:cs typeface="+mn-cs"/>
        </a:defRPr>
      </a:lvl8pPr>
      <a:lvl9pPr marL="1828434" algn="l" defTabSz="457109" rtl="0" eaLnBrk="1" latinLnBrk="0" hangingPunct="1">
        <a:defRPr sz="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svg"/><Relationship Id="rId4" Type="http://schemas.openxmlformats.org/officeDocument/2006/relationships/image" Target="../media/image48.png"/><Relationship Id="rId9" Type="http://schemas.openxmlformats.org/officeDocument/2006/relationships/image" Target="../media/image5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4.png"/><Relationship Id="rId18" Type="http://schemas.openxmlformats.org/officeDocument/2006/relationships/image" Target="../media/image69.png"/><Relationship Id="rId3" Type="http://schemas.openxmlformats.org/officeDocument/2006/relationships/image" Target="../media/image54.png"/><Relationship Id="rId21" Type="http://schemas.openxmlformats.org/officeDocument/2006/relationships/image" Target="../media/image72.png"/><Relationship Id="rId7" Type="http://schemas.openxmlformats.org/officeDocument/2006/relationships/image" Target="../media/image58.svg"/><Relationship Id="rId12" Type="http://schemas.openxmlformats.org/officeDocument/2006/relationships/image" Target="../media/image63.svg"/><Relationship Id="rId17" Type="http://schemas.openxmlformats.org/officeDocument/2006/relationships/image" Target="../media/image68.png"/><Relationship Id="rId2" Type="http://schemas.openxmlformats.org/officeDocument/2006/relationships/notesSlide" Target="../notesSlides/notesSlide4.xml"/><Relationship Id="rId16" Type="http://schemas.openxmlformats.org/officeDocument/2006/relationships/image" Target="../media/image67.png"/><Relationship Id="rId20"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2.svg"/><Relationship Id="rId5" Type="http://schemas.openxmlformats.org/officeDocument/2006/relationships/image" Target="../media/image56.svg"/><Relationship Id="rId15" Type="http://schemas.openxmlformats.org/officeDocument/2006/relationships/image" Target="../media/image66.png"/><Relationship Id="rId10" Type="http://schemas.openxmlformats.org/officeDocument/2006/relationships/image" Target="../media/image61.png"/><Relationship Id="rId19" Type="http://schemas.openxmlformats.org/officeDocument/2006/relationships/image" Target="../media/image70.png"/><Relationship Id="rId4" Type="http://schemas.openxmlformats.org/officeDocument/2006/relationships/image" Target="../media/image55.png"/><Relationship Id="rId9" Type="http://schemas.openxmlformats.org/officeDocument/2006/relationships/image" Target="../media/image60.svg"/><Relationship Id="rId14" Type="http://schemas.openxmlformats.org/officeDocument/2006/relationships/image" Target="../media/image65.svg"/><Relationship Id="rId22" Type="http://schemas.openxmlformats.org/officeDocument/2006/relationships/image" Target="../media/image73.png"/></Relationships>
</file>

<file path=ppt/slides/_rels/slide5.xml.rels><?xml version="1.0" encoding="UTF-8" standalone="yes"?>
<Relationships xmlns="http://schemas.openxmlformats.org/package/2006/relationships"><Relationship Id="rId117" Type="http://schemas.openxmlformats.org/officeDocument/2006/relationships/image" Target="../media/image189.svg"/><Relationship Id="rId21" Type="http://schemas.openxmlformats.org/officeDocument/2006/relationships/image" Target="../media/image93.svg"/><Relationship Id="rId42" Type="http://schemas.openxmlformats.org/officeDocument/2006/relationships/image" Target="../media/image114.png"/><Relationship Id="rId63" Type="http://schemas.openxmlformats.org/officeDocument/2006/relationships/image" Target="../media/image135.svg"/><Relationship Id="rId84" Type="http://schemas.openxmlformats.org/officeDocument/2006/relationships/image" Target="../media/image156.png"/><Relationship Id="rId138" Type="http://schemas.openxmlformats.org/officeDocument/2006/relationships/image" Target="../media/image210.png"/><Relationship Id="rId159" Type="http://schemas.openxmlformats.org/officeDocument/2006/relationships/image" Target="../media/image231.svg"/><Relationship Id="rId170" Type="http://schemas.openxmlformats.org/officeDocument/2006/relationships/image" Target="../media/image242.png"/><Relationship Id="rId191" Type="http://schemas.openxmlformats.org/officeDocument/2006/relationships/image" Target="../media/image263.svg"/><Relationship Id="rId205" Type="http://schemas.openxmlformats.org/officeDocument/2006/relationships/image" Target="../media/image277.svg"/><Relationship Id="rId226" Type="http://schemas.openxmlformats.org/officeDocument/2006/relationships/hyperlink" Target="https://disk.360.yandex.ru/d/wzxU_QFYObarTg" TargetMode="External"/><Relationship Id="rId107" Type="http://schemas.openxmlformats.org/officeDocument/2006/relationships/image" Target="../media/image179.svg"/><Relationship Id="rId11" Type="http://schemas.openxmlformats.org/officeDocument/2006/relationships/image" Target="../media/image83.svg"/><Relationship Id="rId32" Type="http://schemas.openxmlformats.org/officeDocument/2006/relationships/image" Target="../media/image104.png"/><Relationship Id="rId53" Type="http://schemas.openxmlformats.org/officeDocument/2006/relationships/image" Target="../media/image125.svg"/><Relationship Id="rId74" Type="http://schemas.openxmlformats.org/officeDocument/2006/relationships/image" Target="../media/image146.png"/><Relationship Id="rId128" Type="http://schemas.openxmlformats.org/officeDocument/2006/relationships/image" Target="../media/image200.png"/><Relationship Id="rId149" Type="http://schemas.openxmlformats.org/officeDocument/2006/relationships/image" Target="../media/image221.svg"/><Relationship Id="rId5" Type="http://schemas.openxmlformats.org/officeDocument/2006/relationships/image" Target="../media/image77.svg"/><Relationship Id="rId95" Type="http://schemas.openxmlformats.org/officeDocument/2006/relationships/image" Target="../media/image167.svg"/><Relationship Id="rId160" Type="http://schemas.openxmlformats.org/officeDocument/2006/relationships/image" Target="../media/image232.png"/><Relationship Id="rId181" Type="http://schemas.openxmlformats.org/officeDocument/2006/relationships/image" Target="../media/image253.svg"/><Relationship Id="rId216" Type="http://schemas.openxmlformats.org/officeDocument/2006/relationships/image" Target="../media/image288.png"/><Relationship Id="rId22" Type="http://schemas.openxmlformats.org/officeDocument/2006/relationships/image" Target="../media/image94.png"/><Relationship Id="rId43" Type="http://schemas.openxmlformats.org/officeDocument/2006/relationships/image" Target="../media/image115.svg"/><Relationship Id="rId64" Type="http://schemas.openxmlformats.org/officeDocument/2006/relationships/image" Target="../media/image136.png"/><Relationship Id="rId118" Type="http://schemas.openxmlformats.org/officeDocument/2006/relationships/image" Target="../media/image190.png"/><Relationship Id="rId139" Type="http://schemas.openxmlformats.org/officeDocument/2006/relationships/image" Target="../media/image211.svg"/><Relationship Id="rId85" Type="http://schemas.openxmlformats.org/officeDocument/2006/relationships/image" Target="../media/image157.svg"/><Relationship Id="rId150" Type="http://schemas.openxmlformats.org/officeDocument/2006/relationships/image" Target="../media/image222.png"/><Relationship Id="rId171" Type="http://schemas.openxmlformats.org/officeDocument/2006/relationships/image" Target="../media/image243.svg"/><Relationship Id="rId192" Type="http://schemas.openxmlformats.org/officeDocument/2006/relationships/image" Target="../media/image264.png"/><Relationship Id="rId206" Type="http://schemas.openxmlformats.org/officeDocument/2006/relationships/image" Target="../media/image278.png"/><Relationship Id="rId227" Type="http://schemas.openxmlformats.org/officeDocument/2006/relationships/hyperlink" Target="https://www.flaticon.com/" TargetMode="External"/><Relationship Id="rId12" Type="http://schemas.openxmlformats.org/officeDocument/2006/relationships/image" Target="../media/image84.png"/><Relationship Id="rId33" Type="http://schemas.openxmlformats.org/officeDocument/2006/relationships/image" Target="../media/image105.svg"/><Relationship Id="rId108" Type="http://schemas.openxmlformats.org/officeDocument/2006/relationships/image" Target="../media/image180.png"/><Relationship Id="rId129" Type="http://schemas.openxmlformats.org/officeDocument/2006/relationships/image" Target="../media/image201.svg"/><Relationship Id="rId54" Type="http://schemas.openxmlformats.org/officeDocument/2006/relationships/image" Target="../media/image126.png"/><Relationship Id="rId75" Type="http://schemas.openxmlformats.org/officeDocument/2006/relationships/image" Target="../media/image147.svg"/><Relationship Id="rId96" Type="http://schemas.openxmlformats.org/officeDocument/2006/relationships/image" Target="../media/image168.png"/><Relationship Id="rId140" Type="http://schemas.openxmlformats.org/officeDocument/2006/relationships/image" Target="../media/image212.png"/><Relationship Id="rId161" Type="http://schemas.openxmlformats.org/officeDocument/2006/relationships/image" Target="../media/image233.svg"/><Relationship Id="rId182" Type="http://schemas.openxmlformats.org/officeDocument/2006/relationships/image" Target="../media/image254.png"/><Relationship Id="rId217" Type="http://schemas.openxmlformats.org/officeDocument/2006/relationships/image" Target="../media/image289.svg"/><Relationship Id="rId6" Type="http://schemas.openxmlformats.org/officeDocument/2006/relationships/image" Target="../media/image78.png"/><Relationship Id="rId23" Type="http://schemas.openxmlformats.org/officeDocument/2006/relationships/image" Target="../media/image95.svg"/><Relationship Id="rId119" Type="http://schemas.openxmlformats.org/officeDocument/2006/relationships/image" Target="../media/image191.svg"/><Relationship Id="rId44" Type="http://schemas.openxmlformats.org/officeDocument/2006/relationships/image" Target="../media/image116.png"/><Relationship Id="rId65" Type="http://schemas.openxmlformats.org/officeDocument/2006/relationships/image" Target="../media/image137.svg"/><Relationship Id="rId86" Type="http://schemas.openxmlformats.org/officeDocument/2006/relationships/image" Target="../media/image158.png"/><Relationship Id="rId130" Type="http://schemas.openxmlformats.org/officeDocument/2006/relationships/image" Target="../media/image202.png"/><Relationship Id="rId151" Type="http://schemas.openxmlformats.org/officeDocument/2006/relationships/image" Target="../media/image223.svg"/><Relationship Id="rId172" Type="http://schemas.openxmlformats.org/officeDocument/2006/relationships/image" Target="../media/image244.png"/><Relationship Id="rId193" Type="http://schemas.openxmlformats.org/officeDocument/2006/relationships/image" Target="../media/image265.svg"/><Relationship Id="rId207" Type="http://schemas.openxmlformats.org/officeDocument/2006/relationships/image" Target="../media/image279.svg"/><Relationship Id="rId13" Type="http://schemas.openxmlformats.org/officeDocument/2006/relationships/image" Target="../media/image85.svg"/><Relationship Id="rId109" Type="http://schemas.openxmlformats.org/officeDocument/2006/relationships/image" Target="../media/image181.svg"/><Relationship Id="rId34" Type="http://schemas.openxmlformats.org/officeDocument/2006/relationships/image" Target="../media/image106.png"/><Relationship Id="rId55" Type="http://schemas.openxmlformats.org/officeDocument/2006/relationships/image" Target="../media/image127.svg"/><Relationship Id="rId76" Type="http://schemas.openxmlformats.org/officeDocument/2006/relationships/image" Target="../media/image148.png"/><Relationship Id="rId97" Type="http://schemas.openxmlformats.org/officeDocument/2006/relationships/image" Target="../media/image169.svg"/><Relationship Id="rId120" Type="http://schemas.openxmlformats.org/officeDocument/2006/relationships/image" Target="../media/image192.png"/><Relationship Id="rId141" Type="http://schemas.openxmlformats.org/officeDocument/2006/relationships/image" Target="../media/image213.svg"/><Relationship Id="rId7" Type="http://schemas.openxmlformats.org/officeDocument/2006/relationships/image" Target="../media/image79.svg"/><Relationship Id="rId162" Type="http://schemas.openxmlformats.org/officeDocument/2006/relationships/image" Target="../media/image234.png"/><Relationship Id="rId183" Type="http://schemas.openxmlformats.org/officeDocument/2006/relationships/image" Target="../media/image255.svg"/><Relationship Id="rId218" Type="http://schemas.openxmlformats.org/officeDocument/2006/relationships/image" Target="../media/image290.png"/><Relationship Id="rId24" Type="http://schemas.openxmlformats.org/officeDocument/2006/relationships/image" Target="../media/image96.png"/><Relationship Id="rId45" Type="http://schemas.openxmlformats.org/officeDocument/2006/relationships/image" Target="../media/image117.svg"/><Relationship Id="rId66" Type="http://schemas.openxmlformats.org/officeDocument/2006/relationships/image" Target="../media/image138.png"/><Relationship Id="rId87" Type="http://schemas.openxmlformats.org/officeDocument/2006/relationships/image" Target="../media/image159.svg"/><Relationship Id="rId110" Type="http://schemas.openxmlformats.org/officeDocument/2006/relationships/image" Target="../media/image182.png"/><Relationship Id="rId131" Type="http://schemas.openxmlformats.org/officeDocument/2006/relationships/image" Target="../media/image203.svg"/><Relationship Id="rId152" Type="http://schemas.openxmlformats.org/officeDocument/2006/relationships/image" Target="../media/image224.png"/><Relationship Id="rId173" Type="http://schemas.openxmlformats.org/officeDocument/2006/relationships/image" Target="../media/image245.svg"/><Relationship Id="rId194" Type="http://schemas.openxmlformats.org/officeDocument/2006/relationships/image" Target="../media/image266.png"/><Relationship Id="rId208" Type="http://schemas.openxmlformats.org/officeDocument/2006/relationships/image" Target="../media/image280.png"/><Relationship Id="rId14" Type="http://schemas.openxmlformats.org/officeDocument/2006/relationships/image" Target="../media/image86.png"/><Relationship Id="rId35" Type="http://schemas.openxmlformats.org/officeDocument/2006/relationships/image" Target="../media/image107.svg"/><Relationship Id="rId56" Type="http://schemas.openxmlformats.org/officeDocument/2006/relationships/image" Target="../media/image128.png"/><Relationship Id="rId77" Type="http://schemas.openxmlformats.org/officeDocument/2006/relationships/image" Target="../media/image149.svg"/><Relationship Id="rId100" Type="http://schemas.openxmlformats.org/officeDocument/2006/relationships/image" Target="../media/image172.png"/><Relationship Id="rId8" Type="http://schemas.openxmlformats.org/officeDocument/2006/relationships/image" Target="../media/image80.png"/><Relationship Id="rId98" Type="http://schemas.openxmlformats.org/officeDocument/2006/relationships/image" Target="../media/image170.png"/><Relationship Id="rId121" Type="http://schemas.openxmlformats.org/officeDocument/2006/relationships/image" Target="../media/image193.svg"/><Relationship Id="rId142" Type="http://schemas.openxmlformats.org/officeDocument/2006/relationships/image" Target="../media/image214.png"/><Relationship Id="rId163" Type="http://schemas.openxmlformats.org/officeDocument/2006/relationships/image" Target="../media/image235.svg"/><Relationship Id="rId184" Type="http://schemas.openxmlformats.org/officeDocument/2006/relationships/image" Target="../media/image256.png"/><Relationship Id="rId219" Type="http://schemas.openxmlformats.org/officeDocument/2006/relationships/image" Target="../media/image291.svg"/><Relationship Id="rId3" Type="http://schemas.openxmlformats.org/officeDocument/2006/relationships/image" Target="../media/image75.svg"/><Relationship Id="rId214" Type="http://schemas.openxmlformats.org/officeDocument/2006/relationships/image" Target="../media/image286.png"/><Relationship Id="rId25" Type="http://schemas.openxmlformats.org/officeDocument/2006/relationships/image" Target="../media/image97.svg"/><Relationship Id="rId46" Type="http://schemas.openxmlformats.org/officeDocument/2006/relationships/image" Target="../media/image118.png"/><Relationship Id="rId67" Type="http://schemas.openxmlformats.org/officeDocument/2006/relationships/image" Target="../media/image139.svg"/><Relationship Id="rId116" Type="http://schemas.openxmlformats.org/officeDocument/2006/relationships/image" Target="../media/image188.png"/><Relationship Id="rId137" Type="http://schemas.openxmlformats.org/officeDocument/2006/relationships/image" Target="../media/image209.svg"/><Relationship Id="rId158" Type="http://schemas.openxmlformats.org/officeDocument/2006/relationships/image" Target="../media/image230.png"/><Relationship Id="rId20" Type="http://schemas.openxmlformats.org/officeDocument/2006/relationships/image" Target="../media/image92.png"/><Relationship Id="rId41" Type="http://schemas.openxmlformats.org/officeDocument/2006/relationships/image" Target="../media/image113.svg"/><Relationship Id="rId62" Type="http://schemas.openxmlformats.org/officeDocument/2006/relationships/image" Target="../media/image134.png"/><Relationship Id="rId83" Type="http://schemas.openxmlformats.org/officeDocument/2006/relationships/image" Target="../media/image155.svg"/><Relationship Id="rId88" Type="http://schemas.openxmlformats.org/officeDocument/2006/relationships/image" Target="../media/image160.png"/><Relationship Id="rId111" Type="http://schemas.openxmlformats.org/officeDocument/2006/relationships/image" Target="../media/image183.svg"/><Relationship Id="rId132" Type="http://schemas.openxmlformats.org/officeDocument/2006/relationships/image" Target="../media/image204.png"/><Relationship Id="rId153" Type="http://schemas.openxmlformats.org/officeDocument/2006/relationships/image" Target="../media/image225.svg"/><Relationship Id="rId174" Type="http://schemas.openxmlformats.org/officeDocument/2006/relationships/image" Target="../media/image246.png"/><Relationship Id="rId179" Type="http://schemas.openxmlformats.org/officeDocument/2006/relationships/image" Target="../media/image251.svg"/><Relationship Id="rId195" Type="http://schemas.openxmlformats.org/officeDocument/2006/relationships/image" Target="../media/image267.svg"/><Relationship Id="rId209" Type="http://schemas.openxmlformats.org/officeDocument/2006/relationships/image" Target="../media/image281.svg"/><Relationship Id="rId190" Type="http://schemas.openxmlformats.org/officeDocument/2006/relationships/image" Target="../media/image262.png"/><Relationship Id="rId204" Type="http://schemas.openxmlformats.org/officeDocument/2006/relationships/image" Target="../media/image276.png"/><Relationship Id="rId220" Type="http://schemas.openxmlformats.org/officeDocument/2006/relationships/image" Target="../media/image292.png"/><Relationship Id="rId225" Type="http://schemas.openxmlformats.org/officeDocument/2006/relationships/image" Target="../media/image297.svg"/><Relationship Id="rId15" Type="http://schemas.openxmlformats.org/officeDocument/2006/relationships/image" Target="../media/image87.svg"/><Relationship Id="rId36" Type="http://schemas.openxmlformats.org/officeDocument/2006/relationships/image" Target="../media/image108.png"/><Relationship Id="rId57" Type="http://schemas.openxmlformats.org/officeDocument/2006/relationships/image" Target="../media/image129.svg"/><Relationship Id="rId106" Type="http://schemas.openxmlformats.org/officeDocument/2006/relationships/image" Target="../media/image178.png"/><Relationship Id="rId127" Type="http://schemas.openxmlformats.org/officeDocument/2006/relationships/image" Target="../media/image199.svg"/><Relationship Id="rId10" Type="http://schemas.openxmlformats.org/officeDocument/2006/relationships/image" Target="../media/image82.png"/><Relationship Id="rId31" Type="http://schemas.openxmlformats.org/officeDocument/2006/relationships/image" Target="../media/image103.svg"/><Relationship Id="rId52" Type="http://schemas.openxmlformats.org/officeDocument/2006/relationships/image" Target="../media/image124.png"/><Relationship Id="rId73" Type="http://schemas.openxmlformats.org/officeDocument/2006/relationships/image" Target="../media/image145.svg"/><Relationship Id="rId78" Type="http://schemas.openxmlformats.org/officeDocument/2006/relationships/image" Target="../media/image150.png"/><Relationship Id="rId94" Type="http://schemas.openxmlformats.org/officeDocument/2006/relationships/image" Target="../media/image166.png"/><Relationship Id="rId99" Type="http://schemas.openxmlformats.org/officeDocument/2006/relationships/image" Target="../media/image171.svg"/><Relationship Id="rId101" Type="http://schemas.openxmlformats.org/officeDocument/2006/relationships/image" Target="../media/image173.svg"/><Relationship Id="rId122" Type="http://schemas.openxmlformats.org/officeDocument/2006/relationships/image" Target="../media/image194.png"/><Relationship Id="rId143" Type="http://schemas.openxmlformats.org/officeDocument/2006/relationships/image" Target="../media/image215.svg"/><Relationship Id="rId148" Type="http://schemas.openxmlformats.org/officeDocument/2006/relationships/image" Target="../media/image220.png"/><Relationship Id="rId164" Type="http://schemas.openxmlformats.org/officeDocument/2006/relationships/image" Target="../media/image236.png"/><Relationship Id="rId169" Type="http://schemas.openxmlformats.org/officeDocument/2006/relationships/image" Target="../media/image241.svg"/><Relationship Id="rId185" Type="http://schemas.openxmlformats.org/officeDocument/2006/relationships/image" Target="../media/image257.svg"/><Relationship Id="rId4" Type="http://schemas.openxmlformats.org/officeDocument/2006/relationships/image" Target="../media/image76.png"/><Relationship Id="rId9" Type="http://schemas.openxmlformats.org/officeDocument/2006/relationships/image" Target="../media/image81.svg"/><Relationship Id="rId180" Type="http://schemas.openxmlformats.org/officeDocument/2006/relationships/image" Target="../media/image252.png"/><Relationship Id="rId210" Type="http://schemas.openxmlformats.org/officeDocument/2006/relationships/image" Target="../media/image282.png"/><Relationship Id="rId215" Type="http://schemas.openxmlformats.org/officeDocument/2006/relationships/image" Target="../media/image287.svg"/><Relationship Id="rId26" Type="http://schemas.openxmlformats.org/officeDocument/2006/relationships/image" Target="../media/image98.png"/><Relationship Id="rId47" Type="http://schemas.openxmlformats.org/officeDocument/2006/relationships/image" Target="../media/image119.svg"/><Relationship Id="rId68" Type="http://schemas.openxmlformats.org/officeDocument/2006/relationships/image" Target="../media/image140.png"/><Relationship Id="rId89" Type="http://schemas.openxmlformats.org/officeDocument/2006/relationships/image" Target="../media/image161.svg"/><Relationship Id="rId112" Type="http://schemas.openxmlformats.org/officeDocument/2006/relationships/image" Target="../media/image184.png"/><Relationship Id="rId133" Type="http://schemas.openxmlformats.org/officeDocument/2006/relationships/image" Target="../media/image205.svg"/><Relationship Id="rId154" Type="http://schemas.openxmlformats.org/officeDocument/2006/relationships/image" Target="../media/image226.png"/><Relationship Id="rId175" Type="http://schemas.openxmlformats.org/officeDocument/2006/relationships/image" Target="../media/image247.svg"/><Relationship Id="rId196" Type="http://schemas.openxmlformats.org/officeDocument/2006/relationships/image" Target="../media/image268.png"/><Relationship Id="rId200" Type="http://schemas.openxmlformats.org/officeDocument/2006/relationships/image" Target="../media/image272.png"/><Relationship Id="rId16" Type="http://schemas.openxmlformats.org/officeDocument/2006/relationships/image" Target="../media/image88.png"/><Relationship Id="rId221" Type="http://schemas.openxmlformats.org/officeDocument/2006/relationships/image" Target="../media/image293.svg"/><Relationship Id="rId37" Type="http://schemas.openxmlformats.org/officeDocument/2006/relationships/image" Target="../media/image109.svg"/><Relationship Id="rId58" Type="http://schemas.openxmlformats.org/officeDocument/2006/relationships/image" Target="../media/image130.png"/><Relationship Id="rId79" Type="http://schemas.openxmlformats.org/officeDocument/2006/relationships/image" Target="../media/image151.svg"/><Relationship Id="rId102" Type="http://schemas.openxmlformats.org/officeDocument/2006/relationships/image" Target="../media/image174.png"/><Relationship Id="rId123" Type="http://schemas.openxmlformats.org/officeDocument/2006/relationships/image" Target="../media/image195.svg"/><Relationship Id="rId144" Type="http://schemas.openxmlformats.org/officeDocument/2006/relationships/image" Target="../media/image216.png"/><Relationship Id="rId90" Type="http://schemas.openxmlformats.org/officeDocument/2006/relationships/image" Target="../media/image162.png"/><Relationship Id="rId165" Type="http://schemas.openxmlformats.org/officeDocument/2006/relationships/image" Target="../media/image237.svg"/><Relationship Id="rId186" Type="http://schemas.openxmlformats.org/officeDocument/2006/relationships/image" Target="../media/image258.png"/><Relationship Id="rId211" Type="http://schemas.openxmlformats.org/officeDocument/2006/relationships/image" Target="../media/image283.svg"/><Relationship Id="rId27" Type="http://schemas.openxmlformats.org/officeDocument/2006/relationships/image" Target="../media/image99.svg"/><Relationship Id="rId48" Type="http://schemas.openxmlformats.org/officeDocument/2006/relationships/image" Target="../media/image120.png"/><Relationship Id="rId69" Type="http://schemas.openxmlformats.org/officeDocument/2006/relationships/image" Target="../media/image141.svg"/><Relationship Id="rId113" Type="http://schemas.openxmlformats.org/officeDocument/2006/relationships/image" Target="../media/image185.svg"/><Relationship Id="rId134" Type="http://schemas.openxmlformats.org/officeDocument/2006/relationships/image" Target="../media/image206.png"/><Relationship Id="rId80" Type="http://schemas.openxmlformats.org/officeDocument/2006/relationships/image" Target="../media/image152.png"/><Relationship Id="rId155" Type="http://schemas.openxmlformats.org/officeDocument/2006/relationships/image" Target="../media/image227.svg"/><Relationship Id="rId176" Type="http://schemas.openxmlformats.org/officeDocument/2006/relationships/image" Target="../media/image248.png"/><Relationship Id="rId197" Type="http://schemas.openxmlformats.org/officeDocument/2006/relationships/image" Target="../media/image269.svg"/><Relationship Id="rId201" Type="http://schemas.openxmlformats.org/officeDocument/2006/relationships/image" Target="../media/image273.svg"/><Relationship Id="rId222" Type="http://schemas.openxmlformats.org/officeDocument/2006/relationships/image" Target="../media/image294.png"/><Relationship Id="rId17" Type="http://schemas.openxmlformats.org/officeDocument/2006/relationships/image" Target="../media/image89.svg"/><Relationship Id="rId38" Type="http://schemas.openxmlformats.org/officeDocument/2006/relationships/image" Target="../media/image110.png"/><Relationship Id="rId59" Type="http://schemas.openxmlformats.org/officeDocument/2006/relationships/image" Target="../media/image131.svg"/><Relationship Id="rId103" Type="http://schemas.openxmlformats.org/officeDocument/2006/relationships/image" Target="../media/image175.svg"/><Relationship Id="rId124" Type="http://schemas.openxmlformats.org/officeDocument/2006/relationships/image" Target="../media/image196.png"/><Relationship Id="rId70" Type="http://schemas.openxmlformats.org/officeDocument/2006/relationships/image" Target="../media/image142.png"/><Relationship Id="rId91" Type="http://schemas.openxmlformats.org/officeDocument/2006/relationships/image" Target="../media/image163.svg"/><Relationship Id="rId145" Type="http://schemas.openxmlformats.org/officeDocument/2006/relationships/image" Target="../media/image217.svg"/><Relationship Id="rId166" Type="http://schemas.openxmlformats.org/officeDocument/2006/relationships/image" Target="../media/image238.png"/><Relationship Id="rId187" Type="http://schemas.openxmlformats.org/officeDocument/2006/relationships/image" Target="../media/image259.svg"/><Relationship Id="rId1" Type="http://schemas.openxmlformats.org/officeDocument/2006/relationships/slideLayout" Target="../slideLayouts/slideLayout1.xml"/><Relationship Id="rId212" Type="http://schemas.openxmlformats.org/officeDocument/2006/relationships/image" Target="../media/image284.png"/><Relationship Id="rId28" Type="http://schemas.openxmlformats.org/officeDocument/2006/relationships/image" Target="../media/image100.png"/><Relationship Id="rId49" Type="http://schemas.openxmlformats.org/officeDocument/2006/relationships/image" Target="../media/image121.svg"/><Relationship Id="rId114" Type="http://schemas.openxmlformats.org/officeDocument/2006/relationships/image" Target="../media/image186.png"/><Relationship Id="rId60" Type="http://schemas.openxmlformats.org/officeDocument/2006/relationships/image" Target="../media/image132.png"/><Relationship Id="rId81" Type="http://schemas.openxmlformats.org/officeDocument/2006/relationships/image" Target="../media/image153.svg"/><Relationship Id="rId135" Type="http://schemas.openxmlformats.org/officeDocument/2006/relationships/image" Target="../media/image207.svg"/><Relationship Id="rId156" Type="http://schemas.openxmlformats.org/officeDocument/2006/relationships/image" Target="../media/image228.png"/><Relationship Id="rId177" Type="http://schemas.openxmlformats.org/officeDocument/2006/relationships/image" Target="../media/image249.svg"/><Relationship Id="rId198" Type="http://schemas.openxmlformats.org/officeDocument/2006/relationships/image" Target="../media/image270.png"/><Relationship Id="rId202" Type="http://schemas.openxmlformats.org/officeDocument/2006/relationships/image" Target="../media/image274.png"/><Relationship Id="rId223" Type="http://schemas.openxmlformats.org/officeDocument/2006/relationships/image" Target="../media/image295.svg"/><Relationship Id="rId18" Type="http://schemas.openxmlformats.org/officeDocument/2006/relationships/image" Target="../media/image90.png"/><Relationship Id="rId39" Type="http://schemas.openxmlformats.org/officeDocument/2006/relationships/image" Target="../media/image111.svg"/><Relationship Id="rId50" Type="http://schemas.openxmlformats.org/officeDocument/2006/relationships/image" Target="../media/image122.png"/><Relationship Id="rId104" Type="http://schemas.openxmlformats.org/officeDocument/2006/relationships/image" Target="../media/image176.png"/><Relationship Id="rId125" Type="http://schemas.openxmlformats.org/officeDocument/2006/relationships/image" Target="../media/image197.svg"/><Relationship Id="rId146" Type="http://schemas.openxmlformats.org/officeDocument/2006/relationships/image" Target="../media/image218.png"/><Relationship Id="rId167" Type="http://schemas.openxmlformats.org/officeDocument/2006/relationships/image" Target="../media/image239.svg"/><Relationship Id="rId188" Type="http://schemas.openxmlformats.org/officeDocument/2006/relationships/image" Target="../media/image260.png"/><Relationship Id="rId71" Type="http://schemas.openxmlformats.org/officeDocument/2006/relationships/image" Target="../media/image143.svg"/><Relationship Id="rId92" Type="http://schemas.openxmlformats.org/officeDocument/2006/relationships/image" Target="../media/image164.png"/><Relationship Id="rId213" Type="http://schemas.openxmlformats.org/officeDocument/2006/relationships/image" Target="../media/image285.svg"/><Relationship Id="rId2" Type="http://schemas.openxmlformats.org/officeDocument/2006/relationships/image" Target="../media/image74.png"/><Relationship Id="rId29" Type="http://schemas.openxmlformats.org/officeDocument/2006/relationships/image" Target="../media/image101.svg"/><Relationship Id="rId40" Type="http://schemas.openxmlformats.org/officeDocument/2006/relationships/image" Target="../media/image112.png"/><Relationship Id="rId115" Type="http://schemas.openxmlformats.org/officeDocument/2006/relationships/image" Target="../media/image187.svg"/><Relationship Id="rId136" Type="http://schemas.openxmlformats.org/officeDocument/2006/relationships/image" Target="../media/image208.png"/><Relationship Id="rId157" Type="http://schemas.openxmlformats.org/officeDocument/2006/relationships/image" Target="../media/image229.svg"/><Relationship Id="rId178" Type="http://schemas.openxmlformats.org/officeDocument/2006/relationships/image" Target="../media/image250.png"/><Relationship Id="rId61" Type="http://schemas.openxmlformats.org/officeDocument/2006/relationships/image" Target="../media/image133.svg"/><Relationship Id="rId82" Type="http://schemas.openxmlformats.org/officeDocument/2006/relationships/image" Target="../media/image154.png"/><Relationship Id="rId199" Type="http://schemas.openxmlformats.org/officeDocument/2006/relationships/image" Target="../media/image271.svg"/><Relationship Id="rId203" Type="http://schemas.openxmlformats.org/officeDocument/2006/relationships/image" Target="../media/image275.svg"/><Relationship Id="rId19" Type="http://schemas.openxmlformats.org/officeDocument/2006/relationships/image" Target="../media/image91.svg"/><Relationship Id="rId224" Type="http://schemas.openxmlformats.org/officeDocument/2006/relationships/image" Target="../media/image296.png"/><Relationship Id="rId30" Type="http://schemas.openxmlformats.org/officeDocument/2006/relationships/image" Target="../media/image102.png"/><Relationship Id="rId105" Type="http://schemas.openxmlformats.org/officeDocument/2006/relationships/image" Target="../media/image177.svg"/><Relationship Id="rId126" Type="http://schemas.openxmlformats.org/officeDocument/2006/relationships/image" Target="../media/image198.png"/><Relationship Id="rId147" Type="http://schemas.openxmlformats.org/officeDocument/2006/relationships/image" Target="../media/image219.svg"/><Relationship Id="rId168" Type="http://schemas.openxmlformats.org/officeDocument/2006/relationships/image" Target="../media/image240.png"/><Relationship Id="rId51" Type="http://schemas.openxmlformats.org/officeDocument/2006/relationships/image" Target="../media/image123.svg"/><Relationship Id="rId72" Type="http://schemas.openxmlformats.org/officeDocument/2006/relationships/image" Target="../media/image144.png"/><Relationship Id="rId93" Type="http://schemas.openxmlformats.org/officeDocument/2006/relationships/image" Target="../media/image165.svg"/><Relationship Id="rId189" Type="http://schemas.openxmlformats.org/officeDocument/2006/relationships/image" Target="../media/image261.svg"/></Relationships>
</file>

<file path=ppt/slides/_rels/slide6.xml.rels><?xml version="1.0" encoding="UTF-8" standalone="yes"?>
<Relationships xmlns="http://schemas.openxmlformats.org/package/2006/relationships"><Relationship Id="rId117" Type="http://schemas.openxmlformats.org/officeDocument/2006/relationships/image" Target="../media/image413.svg"/><Relationship Id="rId21" Type="http://schemas.openxmlformats.org/officeDocument/2006/relationships/image" Target="../media/image317.svg"/><Relationship Id="rId42" Type="http://schemas.openxmlformats.org/officeDocument/2006/relationships/image" Target="../media/image338.png"/><Relationship Id="rId63" Type="http://schemas.openxmlformats.org/officeDocument/2006/relationships/image" Target="../media/image359.svg"/><Relationship Id="rId84" Type="http://schemas.openxmlformats.org/officeDocument/2006/relationships/image" Target="../media/image380.png"/><Relationship Id="rId138" Type="http://schemas.openxmlformats.org/officeDocument/2006/relationships/image" Target="../media/image434.png"/><Relationship Id="rId159" Type="http://schemas.openxmlformats.org/officeDocument/2006/relationships/image" Target="../media/image455.svg"/><Relationship Id="rId170" Type="http://schemas.openxmlformats.org/officeDocument/2006/relationships/image" Target="../media/image466.png"/><Relationship Id="rId191" Type="http://schemas.openxmlformats.org/officeDocument/2006/relationships/image" Target="../media/image487.svg"/><Relationship Id="rId205" Type="http://schemas.openxmlformats.org/officeDocument/2006/relationships/image" Target="../media/image501.svg"/><Relationship Id="rId226" Type="http://schemas.openxmlformats.org/officeDocument/2006/relationships/hyperlink" Target="https://disk.360.yandex.ru/d/wzxU_QFYObarTg" TargetMode="External"/><Relationship Id="rId107" Type="http://schemas.openxmlformats.org/officeDocument/2006/relationships/image" Target="../media/image403.svg"/><Relationship Id="rId11" Type="http://schemas.openxmlformats.org/officeDocument/2006/relationships/image" Target="../media/image307.svg"/><Relationship Id="rId32" Type="http://schemas.openxmlformats.org/officeDocument/2006/relationships/image" Target="../media/image328.png"/><Relationship Id="rId53" Type="http://schemas.openxmlformats.org/officeDocument/2006/relationships/image" Target="../media/image349.svg"/><Relationship Id="rId74" Type="http://schemas.openxmlformats.org/officeDocument/2006/relationships/image" Target="../media/image370.png"/><Relationship Id="rId128" Type="http://schemas.openxmlformats.org/officeDocument/2006/relationships/image" Target="../media/image424.png"/><Relationship Id="rId149" Type="http://schemas.openxmlformats.org/officeDocument/2006/relationships/image" Target="../media/image445.svg"/><Relationship Id="rId5" Type="http://schemas.openxmlformats.org/officeDocument/2006/relationships/image" Target="../media/image301.svg"/><Relationship Id="rId95" Type="http://schemas.openxmlformats.org/officeDocument/2006/relationships/image" Target="../media/image391.svg"/><Relationship Id="rId160" Type="http://schemas.openxmlformats.org/officeDocument/2006/relationships/image" Target="../media/image456.png"/><Relationship Id="rId181" Type="http://schemas.openxmlformats.org/officeDocument/2006/relationships/image" Target="../media/image477.svg"/><Relationship Id="rId216" Type="http://schemas.openxmlformats.org/officeDocument/2006/relationships/image" Target="../media/image512.png"/><Relationship Id="rId22" Type="http://schemas.openxmlformats.org/officeDocument/2006/relationships/image" Target="../media/image318.png"/><Relationship Id="rId43" Type="http://schemas.openxmlformats.org/officeDocument/2006/relationships/image" Target="../media/image339.svg"/><Relationship Id="rId64" Type="http://schemas.openxmlformats.org/officeDocument/2006/relationships/image" Target="../media/image360.png"/><Relationship Id="rId118" Type="http://schemas.openxmlformats.org/officeDocument/2006/relationships/image" Target="../media/image414.png"/><Relationship Id="rId139" Type="http://schemas.openxmlformats.org/officeDocument/2006/relationships/image" Target="../media/image435.svg"/><Relationship Id="rId85" Type="http://schemas.openxmlformats.org/officeDocument/2006/relationships/image" Target="../media/image381.svg"/><Relationship Id="rId150" Type="http://schemas.openxmlformats.org/officeDocument/2006/relationships/image" Target="../media/image446.png"/><Relationship Id="rId171" Type="http://schemas.openxmlformats.org/officeDocument/2006/relationships/image" Target="../media/image467.svg"/><Relationship Id="rId192" Type="http://schemas.openxmlformats.org/officeDocument/2006/relationships/image" Target="../media/image488.png"/><Relationship Id="rId206" Type="http://schemas.openxmlformats.org/officeDocument/2006/relationships/image" Target="../media/image502.png"/><Relationship Id="rId227" Type="http://schemas.openxmlformats.org/officeDocument/2006/relationships/hyperlink" Target="https://www.flaticon.com/" TargetMode="External"/><Relationship Id="rId12" Type="http://schemas.openxmlformats.org/officeDocument/2006/relationships/image" Target="../media/image308.png"/><Relationship Id="rId33" Type="http://schemas.openxmlformats.org/officeDocument/2006/relationships/image" Target="../media/image329.svg"/><Relationship Id="rId108" Type="http://schemas.openxmlformats.org/officeDocument/2006/relationships/image" Target="../media/image404.png"/><Relationship Id="rId129" Type="http://schemas.openxmlformats.org/officeDocument/2006/relationships/image" Target="../media/image425.svg"/><Relationship Id="rId54" Type="http://schemas.openxmlformats.org/officeDocument/2006/relationships/image" Target="../media/image350.png"/><Relationship Id="rId75" Type="http://schemas.openxmlformats.org/officeDocument/2006/relationships/image" Target="../media/image371.svg"/><Relationship Id="rId96" Type="http://schemas.openxmlformats.org/officeDocument/2006/relationships/image" Target="../media/image392.png"/><Relationship Id="rId140" Type="http://schemas.openxmlformats.org/officeDocument/2006/relationships/image" Target="../media/image436.png"/><Relationship Id="rId161" Type="http://schemas.openxmlformats.org/officeDocument/2006/relationships/image" Target="../media/image457.svg"/><Relationship Id="rId182" Type="http://schemas.openxmlformats.org/officeDocument/2006/relationships/image" Target="../media/image478.png"/><Relationship Id="rId217" Type="http://schemas.openxmlformats.org/officeDocument/2006/relationships/image" Target="../media/image513.svg"/><Relationship Id="rId6" Type="http://schemas.openxmlformats.org/officeDocument/2006/relationships/image" Target="../media/image302.png"/><Relationship Id="rId23" Type="http://schemas.openxmlformats.org/officeDocument/2006/relationships/image" Target="../media/image319.svg"/><Relationship Id="rId119" Type="http://schemas.openxmlformats.org/officeDocument/2006/relationships/image" Target="../media/image415.svg"/><Relationship Id="rId44" Type="http://schemas.openxmlformats.org/officeDocument/2006/relationships/image" Target="../media/image340.png"/><Relationship Id="rId65" Type="http://schemas.openxmlformats.org/officeDocument/2006/relationships/image" Target="../media/image361.svg"/><Relationship Id="rId86" Type="http://schemas.openxmlformats.org/officeDocument/2006/relationships/image" Target="../media/image382.png"/><Relationship Id="rId130" Type="http://schemas.openxmlformats.org/officeDocument/2006/relationships/image" Target="../media/image426.png"/><Relationship Id="rId151" Type="http://schemas.openxmlformats.org/officeDocument/2006/relationships/image" Target="../media/image447.svg"/><Relationship Id="rId172" Type="http://schemas.openxmlformats.org/officeDocument/2006/relationships/image" Target="../media/image468.png"/><Relationship Id="rId193" Type="http://schemas.openxmlformats.org/officeDocument/2006/relationships/image" Target="../media/image489.svg"/><Relationship Id="rId207" Type="http://schemas.openxmlformats.org/officeDocument/2006/relationships/image" Target="../media/image503.svg"/><Relationship Id="rId13" Type="http://schemas.openxmlformats.org/officeDocument/2006/relationships/image" Target="../media/image309.svg"/><Relationship Id="rId109" Type="http://schemas.openxmlformats.org/officeDocument/2006/relationships/image" Target="../media/image405.svg"/><Relationship Id="rId34" Type="http://schemas.openxmlformats.org/officeDocument/2006/relationships/image" Target="../media/image330.png"/><Relationship Id="rId55" Type="http://schemas.openxmlformats.org/officeDocument/2006/relationships/image" Target="../media/image351.svg"/><Relationship Id="rId76" Type="http://schemas.openxmlformats.org/officeDocument/2006/relationships/image" Target="../media/image372.png"/><Relationship Id="rId97" Type="http://schemas.openxmlformats.org/officeDocument/2006/relationships/image" Target="../media/image393.svg"/><Relationship Id="rId120" Type="http://schemas.openxmlformats.org/officeDocument/2006/relationships/image" Target="../media/image416.png"/><Relationship Id="rId141" Type="http://schemas.openxmlformats.org/officeDocument/2006/relationships/image" Target="../media/image437.svg"/><Relationship Id="rId7" Type="http://schemas.openxmlformats.org/officeDocument/2006/relationships/image" Target="../media/image303.svg"/><Relationship Id="rId162" Type="http://schemas.openxmlformats.org/officeDocument/2006/relationships/image" Target="../media/image458.png"/><Relationship Id="rId183" Type="http://schemas.openxmlformats.org/officeDocument/2006/relationships/image" Target="../media/image479.svg"/><Relationship Id="rId218" Type="http://schemas.openxmlformats.org/officeDocument/2006/relationships/image" Target="../media/image514.png"/><Relationship Id="rId24" Type="http://schemas.openxmlformats.org/officeDocument/2006/relationships/image" Target="../media/image320.png"/><Relationship Id="rId45" Type="http://schemas.openxmlformats.org/officeDocument/2006/relationships/image" Target="../media/image341.svg"/><Relationship Id="rId66" Type="http://schemas.openxmlformats.org/officeDocument/2006/relationships/image" Target="../media/image362.png"/><Relationship Id="rId87" Type="http://schemas.openxmlformats.org/officeDocument/2006/relationships/image" Target="../media/image383.svg"/><Relationship Id="rId110" Type="http://schemas.openxmlformats.org/officeDocument/2006/relationships/image" Target="../media/image406.png"/><Relationship Id="rId131" Type="http://schemas.openxmlformats.org/officeDocument/2006/relationships/image" Target="../media/image427.svg"/><Relationship Id="rId152" Type="http://schemas.openxmlformats.org/officeDocument/2006/relationships/image" Target="../media/image448.png"/><Relationship Id="rId173" Type="http://schemas.openxmlformats.org/officeDocument/2006/relationships/image" Target="../media/image469.svg"/><Relationship Id="rId194" Type="http://schemas.openxmlformats.org/officeDocument/2006/relationships/image" Target="../media/image490.png"/><Relationship Id="rId208" Type="http://schemas.openxmlformats.org/officeDocument/2006/relationships/image" Target="../media/image504.png"/><Relationship Id="rId14" Type="http://schemas.openxmlformats.org/officeDocument/2006/relationships/image" Target="../media/image310.png"/><Relationship Id="rId35" Type="http://schemas.openxmlformats.org/officeDocument/2006/relationships/image" Target="../media/image331.svg"/><Relationship Id="rId56" Type="http://schemas.openxmlformats.org/officeDocument/2006/relationships/image" Target="../media/image352.png"/><Relationship Id="rId77" Type="http://schemas.openxmlformats.org/officeDocument/2006/relationships/image" Target="../media/image373.svg"/><Relationship Id="rId100" Type="http://schemas.openxmlformats.org/officeDocument/2006/relationships/image" Target="../media/image396.png"/><Relationship Id="rId8" Type="http://schemas.openxmlformats.org/officeDocument/2006/relationships/image" Target="../media/image304.png"/><Relationship Id="rId98" Type="http://schemas.openxmlformats.org/officeDocument/2006/relationships/image" Target="../media/image394.png"/><Relationship Id="rId121" Type="http://schemas.openxmlformats.org/officeDocument/2006/relationships/image" Target="../media/image417.svg"/><Relationship Id="rId142" Type="http://schemas.openxmlformats.org/officeDocument/2006/relationships/image" Target="../media/image438.png"/><Relationship Id="rId163" Type="http://schemas.openxmlformats.org/officeDocument/2006/relationships/image" Target="../media/image459.svg"/><Relationship Id="rId184" Type="http://schemas.openxmlformats.org/officeDocument/2006/relationships/image" Target="../media/image480.png"/><Relationship Id="rId219" Type="http://schemas.openxmlformats.org/officeDocument/2006/relationships/image" Target="../media/image515.svg"/><Relationship Id="rId3" Type="http://schemas.openxmlformats.org/officeDocument/2006/relationships/image" Target="../media/image299.svg"/><Relationship Id="rId214" Type="http://schemas.openxmlformats.org/officeDocument/2006/relationships/image" Target="../media/image510.png"/><Relationship Id="rId25" Type="http://schemas.openxmlformats.org/officeDocument/2006/relationships/image" Target="../media/image321.svg"/><Relationship Id="rId46" Type="http://schemas.openxmlformats.org/officeDocument/2006/relationships/image" Target="../media/image342.png"/><Relationship Id="rId67" Type="http://schemas.openxmlformats.org/officeDocument/2006/relationships/image" Target="../media/image363.svg"/><Relationship Id="rId116" Type="http://schemas.openxmlformats.org/officeDocument/2006/relationships/image" Target="../media/image412.png"/><Relationship Id="rId137" Type="http://schemas.openxmlformats.org/officeDocument/2006/relationships/image" Target="../media/image433.svg"/><Relationship Id="rId158" Type="http://schemas.openxmlformats.org/officeDocument/2006/relationships/image" Target="../media/image454.png"/><Relationship Id="rId20" Type="http://schemas.openxmlformats.org/officeDocument/2006/relationships/image" Target="../media/image316.png"/><Relationship Id="rId41" Type="http://schemas.openxmlformats.org/officeDocument/2006/relationships/image" Target="../media/image337.svg"/><Relationship Id="rId62" Type="http://schemas.openxmlformats.org/officeDocument/2006/relationships/image" Target="../media/image358.png"/><Relationship Id="rId83" Type="http://schemas.openxmlformats.org/officeDocument/2006/relationships/image" Target="../media/image379.svg"/><Relationship Id="rId88" Type="http://schemas.openxmlformats.org/officeDocument/2006/relationships/image" Target="../media/image384.png"/><Relationship Id="rId111" Type="http://schemas.openxmlformats.org/officeDocument/2006/relationships/image" Target="../media/image407.svg"/><Relationship Id="rId132" Type="http://schemas.openxmlformats.org/officeDocument/2006/relationships/image" Target="../media/image428.png"/><Relationship Id="rId153" Type="http://schemas.openxmlformats.org/officeDocument/2006/relationships/image" Target="../media/image449.svg"/><Relationship Id="rId174" Type="http://schemas.openxmlformats.org/officeDocument/2006/relationships/image" Target="../media/image470.png"/><Relationship Id="rId179" Type="http://schemas.openxmlformats.org/officeDocument/2006/relationships/image" Target="../media/image475.svg"/><Relationship Id="rId195" Type="http://schemas.openxmlformats.org/officeDocument/2006/relationships/image" Target="../media/image491.svg"/><Relationship Id="rId209" Type="http://schemas.openxmlformats.org/officeDocument/2006/relationships/image" Target="../media/image505.svg"/><Relationship Id="rId190" Type="http://schemas.openxmlformats.org/officeDocument/2006/relationships/image" Target="../media/image486.png"/><Relationship Id="rId204" Type="http://schemas.openxmlformats.org/officeDocument/2006/relationships/image" Target="../media/image500.png"/><Relationship Id="rId220" Type="http://schemas.openxmlformats.org/officeDocument/2006/relationships/image" Target="../media/image516.png"/><Relationship Id="rId225" Type="http://schemas.openxmlformats.org/officeDocument/2006/relationships/image" Target="../media/image521.svg"/><Relationship Id="rId15" Type="http://schemas.openxmlformats.org/officeDocument/2006/relationships/image" Target="../media/image311.svg"/><Relationship Id="rId36" Type="http://schemas.openxmlformats.org/officeDocument/2006/relationships/image" Target="../media/image332.png"/><Relationship Id="rId57" Type="http://schemas.openxmlformats.org/officeDocument/2006/relationships/image" Target="../media/image353.svg"/><Relationship Id="rId106" Type="http://schemas.openxmlformats.org/officeDocument/2006/relationships/image" Target="../media/image402.png"/><Relationship Id="rId127" Type="http://schemas.openxmlformats.org/officeDocument/2006/relationships/image" Target="../media/image423.svg"/><Relationship Id="rId10" Type="http://schemas.openxmlformats.org/officeDocument/2006/relationships/image" Target="../media/image306.png"/><Relationship Id="rId31" Type="http://schemas.openxmlformats.org/officeDocument/2006/relationships/image" Target="../media/image327.svg"/><Relationship Id="rId52" Type="http://schemas.openxmlformats.org/officeDocument/2006/relationships/image" Target="../media/image348.png"/><Relationship Id="rId73" Type="http://schemas.openxmlformats.org/officeDocument/2006/relationships/image" Target="../media/image369.svg"/><Relationship Id="rId78" Type="http://schemas.openxmlformats.org/officeDocument/2006/relationships/image" Target="../media/image374.png"/><Relationship Id="rId94" Type="http://schemas.openxmlformats.org/officeDocument/2006/relationships/image" Target="../media/image390.png"/><Relationship Id="rId99" Type="http://schemas.openxmlformats.org/officeDocument/2006/relationships/image" Target="../media/image395.svg"/><Relationship Id="rId101" Type="http://schemas.openxmlformats.org/officeDocument/2006/relationships/image" Target="../media/image397.svg"/><Relationship Id="rId122" Type="http://schemas.openxmlformats.org/officeDocument/2006/relationships/image" Target="../media/image418.png"/><Relationship Id="rId143" Type="http://schemas.openxmlformats.org/officeDocument/2006/relationships/image" Target="../media/image439.svg"/><Relationship Id="rId148" Type="http://schemas.openxmlformats.org/officeDocument/2006/relationships/image" Target="../media/image444.png"/><Relationship Id="rId164" Type="http://schemas.openxmlformats.org/officeDocument/2006/relationships/image" Target="../media/image460.png"/><Relationship Id="rId169" Type="http://schemas.openxmlformats.org/officeDocument/2006/relationships/image" Target="../media/image465.svg"/><Relationship Id="rId185" Type="http://schemas.openxmlformats.org/officeDocument/2006/relationships/image" Target="../media/image481.svg"/><Relationship Id="rId4" Type="http://schemas.openxmlformats.org/officeDocument/2006/relationships/image" Target="../media/image300.png"/><Relationship Id="rId9" Type="http://schemas.openxmlformats.org/officeDocument/2006/relationships/image" Target="../media/image305.svg"/><Relationship Id="rId180" Type="http://schemas.openxmlformats.org/officeDocument/2006/relationships/image" Target="../media/image476.png"/><Relationship Id="rId210" Type="http://schemas.openxmlformats.org/officeDocument/2006/relationships/image" Target="../media/image506.png"/><Relationship Id="rId215" Type="http://schemas.openxmlformats.org/officeDocument/2006/relationships/image" Target="../media/image511.svg"/><Relationship Id="rId26" Type="http://schemas.openxmlformats.org/officeDocument/2006/relationships/image" Target="../media/image322.png"/><Relationship Id="rId47" Type="http://schemas.openxmlformats.org/officeDocument/2006/relationships/image" Target="../media/image343.svg"/><Relationship Id="rId68" Type="http://schemas.openxmlformats.org/officeDocument/2006/relationships/image" Target="../media/image364.png"/><Relationship Id="rId89" Type="http://schemas.openxmlformats.org/officeDocument/2006/relationships/image" Target="../media/image385.svg"/><Relationship Id="rId112" Type="http://schemas.openxmlformats.org/officeDocument/2006/relationships/image" Target="../media/image408.png"/><Relationship Id="rId133" Type="http://schemas.openxmlformats.org/officeDocument/2006/relationships/image" Target="../media/image429.svg"/><Relationship Id="rId154" Type="http://schemas.openxmlformats.org/officeDocument/2006/relationships/image" Target="../media/image450.png"/><Relationship Id="rId175" Type="http://schemas.openxmlformats.org/officeDocument/2006/relationships/image" Target="../media/image471.svg"/><Relationship Id="rId196" Type="http://schemas.openxmlformats.org/officeDocument/2006/relationships/image" Target="../media/image492.png"/><Relationship Id="rId200" Type="http://schemas.openxmlformats.org/officeDocument/2006/relationships/image" Target="../media/image496.png"/><Relationship Id="rId16" Type="http://schemas.openxmlformats.org/officeDocument/2006/relationships/image" Target="../media/image312.png"/><Relationship Id="rId221" Type="http://schemas.openxmlformats.org/officeDocument/2006/relationships/image" Target="../media/image517.svg"/><Relationship Id="rId37" Type="http://schemas.openxmlformats.org/officeDocument/2006/relationships/image" Target="../media/image333.svg"/><Relationship Id="rId58" Type="http://schemas.openxmlformats.org/officeDocument/2006/relationships/image" Target="../media/image354.png"/><Relationship Id="rId79" Type="http://schemas.openxmlformats.org/officeDocument/2006/relationships/image" Target="../media/image375.svg"/><Relationship Id="rId102" Type="http://schemas.openxmlformats.org/officeDocument/2006/relationships/image" Target="../media/image398.png"/><Relationship Id="rId123" Type="http://schemas.openxmlformats.org/officeDocument/2006/relationships/image" Target="../media/image419.svg"/><Relationship Id="rId144" Type="http://schemas.openxmlformats.org/officeDocument/2006/relationships/image" Target="../media/image440.png"/><Relationship Id="rId90" Type="http://schemas.openxmlformats.org/officeDocument/2006/relationships/image" Target="../media/image386.png"/><Relationship Id="rId165" Type="http://schemas.openxmlformats.org/officeDocument/2006/relationships/image" Target="../media/image461.svg"/><Relationship Id="rId186" Type="http://schemas.openxmlformats.org/officeDocument/2006/relationships/image" Target="../media/image482.png"/><Relationship Id="rId211" Type="http://schemas.openxmlformats.org/officeDocument/2006/relationships/image" Target="../media/image507.svg"/><Relationship Id="rId27" Type="http://schemas.openxmlformats.org/officeDocument/2006/relationships/image" Target="../media/image323.svg"/><Relationship Id="rId48" Type="http://schemas.openxmlformats.org/officeDocument/2006/relationships/image" Target="../media/image344.png"/><Relationship Id="rId69" Type="http://schemas.openxmlformats.org/officeDocument/2006/relationships/image" Target="../media/image365.svg"/><Relationship Id="rId113" Type="http://schemas.openxmlformats.org/officeDocument/2006/relationships/image" Target="../media/image409.svg"/><Relationship Id="rId134" Type="http://schemas.openxmlformats.org/officeDocument/2006/relationships/image" Target="../media/image430.png"/><Relationship Id="rId80" Type="http://schemas.openxmlformats.org/officeDocument/2006/relationships/image" Target="../media/image376.png"/><Relationship Id="rId155" Type="http://schemas.openxmlformats.org/officeDocument/2006/relationships/image" Target="../media/image451.svg"/><Relationship Id="rId176" Type="http://schemas.openxmlformats.org/officeDocument/2006/relationships/image" Target="../media/image472.png"/><Relationship Id="rId197" Type="http://schemas.openxmlformats.org/officeDocument/2006/relationships/image" Target="../media/image493.svg"/><Relationship Id="rId201" Type="http://schemas.openxmlformats.org/officeDocument/2006/relationships/image" Target="../media/image497.svg"/><Relationship Id="rId222" Type="http://schemas.openxmlformats.org/officeDocument/2006/relationships/image" Target="../media/image518.png"/><Relationship Id="rId17" Type="http://schemas.openxmlformats.org/officeDocument/2006/relationships/image" Target="../media/image313.svg"/><Relationship Id="rId38" Type="http://schemas.openxmlformats.org/officeDocument/2006/relationships/image" Target="../media/image334.png"/><Relationship Id="rId59" Type="http://schemas.openxmlformats.org/officeDocument/2006/relationships/image" Target="../media/image355.svg"/><Relationship Id="rId103" Type="http://schemas.openxmlformats.org/officeDocument/2006/relationships/image" Target="../media/image399.svg"/><Relationship Id="rId124" Type="http://schemas.openxmlformats.org/officeDocument/2006/relationships/image" Target="../media/image420.png"/><Relationship Id="rId70" Type="http://schemas.openxmlformats.org/officeDocument/2006/relationships/image" Target="../media/image366.png"/><Relationship Id="rId91" Type="http://schemas.openxmlformats.org/officeDocument/2006/relationships/image" Target="../media/image387.svg"/><Relationship Id="rId145" Type="http://schemas.openxmlformats.org/officeDocument/2006/relationships/image" Target="../media/image441.svg"/><Relationship Id="rId166" Type="http://schemas.openxmlformats.org/officeDocument/2006/relationships/image" Target="../media/image462.png"/><Relationship Id="rId187" Type="http://schemas.openxmlformats.org/officeDocument/2006/relationships/image" Target="../media/image483.svg"/><Relationship Id="rId1" Type="http://schemas.openxmlformats.org/officeDocument/2006/relationships/slideLayout" Target="../slideLayouts/slideLayout1.xml"/><Relationship Id="rId212" Type="http://schemas.openxmlformats.org/officeDocument/2006/relationships/image" Target="../media/image508.png"/><Relationship Id="rId28" Type="http://schemas.openxmlformats.org/officeDocument/2006/relationships/image" Target="../media/image324.png"/><Relationship Id="rId49" Type="http://schemas.openxmlformats.org/officeDocument/2006/relationships/image" Target="../media/image345.svg"/><Relationship Id="rId114" Type="http://schemas.openxmlformats.org/officeDocument/2006/relationships/image" Target="../media/image410.png"/><Relationship Id="rId60" Type="http://schemas.openxmlformats.org/officeDocument/2006/relationships/image" Target="../media/image356.png"/><Relationship Id="rId81" Type="http://schemas.openxmlformats.org/officeDocument/2006/relationships/image" Target="../media/image377.svg"/><Relationship Id="rId135" Type="http://schemas.openxmlformats.org/officeDocument/2006/relationships/image" Target="../media/image431.svg"/><Relationship Id="rId156" Type="http://schemas.openxmlformats.org/officeDocument/2006/relationships/image" Target="../media/image452.png"/><Relationship Id="rId177" Type="http://schemas.openxmlformats.org/officeDocument/2006/relationships/image" Target="../media/image473.svg"/><Relationship Id="rId198" Type="http://schemas.openxmlformats.org/officeDocument/2006/relationships/image" Target="../media/image494.png"/><Relationship Id="rId202" Type="http://schemas.openxmlformats.org/officeDocument/2006/relationships/image" Target="../media/image498.png"/><Relationship Id="rId223" Type="http://schemas.openxmlformats.org/officeDocument/2006/relationships/image" Target="../media/image519.svg"/><Relationship Id="rId18" Type="http://schemas.openxmlformats.org/officeDocument/2006/relationships/image" Target="../media/image314.png"/><Relationship Id="rId39" Type="http://schemas.openxmlformats.org/officeDocument/2006/relationships/image" Target="../media/image335.svg"/><Relationship Id="rId50" Type="http://schemas.openxmlformats.org/officeDocument/2006/relationships/image" Target="../media/image346.png"/><Relationship Id="rId104" Type="http://schemas.openxmlformats.org/officeDocument/2006/relationships/image" Target="../media/image400.png"/><Relationship Id="rId125" Type="http://schemas.openxmlformats.org/officeDocument/2006/relationships/image" Target="../media/image421.svg"/><Relationship Id="rId146" Type="http://schemas.openxmlformats.org/officeDocument/2006/relationships/image" Target="../media/image442.png"/><Relationship Id="rId167" Type="http://schemas.openxmlformats.org/officeDocument/2006/relationships/image" Target="../media/image463.svg"/><Relationship Id="rId188" Type="http://schemas.openxmlformats.org/officeDocument/2006/relationships/image" Target="../media/image484.png"/><Relationship Id="rId71" Type="http://schemas.openxmlformats.org/officeDocument/2006/relationships/image" Target="../media/image367.svg"/><Relationship Id="rId92" Type="http://schemas.openxmlformats.org/officeDocument/2006/relationships/image" Target="../media/image388.png"/><Relationship Id="rId213" Type="http://schemas.openxmlformats.org/officeDocument/2006/relationships/image" Target="../media/image509.svg"/><Relationship Id="rId2" Type="http://schemas.openxmlformats.org/officeDocument/2006/relationships/image" Target="../media/image298.png"/><Relationship Id="rId29" Type="http://schemas.openxmlformats.org/officeDocument/2006/relationships/image" Target="../media/image325.svg"/><Relationship Id="rId40" Type="http://schemas.openxmlformats.org/officeDocument/2006/relationships/image" Target="../media/image336.png"/><Relationship Id="rId115" Type="http://schemas.openxmlformats.org/officeDocument/2006/relationships/image" Target="../media/image411.svg"/><Relationship Id="rId136" Type="http://schemas.openxmlformats.org/officeDocument/2006/relationships/image" Target="../media/image432.png"/><Relationship Id="rId157" Type="http://schemas.openxmlformats.org/officeDocument/2006/relationships/image" Target="../media/image453.svg"/><Relationship Id="rId178" Type="http://schemas.openxmlformats.org/officeDocument/2006/relationships/image" Target="../media/image474.png"/><Relationship Id="rId61" Type="http://schemas.openxmlformats.org/officeDocument/2006/relationships/image" Target="../media/image357.svg"/><Relationship Id="rId82" Type="http://schemas.openxmlformats.org/officeDocument/2006/relationships/image" Target="../media/image378.png"/><Relationship Id="rId199" Type="http://schemas.openxmlformats.org/officeDocument/2006/relationships/image" Target="../media/image495.svg"/><Relationship Id="rId203" Type="http://schemas.openxmlformats.org/officeDocument/2006/relationships/image" Target="../media/image499.svg"/><Relationship Id="rId19" Type="http://schemas.openxmlformats.org/officeDocument/2006/relationships/image" Target="../media/image315.svg"/><Relationship Id="rId224" Type="http://schemas.openxmlformats.org/officeDocument/2006/relationships/image" Target="../media/image520.png"/><Relationship Id="rId30" Type="http://schemas.openxmlformats.org/officeDocument/2006/relationships/image" Target="../media/image326.png"/><Relationship Id="rId105" Type="http://schemas.openxmlformats.org/officeDocument/2006/relationships/image" Target="../media/image401.svg"/><Relationship Id="rId126" Type="http://schemas.openxmlformats.org/officeDocument/2006/relationships/image" Target="../media/image422.png"/><Relationship Id="rId147" Type="http://schemas.openxmlformats.org/officeDocument/2006/relationships/image" Target="../media/image443.svg"/><Relationship Id="rId168" Type="http://schemas.openxmlformats.org/officeDocument/2006/relationships/image" Target="../media/image464.png"/><Relationship Id="rId51" Type="http://schemas.openxmlformats.org/officeDocument/2006/relationships/image" Target="../media/image347.svg"/><Relationship Id="rId72" Type="http://schemas.openxmlformats.org/officeDocument/2006/relationships/image" Target="../media/image368.png"/><Relationship Id="rId93" Type="http://schemas.openxmlformats.org/officeDocument/2006/relationships/image" Target="../media/image389.svg"/><Relationship Id="rId189" Type="http://schemas.openxmlformats.org/officeDocument/2006/relationships/image" Target="../media/image485.svg"/></Relationships>
</file>

<file path=ppt/slides/_rels/slide7.xml.rels><?xml version="1.0" encoding="UTF-8" standalone="yes"?>
<Relationships xmlns="http://schemas.openxmlformats.org/package/2006/relationships"><Relationship Id="rId2" Type="http://schemas.openxmlformats.org/officeDocument/2006/relationships/image" Target="../media/image522.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23.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24.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525.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526.jpe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527.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530.png"/><Relationship Id="rId5" Type="http://schemas.openxmlformats.org/officeDocument/2006/relationships/image" Target="../media/image529.png"/><Relationship Id="rId4" Type="http://schemas.openxmlformats.org/officeDocument/2006/relationships/image" Target="../media/image52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532.png"/><Relationship Id="rId2" Type="http://schemas.openxmlformats.org/officeDocument/2006/relationships/image" Target="../media/image531.png"/><Relationship Id="rId1" Type="http://schemas.openxmlformats.org/officeDocument/2006/relationships/slideLayout" Target="../slideLayouts/slideLayout20.xml"/><Relationship Id="rId6" Type="http://schemas.openxmlformats.org/officeDocument/2006/relationships/image" Target="../media/image535.png"/><Relationship Id="rId5" Type="http://schemas.openxmlformats.org/officeDocument/2006/relationships/image" Target="../media/image534.png"/><Relationship Id="rId4" Type="http://schemas.openxmlformats.org/officeDocument/2006/relationships/image" Target="../media/image533.png"/></Relationships>
</file>

<file path=ppt/slides/_rels/slide32.xml.rels><?xml version="1.0" encoding="UTF-8" standalone="yes"?>
<Relationships xmlns="http://schemas.openxmlformats.org/package/2006/relationships"><Relationship Id="rId3" Type="http://schemas.openxmlformats.org/officeDocument/2006/relationships/image" Target="../media/image532.png"/><Relationship Id="rId2" Type="http://schemas.openxmlformats.org/officeDocument/2006/relationships/image" Target="../media/image531.png"/><Relationship Id="rId1" Type="http://schemas.openxmlformats.org/officeDocument/2006/relationships/slideLayout" Target="../slideLayouts/slideLayout20.xml"/><Relationship Id="rId6" Type="http://schemas.openxmlformats.org/officeDocument/2006/relationships/image" Target="../media/image535.png"/><Relationship Id="rId5" Type="http://schemas.openxmlformats.org/officeDocument/2006/relationships/image" Target="../media/image534.png"/><Relationship Id="rId4" Type="http://schemas.openxmlformats.org/officeDocument/2006/relationships/image" Target="../media/image533.png"/></Relationships>
</file>

<file path=ppt/slides/_rels/slide33.xml.rels><?xml version="1.0" encoding="UTF-8" standalone="yes"?>
<Relationships xmlns="http://schemas.openxmlformats.org/package/2006/relationships"><Relationship Id="rId3" Type="http://schemas.openxmlformats.org/officeDocument/2006/relationships/image" Target="../media/image532.png"/><Relationship Id="rId2" Type="http://schemas.openxmlformats.org/officeDocument/2006/relationships/image" Target="../media/image531.png"/><Relationship Id="rId1" Type="http://schemas.openxmlformats.org/officeDocument/2006/relationships/slideLayout" Target="../slideLayouts/slideLayout20.xml"/><Relationship Id="rId6" Type="http://schemas.openxmlformats.org/officeDocument/2006/relationships/image" Target="../media/image535.png"/><Relationship Id="rId5" Type="http://schemas.openxmlformats.org/officeDocument/2006/relationships/image" Target="../media/image534.png"/><Relationship Id="rId4" Type="http://schemas.openxmlformats.org/officeDocument/2006/relationships/image" Target="../media/image533.png"/></Relationships>
</file>

<file path=ppt/slides/_rels/slide3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8.png"/><Relationship Id="rId7" Type="http://schemas.openxmlformats.org/officeDocument/2006/relationships/diagramQuickStyle" Target="../diagrams/quickStyle1.xml"/><Relationship Id="rId2" Type="http://schemas.openxmlformats.org/officeDocument/2006/relationships/image" Target="../media/image19.png"/><Relationship Id="rId1" Type="http://schemas.openxmlformats.org/officeDocument/2006/relationships/slideLayout" Target="../slideLayouts/slideLayout2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536.png"/><Relationship Id="rId9" Type="http://schemas.microsoft.com/office/2007/relationships/diagramDrawing" Target="../diagrams/drawing1.xml"/></Relationships>
</file>

<file path=ppt/slides/_rels/slide3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537.png"/><Relationship Id="rId7" Type="http://schemas.openxmlformats.org/officeDocument/2006/relationships/diagramQuickStyle" Target="../diagrams/quickStyle2.xml"/><Relationship Id="rId2" Type="http://schemas.openxmlformats.org/officeDocument/2006/relationships/image" Target="../media/image19.png"/><Relationship Id="rId1" Type="http://schemas.openxmlformats.org/officeDocument/2006/relationships/slideLayout" Target="../slideLayouts/slideLayout2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536.png"/><Relationship Id="rId9" Type="http://schemas.microsoft.com/office/2007/relationships/diagramDrawing" Target="../diagrams/drawing2.xml"/></Relationships>
</file>

<file path=ppt/slides/_rels/slide36.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537.png"/><Relationship Id="rId7" Type="http://schemas.openxmlformats.org/officeDocument/2006/relationships/diagramQuickStyle" Target="../diagrams/quickStyle3.xml"/><Relationship Id="rId2" Type="http://schemas.openxmlformats.org/officeDocument/2006/relationships/image" Target="../media/image19.png"/><Relationship Id="rId1" Type="http://schemas.openxmlformats.org/officeDocument/2006/relationships/slideLayout" Target="../slideLayouts/slideLayout21.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536.png"/><Relationship Id="rId9" Type="http://schemas.microsoft.com/office/2007/relationships/diagramDrawing" Target="../diagrams/drawing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chart" Target="../charts/chart6.xml"/><Relationship Id="rId7" Type="http://schemas.openxmlformats.org/officeDocument/2006/relationships/image" Target="../media/image539.png"/><Relationship Id="rId2" Type="http://schemas.openxmlformats.org/officeDocument/2006/relationships/chart" Target="../charts/chart5.xml"/><Relationship Id="rId1" Type="http://schemas.openxmlformats.org/officeDocument/2006/relationships/slideLayout" Target="../slideLayouts/slideLayout26.xml"/><Relationship Id="rId6" Type="http://schemas.openxmlformats.org/officeDocument/2006/relationships/image" Target="../media/image538.png"/><Relationship Id="rId5" Type="http://schemas.openxmlformats.org/officeDocument/2006/relationships/chart" Target="../charts/chart8.xml"/><Relationship Id="rId10" Type="http://schemas.microsoft.com/office/2007/relationships/hdphoto" Target="../media/hdphoto2.wdp"/><Relationship Id="rId4" Type="http://schemas.openxmlformats.org/officeDocument/2006/relationships/chart" Target="../charts/chart7.xml"/><Relationship Id="rId9" Type="http://schemas.openxmlformats.org/officeDocument/2006/relationships/image" Target="../media/image540.png"/></Relationships>
</file>

<file path=ppt/slides/_rels/slide4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chart" Target="../charts/chart10.xml"/><Relationship Id="rId7" Type="http://schemas.openxmlformats.org/officeDocument/2006/relationships/image" Target="../media/image539.png"/><Relationship Id="rId2" Type="http://schemas.openxmlformats.org/officeDocument/2006/relationships/chart" Target="../charts/chart9.xml"/><Relationship Id="rId1" Type="http://schemas.openxmlformats.org/officeDocument/2006/relationships/slideLayout" Target="../slideLayouts/slideLayout26.xml"/><Relationship Id="rId6" Type="http://schemas.openxmlformats.org/officeDocument/2006/relationships/image" Target="../media/image538.png"/><Relationship Id="rId5" Type="http://schemas.openxmlformats.org/officeDocument/2006/relationships/chart" Target="../charts/chart12.xml"/><Relationship Id="rId10" Type="http://schemas.microsoft.com/office/2007/relationships/hdphoto" Target="../media/hdphoto2.wdp"/><Relationship Id="rId4" Type="http://schemas.openxmlformats.org/officeDocument/2006/relationships/chart" Target="../charts/chart11.xml"/><Relationship Id="rId9" Type="http://schemas.openxmlformats.org/officeDocument/2006/relationships/image" Target="../media/image540.png"/></Relationships>
</file>

<file path=ppt/slides/_rels/slide5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chart" Target="../charts/chart14.xml"/><Relationship Id="rId7" Type="http://schemas.openxmlformats.org/officeDocument/2006/relationships/image" Target="../media/image539.png"/><Relationship Id="rId2" Type="http://schemas.openxmlformats.org/officeDocument/2006/relationships/chart" Target="../charts/chart13.xml"/><Relationship Id="rId1" Type="http://schemas.openxmlformats.org/officeDocument/2006/relationships/slideLayout" Target="../slideLayouts/slideLayout26.xml"/><Relationship Id="rId6" Type="http://schemas.openxmlformats.org/officeDocument/2006/relationships/image" Target="../media/image538.png"/><Relationship Id="rId5" Type="http://schemas.openxmlformats.org/officeDocument/2006/relationships/chart" Target="../charts/chart16.xml"/><Relationship Id="rId10" Type="http://schemas.microsoft.com/office/2007/relationships/hdphoto" Target="../media/hdphoto2.wdp"/><Relationship Id="rId4" Type="http://schemas.openxmlformats.org/officeDocument/2006/relationships/chart" Target="../charts/chart15.xml"/><Relationship Id="rId9" Type="http://schemas.openxmlformats.org/officeDocument/2006/relationships/image" Target="../media/image540.png"/></Relationships>
</file>

<file path=ppt/slides/_rels/slide5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chart" Target="../charts/chart18.xml"/><Relationship Id="rId7" Type="http://schemas.openxmlformats.org/officeDocument/2006/relationships/image" Target="../media/image539.png"/><Relationship Id="rId2" Type="http://schemas.openxmlformats.org/officeDocument/2006/relationships/chart" Target="../charts/chart17.xml"/><Relationship Id="rId1" Type="http://schemas.openxmlformats.org/officeDocument/2006/relationships/slideLayout" Target="../slideLayouts/slideLayout26.xml"/><Relationship Id="rId6" Type="http://schemas.openxmlformats.org/officeDocument/2006/relationships/image" Target="../media/image538.png"/><Relationship Id="rId5" Type="http://schemas.openxmlformats.org/officeDocument/2006/relationships/chart" Target="../charts/chart20.xml"/><Relationship Id="rId10" Type="http://schemas.microsoft.com/office/2007/relationships/hdphoto" Target="../media/hdphoto2.wdp"/><Relationship Id="rId4" Type="http://schemas.openxmlformats.org/officeDocument/2006/relationships/chart" Target="../charts/chart19.xml"/><Relationship Id="rId9" Type="http://schemas.openxmlformats.org/officeDocument/2006/relationships/image" Target="../media/image540.png"/></Relationships>
</file>

<file path=ppt/slides/_rels/slide5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chart" Target="../charts/chart22.xml"/><Relationship Id="rId7" Type="http://schemas.openxmlformats.org/officeDocument/2006/relationships/image" Target="../media/image539.png"/><Relationship Id="rId2" Type="http://schemas.openxmlformats.org/officeDocument/2006/relationships/chart" Target="../charts/chart21.xml"/><Relationship Id="rId1" Type="http://schemas.openxmlformats.org/officeDocument/2006/relationships/slideLayout" Target="../slideLayouts/slideLayout26.xml"/><Relationship Id="rId6" Type="http://schemas.openxmlformats.org/officeDocument/2006/relationships/image" Target="../media/image538.png"/><Relationship Id="rId5" Type="http://schemas.openxmlformats.org/officeDocument/2006/relationships/chart" Target="../charts/chart24.xml"/><Relationship Id="rId10" Type="http://schemas.microsoft.com/office/2007/relationships/hdphoto" Target="../media/hdphoto2.wdp"/><Relationship Id="rId4" Type="http://schemas.openxmlformats.org/officeDocument/2006/relationships/chart" Target="../charts/chart23.xml"/><Relationship Id="rId9" Type="http://schemas.openxmlformats.org/officeDocument/2006/relationships/image" Target="../media/image540.png"/></Relationships>
</file>

<file path=ppt/slides/_rels/slide53.xml.rels><?xml version="1.0" encoding="UTF-8" standalone="yes"?>
<Relationships xmlns="http://schemas.openxmlformats.org/package/2006/relationships"><Relationship Id="rId8" Type="http://schemas.openxmlformats.org/officeDocument/2006/relationships/chart" Target="../charts/chart25.xml"/><Relationship Id="rId3" Type="http://schemas.openxmlformats.org/officeDocument/2006/relationships/image" Target="../media/image542.png"/><Relationship Id="rId7" Type="http://schemas.openxmlformats.org/officeDocument/2006/relationships/image" Target="../media/image546.png"/><Relationship Id="rId12" Type="http://schemas.openxmlformats.org/officeDocument/2006/relationships/chart" Target="../charts/chart29.xml"/><Relationship Id="rId2" Type="http://schemas.openxmlformats.org/officeDocument/2006/relationships/image" Target="../media/image541.png"/><Relationship Id="rId1" Type="http://schemas.openxmlformats.org/officeDocument/2006/relationships/slideLayout" Target="../slideLayouts/slideLayout28.xml"/><Relationship Id="rId6" Type="http://schemas.openxmlformats.org/officeDocument/2006/relationships/image" Target="../media/image545.png"/><Relationship Id="rId11" Type="http://schemas.openxmlformats.org/officeDocument/2006/relationships/chart" Target="../charts/chart28.xml"/><Relationship Id="rId5" Type="http://schemas.openxmlformats.org/officeDocument/2006/relationships/image" Target="../media/image544.png"/><Relationship Id="rId10" Type="http://schemas.openxmlformats.org/officeDocument/2006/relationships/chart" Target="../charts/chart27.xml"/><Relationship Id="rId4" Type="http://schemas.openxmlformats.org/officeDocument/2006/relationships/image" Target="../media/image543.png"/><Relationship Id="rId9" Type="http://schemas.openxmlformats.org/officeDocument/2006/relationships/chart" Target="../charts/chart26.xml"/></Relationships>
</file>

<file path=ppt/slides/_rels/slide54.xml.rels><?xml version="1.0" encoding="UTF-8" standalone="yes"?>
<Relationships xmlns="http://schemas.openxmlformats.org/package/2006/relationships"><Relationship Id="rId8" Type="http://schemas.openxmlformats.org/officeDocument/2006/relationships/chart" Target="../charts/chart33.xml"/><Relationship Id="rId3" Type="http://schemas.openxmlformats.org/officeDocument/2006/relationships/image" Target="../media/image545.png"/><Relationship Id="rId7" Type="http://schemas.openxmlformats.org/officeDocument/2006/relationships/chart" Target="../charts/chart32.xml"/><Relationship Id="rId2" Type="http://schemas.openxmlformats.org/officeDocument/2006/relationships/notesSlide" Target="../notesSlides/notesSlide10.xml"/><Relationship Id="rId1" Type="http://schemas.openxmlformats.org/officeDocument/2006/relationships/slideLayout" Target="../slideLayouts/slideLayout28.xml"/><Relationship Id="rId6" Type="http://schemas.openxmlformats.org/officeDocument/2006/relationships/chart" Target="../charts/chart31.xml"/><Relationship Id="rId5" Type="http://schemas.openxmlformats.org/officeDocument/2006/relationships/chart" Target="../charts/chart30.xml"/><Relationship Id="rId4" Type="http://schemas.openxmlformats.org/officeDocument/2006/relationships/image" Target="../media/image546.png"/><Relationship Id="rId9" Type="http://schemas.openxmlformats.org/officeDocument/2006/relationships/chart" Target="../charts/chart34.xml"/></Relationships>
</file>

<file path=ppt/slides/_rels/slide55.xml.rels><?xml version="1.0" encoding="UTF-8" standalone="yes"?>
<Relationships xmlns="http://schemas.openxmlformats.org/package/2006/relationships"><Relationship Id="rId8" Type="http://schemas.openxmlformats.org/officeDocument/2006/relationships/chart" Target="../charts/chart39.xml"/><Relationship Id="rId3" Type="http://schemas.openxmlformats.org/officeDocument/2006/relationships/image" Target="../media/image546.png"/><Relationship Id="rId7" Type="http://schemas.openxmlformats.org/officeDocument/2006/relationships/chart" Target="../charts/chart38.xml"/><Relationship Id="rId2" Type="http://schemas.openxmlformats.org/officeDocument/2006/relationships/image" Target="../media/image545.png"/><Relationship Id="rId1" Type="http://schemas.openxmlformats.org/officeDocument/2006/relationships/slideLayout" Target="../slideLayouts/slideLayout28.xml"/><Relationship Id="rId6" Type="http://schemas.openxmlformats.org/officeDocument/2006/relationships/chart" Target="../charts/chart37.xml"/><Relationship Id="rId5" Type="http://schemas.openxmlformats.org/officeDocument/2006/relationships/chart" Target="../charts/chart36.xml"/><Relationship Id="rId4" Type="http://schemas.openxmlformats.org/officeDocument/2006/relationships/chart" Target="../charts/chart35.xml"/></Relationships>
</file>

<file path=ppt/slides/_rels/slide56.xml.rels><?xml version="1.0" encoding="UTF-8" standalone="yes"?>
<Relationships xmlns="http://schemas.openxmlformats.org/package/2006/relationships"><Relationship Id="rId8" Type="http://schemas.openxmlformats.org/officeDocument/2006/relationships/diagramColors" Target="../diagrams/colors4.xml"/><Relationship Id="rId13" Type="http://schemas.openxmlformats.org/officeDocument/2006/relationships/diagramColors" Target="../diagrams/colors5.xml"/><Relationship Id="rId3" Type="http://schemas.openxmlformats.org/officeDocument/2006/relationships/image" Target="../media/image547.png"/><Relationship Id="rId7" Type="http://schemas.openxmlformats.org/officeDocument/2006/relationships/diagramQuickStyle" Target="../diagrams/quickStyle4.xml"/><Relationship Id="rId12" Type="http://schemas.openxmlformats.org/officeDocument/2006/relationships/diagramQuickStyle" Target="../diagrams/quickStyle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Layout" Target="../diagrams/layout4.xml"/><Relationship Id="rId11" Type="http://schemas.openxmlformats.org/officeDocument/2006/relationships/diagramLayout" Target="../diagrams/layout5.xml"/><Relationship Id="rId5" Type="http://schemas.openxmlformats.org/officeDocument/2006/relationships/diagramData" Target="../diagrams/data4.xml"/><Relationship Id="rId10" Type="http://schemas.openxmlformats.org/officeDocument/2006/relationships/diagramData" Target="../diagrams/data5.xml"/><Relationship Id="rId4" Type="http://schemas.openxmlformats.org/officeDocument/2006/relationships/image" Target="../media/image548.png"/><Relationship Id="rId9" Type="http://schemas.microsoft.com/office/2007/relationships/diagramDrawing" Target="../diagrams/drawing4.xml"/><Relationship Id="rId14" Type="http://schemas.microsoft.com/office/2007/relationships/diagramDrawing" Target="../diagrams/drawing5.xml"/></Relationships>
</file>

<file path=ppt/slides/_rels/slide57.xml.rels><?xml version="1.0" encoding="UTF-8" standalone="yes"?>
<Relationships xmlns="http://schemas.openxmlformats.org/package/2006/relationships"><Relationship Id="rId8" Type="http://schemas.openxmlformats.org/officeDocument/2006/relationships/diagramColors" Target="../diagrams/colors6.xml"/><Relationship Id="rId13" Type="http://schemas.openxmlformats.org/officeDocument/2006/relationships/diagramColors" Target="../diagrams/colors7.xml"/><Relationship Id="rId3" Type="http://schemas.openxmlformats.org/officeDocument/2006/relationships/image" Target="../media/image547.png"/><Relationship Id="rId7" Type="http://schemas.openxmlformats.org/officeDocument/2006/relationships/diagramQuickStyle" Target="../diagrams/quickStyle6.xml"/><Relationship Id="rId12" Type="http://schemas.openxmlformats.org/officeDocument/2006/relationships/diagramQuickStyle" Target="../diagrams/quickStyle7.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Layout" Target="../diagrams/layout6.xml"/><Relationship Id="rId11" Type="http://schemas.openxmlformats.org/officeDocument/2006/relationships/diagramLayout" Target="../diagrams/layout7.xml"/><Relationship Id="rId5" Type="http://schemas.openxmlformats.org/officeDocument/2006/relationships/diagramData" Target="../diagrams/data6.xml"/><Relationship Id="rId10" Type="http://schemas.openxmlformats.org/officeDocument/2006/relationships/diagramData" Target="../diagrams/data7.xml"/><Relationship Id="rId4" Type="http://schemas.openxmlformats.org/officeDocument/2006/relationships/image" Target="../media/image548.png"/><Relationship Id="rId9" Type="http://schemas.microsoft.com/office/2007/relationships/diagramDrawing" Target="../diagrams/drawing6.xml"/><Relationship Id="rId14" Type="http://schemas.microsoft.com/office/2007/relationships/diagramDrawing" Target="../diagrams/drawing7.xml"/></Relationships>
</file>

<file path=ppt/slides/_rels/slide58.xml.rels><?xml version="1.0" encoding="UTF-8" standalone="yes"?>
<Relationships xmlns="http://schemas.openxmlformats.org/package/2006/relationships"><Relationship Id="rId8" Type="http://schemas.openxmlformats.org/officeDocument/2006/relationships/diagramColors" Target="../diagrams/colors8.xml"/><Relationship Id="rId13" Type="http://schemas.openxmlformats.org/officeDocument/2006/relationships/diagramColors" Target="../diagrams/colors9.xml"/><Relationship Id="rId3" Type="http://schemas.openxmlformats.org/officeDocument/2006/relationships/image" Target="../media/image547.png"/><Relationship Id="rId7" Type="http://schemas.openxmlformats.org/officeDocument/2006/relationships/diagramQuickStyle" Target="../diagrams/quickStyle8.xml"/><Relationship Id="rId12" Type="http://schemas.openxmlformats.org/officeDocument/2006/relationships/diagramQuickStyle" Target="../diagrams/quickStyle9.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Layout" Target="../diagrams/layout8.xml"/><Relationship Id="rId11" Type="http://schemas.openxmlformats.org/officeDocument/2006/relationships/diagramLayout" Target="../diagrams/layout9.xml"/><Relationship Id="rId5" Type="http://schemas.openxmlformats.org/officeDocument/2006/relationships/diagramData" Target="../diagrams/data8.xml"/><Relationship Id="rId10" Type="http://schemas.openxmlformats.org/officeDocument/2006/relationships/diagramData" Target="../diagrams/data9.xml"/><Relationship Id="rId4" Type="http://schemas.openxmlformats.org/officeDocument/2006/relationships/image" Target="../media/image548.png"/><Relationship Id="rId9" Type="http://schemas.microsoft.com/office/2007/relationships/diagramDrawing" Target="../diagrams/drawing8.xml"/><Relationship Id="rId14" Type="http://schemas.microsoft.com/office/2007/relationships/diagramDrawing" Target="../diagrams/drawing9.xml"/></Relationships>
</file>

<file path=ppt/slides/_rels/slide59.xml.rels><?xml version="1.0" encoding="UTF-8" standalone="yes"?>
<Relationships xmlns="http://schemas.openxmlformats.org/package/2006/relationships"><Relationship Id="rId8" Type="http://schemas.openxmlformats.org/officeDocument/2006/relationships/diagramColors" Target="../diagrams/colors10.xml"/><Relationship Id="rId13" Type="http://schemas.openxmlformats.org/officeDocument/2006/relationships/diagramColors" Target="../diagrams/colors11.xml"/><Relationship Id="rId3" Type="http://schemas.openxmlformats.org/officeDocument/2006/relationships/image" Target="../media/image547.png"/><Relationship Id="rId7" Type="http://schemas.openxmlformats.org/officeDocument/2006/relationships/diagramQuickStyle" Target="../diagrams/quickStyle10.xml"/><Relationship Id="rId12" Type="http://schemas.openxmlformats.org/officeDocument/2006/relationships/diagramQuickStyle" Target="../diagrams/quickStyle1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Layout" Target="../diagrams/layout10.xml"/><Relationship Id="rId11" Type="http://schemas.openxmlformats.org/officeDocument/2006/relationships/diagramLayout" Target="../diagrams/layout11.xml"/><Relationship Id="rId5" Type="http://schemas.openxmlformats.org/officeDocument/2006/relationships/diagramData" Target="../diagrams/data10.xml"/><Relationship Id="rId10" Type="http://schemas.openxmlformats.org/officeDocument/2006/relationships/diagramData" Target="../diagrams/data11.xml"/><Relationship Id="rId4" Type="http://schemas.openxmlformats.org/officeDocument/2006/relationships/image" Target="../media/image548.png"/><Relationship Id="rId9" Type="http://schemas.microsoft.com/office/2007/relationships/diagramDrawing" Target="../diagrams/drawing10.xml"/><Relationship Id="rId14" Type="http://schemas.microsoft.com/office/2007/relationships/diagramDrawing" Target="../diagrams/drawing11.xml"/></Relationships>
</file>

<file path=ppt/slides/_rels/slide60.xml.rels><?xml version="1.0" encoding="UTF-8" standalone="yes"?>
<Relationships xmlns="http://schemas.openxmlformats.org/package/2006/relationships"><Relationship Id="rId8" Type="http://schemas.openxmlformats.org/officeDocument/2006/relationships/image" Target="../media/image554.png"/><Relationship Id="rId13" Type="http://schemas.openxmlformats.org/officeDocument/2006/relationships/image" Target="../media/image559.png"/><Relationship Id="rId18" Type="http://schemas.openxmlformats.org/officeDocument/2006/relationships/image" Target="../media/image564.png"/><Relationship Id="rId3" Type="http://schemas.openxmlformats.org/officeDocument/2006/relationships/image" Target="../media/image549.png"/><Relationship Id="rId7" Type="http://schemas.openxmlformats.org/officeDocument/2006/relationships/image" Target="../media/image553.png"/><Relationship Id="rId12" Type="http://schemas.openxmlformats.org/officeDocument/2006/relationships/image" Target="../media/image558.png"/><Relationship Id="rId17" Type="http://schemas.openxmlformats.org/officeDocument/2006/relationships/image" Target="../media/image563.png"/><Relationship Id="rId2" Type="http://schemas.openxmlformats.org/officeDocument/2006/relationships/notesSlide" Target="../notesSlides/notesSlide15.xml"/><Relationship Id="rId16" Type="http://schemas.openxmlformats.org/officeDocument/2006/relationships/image" Target="../media/image562.png"/><Relationship Id="rId1" Type="http://schemas.openxmlformats.org/officeDocument/2006/relationships/slideLayout" Target="../slideLayouts/slideLayout2.xml"/><Relationship Id="rId6" Type="http://schemas.openxmlformats.org/officeDocument/2006/relationships/image" Target="../media/image552.png"/><Relationship Id="rId11" Type="http://schemas.openxmlformats.org/officeDocument/2006/relationships/image" Target="../media/image557.png"/><Relationship Id="rId5" Type="http://schemas.openxmlformats.org/officeDocument/2006/relationships/image" Target="../media/image551.png"/><Relationship Id="rId15" Type="http://schemas.openxmlformats.org/officeDocument/2006/relationships/image" Target="../media/image561.png"/><Relationship Id="rId10" Type="http://schemas.openxmlformats.org/officeDocument/2006/relationships/image" Target="../media/image556.png"/><Relationship Id="rId19" Type="http://schemas.openxmlformats.org/officeDocument/2006/relationships/image" Target="../media/image565.png"/><Relationship Id="rId4" Type="http://schemas.openxmlformats.org/officeDocument/2006/relationships/image" Target="../media/image550.png"/><Relationship Id="rId9" Type="http://schemas.openxmlformats.org/officeDocument/2006/relationships/image" Target="../media/image555.png"/><Relationship Id="rId14" Type="http://schemas.openxmlformats.org/officeDocument/2006/relationships/image" Target="../media/image560.png"/></Relationships>
</file>

<file path=ppt/slides/_rels/slide61.xml.rels><?xml version="1.0" encoding="UTF-8" standalone="yes"?>
<Relationships xmlns="http://schemas.openxmlformats.org/package/2006/relationships"><Relationship Id="rId8" Type="http://schemas.openxmlformats.org/officeDocument/2006/relationships/image" Target="../media/image554.png"/><Relationship Id="rId13" Type="http://schemas.openxmlformats.org/officeDocument/2006/relationships/image" Target="../media/image559.png"/><Relationship Id="rId18" Type="http://schemas.openxmlformats.org/officeDocument/2006/relationships/image" Target="../media/image568.png"/><Relationship Id="rId3" Type="http://schemas.openxmlformats.org/officeDocument/2006/relationships/image" Target="../media/image549.png"/><Relationship Id="rId7" Type="http://schemas.openxmlformats.org/officeDocument/2006/relationships/image" Target="../media/image553.png"/><Relationship Id="rId12" Type="http://schemas.openxmlformats.org/officeDocument/2006/relationships/image" Target="../media/image558.png"/><Relationship Id="rId17" Type="http://schemas.openxmlformats.org/officeDocument/2006/relationships/image" Target="../media/image567.png"/><Relationship Id="rId2" Type="http://schemas.openxmlformats.org/officeDocument/2006/relationships/notesSlide" Target="../notesSlides/notesSlide16.xml"/><Relationship Id="rId16" Type="http://schemas.openxmlformats.org/officeDocument/2006/relationships/image" Target="../media/image566.png"/><Relationship Id="rId1" Type="http://schemas.openxmlformats.org/officeDocument/2006/relationships/slideLayout" Target="../slideLayouts/slideLayout2.xml"/><Relationship Id="rId6" Type="http://schemas.openxmlformats.org/officeDocument/2006/relationships/image" Target="../media/image552.png"/><Relationship Id="rId11" Type="http://schemas.openxmlformats.org/officeDocument/2006/relationships/image" Target="../media/image557.png"/><Relationship Id="rId5" Type="http://schemas.openxmlformats.org/officeDocument/2006/relationships/image" Target="../media/image551.png"/><Relationship Id="rId15" Type="http://schemas.openxmlformats.org/officeDocument/2006/relationships/image" Target="../media/image561.png"/><Relationship Id="rId10" Type="http://schemas.openxmlformats.org/officeDocument/2006/relationships/image" Target="../media/image556.png"/><Relationship Id="rId19" Type="http://schemas.openxmlformats.org/officeDocument/2006/relationships/image" Target="../media/image569.png"/><Relationship Id="rId4" Type="http://schemas.openxmlformats.org/officeDocument/2006/relationships/image" Target="../media/image550.png"/><Relationship Id="rId9" Type="http://schemas.openxmlformats.org/officeDocument/2006/relationships/image" Target="../media/image555.png"/><Relationship Id="rId14" Type="http://schemas.openxmlformats.org/officeDocument/2006/relationships/image" Target="../media/image560.png"/></Relationships>
</file>

<file path=ppt/slides/_rels/slide62.xml.rels><?xml version="1.0" encoding="UTF-8" standalone="yes"?>
<Relationships xmlns="http://schemas.openxmlformats.org/package/2006/relationships"><Relationship Id="rId8" Type="http://schemas.openxmlformats.org/officeDocument/2006/relationships/image" Target="../media/image554.png"/><Relationship Id="rId13" Type="http://schemas.openxmlformats.org/officeDocument/2006/relationships/image" Target="../media/image559.png"/><Relationship Id="rId18" Type="http://schemas.openxmlformats.org/officeDocument/2006/relationships/image" Target="../media/image568.png"/><Relationship Id="rId3" Type="http://schemas.openxmlformats.org/officeDocument/2006/relationships/image" Target="../media/image549.png"/><Relationship Id="rId7" Type="http://schemas.openxmlformats.org/officeDocument/2006/relationships/image" Target="../media/image553.png"/><Relationship Id="rId12" Type="http://schemas.openxmlformats.org/officeDocument/2006/relationships/image" Target="../media/image558.png"/><Relationship Id="rId17" Type="http://schemas.openxmlformats.org/officeDocument/2006/relationships/image" Target="../media/image567.png"/><Relationship Id="rId2" Type="http://schemas.openxmlformats.org/officeDocument/2006/relationships/notesSlide" Target="../notesSlides/notesSlide17.xml"/><Relationship Id="rId16" Type="http://schemas.openxmlformats.org/officeDocument/2006/relationships/image" Target="../media/image566.png"/><Relationship Id="rId1" Type="http://schemas.openxmlformats.org/officeDocument/2006/relationships/slideLayout" Target="../slideLayouts/slideLayout2.xml"/><Relationship Id="rId6" Type="http://schemas.openxmlformats.org/officeDocument/2006/relationships/image" Target="../media/image552.png"/><Relationship Id="rId11" Type="http://schemas.openxmlformats.org/officeDocument/2006/relationships/image" Target="../media/image557.png"/><Relationship Id="rId5" Type="http://schemas.openxmlformats.org/officeDocument/2006/relationships/image" Target="../media/image551.png"/><Relationship Id="rId15" Type="http://schemas.openxmlformats.org/officeDocument/2006/relationships/image" Target="../media/image561.png"/><Relationship Id="rId10" Type="http://schemas.openxmlformats.org/officeDocument/2006/relationships/image" Target="../media/image556.png"/><Relationship Id="rId19" Type="http://schemas.openxmlformats.org/officeDocument/2006/relationships/image" Target="../media/image569.png"/><Relationship Id="rId4" Type="http://schemas.openxmlformats.org/officeDocument/2006/relationships/image" Target="../media/image550.png"/><Relationship Id="rId9" Type="http://schemas.openxmlformats.org/officeDocument/2006/relationships/image" Target="../media/image555.png"/><Relationship Id="rId14" Type="http://schemas.openxmlformats.org/officeDocument/2006/relationships/image" Target="../media/image560.png"/></Relationships>
</file>

<file path=ppt/slides/_rels/slide63.xml.rels><?xml version="1.0" encoding="UTF-8" standalone="yes"?>
<Relationships xmlns="http://schemas.openxmlformats.org/package/2006/relationships"><Relationship Id="rId8" Type="http://schemas.openxmlformats.org/officeDocument/2006/relationships/image" Target="../media/image554.png"/><Relationship Id="rId13" Type="http://schemas.openxmlformats.org/officeDocument/2006/relationships/image" Target="../media/image559.png"/><Relationship Id="rId18" Type="http://schemas.openxmlformats.org/officeDocument/2006/relationships/image" Target="../media/image568.png"/><Relationship Id="rId3" Type="http://schemas.openxmlformats.org/officeDocument/2006/relationships/image" Target="../media/image549.png"/><Relationship Id="rId7" Type="http://schemas.openxmlformats.org/officeDocument/2006/relationships/image" Target="../media/image553.png"/><Relationship Id="rId12" Type="http://schemas.openxmlformats.org/officeDocument/2006/relationships/image" Target="../media/image558.png"/><Relationship Id="rId17" Type="http://schemas.openxmlformats.org/officeDocument/2006/relationships/image" Target="../media/image567.png"/><Relationship Id="rId2" Type="http://schemas.openxmlformats.org/officeDocument/2006/relationships/notesSlide" Target="../notesSlides/notesSlide18.xml"/><Relationship Id="rId16" Type="http://schemas.openxmlformats.org/officeDocument/2006/relationships/image" Target="../media/image566.png"/><Relationship Id="rId1" Type="http://schemas.openxmlformats.org/officeDocument/2006/relationships/slideLayout" Target="../slideLayouts/slideLayout2.xml"/><Relationship Id="rId6" Type="http://schemas.openxmlformats.org/officeDocument/2006/relationships/image" Target="../media/image552.png"/><Relationship Id="rId11" Type="http://schemas.openxmlformats.org/officeDocument/2006/relationships/image" Target="../media/image557.png"/><Relationship Id="rId5" Type="http://schemas.openxmlformats.org/officeDocument/2006/relationships/image" Target="../media/image551.png"/><Relationship Id="rId15" Type="http://schemas.openxmlformats.org/officeDocument/2006/relationships/image" Target="../media/image561.png"/><Relationship Id="rId10" Type="http://schemas.openxmlformats.org/officeDocument/2006/relationships/image" Target="../media/image556.png"/><Relationship Id="rId19" Type="http://schemas.openxmlformats.org/officeDocument/2006/relationships/image" Target="../media/image569.png"/><Relationship Id="rId4" Type="http://schemas.openxmlformats.org/officeDocument/2006/relationships/image" Target="../media/image550.png"/><Relationship Id="rId9" Type="http://schemas.openxmlformats.org/officeDocument/2006/relationships/image" Target="../media/image555.png"/><Relationship Id="rId14" Type="http://schemas.openxmlformats.org/officeDocument/2006/relationships/image" Target="../media/image56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6.xml.rels><?xml version="1.0" encoding="UTF-8" standalone="yes"?>
<Relationships xmlns="http://schemas.openxmlformats.org/package/2006/relationships"><Relationship Id="rId3" Type="http://schemas.openxmlformats.org/officeDocument/2006/relationships/image" Target="../media/image571.svg"/><Relationship Id="rId2" Type="http://schemas.openxmlformats.org/officeDocument/2006/relationships/image" Target="../media/image57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73.svg"/><Relationship Id="rId2" Type="http://schemas.openxmlformats.org/officeDocument/2006/relationships/image" Target="../media/image572.png"/><Relationship Id="rId1" Type="http://schemas.openxmlformats.org/officeDocument/2006/relationships/slideLayout" Target="../slideLayouts/slideLayout30.xml"/></Relationships>
</file>

<file path=ppt/slides/_rels/slide69.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575.svg"/><Relationship Id="rId7" Type="http://schemas.openxmlformats.org/officeDocument/2006/relationships/image" Target="../media/image579.svg"/><Relationship Id="rId2" Type="http://schemas.openxmlformats.org/officeDocument/2006/relationships/image" Target="../media/image574.png"/><Relationship Id="rId1" Type="http://schemas.openxmlformats.org/officeDocument/2006/relationships/slideLayout" Target="../slideLayouts/slideLayout31.xml"/><Relationship Id="rId6" Type="http://schemas.openxmlformats.org/officeDocument/2006/relationships/image" Target="../media/image578.png"/><Relationship Id="rId5" Type="http://schemas.openxmlformats.org/officeDocument/2006/relationships/image" Target="../media/image577.svg"/><Relationship Id="rId4" Type="http://schemas.openxmlformats.org/officeDocument/2006/relationships/image" Target="../media/image576.png"/><Relationship Id="rId9" Type="http://schemas.openxmlformats.org/officeDocument/2006/relationships/image" Target="../media/image581.svg"/></Relationships>
</file>

<file path=ppt/slides/_rels/slide70.xml.rels><?xml version="1.0" encoding="UTF-8" standalone="yes"?>
<Relationships xmlns="http://schemas.openxmlformats.org/package/2006/relationships"><Relationship Id="rId8" Type="http://schemas.openxmlformats.org/officeDocument/2006/relationships/image" Target="../media/image588.png"/><Relationship Id="rId3" Type="http://schemas.openxmlformats.org/officeDocument/2006/relationships/image" Target="../media/image583.png"/><Relationship Id="rId7" Type="http://schemas.openxmlformats.org/officeDocument/2006/relationships/image" Target="../media/image587.png"/><Relationship Id="rId2" Type="http://schemas.openxmlformats.org/officeDocument/2006/relationships/image" Target="../media/image582.png"/><Relationship Id="rId1" Type="http://schemas.openxmlformats.org/officeDocument/2006/relationships/slideLayout" Target="../slideLayouts/slideLayout2.xml"/><Relationship Id="rId6" Type="http://schemas.openxmlformats.org/officeDocument/2006/relationships/image" Target="../media/image586.png"/><Relationship Id="rId5" Type="http://schemas.openxmlformats.org/officeDocument/2006/relationships/image" Target="../media/image585.png"/><Relationship Id="rId4" Type="http://schemas.openxmlformats.org/officeDocument/2006/relationships/image" Target="../media/image584.png"/><Relationship Id="rId9" Type="http://schemas.openxmlformats.org/officeDocument/2006/relationships/image" Target="../media/image589.png"/></Relationships>
</file>

<file path=ppt/slides/_rels/slide71.xml.rels><?xml version="1.0" encoding="UTF-8" standalone="yes"?>
<Relationships xmlns="http://schemas.openxmlformats.org/package/2006/relationships"><Relationship Id="rId8" Type="http://schemas.openxmlformats.org/officeDocument/2006/relationships/image" Target="../media/image595.png"/><Relationship Id="rId3" Type="http://schemas.openxmlformats.org/officeDocument/2006/relationships/image" Target="../media/image590.png"/><Relationship Id="rId7" Type="http://schemas.openxmlformats.org/officeDocument/2006/relationships/image" Target="../media/image594.png"/><Relationship Id="rId2" Type="http://schemas.openxmlformats.org/officeDocument/2006/relationships/image" Target="../media/image582.png"/><Relationship Id="rId1" Type="http://schemas.openxmlformats.org/officeDocument/2006/relationships/slideLayout" Target="../slideLayouts/slideLayout2.xml"/><Relationship Id="rId6" Type="http://schemas.openxmlformats.org/officeDocument/2006/relationships/image" Target="../media/image593.png"/><Relationship Id="rId5" Type="http://schemas.openxmlformats.org/officeDocument/2006/relationships/image" Target="../media/image592.png"/><Relationship Id="rId4" Type="http://schemas.openxmlformats.org/officeDocument/2006/relationships/image" Target="../media/image591.png"/><Relationship Id="rId9" Type="http://schemas.openxmlformats.org/officeDocument/2006/relationships/image" Target="../media/image596.png"/></Relationships>
</file>

<file path=ppt/slides/_rels/slide72.xml.rels><?xml version="1.0" encoding="UTF-8" standalone="yes"?>
<Relationships xmlns="http://schemas.openxmlformats.org/package/2006/relationships"><Relationship Id="rId8" Type="http://schemas.openxmlformats.org/officeDocument/2006/relationships/image" Target="../media/image588.png"/><Relationship Id="rId13" Type="http://schemas.openxmlformats.org/officeDocument/2006/relationships/image" Target="../media/image604.png"/><Relationship Id="rId18" Type="http://schemas.openxmlformats.org/officeDocument/2006/relationships/image" Target="../media/image609.png"/><Relationship Id="rId3" Type="http://schemas.openxmlformats.org/officeDocument/2006/relationships/image" Target="../media/image582.png"/><Relationship Id="rId21" Type="http://schemas.openxmlformats.org/officeDocument/2006/relationships/image" Target="../media/image612.png"/><Relationship Id="rId7" Type="http://schemas.openxmlformats.org/officeDocument/2006/relationships/image" Target="../media/image601.png"/><Relationship Id="rId12" Type="http://schemas.openxmlformats.org/officeDocument/2006/relationships/image" Target="../media/image603.png"/><Relationship Id="rId17" Type="http://schemas.openxmlformats.org/officeDocument/2006/relationships/image" Target="../media/image608.png"/><Relationship Id="rId2" Type="http://schemas.openxmlformats.org/officeDocument/2006/relationships/image" Target="../media/image597.png"/><Relationship Id="rId16" Type="http://schemas.openxmlformats.org/officeDocument/2006/relationships/image" Target="../media/image607.png"/><Relationship Id="rId20" Type="http://schemas.openxmlformats.org/officeDocument/2006/relationships/image" Target="../media/image611.png"/><Relationship Id="rId1" Type="http://schemas.openxmlformats.org/officeDocument/2006/relationships/slideLayout" Target="../slideLayouts/slideLayout2.xml"/><Relationship Id="rId6" Type="http://schemas.openxmlformats.org/officeDocument/2006/relationships/image" Target="../media/image600.png"/><Relationship Id="rId11" Type="http://schemas.openxmlformats.org/officeDocument/2006/relationships/image" Target="../media/image602.png"/><Relationship Id="rId5" Type="http://schemas.openxmlformats.org/officeDocument/2006/relationships/image" Target="../media/image599.png"/><Relationship Id="rId15" Type="http://schemas.openxmlformats.org/officeDocument/2006/relationships/image" Target="../media/image606.png"/><Relationship Id="rId23" Type="http://schemas.openxmlformats.org/officeDocument/2006/relationships/image" Target="../media/image614.png"/><Relationship Id="rId10" Type="http://schemas.openxmlformats.org/officeDocument/2006/relationships/image" Target="../media/image584.png"/><Relationship Id="rId19" Type="http://schemas.openxmlformats.org/officeDocument/2006/relationships/image" Target="../media/image610.png"/><Relationship Id="rId4" Type="http://schemas.openxmlformats.org/officeDocument/2006/relationships/image" Target="../media/image598.png"/><Relationship Id="rId9" Type="http://schemas.openxmlformats.org/officeDocument/2006/relationships/image" Target="../media/image589.png"/><Relationship Id="rId14" Type="http://schemas.openxmlformats.org/officeDocument/2006/relationships/image" Target="../media/image605.png"/><Relationship Id="rId22" Type="http://schemas.openxmlformats.org/officeDocument/2006/relationships/image" Target="../media/image613.png"/></Relationships>
</file>

<file path=ppt/slides/_rels/slide73.xml.rels><?xml version="1.0" encoding="UTF-8" standalone="yes"?>
<Relationships xmlns="http://schemas.openxmlformats.org/package/2006/relationships"><Relationship Id="rId8" Type="http://schemas.openxmlformats.org/officeDocument/2006/relationships/image" Target="../media/image617.png"/><Relationship Id="rId13" Type="http://schemas.openxmlformats.org/officeDocument/2006/relationships/image" Target="../media/image622.svg"/><Relationship Id="rId18" Type="http://schemas.openxmlformats.org/officeDocument/2006/relationships/image" Target="../media/image626.svg"/><Relationship Id="rId26" Type="http://schemas.openxmlformats.org/officeDocument/2006/relationships/image" Target="../media/image630.svg"/><Relationship Id="rId3" Type="http://schemas.openxmlformats.org/officeDocument/2006/relationships/image" Target="../media/image582.png"/><Relationship Id="rId21" Type="http://schemas.openxmlformats.org/officeDocument/2006/relationships/image" Target="../media/image578.png"/><Relationship Id="rId7" Type="http://schemas.openxmlformats.org/officeDocument/2006/relationships/image" Target="../media/image616.svg"/><Relationship Id="rId12" Type="http://schemas.openxmlformats.org/officeDocument/2006/relationships/image" Target="../media/image621.png"/><Relationship Id="rId17" Type="http://schemas.openxmlformats.org/officeDocument/2006/relationships/image" Target="../media/image625.png"/><Relationship Id="rId25" Type="http://schemas.openxmlformats.org/officeDocument/2006/relationships/image" Target="../media/image629.png"/><Relationship Id="rId2" Type="http://schemas.openxmlformats.org/officeDocument/2006/relationships/notesSlide" Target="../notesSlides/notesSlide19.xml"/><Relationship Id="rId16" Type="http://schemas.openxmlformats.org/officeDocument/2006/relationships/image" Target="../media/image599.png"/><Relationship Id="rId20" Type="http://schemas.openxmlformats.org/officeDocument/2006/relationships/image" Target="../media/image575.svg"/><Relationship Id="rId1" Type="http://schemas.openxmlformats.org/officeDocument/2006/relationships/slideLayout" Target="../slideLayouts/slideLayout2.xml"/><Relationship Id="rId6" Type="http://schemas.openxmlformats.org/officeDocument/2006/relationships/image" Target="../media/image615.png"/><Relationship Id="rId11" Type="http://schemas.openxmlformats.org/officeDocument/2006/relationships/image" Target="../media/image620.svg"/><Relationship Id="rId24" Type="http://schemas.openxmlformats.org/officeDocument/2006/relationships/image" Target="../media/image628.svg"/><Relationship Id="rId5" Type="http://schemas.openxmlformats.org/officeDocument/2006/relationships/image" Target="../media/image577.svg"/><Relationship Id="rId15" Type="http://schemas.openxmlformats.org/officeDocument/2006/relationships/image" Target="../media/image624.svg"/><Relationship Id="rId23" Type="http://schemas.openxmlformats.org/officeDocument/2006/relationships/image" Target="../media/image627.png"/><Relationship Id="rId28" Type="http://schemas.openxmlformats.org/officeDocument/2006/relationships/image" Target="../media/image632.svg"/><Relationship Id="rId10" Type="http://schemas.openxmlformats.org/officeDocument/2006/relationships/image" Target="../media/image619.png"/><Relationship Id="rId19" Type="http://schemas.openxmlformats.org/officeDocument/2006/relationships/image" Target="../media/image574.png"/><Relationship Id="rId4" Type="http://schemas.openxmlformats.org/officeDocument/2006/relationships/image" Target="../media/image576.png"/><Relationship Id="rId9" Type="http://schemas.openxmlformats.org/officeDocument/2006/relationships/image" Target="../media/image618.svg"/><Relationship Id="rId14" Type="http://schemas.openxmlformats.org/officeDocument/2006/relationships/image" Target="../media/image623.png"/><Relationship Id="rId22" Type="http://schemas.openxmlformats.org/officeDocument/2006/relationships/image" Target="../media/image579.svg"/><Relationship Id="rId27" Type="http://schemas.openxmlformats.org/officeDocument/2006/relationships/image" Target="../media/image631.png"/></Relationships>
</file>

<file path=ppt/slides/_rels/slide74.xml.rels><?xml version="1.0" encoding="UTF-8" standalone="yes"?>
<Relationships xmlns="http://schemas.openxmlformats.org/package/2006/relationships"><Relationship Id="rId8" Type="http://schemas.openxmlformats.org/officeDocument/2006/relationships/image" Target="../media/image638.png"/><Relationship Id="rId13" Type="http://schemas.openxmlformats.org/officeDocument/2006/relationships/image" Target="../media/image643.svg"/><Relationship Id="rId18" Type="http://schemas.openxmlformats.org/officeDocument/2006/relationships/image" Target="../media/image648.png"/><Relationship Id="rId26" Type="http://schemas.openxmlformats.org/officeDocument/2006/relationships/image" Target="../media/image656.png"/><Relationship Id="rId3" Type="http://schemas.openxmlformats.org/officeDocument/2006/relationships/image" Target="../media/image633.png"/><Relationship Id="rId21" Type="http://schemas.openxmlformats.org/officeDocument/2006/relationships/image" Target="../media/image651.svg"/><Relationship Id="rId7" Type="http://schemas.openxmlformats.org/officeDocument/2006/relationships/image" Target="../media/image637.svg"/><Relationship Id="rId12" Type="http://schemas.openxmlformats.org/officeDocument/2006/relationships/image" Target="../media/image642.png"/><Relationship Id="rId17" Type="http://schemas.openxmlformats.org/officeDocument/2006/relationships/image" Target="../media/image647.svg"/><Relationship Id="rId25" Type="http://schemas.openxmlformats.org/officeDocument/2006/relationships/image" Target="../media/image655.svg"/><Relationship Id="rId2" Type="http://schemas.openxmlformats.org/officeDocument/2006/relationships/notesSlide" Target="../notesSlides/notesSlide20.xml"/><Relationship Id="rId16" Type="http://schemas.openxmlformats.org/officeDocument/2006/relationships/image" Target="../media/image646.png"/><Relationship Id="rId20" Type="http://schemas.openxmlformats.org/officeDocument/2006/relationships/image" Target="../media/image650.png"/><Relationship Id="rId1" Type="http://schemas.openxmlformats.org/officeDocument/2006/relationships/slideLayout" Target="../slideLayouts/slideLayout2.xml"/><Relationship Id="rId6" Type="http://schemas.openxmlformats.org/officeDocument/2006/relationships/image" Target="../media/image636.png"/><Relationship Id="rId11" Type="http://schemas.openxmlformats.org/officeDocument/2006/relationships/image" Target="../media/image641.svg"/><Relationship Id="rId24" Type="http://schemas.openxmlformats.org/officeDocument/2006/relationships/image" Target="../media/image654.png"/><Relationship Id="rId5" Type="http://schemas.openxmlformats.org/officeDocument/2006/relationships/image" Target="../media/image635.png"/><Relationship Id="rId15" Type="http://schemas.openxmlformats.org/officeDocument/2006/relationships/image" Target="../media/image645.svg"/><Relationship Id="rId23" Type="http://schemas.openxmlformats.org/officeDocument/2006/relationships/image" Target="../media/image653.svg"/><Relationship Id="rId10" Type="http://schemas.openxmlformats.org/officeDocument/2006/relationships/image" Target="../media/image640.png"/><Relationship Id="rId19" Type="http://schemas.openxmlformats.org/officeDocument/2006/relationships/image" Target="../media/image649.svg"/><Relationship Id="rId4" Type="http://schemas.openxmlformats.org/officeDocument/2006/relationships/image" Target="../media/image634.svg"/><Relationship Id="rId9" Type="http://schemas.openxmlformats.org/officeDocument/2006/relationships/image" Target="../media/image639.svg"/><Relationship Id="rId14" Type="http://schemas.openxmlformats.org/officeDocument/2006/relationships/image" Target="../media/image644.png"/><Relationship Id="rId22" Type="http://schemas.openxmlformats.org/officeDocument/2006/relationships/image" Target="../media/image652.png"/><Relationship Id="rId27" Type="http://schemas.openxmlformats.org/officeDocument/2006/relationships/image" Target="../media/image657.svg"/></Relationships>
</file>

<file path=ppt/slides/_rels/slide75.xml.rels><?xml version="1.0" encoding="UTF-8" standalone="yes"?>
<Relationships xmlns="http://schemas.openxmlformats.org/package/2006/relationships"><Relationship Id="rId2" Type="http://schemas.openxmlformats.org/officeDocument/2006/relationships/image" Target="../media/image65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5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664.png"/><Relationship Id="rId13" Type="http://schemas.openxmlformats.org/officeDocument/2006/relationships/image" Target="../media/image669.svg"/><Relationship Id="rId18" Type="http://schemas.openxmlformats.org/officeDocument/2006/relationships/image" Target="../media/image674.png"/><Relationship Id="rId3" Type="http://schemas.openxmlformats.org/officeDocument/2006/relationships/image" Target="../media/image659.png"/><Relationship Id="rId21" Type="http://schemas.openxmlformats.org/officeDocument/2006/relationships/image" Target="../media/image677.svg"/><Relationship Id="rId7" Type="http://schemas.openxmlformats.org/officeDocument/2006/relationships/image" Target="../media/image663.svg"/><Relationship Id="rId12" Type="http://schemas.openxmlformats.org/officeDocument/2006/relationships/image" Target="../media/image668.png"/><Relationship Id="rId17" Type="http://schemas.openxmlformats.org/officeDocument/2006/relationships/image" Target="../media/image673.svg"/><Relationship Id="rId2" Type="http://schemas.openxmlformats.org/officeDocument/2006/relationships/notesSlide" Target="../notesSlides/notesSlide22.xml"/><Relationship Id="rId16" Type="http://schemas.openxmlformats.org/officeDocument/2006/relationships/image" Target="../media/image672.png"/><Relationship Id="rId20" Type="http://schemas.openxmlformats.org/officeDocument/2006/relationships/image" Target="../media/image676.png"/><Relationship Id="rId1" Type="http://schemas.openxmlformats.org/officeDocument/2006/relationships/slideLayout" Target="../slideLayouts/slideLayout2.xml"/><Relationship Id="rId6" Type="http://schemas.openxmlformats.org/officeDocument/2006/relationships/image" Target="../media/image662.png"/><Relationship Id="rId11" Type="http://schemas.openxmlformats.org/officeDocument/2006/relationships/image" Target="../media/image667.svg"/><Relationship Id="rId5" Type="http://schemas.openxmlformats.org/officeDocument/2006/relationships/image" Target="../media/image661.png"/><Relationship Id="rId15" Type="http://schemas.openxmlformats.org/officeDocument/2006/relationships/image" Target="../media/image671.svg"/><Relationship Id="rId23" Type="http://schemas.openxmlformats.org/officeDocument/2006/relationships/image" Target="../media/image679.svg"/><Relationship Id="rId10" Type="http://schemas.openxmlformats.org/officeDocument/2006/relationships/image" Target="../media/image666.png"/><Relationship Id="rId19" Type="http://schemas.openxmlformats.org/officeDocument/2006/relationships/image" Target="../media/image675.svg"/><Relationship Id="rId4" Type="http://schemas.openxmlformats.org/officeDocument/2006/relationships/image" Target="../media/image660.png"/><Relationship Id="rId9" Type="http://schemas.openxmlformats.org/officeDocument/2006/relationships/image" Target="../media/image665.svg"/><Relationship Id="rId14" Type="http://schemas.openxmlformats.org/officeDocument/2006/relationships/image" Target="../media/image670.png"/><Relationship Id="rId22" Type="http://schemas.openxmlformats.org/officeDocument/2006/relationships/image" Target="../media/image678.png"/></Relationships>
</file>

<file path=ppt/slides/_rels/slide78.xml.rels><?xml version="1.0" encoding="UTF-8" standalone="yes"?>
<Relationships xmlns="http://schemas.openxmlformats.org/package/2006/relationships"><Relationship Id="rId8" Type="http://schemas.openxmlformats.org/officeDocument/2006/relationships/image" Target="../media/image684.svg"/><Relationship Id="rId13" Type="http://schemas.openxmlformats.org/officeDocument/2006/relationships/image" Target="../media/image688.png"/><Relationship Id="rId18" Type="http://schemas.openxmlformats.org/officeDocument/2006/relationships/image" Target="../media/image673.svg"/><Relationship Id="rId3" Type="http://schemas.openxmlformats.org/officeDocument/2006/relationships/image" Target="../media/image680.png"/><Relationship Id="rId21" Type="http://schemas.openxmlformats.org/officeDocument/2006/relationships/image" Target="../media/image694.png"/><Relationship Id="rId7" Type="http://schemas.openxmlformats.org/officeDocument/2006/relationships/image" Target="../media/image683.png"/><Relationship Id="rId12" Type="http://schemas.openxmlformats.org/officeDocument/2006/relationships/image" Target="../media/image667.svg"/><Relationship Id="rId17" Type="http://schemas.openxmlformats.org/officeDocument/2006/relationships/image" Target="../media/image691.png"/><Relationship Id="rId2" Type="http://schemas.openxmlformats.org/officeDocument/2006/relationships/notesSlide" Target="../notesSlides/notesSlide23.xml"/><Relationship Id="rId16" Type="http://schemas.openxmlformats.org/officeDocument/2006/relationships/image" Target="../media/image690.svg"/><Relationship Id="rId20" Type="http://schemas.openxmlformats.org/officeDocument/2006/relationships/image" Target="../media/image693.svg"/><Relationship Id="rId1" Type="http://schemas.openxmlformats.org/officeDocument/2006/relationships/slideLayout" Target="../slideLayouts/slideLayout2.xml"/><Relationship Id="rId6" Type="http://schemas.openxmlformats.org/officeDocument/2006/relationships/image" Target="../media/image682.png"/><Relationship Id="rId11" Type="http://schemas.openxmlformats.org/officeDocument/2006/relationships/image" Target="../media/image687.png"/><Relationship Id="rId5" Type="http://schemas.openxmlformats.org/officeDocument/2006/relationships/image" Target="../media/image681.png"/><Relationship Id="rId15" Type="http://schemas.openxmlformats.org/officeDocument/2006/relationships/image" Target="../media/image689.png"/><Relationship Id="rId10" Type="http://schemas.openxmlformats.org/officeDocument/2006/relationships/image" Target="../media/image686.svg"/><Relationship Id="rId19" Type="http://schemas.openxmlformats.org/officeDocument/2006/relationships/image" Target="../media/image692.png"/><Relationship Id="rId4" Type="http://schemas.openxmlformats.org/officeDocument/2006/relationships/image" Target="../media/image675.svg"/><Relationship Id="rId9" Type="http://schemas.openxmlformats.org/officeDocument/2006/relationships/image" Target="../media/image685.png"/><Relationship Id="rId14" Type="http://schemas.openxmlformats.org/officeDocument/2006/relationships/image" Target="../media/image669.svg"/><Relationship Id="rId22" Type="http://schemas.openxmlformats.org/officeDocument/2006/relationships/image" Target="../media/image695.svg"/></Relationships>
</file>

<file path=ppt/slides/_rels/slide79.xml.rels><?xml version="1.0" encoding="UTF-8" standalone="yes"?>
<Relationships xmlns="http://schemas.openxmlformats.org/package/2006/relationships"><Relationship Id="rId8" Type="http://schemas.openxmlformats.org/officeDocument/2006/relationships/image" Target="../media/image697.svg"/><Relationship Id="rId13" Type="http://schemas.openxmlformats.org/officeDocument/2006/relationships/image" Target="../media/image688.png"/><Relationship Id="rId18" Type="http://schemas.openxmlformats.org/officeDocument/2006/relationships/image" Target="../media/image673.svg"/><Relationship Id="rId3" Type="http://schemas.openxmlformats.org/officeDocument/2006/relationships/image" Target="../media/image680.png"/><Relationship Id="rId21" Type="http://schemas.openxmlformats.org/officeDocument/2006/relationships/image" Target="../media/image704.png"/><Relationship Id="rId7" Type="http://schemas.openxmlformats.org/officeDocument/2006/relationships/image" Target="../media/image696.png"/><Relationship Id="rId12" Type="http://schemas.openxmlformats.org/officeDocument/2006/relationships/image" Target="../media/image667.svg"/><Relationship Id="rId17" Type="http://schemas.openxmlformats.org/officeDocument/2006/relationships/image" Target="../media/image691.png"/><Relationship Id="rId2" Type="http://schemas.openxmlformats.org/officeDocument/2006/relationships/notesSlide" Target="../notesSlides/notesSlide24.xml"/><Relationship Id="rId16" Type="http://schemas.openxmlformats.org/officeDocument/2006/relationships/image" Target="../media/image701.svg"/><Relationship Id="rId20" Type="http://schemas.openxmlformats.org/officeDocument/2006/relationships/image" Target="../media/image703.svg"/><Relationship Id="rId1" Type="http://schemas.openxmlformats.org/officeDocument/2006/relationships/slideLayout" Target="../slideLayouts/slideLayout2.xml"/><Relationship Id="rId6" Type="http://schemas.openxmlformats.org/officeDocument/2006/relationships/image" Target="../media/image682.png"/><Relationship Id="rId11" Type="http://schemas.openxmlformats.org/officeDocument/2006/relationships/image" Target="../media/image687.png"/><Relationship Id="rId5" Type="http://schemas.openxmlformats.org/officeDocument/2006/relationships/image" Target="../media/image681.png"/><Relationship Id="rId15" Type="http://schemas.openxmlformats.org/officeDocument/2006/relationships/image" Target="../media/image700.png"/><Relationship Id="rId10" Type="http://schemas.openxmlformats.org/officeDocument/2006/relationships/image" Target="../media/image699.svg"/><Relationship Id="rId19" Type="http://schemas.openxmlformats.org/officeDocument/2006/relationships/image" Target="../media/image702.png"/><Relationship Id="rId4" Type="http://schemas.openxmlformats.org/officeDocument/2006/relationships/image" Target="../media/image675.svg"/><Relationship Id="rId9" Type="http://schemas.openxmlformats.org/officeDocument/2006/relationships/image" Target="../media/image698.png"/><Relationship Id="rId14" Type="http://schemas.openxmlformats.org/officeDocument/2006/relationships/image" Target="../media/image669.svg"/><Relationship Id="rId22" Type="http://schemas.openxmlformats.org/officeDocument/2006/relationships/image" Target="../media/image705.svg"/></Relationships>
</file>

<file path=ppt/slides/_rels/slide80.xml.rels><?xml version="1.0" encoding="UTF-8" standalone="yes"?>
<Relationships xmlns="http://schemas.openxmlformats.org/package/2006/relationships"><Relationship Id="rId8" Type="http://schemas.openxmlformats.org/officeDocument/2006/relationships/image" Target="../media/image707.svg"/><Relationship Id="rId13" Type="http://schemas.openxmlformats.org/officeDocument/2006/relationships/image" Target="../media/image688.png"/><Relationship Id="rId18" Type="http://schemas.openxmlformats.org/officeDocument/2006/relationships/image" Target="../media/image673.svg"/><Relationship Id="rId3" Type="http://schemas.openxmlformats.org/officeDocument/2006/relationships/image" Target="../media/image680.png"/><Relationship Id="rId21" Type="http://schemas.openxmlformats.org/officeDocument/2006/relationships/image" Target="../media/image714.png"/><Relationship Id="rId7" Type="http://schemas.openxmlformats.org/officeDocument/2006/relationships/image" Target="../media/image706.png"/><Relationship Id="rId12" Type="http://schemas.openxmlformats.org/officeDocument/2006/relationships/image" Target="../media/image667.svg"/><Relationship Id="rId17" Type="http://schemas.openxmlformats.org/officeDocument/2006/relationships/image" Target="../media/image691.png"/><Relationship Id="rId2" Type="http://schemas.openxmlformats.org/officeDocument/2006/relationships/notesSlide" Target="../notesSlides/notesSlide25.xml"/><Relationship Id="rId16" Type="http://schemas.openxmlformats.org/officeDocument/2006/relationships/image" Target="../media/image711.svg"/><Relationship Id="rId20" Type="http://schemas.openxmlformats.org/officeDocument/2006/relationships/image" Target="../media/image713.svg"/><Relationship Id="rId1" Type="http://schemas.openxmlformats.org/officeDocument/2006/relationships/slideLayout" Target="../slideLayouts/slideLayout2.xml"/><Relationship Id="rId6" Type="http://schemas.openxmlformats.org/officeDocument/2006/relationships/image" Target="../media/image682.png"/><Relationship Id="rId11" Type="http://schemas.openxmlformats.org/officeDocument/2006/relationships/image" Target="../media/image687.png"/><Relationship Id="rId5" Type="http://schemas.openxmlformats.org/officeDocument/2006/relationships/image" Target="../media/image681.png"/><Relationship Id="rId15" Type="http://schemas.openxmlformats.org/officeDocument/2006/relationships/image" Target="../media/image710.png"/><Relationship Id="rId10" Type="http://schemas.openxmlformats.org/officeDocument/2006/relationships/image" Target="../media/image709.svg"/><Relationship Id="rId19" Type="http://schemas.openxmlformats.org/officeDocument/2006/relationships/image" Target="../media/image712.png"/><Relationship Id="rId4" Type="http://schemas.openxmlformats.org/officeDocument/2006/relationships/image" Target="../media/image675.svg"/><Relationship Id="rId9" Type="http://schemas.openxmlformats.org/officeDocument/2006/relationships/image" Target="../media/image708.png"/><Relationship Id="rId14" Type="http://schemas.openxmlformats.org/officeDocument/2006/relationships/image" Target="../media/image669.svg"/><Relationship Id="rId22" Type="http://schemas.openxmlformats.org/officeDocument/2006/relationships/image" Target="../media/image715.svg"/></Relationships>
</file>

<file path=ppt/slides/_rels/slide81.xml.rels><?xml version="1.0" encoding="UTF-8" standalone="yes"?>
<Relationships xmlns="http://schemas.openxmlformats.org/package/2006/relationships"><Relationship Id="rId8" Type="http://schemas.openxmlformats.org/officeDocument/2006/relationships/image" Target="../media/image721.svg"/><Relationship Id="rId3" Type="http://schemas.openxmlformats.org/officeDocument/2006/relationships/image" Target="../media/image716.png"/><Relationship Id="rId7" Type="http://schemas.openxmlformats.org/officeDocument/2006/relationships/image" Target="../media/image72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719.svg"/><Relationship Id="rId5" Type="http://schemas.openxmlformats.org/officeDocument/2006/relationships/image" Target="../media/image718.png"/><Relationship Id="rId4" Type="http://schemas.openxmlformats.org/officeDocument/2006/relationships/image" Target="../media/image717.svg"/></Relationships>
</file>

<file path=ppt/slides/_rels/slide82.xml.rels><?xml version="1.0" encoding="UTF-8" standalone="yes"?>
<Relationships xmlns="http://schemas.openxmlformats.org/package/2006/relationships"><Relationship Id="rId8" Type="http://schemas.openxmlformats.org/officeDocument/2006/relationships/image" Target="../media/image721.svg"/><Relationship Id="rId3" Type="http://schemas.openxmlformats.org/officeDocument/2006/relationships/image" Target="../media/image716.png"/><Relationship Id="rId7" Type="http://schemas.openxmlformats.org/officeDocument/2006/relationships/image" Target="../media/image72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719.svg"/><Relationship Id="rId5" Type="http://schemas.openxmlformats.org/officeDocument/2006/relationships/image" Target="../media/image718.png"/><Relationship Id="rId4" Type="http://schemas.openxmlformats.org/officeDocument/2006/relationships/image" Target="../media/image717.svg"/></Relationships>
</file>

<file path=ppt/slides/_rels/slide83.xml.rels><?xml version="1.0" encoding="UTF-8" standalone="yes"?>
<Relationships xmlns="http://schemas.openxmlformats.org/package/2006/relationships"><Relationship Id="rId8" Type="http://schemas.openxmlformats.org/officeDocument/2006/relationships/image" Target="../media/image721.svg"/><Relationship Id="rId3" Type="http://schemas.openxmlformats.org/officeDocument/2006/relationships/image" Target="../media/image716.png"/><Relationship Id="rId7" Type="http://schemas.openxmlformats.org/officeDocument/2006/relationships/image" Target="../media/image72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719.svg"/><Relationship Id="rId5" Type="http://schemas.openxmlformats.org/officeDocument/2006/relationships/image" Target="../media/image718.png"/><Relationship Id="rId4" Type="http://schemas.openxmlformats.org/officeDocument/2006/relationships/image" Target="../media/image717.svg"/></Relationships>
</file>

<file path=ppt/slides/_rels/slide84.xml.rels><?xml version="1.0" encoding="UTF-8" standalone="yes"?>
<Relationships xmlns="http://schemas.openxmlformats.org/package/2006/relationships"><Relationship Id="rId8" Type="http://schemas.openxmlformats.org/officeDocument/2006/relationships/image" Target="../media/image721.svg"/><Relationship Id="rId3" Type="http://schemas.openxmlformats.org/officeDocument/2006/relationships/image" Target="../media/image716.png"/><Relationship Id="rId7" Type="http://schemas.openxmlformats.org/officeDocument/2006/relationships/image" Target="../media/image72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719.svg"/><Relationship Id="rId5" Type="http://schemas.openxmlformats.org/officeDocument/2006/relationships/image" Target="../media/image718.png"/><Relationship Id="rId4" Type="http://schemas.openxmlformats.org/officeDocument/2006/relationships/image" Target="../media/image717.svg"/></Relationships>
</file>

<file path=ppt/slides/_rels/slide85.xml.rels><?xml version="1.0" encoding="UTF-8" standalone="yes"?>
<Relationships xmlns="http://schemas.openxmlformats.org/package/2006/relationships"><Relationship Id="rId8" Type="http://schemas.openxmlformats.org/officeDocument/2006/relationships/image" Target="../media/image721.svg"/><Relationship Id="rId3" Type="http://schemas.openxmlformats.org/officeDocument/2006/relationships/image" Target="../media/image716.png"/><Relationship Id="rId7" Type="http://schemas.openxmlformats.org/officeDocument/2006/relationships/image" Target="../media/image72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719.svg"/><Relationship Id="rId5" Type="http://schemas.openxmlformats.org/officeDocument/2006/relationships/image" Target="../media/image718.png"/><Relationship Id="rId4" Type="http://schemas.openxmlformats.org/officeDocument/2006/relationships/image" Target="../media/image717.svg"/></Relationships>
</file>

<file path=ppt/slides/_rels/slide86.xml.rels><?xml version="1.0" encoding="UTF-8" standalone="yes"?>
<Relationships xmlns="http://schemas.openxmlformats.org/package/2006/relationships"><Relationship Id="rId8" Type="http://schemas.openxmlformats.org/officeDocument/2006/relationships/image" Target="../media/image721.svg"/><Relationship Id="rId3" Type="http://schemas.openxmlformats.org/officeDocument/2006/relationships/image" Target="../media/image716.png"/><Relationship Id="rId7" Type="http://schemas.openxmlformats.org/officeDocument/2006/relationships/image" Target="../media/image72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719.svg"/><Relationship Id="rId5" Type="http://schemas.openxmlformats.org/officeDocument/2006/relationships/image" Target="../media/image718.png"/><Relationship Id="rId4" Type="http://schemas.openxmlformats.org/officeDocument/2006/relationships/image" Target="../media/image717.svg"/></Relationships>
</file>

<file path=ppt/slides/_rels/slide87.xml.rels><?xml version="1.0" encoding="UTF-8" standalone="yes"?>
<Relationships xmlns="http://schemas.openxmlformats.org/package/2006/relationships"><Relationship Id="rId3" Type="http://schemas.openxmlformats.org/officeDocument/2006/relationships/image" Target="../media/image723.png"/><Relationship Id="rId2" Type="http://schemas.openxmlformats.org/officeDocument/2006/relationships/image" Target="../media/image722.png"/><Relationship Id="rId1" Type="http://schemas.openxmlformats.org/officeDocument/2006/relationships/slideLayout" Target="../slideLayouts/slideLayout38.xml"/><Relationship Id="rId4" Type="http://schemas.openxmlformats.org/officeDocument/2006/relationships/image" Target="../media/image724.svg"/></Relationships>
</file>

<file path=ppt/slides/_rels/slide88.xml.rels><?xml version="1.0" encoding="UTF-8" standalone="yes"?>
<Relationships xmlns="http://schemas.openxmlformats.org/package/2006/relationships"><Relationship Id="rId8" Type="http://schemas.openxmlformats.org/officeDocument/2006/relationships/image" Target="../media/image730.png"/><Relationship Id="rId3" Type="http://schemas.openxmlformats.org/officeDocument/2006/relationships/image" Target="../media/image725.png"/><Relationship Id="rId7" Type="http://schemas.openxmlformats.org/officeDocument/2006/relationships/image" Target="../media/image729.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728.png"/><Relationship Id="rId5" Type="http://schemas.openxmlformats.org/officeDocument/2006/relationships/image" Target="../media/image727.png"/><Relationship Id="rId10" Type="http://schemas.openxmlformats.org/officeDocument/2006/relationships/image" Target="../media/image732.jpg"/><Relationship Id="rId4" Type="http://schemas.openxmlformats.org/officeDocument/2006/relationships/image" Target="../media/image726.png"/><Relationship Id="rId9" Type="http://schemas.openxmlformats.org/officeDocument/2006/relationships/image" Target="../media/image731.png"/></Relationships>
</file>

<file path=ppt/slides/_rels/slide89.xml.rels><?xml version="1.0" encoding="UTF-8" standalone="yes"?>
<Relationships xmlns="http://schemas.openxmlformats.org/package/2006/relationships"><Relationship Id="rId8" Type="http://schemas.openxmlformats.org/officeDocument/2006/relationships/image" Target="../media/image732.jpg"/><Relationship Id="rId3" Type="http://schemas.openxmlformats.org/officeDocument/2006/relationships/image" Target="../media/image733.png"/><Relationship Id="rId7" Type="http://schemas.openxmlformats.org/officeDocument/2006/relationships/image" Target="../media/image737.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736.png"/><Relationship Id="rId5" Type="http://schemas.openxmlformats.org/officeDocument/2006/relationships/image" Target="../media/image735.png"/><Relationship Id="rId4" Type="http://schemas.openxmlformats.org/officeDocument/2006/relationships/image" Target="../media/image734.sv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40.xml"/></Relationships>
</file>

<file path=ppt/slides/_rels/slide92.xml.rels><?xml version="1.0" encoding="UTF-8" standalone="yes"?>
<Relationships xmlns="http://schemas.openxmlformats.org/package/2006/relationships"><Relationship Id="rId2" Type="http://schemas.openxmlformats.org/officeDocument/2006/relationships/image" Target="../media/image738.jpeg"/><Relationship Id="rId1" Type="http://schemas.openxmlformats.org/officeDocument/2006/relationships/slideLayout" Target="../slideLayouts/slideLayout41.xml"/></Relationships>
</file>

<file path=ppt/slides/_rels/slide93.xml.rels><?xml version="1.0" encoding="UTF-8" standalone="yes"?>
<Relationships xmlns="http://schemas.openxmlformats.org/package/2006/relationships"><Relationship Id="rId2" Type="http://schemas.openxmlformats.org/officeDocument/2006/relationships/image" Target="../media/image738.jpeg"/><Relationship Id="rId1" Type="http://schemas.openxmlformats.org/officeDocument/2006/relationships/slideLayout" Target="../slideLayouts/slideLayout42.xml"/></Relationships>
</file>

<file path=ppt/slides/_rels/slide94.xml.rels><?xml version="1.0" encoding="UTF-8" standalone="yes"?>
<Relationships xmlns="http://schemas.openxmlformats.org/package/2006/relationships"><Relationship Id="rId2" Type="http://schemas.openxmlformats.org/officeDocument/2006/relationships/image" Target="../media/image739.jpeg"/><Relationship Id="rId1" Type="http://schemas.openxmlformats.org/officeDocument/2006/relationships/slideLayout" Target="../slideLayouts/slideLayout43.xml"/></Relationships>
</file>

<file path=ppt/slides/_rels/slide95.xml.rels><?xml version="1.0" encoding="UTF-8" standalone="yes"?>
<Relationships xmlns="http://schemas.openxmlformats.org/package/2006/relationships"><Relationship Id="rId2" Type="http://schemas.openxmlformats.org/officeDocument/2006/relationships/image" Target="../media/image740.png"/><Relationship Id="rId1" Type="http://schemas.openxmlformats.org/officeDocument/2006/relationships/slideLayout" Target="../slideLayouts/slideLayout44.xml"/></Relationships>
</file>

<file path=ppt/slides/_rels/slide96.xml.rels><?xml version="1.0" encoding="UTF-8" standalone="yes"?>
<Relationships xmlns="http://schemas.openxmlformats.org/package/2006/relationships"><Relationship Id="rId3" Type="http://schemas.openxmlformats.org/officeDocument/2006/relationships/image" Target="../media/image742.svg"/><Relationship Id="rId2" Type="http://schemas.openxmlformats.org/officeDocument/2006/relationships/image" Target="../media/image741.png"/><Relationship Id="rId1" Type="http://schemas.openxmlformats.org/officeDocument/2006/relationships/slideLayout" Target="../slideLayouts/slideLayout45.xml"/></Relationships>
</file>

<file path=ppt/slides/_rels/slide97.xml.rels><?xml version="1.0" encoding="UTF-8" standalone="yes"?>
<Relationships xmlns="http://schemas.openxmlformats.org/package/2006/relationships"><Relationship Id="rId3" Type="http://schemas.openxmlformats.org/officeDocument/2006/relationships/image" Target="../media/image732.jpg"/><Relationship Id="rId2" Type="http://schemas.openxmlformats.org/officeDocument/2006/relationships/image" Target="../media/image743.jpeg"/><Relationship Id="rId1" Type="http://schemas.openxmlformats.org/officeDocument/2006/relationships/slideLayout" Target="../slideLayouts/slideLayout46.xml"/><Relationship Id="rId6" Type="http://schemas.openxmlformats.org/officeDocument/2006/relationships/image" Target="../media/image6.png"/><Relationship Id="rId5" Type="http://schemas.openxmlformats.org/officeDocument/2006/relationships/image" Target="../media/image742.svg"/><Relationship Id="rId4" Type="http://schemas.openxmlformats.org/officeDocument/2006/relationships/image" Target="../media/image741.png"/></Relationships>
</file>

<file path=ppt/slides/_rels/slide9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44.jpeg"/><Relationship Id="rId1" Type="http://schemas.openxmlformats.org/officeDocument/2006/relationships/slideLayout" Target="../slideLayouts/slideLayout47.xml"/></Relationships>
</file>

<file path=ppt/slides/_rels/slide9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45.jpeg"/><Relationship Id="rId1" Type="http://schemas.openxmlformats.org/officeDocument/2006/relationships/slideLayout" Target="../slideLayouts/slideLayout48.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8" Type="http://schemas.openxmlformats.org/officeDocument/2006/relationships/image" Target="../media/image750.png"/><Relationship Id="rId3" Type="http://schemas.openxmlformats.org/officeDocument/2006/relationships/image" Target="../media/image582.png"/><Relationship Id="rId7" Type="http://schemas.openxmlformats.org/officeDocument/2006/relationships/image" Target="../media/image749.sv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748.png"/><Relationship Id="rId11" Type="http://schemas.openxmlformats.org/officeDocument/2006/relationships/image" Target="../media/image753.svg"/><Relationship Id="rId5" Type="http://schemas.openxmlformats.org/officeDocument/2006/relationships/image" Target="../media/image747.svg"/><Relationship Id="rId10" Type="http://schemas.openxmlformats.org/officeDocument/2006/relationships/image" Target="../media/image752.png"/><Relationship Id="rId4" Type="http://schemas.openxmlformats.org/officeDocument/2006/relationships/image" Target="../media/image746.png"/><Relationship Id="rId9" Type="http://schemas.openxmlformats.org/officeDocument/2006/relationships/image" Target="../media/image751.svg"/></Relationships>
</file>

<file path=ppt/slides/_rels/slide103.xml.rels><?xml version="1.0" encoding="UTF-8" standalone="yes"?>
<Relationships xmlns="http://schemas.openxmlformats.org/package/2006/relationships"><Relationship Id="rId3" Type="http://schemas.openxmlformats.org/officeDocument/2006/relationships/image" Target="../media/image754.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755.svg"/></Relationships>
</file>

<file path=ppt/slides/_rels/slide104.xml.rels><?xml version="1.0" encoding="UTF-8" standalone="yes"?>
<Relationships xmlns="http://schemas.openxmlformats.org/package/2006/relationships"><Relationship Id="rId3" Type="http://schemas.openxmlformats.org/officeDocument/2006/relationships/image" Target="../media/image756.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757.svg"/></Relationships>
</file>

<file path=ppt/slides/_rels/slide105.xml.rels><?xml version="1.0" encoding="UTF-8" standalone="yes"?>
<Relationships xmlns="http://schemas.openxmlformats.org/package/2006/relationships"><Relationship Id="rId3" Type="http://schemas.openxmlformats.org/officeDocument/2006/relationships/image" Target="../media/image750.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751.svg"/></Relationships>
</file>

<file path=ppt/slides/_rels/slide106.xml.rels><?xml version="1.0" encoding="UTF-8" standalone="yes"?>
<Relationships xmlns="http://schemas.openxmlformats.org/package/2006/relationships"><Relationship Id="rId2" Type="http://schemas.openxmlformats.org/officeDocument/2006/relationships/image" Target="../media/image758.png"/><Relationship Id="rId1" Type="http://schemas.openxmlformats.org/officeDocument/2006/relationships/slideLayout" Target="../slideLayouts/slideLayout33.xml"/></Relationships>
</file>

<file path=ppt/slides/_rels/slide107.xml.rels><?xml version="1.0" encoding="UTF-8" standalone="yes"?>
<Relationships xmlns="http://schemas.openxmlformats.org/package/2006/relationships"><Relationship Id="rId2" Type="http://schemas.openxmlformats.org/officeDocument/2006/relationships/image" Target="../media/image759.png"/><Relationship Id="rId1" Type="http://schemas.openxmlformats.org/officeDocument/2006/relationships/slideLayout" Target="../slideLayouts/slideLayout34.xml"/></Relationships>
</file>

<file path=ppt/slides/_rels/slide108.xml.rels><?xml version="1.0" encoding="UTF-8" standalone="yes"?>
<Relationships xmlns="http://schemas.openxmlformats.org/package/2006/relationships"><Relationship Id="rId3" Type="http://schemas.openxmlformats.org/officeDocument/2006/relationships/image" Target="../media/image761.png"/><Relationship Id="rId2" Type="http://schemas.openxmlformats.org/officeDocument/2006/relationships/image" Target="../media/image760.png"/><Relationship Id="rId1" Type="http://schemas.openxmlformats.org/officeDocument/2006/relationships/slideLayout" Target="../slideLayouts/slideLayout35.xml"/></Relationships>
</file>

<file path=ppt/slides/_rels/slide109.xml.rels><?xml version="1.0" encoding="UTF-8" standalone="yes"?>
<Relationships xmlns="http://schemas.openxmlformats.org/package/2006/relationships"><Relationship Id="rId2" Type="http://schemas.openxmlformats.org/officeDocument/2006/relationships/image" Target="../media/image762.png"/><Relationship Id="rId1" Type="http://schemas.openxmlformats.org/officeDocument/2006/relationships/slideLayout" Target="../slideLayouts/slideLayout36.xml"/></Relationships>
</file>

<file path=ppt/slides/_rels/slide110.xml.rels><?xml version="1.0" encoding="UTF-8" standalone="yes"?>
<Relationships xmlns="http://schemas.openxmlformats.org/package/2006/relationships"><Relationship Id="rId3" Type="http://schemas.openxmlformats.org/officeDocument/2006/relationships/image" Target="../media/image625.png"/><Relationship Id="rId2" Type="http://schemas.openxmlformats.org/officeDocument/2006/relationships/image" Target="../media/image599.png"/><Relationship Id="rId1" Type="http://schemas.openxmlformats.org/officeDocument/2006/relationships/slideLayout" Target="../slideLayouts/slideLayout2.xml"/><Relationship Id="rId4" Type="http://schemas.openxmlformats.org/officeDocument/2006/relationships/image" Target="../media/image626.svg"/></Relationships>
</file>

<file path=ppt/slides/_rels/slide111.xml.rels><?xml version="1.0" encoding="UTF-8" standalone="yes"?>
<Relationships xmlns="http://schemas.openxmlformats.org/package/2006/relationships"><Relationship Id="rId3" Type="http://schemas.openxmlformats.org/officeDocument/2006/relationships/image" Target="../media/image625.png"/><Relationship Id="rId2" Type="http://schemas.openxmlformats.org/officeDocument/2006/relationships/image" Target="../media/image599.png"/><Relationship Id="rId1" Type="http://schemas.openxmlformats.org/officeDocument/2006/relationships/slideLayout" Target="../slideLayouts/slideLayout2.xml"/><Relationship Id="rId4" Type="http://schemas.openxmlformats.org/officeDocument/2006/relationships/image" Target="../media/image626.svg"/></Relationships>
</file>

<file path=ppt/slides/_rels/slide112.xml.rels><?xml version="1.0" encoding="UTF-8" standalone="yes"?>
<Relationships xmlns="http://schemas.openxmlformats.org/package/2006/relationships"><Relationship Id="rId3" Type="http://schemas.openxmlformats.org/officeDocument/2006/relationships/image" Target="../media/image625.png"/><Relationship Id="rId2" Type="http://schemas.openxmlformats.org/officeDocument/2006/relationships/image" Target="../media/image599.png"/><Relationship Id="rId1" Type="http://schemas.openxmlformats.org/officeDocument/2006/relationships/slideLayout" Target="../slideLayouts/slideLayout2.xml"/><Relationship Id="rId4" Type="http://schemas.openxmlformats.org/officeDocument/2006/relationships/image" Target="../media/image626.svg"/></Relationships>
</file>

<file path=ppt/slides/_rels/slide113.xml.rels><?xml version="1.0" encoding="UTF-8" standalone="yes"?>
<Relationships xmlns="http://schemas.openxmlformats.org/package/2006/relationships"><Relationship Id="rId3" Type="http://schemas.openxmlformats.org/officeDocument/2006/relationships/image" Target="../media/image625.png"/><Relationship Id="rId2" Type="http://schemas.openxmlformats.org/officeDocument/2006/relationships/image" Target="../media/image599.png"/><Relationship Id="rId1" Type="http://schemas.openxmlformats.org/officeDocument/2006/relationships/slideLayout" Target="../slideLayouts/slideLayout2.xml"/><Relationship Id="rId4" Type="http://schemas.openxmlformats.org/officeDocument/2006/relationships/image" Target="../media/image626.svg"/></Relationships>
</file>

<file path=ppt/slides/_rels/slide114.xml.rels><?xml version="1.0" encoding="UTF-8" standalone="yes"?>
<Relationships xmlns="http://schemas.openxmlformats.org/package/2006/relationships"><Relationship Id="rId3" Type="http://schemas.openxmlformats.org/officeDocument/2006/relationships/image" Target="../media/image625.png"/><Relationship Id="rId2" Type="http://schemas.openxmlformats.org/officeDocument/2006/relationships/image" Target="../media/image599.png"/><Relationship Id="rId1" Type="http://schemas.openxmlformats.org/officeDocument/2006/relationships/slideLayout" Target="../slideLayouts/slideLayout2.xml"/><Relationship Id="rId4" Type="http://schemas.openxmlformats.org/officeDocument/2006/relationships/image" Target="../media/image626.svg"/></Relationships>
</file>

<file path=ppt/slides/_rels/slide115.xml.rels><?xml version="1.0" encoding="UTF-8" standalone="yes"?>
<Relationships xmlns="http://schemas.openxmlformats.org/package/2006/relationships"><Relationship Id="rId3" Type="http://schemas.openxmlformats.org/officeDocument/2006/relationships/image" Target="../media/image625.png"/><Relationship Id="rId2" Type="http://schemas.openxmlformats.org/officeDocument/2006/relationships/image" Target="../media/image599.png"/><Relationship Id="rId1" Type="http://schemas.openxmlformats.org/officeDocument/2006/relationships/slideLayout" Target="../slideLayouts/slideLayout2.xml"/><Relationship Id="rId4" Type="http://schemas.openxmlformats.org/officeDocument/2006/relationships/image" Target="../media/image626.svg"/></Relationships>
</file>

<file path=ppt/slides/_rels/slide116.xml.rels><?xml version="1.0" encoding="UTF-8" standalone="yes"?>
<Relationships xmlns="http://schemas.openxmlformats.org/package/2006/relationships"><Relationship Id="rId3" Type="http://schemas.openxmlformats.org/officeDocument/2006/relationships/image" Target="../media/image625.png"/><Relationship Id="rId2" Type="http://schemas.openxmlformats.org/officeDocument/2006/relationships/image" Target="../media/image599.png"/><Relationship Id="rId1" Type="http://schemas.openxmlformats.org/officeDocument/2006/relationships/slideLayout" Target="../slideLayouts/slideLayout2.xml"/><Relationship Id="rId4" Type="http://schemas.openxmlformats.org/officeDocument/2006/relationships/image" Target="../media/image626.svg"/></Relationships>
</file>

<file path=ppt/slides/_rels/slide117.xml.rels><?xml version="1.0" encoding="UTF-8" standalone="yes"?>
<Relationships xmlns="http://schemas.openxmlformats.org/package/2006/relationships"><Relationship Id="rId3" Type="http://schemas.openxmlformats.org/officeDocument/2006/relationships/image" Target="../media/image625.png"/><Relationship Id="rId2" Type="http://schemas.openxmlformats.org/officeDocument/2006/relationships/image" Target="../media/image599.png"/><Relationship Id="rId1" Type="http://schemas.openxmlformats.org/officeDocument/2006/relationships/slideLayout" Target="../slideLayouts/slideLayout2.xml"/><Relationship Id="rId4" Type="http://schemas.openxmlformats.org/officeDocument/2006/relationships/image" Target="../media/image626.sv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49.xml"/></Relationships>
</file>

<file path=ppt/slides/_rels/slide133.xml.rels><?xml version="1.0" encoding="UTF-8" standalone="yes"?>
<Relationships xmlns="http://schemas.openxmlformats.org/package/2006/relationships"><Relationship Id="rId3" Type="http://schemas.openxmlformats.org/officeDocument/2006/relationships/image" Target="../media/image763.png"/><Relationship Id="rId2" Type="http://schemas.openxmlformats.org/officeDocument/2006/relationships/notesSlide" Target="../notesSlides/notesSlide41.xml"/><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5599" y="6181139"/>
            <a:ext cx="2628453" cy="321692"/>
          </a:xfrm>
          <a:prstGeom prst="rect">
            <a:avLst/>
          </a:prstGeom>
          <a:noFill/>
          <a:ln/>
        </p:spPr>
        <p:txBody>
          <a:bodyPr wrap="square" lIns="0" tIns="0" rIns="0" bIns="0" rtlCol="0" anchor="b"/>
          <a:lstStyle/>
          <a:p>
            <a:pPr>
              <a:lnSpc>
                <a:spcPts val="1100"/>
              </a:lnSpc>
            </a:pPr>
            <a:r>
              <a:rPr lang="en-US" sz="1000" dirty="0">
                <a:solidFill>
                  <a:srgbClr val="000000">
                    <a:alpha val="100000"/>
                  </a:srgbClr>
                </a:solidFill>
                <a:ea typeface="Stapel" pitchFamily="34" charset="-122"/>
                <a:cs typeface="Stapel" pitchFamily="34" charset="-120"/>
              </a:rPr>
              <a:t>Базовые правила работы </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со шрифтами в презентации</a:t>
            </a:r>
            <a:endParaRPr lang="en-US" sz="1000" dirty="0"/>
          </a:p>
        </p:txBody>
      </p:sp>
      <p:sp>
        <p:nvSpPr>
          <p:cNvPr id="3" name="Text 1"/>
          <p:cNvSpPr/>
          <p:nvPr/>
        </p:nvSpPr>
        <p:spPr>
          <a:xfrm>
            <a:off x="355599" y="4021590"/>
            <a:ext cx="2628453" cy="601055"/>
          </a:xfrm>
          <a:prstGeom prst="rect">
            <a:avLst/>
          </a:prstGeom>
          <a:noFill/>
          <a:ln/>
        </p:spPr>
        <p:txBody>
          <a:bodyPr wrap="square" lIns="0" tIns="0" rIns="0" bIns="0" rtlCol="0" anchor="b"/>
          <a:lstStyle/>
          <a:p>
            <a:pPr>
              <a:lnSpc>
                <a:spcPts val="1100"/>
              </a:lnSpc>
            </a:pPr>
            <a:r>
              <a:rPr lang="en-US" sz="1000" dirty="0">
                <a:solidFill>
                  <a:srgbClr val="000000">
                    <a:alpha val="100000"/>
                  </a:srgbClr>
                </a:solidFill>
                <a:ea typeface="Stapel" pitchFamily="34" charset="-122"/>
                <a:cs typeface="Stapel" pitchFamily="34" charset="-120"/>
              </a:rPr>
              <a:t>В текстовые стили добавлено начертание </a:t>
            </a:r>
            <a:r>
              <a:rPr lang="en-US" sz="1000" dirty="0">
                <a:solidFill>
                  <a:srgbClr val="000000">
                    <a:alpha val="100000"/>
                  </a:srgbClr>
                </a:solidFill>
                <a:latin typeface="Stapel Medium" panose="020B0604020202020204" pitchFamily="34" charset="-52"/>
                <a:ea typeface="Stapel" pitchFamily="34" charset="-122"/>
                <a:cs typeface="Stapel" pitchFamily="34" charset="-120"/>
              </a:rPr>
              <a:t>Medium</a:t>
            </a:r>
            <a:r>
              <a:rPr lang="en-US" sz="1000" dirty="0">
                <a:solidFill>
                  <a:srgbClr val="000000">
                    <a:alpha val="100000"/>
                  </a:srgbClr>
                </a:solidFill>
                <a:ea typeface="Stapel" pitchFamily="34" charset="-122"/>
                <a:cs typeface="Stapel" pitchFamily="34" charset="-120"/>
              </a:rPr>
              <a:t>. Его допускается </a:t>
            </a:r>
            <a:r>
              <a:rPr lang="en-US" sz="1000" dirty="0" err="1">
                <a:solidFill>
                  <a:srgbClr val="000000">
                    <a:alpha val="100000"/>
                  </a:srgbClr>
                </a:solidFill>
                <a:ea typeface="Stapel" pitchFamily="34" charset="-122"/>
                <a:cs typeface="Stapel" pitchFamily="34" charset="-120"/>
              </a:rPr>
              <a:t>применять</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для</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заголовков</a:t>
            </a:r>
            <a:r>
              <a:rPr lang="en-US" sz="1000" dirty="0">
                <a:solidFill>
                  <a:srgbClr val="000000">
                    <a:alpha val="100000"/>
                  </a:srgbClr>
                </a:solidFill>
                <a:ea typeface="Stapel" pitchFamily="34" charset="-122"/>
                <a:cs typeface="Stapel" pitchFamily="34" charset="-120"/>
              </a:rPr>
              <a:t> H4 (16pt)</a:t>
            </a:r>
            <a:endParaRPr lang="en-US" sz="1000" dirty="0"/>
          </a:p>
        </p:txBody>
      </p:sp>
      <p:sp>
        <p:nvSpPr>
          <p:cNvPr id="4" name="Text 2"/>
          <p:cNvSpPr/>
          <p:nvPr/>
        </p:nvSpPr>
        <p:spPr>
          <a:xfrm>
            <a:off x="355598" y="4804648"/>
            <a:ext cx="2628453" cy="461373"/>
          </a:xfrm>
          <a:prstGeom prst="rect">
            <a:avLst/>
          </a:prstGeom>
          <a:noFill/>
          <a:ln/>
        </p:spPr>
        <p:txBody>
          <a:bodyPr wrap="square" lIns="0" tIns="0" rIns="0" bIns="0" rtlCol="0" anchor="b"/>
          <a:lstStyle/>
          <a:p>
            <a:pPr>
              <a:lnSpc>
                <a:spcPts val="1100"/>
              </a:lnSpc>
            </a:pPr>
            <a:r>
              <a:rPr lang="en-US" sz="1000" dirty="0">
                <a:solidFill>
                  <a:srgbClr val="000000">
                    <a:alpha val="100000"/>
                  </a:srgbClr>
                </a:solidFill>
                <a:ea typeface="Stapel" pitchFamily="34" charset="-122"/>
                <a:cs typeface="Stapel" pitchFamily="34" charset="-120"/>
              </a:rPr>
              <a:t>Использование Medium </a:t>
            </a:r>
            <a:r>
              <a:rPr lang="en-US" sz="1000" dirty="0" err="1">
                <a:solidFill>
                  <a:srgbClr val="000000">
                    <a:alpha val="100000"/>
                  </a:srgbClr>
                </a:solidFill>
                <a:ea typeface="Stapel" pitchFamily="34" charset="-122"/>
                <a:cs typeface="Stapel" pitchFamily="34" charset="-120"/>
              </a:rPr>
              <a:t>для</a:t>
            </a:r>
            <a:r>
              <a:rPr lang="en-US" sz="1000" dirty="0">
                <a:solidFill>
                  <a:srgbClr val="000000">
                    <a:alpha val="100000"/>
                  </a:srgbClr>
                </a:solidFill>
                <a:ea typeface="Stapel" pitchFamily="34" charset="-122"/>
                <a:cs typeface="Stapel" pitchFamily="34" charset="-120"/>
              </a:rPr>
              <a:t> </a:t>
            </a:r>
            <a:r>
              <a:rPr lang="ru-RU" sz="1000" dirty="0">
                <a:solidFill>
                  <a:srgbClr val="000000">
                    <a:alpha val="100000"/>
                  </a:srgbClr>
                </a:solidFill>
                <a:ea typeface="Stapel" pitchFamily="34" charset="-122"/>
                <a:cs typeface="Stapel" pitchFamily="34" charset="-120"/>
              </a:rPr>
              <a:t>стилей </a:t>
            </a:r>
            <a:r>
              <a:rPr lang="en-US" sz="1000" dirty="0">
                <a:solidFill>
                  <a:srgbClr val="000000">
                    <a:alpha val="100000"/>
                  </a:srgbClr>
                </a:solidFill>
                <a:ea typeface="Stapel" pitchFamily="34" charset="-122"/>
                <a:cs typeface="Stapel" pitchFamily="34" charset="-120"/>
              </a:rPr>
              <a:t>Main Text (12 </a:t>
            </a:r>
            <a:r>
              <a:rPr lang="en-US" sz="1000" dirty="0" err="1">
                <a:solidFill>
                  <a:srgbClr val="000000">
                    <a:alpha val="100000"/>
                  </a:srgbClr>
                </a:solidFill>
                <a:ea typeface="Stapel" pitchFamily="34" charset="-122"/>
                <a:cs typeface="Stapel" pitchFamily="34" charset="-120"/>
              </a:rPr>
              <a:t>pt</a:t>
            </a:r>
            <a:r>
              <a:rPr lang="en-US" sz="1000" dirty="0">
                <a:solidFill>
                  <a:srgbClr val="000000">
                    <a:alpha val="100000"/>
                  </a:srgbClr>
                </a:solidFill>
                <a:ea typeface="Stapel" pitchFamily="34" charset="-122"/>
                <a:cs typeface="Stapel" pitchFamily="34" charset="-120"/>
              </a:rPr>
              <a:t>) </a:t>
            </a:r>
            <a:r>
              <a:rPr lang="ru-RU" sz="1000" dirty="0">
                <a:solidFill>
                  <a:srgbClr val="000000">
                    <a:alpha val="100000"/>
                  </a:srgbClr>
                </a:solidFill>
                <a:ea typeface="Stapel" pitchFamily="34" charset="-122"/>
                <a:cs typeface="Stapel" pitchFamily="34" charset="-120"/>
              </a:rPr>
              <a:t>и </a:t>
            </a:r>
            <a:r>
              <a:rPr lang="en-US" sz="1000" dirty="0">
                <a:solidFill>
                  <a:srgbClr val="000000">
                    <a:alpha val="100000"/>
                  </a:srgbClr>
                </a:solidFill>
                <a:ea typeface="Stapel" pitchFamily="34" charset="-122"/>
                <a:cs typeface="Stapel" pitchFamily="34" charset="-120"/>
              </a:rPr>
              <a:t>Text (10 </a:t>
            </a:r>
            <a:r>
              <a:rPr lang="en-US" sz="1000" dirty="0" err="1">
                <a:solidFill>
                  <a:srgbClr val="000000">
                    <a:alpha val="100000"/>
                  </a:srgbClr>
                </a:solidFill>
                <a:ea typeface="Stapel" pitchFamily="34" charset="-122"/>
                <a:cs typeface="Stapel" pitchFamily="34" charset="-120"/>
              </a:rPr>
              <a:t>pt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разрешено</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исключительно</a:t>
            </a:r>
            <a:r>
              <a:rPr lang="en-US" sz="1000" dirty="0">
                <a:solidFill>
                  <a:srgbClr val="000000">
                    <a:alpha val="100000"/>
                  </a:srgbClr>
                </a:solidFill>
                <a:ea typeface="Stapel" pitchFamily="34" charset="-122"/>
                <a:cs typeface="Stapel" pitchFamily="34" charset="-120"/>
              </a:rPr>
              <a:t> </a:t>
            </a:r>
            <a:r>
              <a:rPr lang="ru-RU" sz="1000" dirty="0">
                <a:solidFill>
                  <a:srgbClr val="000000">
                    <a:alpha val="100000"/>
                  </a:srgbClr>
                </a:solidFill>
                <a:ea typeface="Stapel" pitchFamily="34" charset="-122"/>
                <a:cs typeface="Stapel" pitchFamily="34" charset="-120"/>
              </a:rPr>
              <a:t>для </a:t>
            </a:r>
            <a:r>
              <a:rPr lang="en-US" sz="1000" dirty="0" err="1">
                <a:solidFill>
                  <a:srgbClr val="000000">
                    <a:alpha val="100000"/>
                  </a:srgbClr>
                </a:solidFill>
                <a:ea typeface="Stapel" pitchFamily="34" charset="-122"/>
                <a:cs typeface="Stapel" pitchFamily="34" charset="-120"/>
              </a:rPr>
              <a:t>выделени</a:t>
            </a:r>
            <a:r>
              <a:rPr lang="ru-RU" sz="1000" dirty="0">
                <a:solidFill>
                  <a:srgbClr val="000000">
                    <a:alpha val="100000"/>
                  </a:srgbClr>
                </a:solidFill>
                <a:ea typeface="Stapel" pitchFamily="34" charset="-122"/>
                <a:cs typeface="Stapel" pitchFamily="34" charset="-120"/>
              </a:rPr>
              <a:t>я</a:t>
            </a:r>
            <a:r>
              <a:rPr lang="en-US" sz="1000" dirty="0">
                <a:solidFill>
                  <a:srgbClr val="000000">
                    <a:alpha val="100000"/>
                  </a:srgbClr>
                </a:solidFill>
                <a:ea typeface="Stapel" pitchFamily="34" charset="-122"/>
                <a:cs typeface="Stapel" pitchFamily="34" charset="-120"/>
              </a:rPr>
              <a:t> ключевых фраз.</a:t>
            </a:r>
            <a:endParaRPr lang="en-US" sz="1000" dirty="0"/>
          </a:p>
        </p:txBody>
      </p:sp>
      <p:sp>
        <p:nvSpPr>
          <p:cNvPr id="5" name="Text 3"/>
          <p:cNvSpPr/>
          <p:nvPr/>
        </p:nvSpPr>
        <p:spPr>
          <a:xfrm>
            <a:off x="355599" y="1479804"/>
            <a:ext cx="2907851" cy="512167"/>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Ш</a:t>
            </a:r>
            <a:r>
              <a:rPr lang="en-US" sz="1600" dirty="0">
                <a:solidFill>
                  <a:srgbClr val="000000">
                    <a:alpha val="100000"/>
                  </a:srgbClr>
                </a:solidFill>
                <a:latin typeface="Stapel" panose="020B0504020202020204" pitchFamily="34" charset="-52"/>
                <a:ea typeface="Stapel" pitchFamily="34" charset="-122"/>
                <a:cs typeface="Stapel" pitchFamily="34" charset="-120"/>
              </a:rPr>
              <a:t>риф</a:t>
            </a:r>
            <a:r>
              <a:rPr lang="en-US" sz="1600" dirty="0">
                <a:solidFill>
                  <a:srgbClr val="000000">
                    <a:alpha val="100000"/>
                  </a:srgbClr>
                </a:solidFill>
                <a:ea typeface="Stapel" pitchFamily="34" charset="-122"/>
                <a:cs typeface="Stapel" pitchFamily="34" charset="-120"/>
              </a:rPr>
              <a:t>т презентации —</a:t>
            </a:r>
            <a:endParaRPr lang="en-US" sz="1600" dirty="0"/>
          </a:p>
          <a:p>
            <a:pPr>
              <a:lnSpc>
                <a:spcPts val="1760"/>
              </a:lnSpc>
            </a:pPr>
            <a:r>
              <a:rPr lang="en-US" sz="1600" dirty="0" err="1">
                <a:solidFill>
                  <a:srgbClr val="000000">
                    <a:alpha val="100000"/>
                  </a:srgbClr>
                </a:solidFill>
                <a:ea typeface="Stapel" pitchFamily="34" charset="-122"/>
                <a:cs typeface="Stapel" pitchFamily="34" charset="-120"/>
              </a:rPr>
              <a:t>Stapel</a:t>
            </a:r>
            <a:endParaRPr lang="en-US" sz="1600" dirty="0"/>
          </a:p>
        </p:txBody>
      </p:sp>
      <p:sp>
        <p:nvSpPr>
          <p:cNvPr id="6" name="Text 4"/>
          <p:cNvSpPr/>
          <p:nvPr/>
        </p:nvSpPr>
        <p:spPr>
          <a:xfrm>
            <a:off x="4559277" y="2093557"/>
            <a:ext cx="626530" cy="543913"/>
          </a:xfrm>
          <a:prstGeom prst="rect">
            <a:avLst/>
          </a:prstGeom>
          <a:noFill/>
          <a:ln/>
        </p:spPr>
        <p:txBody>
          <a:bodyPr wrap="square" lIns="0" tIns="0" rIns="0" bIns="0" rtlCol="0" anchor="ctr"/>
          <a:lstStyle/>
          <a:p>
            <a:pPr>
              <a:lnSpc>
                <a:spcPts val="3359"/>
              </a:lnSpc>
            </a:pPr>
            <a:r>
              <a:rPr lang="en-US" sz="2799" kern="0" spc="-28" dirty="0">
                <a:solidFill>
                  <a:srgbClr val="000000">
                    <a:alpha val="100000"/>
                  </a:srgbClr>
                </a:solidFill>
                <a:ea typeface="Stapel" pitchFamily="34" charset="-122"/>
                <a:cs typeface="Stapel" pitchFamily="34" charset="-120"/>
              </a:rPr>
              <a:t>H2</a:t>
            </a:r>
            <a:endParaRPr lang="en-US" sz="2799" dirty="0"/>
          </a:p>
        </p:txBody>
      </p:sp>
      <p:sp>
        <p:nvSpPr>
          <p:cNvPr id="7" name="Text 5"/>
          <p:cNvSpPr/>
          <p:nvPr/>
        </p:nvSpPr>
        <p:spPr>
          <a:xfrm>
            <a:off x="7111963" y="2298847"/>
            <a:ext cx="2223234"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second level header</a:t>
            </a:r>
            <a:endParaRPr lang="en-US" sz="1000" dirty="0"/>
          </a:p>
        </p:txBody>
      </p:sp>
      <p:sp>
        <p:nvSpPr>
          <p:cNvPr id="8" name="Text 6"/>
          <p:cNvSpPr/>
          <p:nvPr/>
        </p:nvSpPr>
        <p:spPr>
          <a:xfrm>
            <a:off x="10039298" y="2298847"/>
            <a:ext cx="848779"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regular, 28 pt</a:t>
            </a:r>
            <a:endParaRPr lang="en-US" sz="1000" dirty="0"/>
          </a:p>
        </p:txBody>
      </p:sp>
      <p:sp>
        <p:nvSpPr>
          <p:cNvPr id="9" name="Text 7"/>
          <p:cNvSpPr/>
          <p:nvPr/>
        </p:nvSpPr>
        <p:spPr>
          <a:xfrm>
            <a:off x="4559277" y="2866040"/>
            <a:ext cx="452965" cy="338622"/>
          </a:xfrm>
          <a:prstGeom prst="rect">
            <a:avLst/>
          </a:prstGeom>
          <a:noFill/>
          <a:ln/>
        </p:spPr>
        <p:txBody>
          <a:bodyPr wrap="square" lIns="0" tIns="0" rIns="0" bIns="0" rtlCol="0" anchor="ctr"/>
          <a:lstStyle/>
          <a:p>
            <a:pPr>
              <a:lnSpc>
                <a:spcPts val="2000"/>
              </a:lnSpc>
            </a:pPr>
            <a:r>
              <a:rPr lang="en-US" sz="2000" dirty="0">
                <a:solidFill>
                  <a:srgbClr val="000000">
                    <a:alpha val="100000"/>
                  </a:srgbClr>
                </a:solidFill>
                <a:ea typeface="Stapel" pitchFamily="34" charset="-122"/>
                <a:cs typeface="Stapel" pitchFamily="34" charset="-120"/>
              </a:rPr>
              <a:t>H3</a:t>
            </a:r>
            <a:endParaRPr lang="en-US" sz="2000" dirty="0"/>
          </a:p>
        </p:txBody>
      </p:sp>
      <p:sp>
        <p:nvSpPr>
          <p:cNvPr id="10" name="Text 8"/>
          <p:cNvSpPr/>
          <p:nvPr/>
        </p:nvSpPr>
        <p:spPr>
          <a:xfrm>
            <a:off x="7111963" y="2965511"/>
            <a:ext cx="2223234"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third level header</a:t>
            </a:r>
            <a:endParaRPr lang="en-US" sz="1000" dirty="0"/>
          </a:p>
        </p:txBody>
      </p:sp>
      <p:sp>
        <p:nvSpPr>
          <p:cNvPr id="11" name="Text 9"/>
          <p:cNvSpPr/>
          <p:nvPr/>
        </p:nvSpPr>
        <p:spPr>
          <a:xfrm>
            <a:off x="10039298" y="2965511"/>
            <a:ext cx="848779"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regular, 20 pt</a:t>
            </a:r>
            <a:endParaRPr lang="en-US" sz="1000" dirty="0"/>
          </a:p>
        </p:txBody>
      </p:sp>
      <p:sp>
        <p:nvSpPr>
          <p:cNvPr id="12" name="Text 10"/>
          <p:cNvSpPr/>
          <p:nvPr/>
        </p:nvSpPr>
        <p:spPr>
          <a:xfrm>
            <a:off x="4559277" y="3458630"/>
            <a:ext cx="359832" cy="289946"/>
          </a:xfrm>
          <a:prstGeom prst="rect">
            <a:avLst/>
          </a:prstGeom>
          <a:noFill/>
          <a:ln/>
        </p:spPr>
        <p:txBody>
          <a:bodyPr wrap="square" lIns="0" tIns="0" rIns="0" bIns="0" rtlCol="0" anchor="ctr"/>
          <a:lstStyle/>
          <a:p>
            <a:pPr>
              <a:lnSpc>
                <a:spcPts val="1760"/>
              </a:lnSpc>
            </a:pPr>
            <a:r>
              <a:rPr lang="en-US" sz="1600">
                <a:solidFill>
                  <a:srgbClr val="000000">
                    <a:alpha val="100000"/>
                  </a:srgbClr>
                </a:solidFill>
                <a:ea typeface="Stapel" pitchFamily="34" charset="-122"/>
                <a:cs typeface="Stapel" pitchFamily="34" charset="-120"/>
              </a:rPr>
              <a:t>H4</a:t>
            </a:r>
            <a:endParaRPr lang="en-US" sz="1600" dirty="0"/>
          </a:p>
        </p:txBody>
      </p:sp>
      <p:sp>
        <p:nvSpPr>
          <p:cNvPr id="13" name="Text 11"/>
          <p:cNvSpPr/>
          <p:nvPr/>
        </p:nvSpPr>
        <p:spPr>
          <a:xfrm>
            <a:off x="7111963" y="3530587"/>
            <a:ext cx="2329453"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level four header</a:t>
            </a:r>
            <a:endParaRPr lang="en-US" sz="1000" dirty="0"/>
          </a:p>
        </p:txBody>
      </p:sp>
      <p:sp>
        <p:nvSpPr>
          <p:cNvPr id="14" name="Text 12"/>
          <p:cNvSpPr/>
          <p:nvPr/>
        </p:nvSpPr>
        <p:spPr>
          <a:xfrm>
            <a:off x="10083748" y="3530587"/>
            <a:ext cx="804329"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regular, 16 pt</a:t>
            </a:r>
            <a:endParaRPr lang="en-US" sz="1000" dirty="0"/>
          </a:p>
        </p:txBody>
      </p:sp>
      <p:sp>
        <p:nvSpPr>
          <p:cNvPr id="15" name="Text 13"/>
          <p:cNvSpPr/>
          <p:nvPr/>
        </p:nvSpPr>
        <p:spPr>
          <a:xfrm>
            <a:off x="4559277" y="4019473"/>
            <a:ext cx="273048" cy="215872"/>
          </a:xfrm>
          <a:prstGeom prst="rect">
            <a:avLst/>
          </a:prstGeom>
          <a:noFill/>
          <a:ln/>
        </p:spPr>
        <p:txBody>
          <a:bodyPr wrap="square" lIns="0" tIns="0" rIns="0" bIns="0" rtlCol="0" anchor="ctr"/>
          <a:lstStyle/>
          <a:p>
            <a:pPr>
              <a:lnSpc>
                <a:spcPts val="1320"/>
              </a:lnSpc>
            </a:pPr>
            <a:r>
              <a:rPr lang="en-US" sz="1200" dirty="0">
                <a:solidFill>
                  <a:srgbClr val="000000">
                    <a:alpha val="100000"/>
                  </a:srgbClr>
                </a:solidFill>
                <a:ea typeface="Stapel" pitchFamily="34" charset="-122"/>
                <a:cs typeface="Stapel" pitchFamily="34" charset="-120"/>
              </a:rPr>
              <a:t>H5</a:t>
            </a:r>
            <a:endParaRPr lang="en-US" sz="1200" dirty="0"/>
          </a:p>
        </p:txBody>
      </p:sp>
      <p:sp>
        <p:nvSpPr>
          <p:cNvPr id="16" name="Text 14"/>
          <p:cNvSpPr/>
          <p:nvPr/>
        </p:nvSpPr>
        <p:spPr>
          <a:xfrm>
            <a:off x="7111963" y="4057568"/>
            <a:ext cx="2329453"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level four header</a:t>
            </a:r>
            <a:endParaRPr lang="en-US" sz="1000" dirty="0"/>
          </a:p>
        </p:txBody>
      </p:sp>
      <p:sp>
        <p:nvSpPr>
          <p:cNvPr id="17" name="Text 15"/>
          <p:cNvSpPr/>
          <p:nvPr/>
        </p:nvSpPr>
        <p:spPr>
          <a:xfrm>
            <a:off x="10083748" y="4057568"/>
            <a:ext cx="804329"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regular, 12 pt</a:t>
            </a:r>
            <a:endParaRPr lang="en-US" sz="1000" dirty="0"/>
          </a:p>
        </p:txBody>
      </p:sp>
      <p:sp>
        <p:nvSpPr>
          <p:cNvPr id="18" name="Text 16"/>
          <p:cNvSpPr/>
          <p:nvPr/>
        </p:nvSpPr>
        <p:spPr>
          <a:xfrm>
            <a:off x="4559277" y="4514709"/>
            <a:ext cx="273048" cy="215872"/>
          </a:xfrm>
          <a:prstGeom prst="rect">
            <a:avLst/>
          </a:prstGeom>
          <a:noFill/>
          <a:ln/>
        </p:spPr>
        <p:txBody>
          <a:bodyPr wrap="square" lIns="0" tIns="0" rIns="0" bIns="0" rtlCol="0" anchor="ctr"/>
          <a:lstStyle/>
          <a:p>
            <a:pPr>
              <a:lnSpc>
                <a:spcPts val="1320"/>
              </a:lnSpc>
            </a:pPr>
            <a:r>
              <a:rPr lang="en-US" sz="1200" dirty="0">
                <a:solidFill>
                  <a:srgbClr val="000000">
                    <a:alpha val="100000"/>
                  </a:srgbClr>
                </a:solidFill>
                <a:latin typeface="Stapel Medium" panose="020B0604020202020204" pitchFamily="34" charset="-52"/>
                <a:ea typeface="Stapel Medium" pitchFamily="34" charset="-122"/>
                <a:cs typeface="Stapel Medium" pitchFamily="34" charset="-120"/>
              </a:rPr>
              <a:t>H5</a:t>
            </a:r>
            <a:endParaRPr lang="en-US" sz="1200" dirty="0">
              <a:latin typeface="Stapel Medium" panose="020B0604020202020204" pitchFamily="34" charset="-52"/>
            </a:endParaRPr>
          </a:p>
        </p:txBody>
      </p:sp>
      <p:sp>
        <p:nvSpPr>
          <p:cNvPr id="19" name="Text 17"/>
          <p:cNvSpPr/>
          <p:nvPr/>
        </p:nvSpPr>
        <p:spPr>
          <a:xfrm>
            <a:off x="7111963" y="4552804"/>
            <a:ext cx="2329453"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Medium" panose="020B0604020202020204" pitchFamily="34" charset="-52"/>
                <a:ea typeface="Stapel Medium" pitchFamily="34" charset="-122"/>
                <a:cs typeface="Stapel Medium" pitchFamily="34" charset="-120"/>
              </a:rPr>
              <a:t>level four header</a:t>
            </a:r>
            <a:endParaRPr lang="en-US" sz="1000" dirty="0">
              <a:latin typeface="Stapel Medium" panose="020B0604020202020204" pitchFamily="34" charset="-52"/>
            </a:endParaRPr>
          </a:p>
        </p:txBody>
      </p:sp>
      <p:sp>
        <p:nvSpPr>
          <p:cNvPr id="20" name="Text 18"/>
          <p:cNvSpPr/>
          <p:nvPr/>
        </p:nvSpPr>
        <p:spPr>
          <a:xfrm>
            <a:off x="10007548" y="4552804"/>
            <a:ext cx="880529"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Medium" panose="020B0604020202020204" pitchFamily="34" charset="-52"/>
                <a:ea typeface="Stapel Medium" pitchFamily="34" charset="-122"/>
                <a:cs typeface="Stapel Medium" pitchFamily="34" charset="-120"/>
              </a:rPr>
              <a:t>medium, 12 pt</a:t>
            </a:r>
            <a:endParaRPr lang="en-US" sz="1000" dirty="0">
              <a:latin typeface="Stapel Medium" panose="020B0604020202020204" pitchFamily="34" charset="-52"/>
            </a:endParaRPr>
          </a:p>
        </p:txBody>
      </p:sp>
      <p:sp>
        <p:nvSpPr>
          <p:cNvPr id="21" name="Text 19"/>
          <p:cNvSpPr/>
          <p:nvPr/>
        </p:nvSpPr>
        <p:spPr>
          <a:xfrm>
            <a:off x="4559277" y="5484010"/>
            <a:ext cx="315382"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latin typeface="Stapel Medium" panose="020B0604020202020204" pitchFamily="34" charset="-52"/>
                <a:ea typeface="Stapel Medium" pitchFamily="34" charset="-122"/>
                <a:cs typeface="Stapel Medium" pitchFamily="34" charset="-120"/>
              </a:rPr>
              <a:t>Text</a:t>
            </a:r>
            <a:endParaRPr lang="en-US" sz="1000" dirty="0">
              <a:latin typeface="Stapel Medium" panose="020B0604020202020204" pitchFamily="34" charset="-52"/>
            </a:endParaRPr>
          </a:p>
        </p:txBody>
      </p:sp>
      <p:sp>
        <p:nvSpPr>
          <p:cNvPr id="22" name="Text 20"/>
          <p:cNvSpPr/>
          <p:nvPr/>
        </p:nvSpPr>
        <p:spPr>
          <a:xfrm>
            <a:off x="7111964" y="5505174"/>
            <a:ext cx="1682026"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Medium" panose="020B0604020202020204" pitchFamily="34" charset="-52"/>
                <a:ea typeface="Stapel Medium" pitchFamily="34" charset="-122"/>
                <a:cs typeface="Stapel Medium" pitchFamily="34" charset="-120"/>
              </a:rPr>
              <a:t>main text</a:t>
            </a:r>
            <a:endParaRPr lang="en-US" sz="1000" dirty="0">
              <a:latin typeface="Stapel Medium" panose="020B0604020202020204" pitchFamily="34" charset="-52"/>
            </a:endParaRPr>
          </a:p>
        </p:txBody>
      </p:sp>
      <p:sp>
        <p:nvSpPr>
          <p:cNvPr id="23" name="Text 21"/>
          <p:cNvSpPr/>
          <p:nvPr/>
        </p:nvSpPr>
        <p:spPr>
          <a:xfrm>
            <a:off x="10007548" y="5505174"/>
            <a:ext cx="880529"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Medium" panose="020B0604020202020204" pitchFamily="34" charset="-52"/>
                <a:ea typeface="Stapel Medium" pitchFamily="34" charset="-122"/>
                <a:cs typeface="Stapel Medium" pitchFamily="34" charset="-120"/>
              </a:rPr>
              <a:t>medium, 10 pt</a:t>
            </a:r>
            <a:endParaRPr lang="en-US" sz="1000" dirty="0">
              <a:latin typeface="Stapel Medium" panose="020B0604020202020204" pitchFamily="34" charset="-52"/>
            </a:endParaRPr>
          </a:p>
        </p:txBody>
      </p:sp>
      <p:sp>
        <p:nvSpPr>
          <p:cNvPr id="24" name="Text 22"/>
          <p:cNvSpPr/>
          <p:nvPr/>
        </p:nvSpPr>
        <p:spPr>
          <a:xfrm>
            <a:off x="4559276" y="5014171"/>
            <a:ext cx="309032"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Text</a:t>
            </a:r>
            <a:endParaRPr lang="en-US" sz="1000" dirty="0"/>
          </a:p>
        </p:txBody>
      </p:sp>
      <p:sp>
        <p:nvSpPr>
          <p:cNvPr id="25" name="Text 23"/>
          <p:cNvSpPr/>
          <p:nvPr/>
        </p:nvSpPr>
        <p:spPr>
          <a:xfrm>
            <a:off x="7111964" y="5035335"/>
            <a:ext cx="1682026"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main text</a:t>
            </a:r>
            <a:endParaRPr lang="en-US" sz="1000" dirty="0"/>
          </a:p>
        </p:txBody>
      </p:sp>
      <p:sp>
        <p:nvSpPr>
          <p:cNvPr id="26" name="Text 24"/>
          <p:cNvSpPr/>
          <p:nvPr/>
        </p:nvSpPr>
        <p:spPr>
          <a:xfrm>
            <a:off x="10083748" y="5035335"/>
            <a:ext cx="804329"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regular, 10 pt</a:t>
            </a:r>
            <a:endParaRPr lang="en-US" sz="1000" dirty="0"/>
          </a:p>
        </p:txBody>
      </p:sp>
      <p:sp>
        <p:nvSpPr>
          <p:cNvPr id="27" name="Text 25"/>
          <p:cNvSpPr/>
          <p:nvPr/>
        </p:nvSpPr>
        <p:spPr>
          <a:xfrm>
            <a:off x="4559277" y="5953855"/>
            <a:ext cx="35348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Links</a:t>
            </a:r>
            <a:endParaRPr lang="en-US" sz="1000" dirty="0"/>
          </a:p>
        </p:txBody>
      </p:sp>
      <p:sp>
        <p:nvSpPr>
          <p:cNvPr id="28" name="Text 26"/>
          <p:cNvSpPr/>
          <p:nvPr/>
        </p:nvSpPr>
        <p:spPr>
          <a:xfrm>
            <a:off x="7111964" y="5981368"/>
            <a:ext cx="1682026"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link text</a:t>
            </a:r>
            <a:endParaRPr lang="en-US" sz="1000" dirty="0"/>
          </a:p>
        </p:txBody>
      </p:sp>
      <p:sp>
        <p:nvSpPr>
          <p:cNvPr id="29" name="Text 27"/>
          <p:cNvSpPr/>
          <p:nvPr/>
        </p:nvSpPr>
        <p:spPr>
          <a:xfrm>
            <a:off x="10083748" y="5981368"/>
            <a:ext cx="804329"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regular, 10 pt</a:t>
            </a:r>
            <a:endParaRPr lang="en-US" sz="1000" dirty="0"/>
          </a:p>
        </p:txBody>
      </p:sp>
      <p:sp>
        <p:nvSpPr>
          <p:cNvPr id="48" name="Image 0" descr=" "/>
          <p:cNvSpPr/>
          <p:nvPr/>
        </p:nvSpPr>
        <p:spPr>
          <a:xfrm>
            <a:off x="4559277" y="1898849"/>
            <a:ext cx="6286467" cy="6349"/>
          </a:xfrm>
          <a:custGeom>
            <a:avLst/>
            <a:gdLst>
              <a:gd name="connsiteX0" fmla="*/ 0 w 12574572"/>
              <a:gd name="connsiteY0" fmla="*/ 0 h 12700"/>
              <a:gd name="connsiteX1" fmla="*/ 12574572 w 12574572"/>
              <a:gd name="connsiteY1" fmla="*/ 0 h 12700"/>
            </a:gdLst>
            <a:ahLst/>
            <a:cxnLst>
              <a:cxn ang="0">
                <a:pos x="connsiteX0" y="connsiteY0"/>
              </a:cxn>
              <a:cxn ang="0">
                <a:pos x="connsiteX1" y="connsiteY1"/>
              </a:cxn>
            </a:cxnLst>
            <a:rect l="l" t="t" r="r" b="b"/>
            <a:pathLst>
              <a:path w="12574572" h="12700">
                <a:moveTo>
                  <a:pt x="0" y="0"/>
                </a:moveTo>
                <a:lnTo>
                  <a:pt x="12574572" y="0"/>
                </a:lnTo>
              </a:path>
            </a:pathLst>
          </a:custGeom>
          <a:noFill/>
          <a:ln w="12700" cap="flat">
            <a:solidFill>
              <a:srgbClr val="000000"/>
            </a:solidFill>
            <a:prstDash val="solid"/>
            <a:miter/>
          </a:ln>
        </p:spPr>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endParaRPr lang="ru-RU" sz="450"/>
          </a:p>
        </p:txBody>
      </p:sp>
      <p:sp>
        <p:nvSpPr>
          <p:cNvPr id="49" name="Image 1" descr=" "/>
          <p:cNvSpPr/>
          <p:nvPr/>
        </p:nvSpPr>
        <p:spPr>
          <a:xfrm>
            <a:off x="4559277" y="2654401"/>
            <a:ext cx="6286467" cy="6349"/>
          </a:xfrm>
          <a:custGeom>
            <a:avLst/>
            <a:gdLst>
              <a:gd name="connsiteX0" fmla="*/ 0 w 12574572"/>
              <a:gd name="connsiteY0" fmla="*/ 0 h 12700"/>
              <a:gd name="connsiteX1" fmla="*/ 12574572 w 12574572"/>
              <a:gd name="connsiteY1" fmla="*/ 0 h 12700"/>
            </a:gdLst>
            <a:ahLst/>
            <a:cxnLst>
              <a:cxn ang="0">
                <a:pos x="connsiteX0" y="connsiteY0"/>
              </a:cxn>
              <a:cxn ang="0">
                <a:pos x="connsiteX1" y="connsiteY1"/>
              </a:cxn>
            </a:cxnLst>
            <a:rect l="l" t="t" r="r" b="b"/>
            <a:pathLst>
              <a:path w="12574572" h="12700">
                <a:moveTo>
                  <a:pt x="0" y="0"/>
                </a:moveTo>
                <a:lnTo>
                  <a:pt x="12574572" y="0"/>
                </a:lnTo>
              </a:path>
            </a:pathLst>
          </a:custGeom>
          <a:noFill/>
          <a:ln w="12700" cap="flat">
            <a:solidFill>
              <a:srgbClr val="000000"/>
            </a:solidFill>
            <a:prstDash val="solid"/>
            <a:miter/>
          </a:ln>
        </p:spPr>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endParaRPr lang="ru-RU" sz="450"/>
          </a:p>
        </p:txBody>
      </p:sp>
      <p:sp>
        <p:nvSpPr>
          <p:cNvPr id="50" name="Image 2" descr=" "/>
          <p:cNvSpPr/>
          <p:nvPr/>
        </p:nvSpPr>
        <p:spPr>
          <a:xfrm>
            <a:off x="4559277" y="3238525"/>
            <a:ext cx="6286467" cy="6349"/>
          </a:xfrm>
          <a:custGeom>
            <a:avLst/>
            <a:gdLst>
              <a:gd name="connsiteX0" fmla="*/ 0 w 12574572"/>
              <a:gd name="connsiteY0" fmla="*/ 0 h 12700"/>
              <a:gd name="connsiteX1" fmla="*/ 12574572 w 12574572"/>
              <a:gd name="connsiteY1" fmla="*/ 0 h 12700"/>
            </a:gdLst>
            <a:ahLst/>
            <a:cxnLst>
              <a:cxn ang="0">
                <a:pos x="connsiteX0" y="connsiteY0"/>
              </a:cxn>
              <a:cxn ang="0">
                <a:pos x="connsiteX1" y="connsiteY1"/>
              </a:cxn>
            </a:cxnLst>
            <a:rect l="l" t="t" r="r" b="b"/>
            <a:pathLst>
              <a:path w="12574572" h="12700">
                <a:moveTo>
                  <a:pt x="0" y="0"/>
                </a:moveTo>
                <a:lnTo>
                  <a:pt x="12574572" y="0"/>
                </a:lnTo>
              </a:path>
            </a:pathLst>
          </a:custGeom>
          <a:noFill/>
          <a:ln w="12700" cap="flat">
            <a:solidFill>
              <a:srgbClr val="000000"/>
            </a:solidFill>
            <a:prstDash val="solid"/>
            <a:miter/>
          </a:ln>
        </p:spPr>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endParaRPr lang="ru-RU" sz="450"/>
          </a:p>
        </p:txBody>
      </p:sp>
      <p:sp>
        <p:nvSpPr>
          <p:cNvPr id="51" name="Image 3" descr=" "/>
          <p:cNvSpPr/>
          <p:nvPr/>
        </p:nvSpPr>
        <p:spPr>
          <a:xfrm>
            <a:off x="4559277" y="3790903"/>
            <a:ext cx="6286467" cy="6349"/>
          </a:xfrm>
          <a:custGeom>
            <a:avLst/>
            <a:gdLst>
              <a:gd name="connsiteX0" fmla="*/ 0 w 12574572"/>
              <a:gd name="connsiteY0" fmla="*/ 0 h 12700"/>
              <a:gd name="connsiteX1" fmla="*/ 12574572 w 12574572"/>
              <a:gd name="connsiteY1" fmla="*/ 0 h 12700"/>
            </a:gdLst>
            <a:ahLst/>
            <a:cxnLst>
              <a:cxn ang="0">
                <a:pos x="connsiteX0" y="connsiteY0"/>
              </a:cxn>
              <a:cxn ang="0">
                <a:pos x="connsiteX1" y="connsiteY1"/>
              </a:cxn>
            </a:cxnLst>
            <a:rect l="l" t="t" r="r" b="b"/>
            <a:pathLst>
              <a:path w="12574572" h="12700">
                <a:moveTo>
                  <a:pt x="0" y="0"/>
                </a:moveTo>
                <a:lnTo>
                  <a:pt x="12574572" y="0"/>
                </a:lnTo>
              </a:path>
            </a:pathLst>
          </a:custGeom>
          <a:noFill/>
          <a:ln w="12700" cap="flat">
            <a:solidFill>
              <a:srgbClr val="000000"/>
            </a:solidFill>
            <a:prstDash val="solid"/>
            <a:miter/>
          </a:ln>
        </p:spPr>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endParaRPr lang="ru-RU" sz="450"/>
          </a:p>
        </p:txBody>
      </p:sp>
      <p:sp>
        <p:nvSpPr>
          <p:cNvPr id="52" name="Image 4" descr=" "/>
          <p:cNvSpPr/>
          <p:nvPr/>
        </p:nvSpPr>
        <p:spPr>
          <a:xfrm>
            <a:off x="4559277" y="4286138"/>
            <a:ext cx="6286467" cy="6349"/>
          </a:xfrm>
          <a:custGeom>
            <a:avLst/>
            <a:gdLst>
              <a:gd name="connsiteX0" fmla="*/ 0 w 12574572"/>
              <a:gd name="connsiteY0" fmla="*/ 0 h 12700"/>
              <a:gd name="connsiteX1" fmla="*/ 12574572 w 12574572"/>
              <a:gd name="connsiteY1" fmla="*/ 0 h 12700"/>
            </a:gdLst>
            <a:ahLst/>
            <a:cxnLst>
              <a:cxn ang="0">
                <a:pos x="connsiteX0" y="connsiteY0"/>
              </a:cxn>
              <a:cxn ang="0">
                <a:pos x="connsiteX1" y="connsiteY1"/>
              </a:cxn>
            </a:cxnLst>
            <a:rect l="l" t="t" r="r" b="b"/>
            <a:pathLst>
              <a:path w="12574572" h="12700">
                <a:moveTo>
                  <a:pt x="0" y="0"/>
                </a:moveTo>
                <a:lnTo>
                  <a:pt x="12574572" y="0"/>
                </a:lnTo>
              </a:path>
            </a:pathLst>
          </a:custGeom>
          <a:noFill/>
          <a:ln w="12700" cap="flat">
            <a:solidFill>
              <a:srgbClr val="000000">
                <a:alpha val="10000"/>
              </a:srgbClr>
            </a:solidFill>
            <a:prstDash val="solid"/>
            <a:miter/>
          </a:ln>
        </p:spPr>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endParaRPr lang="ru-RU" sz="450"/>
          </a:p>
        </p:txBody>
      </p:sp>
      <p:sp>
        <p:nvSpPr>
          <p:cNvPr id="53" name="Image 5" descr=" "/>
          <p:cNvSpPr/>
          <p:nvPr/>
        </p:nvSpPr>
        <p:spPr>
          <a:xfrm>
            <a:off x="4559277" y="4781374"/>
            <a:ext cx="6286467" cy="6349"/>
          </a:xfrm>
          <a:custGeom>
            <a:avLst/>
            <a:gdLst>
              <a:gd name="connsiteX0" fmla="*/ 0 w 12574572"/>
              <a:gd name="connsiteY0" fmla="*/ 0 h 12700"/>
              <a:gd name="connsiteX1" fmla="*/ 12574572 w 12574572"/>
              <a:gd name="connsiteY1" fmla="*/ 0 h 12700"/>
            </a:gdLst>
            <a:ahLst/>
            <a:cxnLst>
              <a:cxn ang="0">
                <a:pos x="connsiteX0" y="connsiteY0"/>
              </a:cxn>
              <a:cxn ang="0">
                <a:pos x="connsiteX1" y="connsiteY1"/>
              </a:cxn>
            </a:cxnLst>
            <a:rect l="l" t="t" r="r" b="b"/>
            <a:pathLst>
              <a:path w="12574572" h="12700">
                <a:moveTo>
                  <a:pt x="0" y="0"/>
                </a:moveTo>
                <a:lnTo>
                  <a:pt x="12574572" y="0"/>
                </a:lnTo>
              </a:path>
            </a:pathLst>
          </a:custGeom>
          <a:noFill/>
          <a:ln w="12700" cap="flat">
            <a:solidFill>
              <a:srgbClr val="000000"/>
            </a:solidFill>
            <a:prstDash val="solid"/>
            <a:miter/>
          </a:ln>
        </p:spPr>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endParaRPr lang="ru-RU" sz="450"/>
          </a:p>
        </p:txBody>
      </p:sp>
      <p:sp>
        <p:nvSpPr>
          <p:cNvPr id="55" name="Image 6" descr=" "/>
          <p:cNvSpPr/>
          <p:nvPr/>
        </p:nvSpPr>
        <p:spPr>
          <a:xfrm>
            <a:off x="4559277" y="5721052"/>
            <a:ext cx="6286467" cy="6349"/>
          </a:xfrm>
          <a:custGeom>
            <a:avLst/>
            <a:gdLst>
              <a:gd name="connsiteX0" fmla="*/ 0 w 12574572"/>
              <a:gd name="connsiteY0" fmla="*/ 0 h 12700"/>
              <a:gd name="connsiteX1" fmla="*/ 12574572 w 12574572"/>
              <a:gd name="connsiteY1" fmla="*/ 0 h 12700"/>
            </a:gdLst>
            <a:ahLst/>
            <a:cxnLst>
              <a:cxn ang="0">
                <a:pos x="connsiteX0" y="connsiteY0"/>
              </a:cxn>
              <a:cxn ang="0">
                <a:pos x="connsiteX1" y="connsiteY1"/>
              </a:cxn>
            </a:cxnLst>
            <a:rect l="l" t="t" r="r" b="b"/>
            <a:pathLst>
              <a:path w="12574572" h="12700">
                <a:moveTo>
                  <a:pt x="0" y="0"/>
                </a:moveTo>
                <a:lnTo>
                  <a:pt x="12574572" y="0"/>
                </a:lnTo>
              </a:path>
            </a:pathLst>
          </a:custGeom>
          <a:noFill/>
          <a:ln w="12700" cap="flat">
            <a:solidFill>
              <a:srgbClr val="000000"/>
            </a:solidFill>
            <a:prstDash val="solid"/>
            <a:miter/>
          </a:ln>
        </p:spPr>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endParaRPr lang="ru-RU" sz="450"/>
          </a:p>
        </p:txBody>
      </p:sp>
      <p:sp>
        <p:nvSpPr>
          <p:cNvPr id="54" name="Image 7" descr=" "/>
          <p:cNvSpPr/>
          <p:nvPr/>
        </p:nvSpPr>
        <p:spPr>
          <a:xfrm>
            <a:off x="4559277" y="5251213"/>
            <a:ext cx="6286467" cy="6349"/>
          </a:xfrm>
          <a:custGeom>
            <a:avLst/>
            <a:gdLst>
              <a:gd name="connsiteX0" fmla="*/ 0 w 12574572"/>
              <a:gd name="connsiteY0" fmla="*/ 0 h 12700"/>
              <a:gd name="connsiteX1" fmla="*/ 12574572 w 12574572"/>
              <a:gd name="connsiteY1" fmla="*/ 0 h 12700"/>
            </a:gdLst>
            <a:ahLst/>
            <a:cxnLst>
              <a:cxn ang="0">
                <a:pos x="connsiteX0" y="connsiteY0"/>
              </a:cxn>
              <a:cxn ang="0">
                <a:pos x="connsiteX1" y="connsiteY1"/>
              </a:cxn>
            </a:cxnLst>
            <a:rect l="l" t="t" r="r" b="b"/>
            <a:pathLst>
              <a:path w="12574572" h="12700">
                <a:moveTo>
                  <a:pt x="0" y="0"/>
                </a:moveTo>
                <a:lnTo>
                  <a:pt x="12574572" y="0"/>
                </a:lnTo>
              </a:path>
            </a:pathLst>
          </a:custGeom>
          <a:noFill/>
          <a:ln w="12700" cap="flat">
            <a:solidFill>
              <a:srgbClr val="000000">
                <a:alpha val="10000"/>
              </a:srgbClr>
            </a:solidFill>
            <a:prstDash val="solid"/>
            <a:miter/>
          </a:ln>
        </p:spPr>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endParaRPr lang="ru-RU" sz="450"/>
          </a:p>
        </p:txBody>
      </p:sp>
      <p:sp>
        <p:nvSpPr>
          <p:cNvPr id="38" name="Text 28"/>
          <p:cNvSpPr/>
          <p:nvPr/>
        </p:nvSpPr>
        <p:spPr>
          <a:xfrm>
            <a:off x="7111963" y="1435360"/>
            <a:ext cx="2223234"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first level header</a:t>
            </a:r>
            <a:endParaRPr lang="en-US" sz="1000" dirty="0"/>
          </a:p>
        </p:txBody>
      </p:sp>
      <p:sp>
        <p:nvSpPr>
          <p:cNvPr id="39" name="Text 29"/>
          <p:cNvSpPr/>
          <p:nvPr/>
        </p:nvSpPr>
        <p:spPr>
          <a:xfrm>
            <a:off x="10039298" y="1435360"/>
            <a:ext cx="848779"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regular, 36 pt</a:t>
            </a:r>
            <a:endParaRPr lang="en-US" sz="1000" dirty="0"/>
          </a:p>
        </p:txBody>
      </p:sp>
      <p:sp>
        <p:nvSpPr>
          <p:cNvPr id="40" name="Text 30"/>
          <p:cNvSpPr/>
          <p:nvPr/>
        </p:nvSpPr>
        <p:spPr>
          <a:xfrm>
            <a:off x="4559277" y="1200440"/>
            <a:ext cx="641346" cy="609521"/>
          </a:xfrm>
          <a:prstGeom prst="rect">
            <a:avLst/>
          </a:prstGeom>
          <a:noFill/>
          <a:ln/>
        </p:spPr>
        <p:txBody>
          <a:bodyPr wrap="square" lIns="0" tIns="0" rIns="0" bIns="0" rtlCol="0" anchor="ctr"/>
          <a:lstStyle/>
          <a:p>
            <a:pPr>
              <a:lnSpc>
                <a:spcPts val="3599"/>
              </a:lnSpc>
            </a:pPr>
            <a:r>
              <a:rPr lang="en-US" sz="3599" kern="0" spc="-36" dirty="0">
                <a:solidFill>
                  <a:srgbClr val="000000">
                    <a:alpha val="100000"/>
                  </a:srgbClr>
                </a:solidFill>
                <a:ea typeface="Stapel" pitchFamily="34" charset="-122"/>
                <a:cs typeface="Stapel" pitchFamily="34" charset="-120"/>
              </a:rPr>
              <a:t>H1</a:t>
            </a:r>
            <a:endParaRPr lang="en-US" sz="3599" dirty="0"/>
          </a:p>
        </p:txBody>
      </p:sp>
      <p:sp>
        <p:nvSpPr>
          <p:cNvPr id="41" name="Text 31"/>
          <p:cNvSpPr/>
          <p:nvPr/>
        </p:nvSpPr>
        <p:spPr>
          <a:xfrm>
            <a:off x="4559277" y="6364435"/>
            <a:ext cx="497414" cy="154496"/>
          </a:xfrm>
          <a:prstGeom prst="rect">
            <a:avLst/>
          </a:prstGeom>
          <a:noFill/>
          <a:ln/>
        </p:spPr>
        <p:txBody>
          <a:bodyPr wrap="square" lIns="0" tIns="0" rIns="0" bIns="0" rtlCol="0" anchor="ctr"/>
          <a:lstStyle/>
          <a:p>
            <a:pPr>
              <a:lnSpc>
                <a:spcPts val="960"/>
              </a:lnSpc>
            </a:pPr>
            <a:r>
              <a:rPr lang="en-US" sz="800" dirty="0">
                <a:solidFill>
                  <a:srgbClr val="000000">
                    <a:alpha val="100000"/>
                  </a:srgbClr>
                </a:solidFill>
                <a:ea typeface="Stapel" pitchFamily="34" charset="-122"/>
                <a:cs typeface="Stapel" pitchFamily="34" charset="-120"/>
              </a:rPr>
              <a:t>Smal text</a:t>
            </a:r>
            <a:endParaRPr lang="en-US" sz="800" dirty="0"/>
          </a:p>
        </p:txBody>
      </p:sp>
      <p:sp>
        <p:nvSpPr>
          <p:cNvPr id="42" name="Text 32"/>
          <p:cNvSpPr/>
          <p:nvPr/>
        </p:nvSpPr>
        <p:spPr>
          <a:xfrm>
            <a:off x="7111964" y="6362318"/>
            <a:ext cx="1682026"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caption text</a:t>
            </a:r>
            <a:endParaRPr lang="en-US" sz="1000" dirty="0"/>
          </a:p>
        </p:txBody>
      </p:sp>
      <p:sp>
        <p:nvSpPr>
          <p:cNvPr id="43" name="Text 33"/>
          <p:cNvSpPr/>
          <p:nvPr/>
        </p:nvSpPr>
        <p:spPr>
          <a:xfrm>
            <a:off x="10128198" y="6362318"/>
            <a:ext cx="759880"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regular, 8 pt</a:t>
            </a:r>
            <a:endParaRPr lang="en-US" sz="1000" dirty="0"/>
          </a:p>
        </p:txBody>
      </p:sp>
      <p:sp>
        <p:nvSpPr>
          <p:cNvPr id="56" name="Image 8" descr=" "/>
          <p:cNvSpPr/>
          <p:nvPr/>
        </p:nvSpPr>
        <p:spPr>
          <a:xfrm>
            <a:off x="4559277" y="6197240"/>
            <a:ext cx="6286467" cy="6349"/>
          </a:xfrm>
          <a:custGeom>
            <a:avLst/>
            <a:gdLst>
              <a:gd name="connsiteX0" fmla="*/ 0 w 12574572"/>
              <a:gd name="connsiteY0" fmla="*/ 0 h 12700"/>
              <a:gd name="connsiteX1" fmla="*/ 12574572 w 12574572"/>
              <a:gd name="connsiteY1" fmla="*/ 0 h 12700"/>
            </a:gdLst>
            <a:ahLst/>
            <a:cxnLst>
              <a:cxn ang="0">
                <a:pos x="connsiteX0" y="connsiteY0"/>
              </a:cxn>
              <a:cxn ang="0">
                <a:pos x="connsiteX1" y="connsiteY1"/>
              </a:cxn>
            </a:cxnLst>
            <a:rect l="l" t="t" r="r" b="b"/>
            <a:pathLst>
              <a:path w="12574572" h="12700">
                <a:moveTo>
                  <a:pt x="0" y="0"/>
                </a:moveTo>
                <a:lnTo>
                  <a:pt x="12574572" y="0"/>
                </a:lnTo>
              </a:path>
            </a:pathLst>
          </a:custGeom>
          <a:noFill/>
          <a:ln w="12700" cap="flat">
            <a:solidFill>
              <a:srgbClr val="000000"/>
            </a:solidFill>
            <a:prstDash val="solid"/>
            <a:miter/>
          </a:ln>
        </p:spPr>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endParaRPr lang="ru-RU" sz="450"/>
          </a:p>
        </p:txBody>
      </p:sp>
      <p:sp>
        <p:nvSpPr>
          <p:cNvPr id="34" name="Номер слайда 2">
            <a:extLst>
              <a:ext uri="{FF2B5EF4-FFF2-40B4-BE49-F238E27FC236}">
                <a16:creationId xmlns:a16="http://schemas.microsoft.com/office/drawing/2014/main" id="{1E3A22A8-C9AE-C231-B073-8F11F100E3E0}"/>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1</a:t>
            </a:fld>
            <a:endParaRPr lang="ru-RU"/>
          </a:p>
        </p:txBody>
      </p:sp>
      <p:sp>
        <p:nvSpPr>
          <p:cNvPr id="31" name="Заголовок 30">
            <a:extLst>
              <a:ext uri="{FF2B5EF4-FFF2-40B4-BE49-F238E27FC236}">
                <a16:creationId xmlns:a16="http://schemas.microsoft.com/office/drawing/2014/main" id="{B24CDA63-2FCD-0A86-0A36-8D8DBE7518AE}"/>
              </a:ext>
            </a:extLst>
          </p:cNvPr>
          <p:cNvSpPr>
            <a:spLocks noGrp="1"/>
          </p:cNvSpPr>
          <p:nvPr>
            <p:ph type="title"/>
          </p:nvPr>
        </p:nvSpPr>
        <p:spPr/>
        <p:txBody>
          <a:bodyPr/>
          <a:lstStyle/>
          <a:p>
            <a:r>
              <a:rPr lang="ru-RU" dirty="0"/>
              <a:t>Типографика</a:t>
            </a:r>
          </a:p>
        </p:txBody>
      </p:sp>
      <p:sp>
        <p:nvSpPr>
          <p:cNvPr id="30" name="TextBox 29">
            <a:extLst>
              <a:ext uri="{FF2B5EF4-FFF2-40B4-BE49-F238E27FC236}">
                <a16:creationId xmlns:a16="http://schemas.microsoft.com/office/drawing/2014/main" id="{03C18654-DB4E-5315-AD10-EBB86EEF7887}"/>
              </a:ext>
            </a:extLst>
          </p:cNvPr>
          <p:cNvSpPr txBox="1"/>
          <p:nvPr/>
        </p:nvSpPr>
        <p:spPr>
          <a:xfrm>
            <a:off x="10972800" y="472966"/>
            <a:ext cx="0" cy="0"/>
          </a:xfrm>
          <a:prstGeom prst="rect">
            <a:avLst/>
          </a:prstGeom>
          <a:noFill/>
          <a:ln/>
        </p:spPr>
        <p:txBody>
          <a:bodyPr vert="horz" wrap="none" lIns="0" tIns="0" rIns="0" bIns="0" rtlCol="0" anchor="b">
            <a:normAutofit fontScale="25000" lnSpcReduction="20000"/>
          </a:bodyPr>
          <a:lstStyle/>
          <a:p>
            <a:pPr algn="l"/>
            <a:endParaRPr lang="ru-RU" dirty="0">
              <a:latin typeface="Stapel" panose="020B0504020202020204" pitchFamily="34" charset="-52"/>
            </a:endParaRPr>
          </a:p>
        </p:txBody>
      </p:sp>
      <p:sp>
        <p:nvSpPr>
          <p:cNvPr id="32" name="TextBox 31">
            <a:extLst>
              <a:ext uri="{FF2B5EF4-FFF2-40B4-BE49-F238E27FC236}">
                <a16:creationId xmlns:a16="http://schemas.microsoft.com/office/drawing/2014/main" id="{C0EF75C8-42CD-E682-4F92-5901C1CC19F5}"/>
              </a:ext>
            </a:extLst>
          </p:cNvPr>
          <p:cNvSpPr txBox="1"/>
          <p:nvPr/>
        </p:nvSpPr>
        <p:spPr>
          <a:xfrm>
            <a:off x="11067393" y="536028"/>
            <a:ext cx="0" cy="0"/>
          </a:xfrm>
          <a:prstGeom prst="rect">
            <a:avLst/>
          </a:prstGeom>
          <a:noFill/>
          <a:ln/>
        </p:spPr>
        <p:txBody>
          <a:bodyPr vert="horz" wrap="none" lIns="0" tIns="0" rIns="0" bIns="0" rtlCol="0" anchor="b">
            <a:normAutofit fontScale="25000" lnSpcReduction="20000"/>
          </a:bodyPr>
          <a:lstStyle/>
          <a:p>
            <a:pPr algn="l"/>
            <a:endParaRPr lang="ru-RU" dirty="0">
              <a:latin typeface="Stapel" panose="020B0504020202020204" pitchFamily="34" charset="-52"/>
            </a:endParaRPr>
          </a:p>
        </p:txBody>
      </p:sp>
      <p:sp>
        <p:nvSpPr>
          <p:cNvPr id="33" name="TextBox 32">
            <a:extLst>
              <a:ext uri="{FF2B5EF4-FFF2-40B4-BE49-F238E27FC236}">
                <a16:creationId xmlns:a16="http://schemas.microsoft.com/office/drawing/2014/main" id="{272687F5-56DF-1146-8BCA-2E777BB54780}"/>
              </a:ext>
            </a:extLst>
          </p:cNvPr>
          <p:cNvSpPr txBox="1"/>
          <p:nvPr/>
        </p:nvSpPr>
        <p:spPr>
          <a:xfrm>
            <a:off x="10237076" y="1145628"/>
            <a:ext cx="0" cy="0"/>
          </a:xfrm>
          <a:prstGeom prst="rect">
            <a:avLst/>
          </a:prstGeom>
          <a:noFill/>
          <a:ln/>
        </p:spPr>
        <p:txBody>
          <a:bodyPr vert="horz" wrap="none" lIns="0" tIns="0" rIns="0" bIns="0" rtlCol="0" anchor="b">
            <a:normAutofit fontScale="25000" lnSpcReduction="20000"/>
          </a:bodyPr>
          <a:lstStyle/>
          <a:p>
            <a:pPr algn="l"/>
            <a:endParaRPr lang="ru-RU" dirty="0">
              <a:latin typeface="Stapel" panose="020B0504020202020204" pitchFamily="34" charset="-52"/>
            </a:endParaRPr>
          </a:p>
        </p:txBody>
      </p:sp>
      <p:sp>
        <p:nvSpPr>
          <p:cNvPr id="57" name="Прямоугольник 56">
            <a:extLst>
              <a:ext uri="{FF2B5EF4-FFF2-40B4-BE49-F238E27FC236}">
                <a16:creationId xmlns:a16="http://schemas.microsoft.com/office/drawing/2014/main" id="{FFEA2FB9-C842-43B2-ABE9-6D2847718D14}"/>
              </a:ext>
            </a:extLst>
          </p:cNvPr>
          <p:cNvSpPr/>
          <p:nvPr/>
        </p:nvSpPr>
        <p:spPr>
          <a:xfrm>
            <a:off x="276424" y="2125335"/>
            <a:ext cx="3887603" cy="372281"/>
          </a:xfrm>
          <a:prstGeom prst="rect">
            <a:avLst/>
          </a:prstGeom>
        </p:spPr>
        <p:txBody>
          <a:bodyPr wrap="none">
            <a:spAutoFit/>
          </a:bodyPr>
          <a:lstStyle/>
          <a:p>
            <a:pPr>
              <a:lnSpc>
                <a:spcPts val="1100"/>
              </a:lnSpc>
            </a:pPr>
            <a:r>
              <a:rPr lang="ru-RU" dirty="0">
                <a:solidFill>
                  <a:srgbClr val="CF0522"/>
                </a:solidFill>
                <a:latin typeface="Stapel Medium" panose="020B0604020202020204" pitchFamily="34" charset="-52"/>
              </a:rPr>
              <a:t>НЕ ДОПУСКАЕТСЯ ИСПОЛЬЗОВАТЬ ЖИРНОСТЬ И КУРСИВ. </a:t>
            </a:r>
          </a:p>
          <a:p>
            <a:pPr>
              <a:lnSpc>
                <a:spcPts val="1100"/>
              </a:lnSpc>
            </a:pPr>
            <a:r>
              <a:rPr lang="ru-RU" dirty="0">
                <a:solidFill>
                  <a:srgbClr val="CF0522"/>
                </a:solidFill>
                <a:latin typeface="Stapel Medium" panose="020B0604020202020204" pitchFamily="34" charset="-52"/>
              </a:rPr>
              <a:t>ДЛЯ ВЫДЕЛЕНИЯ ИСПОЛЬЗУЙТЕ НАЧЕРТАНИЕ </a:t>
            </a:r>
            <a:r>
              <a:rPr lang="en-US" dirty="0">
                <a:solidFill>
                  <a:srgbClr val="CF0522"/>
                </a:solidFill>
                <a:latin typeface="Stapel Medium" panose="020B0604020202020204" pitchFamily="34" charset="-52"/>
              </a:rPr>
              <a:t>MEDIUM.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Прямоугольник 30">
            <a:extLst>
              <a:ext uri="{FF2B5EF4-FFF2-40B4-BE49-F238E27FC236}">
                <a16:creationId xmlns:a16="http://schemas.microsoft.com/office/drawing/2014/main" id="{7FDE4FBE-D825-96AD-75A4-DF1BD1DDFE78}"/>
              </a:ext>
            </a:extLst>
          </p:cNvPr>
          <p:cNvSpPr/>
          <p:nvPr/>
        </p:nvSpPr>
        <p:spPr>
          <a:xfrm>
            <a:off x="5130625" y="2000436"/>
            <a:ext cx="914248" cy="222221"/>
          </a:xfrm>
          <a:prstGeom prst="rect">
            <a:avLst/>
          </a:prstGeom>
          <a:solidFill>
            <a:srgbClr val="000000">
              <a:alpha val="4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Прямоугольник 27">
            <a:extLst>
              <a:ext uri="{FF2B5EF4-FFF2-40B4-BE49-F238E27FC236}">
                <a16:creationId xmlns:a16="http://schemas.microsoft.com/office/drawing/2014/main" id="{65145678-6842-4333-FBFA-6F7B89F22D7B}"/>
              </a:ext>
            </a:extLst>
          </p:cNvPr>
          <p:cNvSpPr/>
          <p:nvPr/>
        </p:nvSpPr>
        <p:spPr>
          <a:xfrm>
            <a:off x="4216378" y="2000436"/>
            <a:ext cx="914248" cy="222221"/>
          </a:xfrm>
          <a:prstGeom prst="rect">
            <a:avLst/>
          </a:prstGeom>
          <a:solidFill>
            <a:srgbClr val="000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1" name="Прямоугольник 120">
            <a:extLst>
              <a:ext uri="{FF2B5EF4-FFF2-40B4-BE49-F238E27FC236}">
                <a16:creationId xmlns:a16="http://schemas.microsoft.com/office/drawing/2014/main" id="{AFE1072F-0456-F108-0863-81EBDDC6C720}"/>
              </a:ext>
            </a:extLst>
          </p:cNvPr>
          <p:cNvSpPr/>
          <p:nvPr/>
        </p:nvSpPr>
        <p:spPr>
          <a:xfrm>
            <a:off x="8077158" y="5327403"/>
            <a:ext cx="1828790" cy="222221"/>
          </a:xfrm>
          <a:prstGeom prst="rect">
            <a:avLst/>
          </a:prstGeom>
          <a:solidFill>
            <a:schemeClr val="accent6">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122" name="Прямоугольник 121">
            <a:extLst>
              <a:ext uri="{FF2B5EF4-FFF2-40B4-BE49-F238E27FC236}">
                <a16:creationId xmlns:a16="http://schemas.microsoft.com/office/drawing/2014/main" id="{792114D0-A0BD-6437-7C95-6AE7414F5BBC}"/>
              </a:ext>
            </a:extLst>
          </p:cNvPr>
          <p:cNvSpPr/>
          <p:nvPr/>
        </p:nvSpPr>
        <p:spPr>
          <a:xfrm>
            <a:off x="6146769" y="5327403"/>
            <a:ext cx="1828790" cy="222221"/>
          </a:xfrm>
          <a:prstGeom prst="rect">
            <a:avLst/>
          </a:prstGeom>
          <a:solidFill>
            <a:schemeClr val="accent5">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123" name="Прямоугольник 122">
            <a:extLst>
              <a:ext uri="{FF2B5EF4-FFF2-40B4-BE49-F238E27FC236}">
                <a16:creationId xmlns:a16="http://schemas.microsoft.com/office/drawing/2014/main" id="{E642D2FF-B996-5996-5354-CDE989197A21}"/>
              </a:ext>
            </a:extLst>
          </p:cNvPr>
          <p:cNvSpPr/>
          <p:nvPr/>
        </p:nvSpPr>
        <p:spPr>
          <a:xfrm>
            <a:off x="4216379" y="5327403"/>
            <a:ext cx="1828790" cy="222221"/>
          </a:xfrm>
          <a:prstGeom prst="rect">
            <a:avLst/>
          </a:prstGeom>
          <a:solidFill>
            <a:schemeClr val="accent4">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124" name="Прямоугольник 123">
            <a:extLst>
              <a:ext uri="{FF2B5EF4-FFF2-40B4-BE49-F238E27FC236}">
                <a16:creationId xmlns:a16="http://schemas.microsoft.com/office/drawing/2014/main" id="{9E61A363-B4DF-F3BA-1C04-7EF8C71E3BF6}"/>
              </a:ext>
            </a:extLst>
          </p:cNvPr>
          <p:cNvSpPr/>
          <p:nvPr/>
        </p:nvSpPr>
        <p:spPr>
          <a:xfrm>
            <a:off x="10007549" y="5327403"/>
            <a:ext cx="1828790" cy="222221"/>
          </a:xfrm>
          <a:prstGeom prst="rect">
            <a:avLst/>
          </a:prstGeom>
          <a:solidFill>
            <a:srgbClr val="7D70E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119" name="Прямоугольник 118">
            <a:extLst>
              <a:ext uri="{FF2B5EF4-FFF2-40B4-BE49-F238E27FC236}">
                <a16:creationId xmlns:a16="http://schemas.microsoft.com/office/drawing/2014/main" id="{E1D0BA32-48CE-FBDF-D8CE-47978EBD01A4}"/>
              </a:ext>
            </a:extLst>
          </p:cNvPr>
          <p:cNvSpPr/>
          <p:nvPr/>
        </p:nvSpPr>
        <p:spPr>
          <a:xfrm>
            <a:off x="8077158" y="4133758"/>
            <a:ext cx="1828790" cy="222221"/>
          </a:xfrm>
          <a:prstGeom prst="rect">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117" name="Прямоугольник 116">
            <a:extLst>
              <a:ext uri="{FF2B5EF4-FFF2-40B4-BE49-F238E27FC236}">
                <a16:creationId xmlns:a16="http://schemas.microsoft.com/office/drawing/2014/main" id="{5A7ED7A2-9F36-51AF-78FE-9E79CDCEB99B}"/>
              </a:ext>
            </a:extLst>
          </p:cNvPr>
          <p:cNvSpPr/>
          <p:nvPr/>
        </p:nvSpPr>
        <p:spPr>
          <a:xfrm>
            <a:off x="6146769" y="4133758"/>
            <a:ext cx="1828790" cy="222221"/>
          </a:xfrm>
          <a:prstGeom prst="rect">
            <a:avLst/>
          </a:prstGeom>
          <a:solidFill>
            <a:schemeClr val="accent2">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116" name="Прямоугольник 115">
            <a:extLst>
              <a:ext uri="{FF2B5EF4-FFF2-40B4-BE49-F238E27FC236}">
                <a16:creationId xmlns:a16="http://schemas.microsoft.com/office/drawing/2014/main" id="{07011BB2-9755-7902-8109-36DC0270F9B2}"/>
              </a:ext>
            </a:extLst>
          </p:cNvPr>
          <p:cNvSpPr/>
          <p:nvPr/>
        </p:nvSpPr>
        <p:spPr>
          <a:xfrm>
            <a:off x="4216379" y="4133758"/>
            <a:ext cx="1828790" cy="222221"/>
          </a:xfrm>
          <a:prstGeom prst="rect">
            <a:avLst/>
          </a:prstGeom>
          <a:solidFill>
            <a:schemeClr val="accent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115" name="Прямоугольник 114">
            <a:extLst>
              <a:ext uri="{FF2B5EF4-FFF2-40B4-BE49-F238E27FC236}">
                <a16:creationId xmlns:a16="http://schemas.microsoft.com/office/drawing/2014/main" id="{76CA4C1D-DE7A-1972-9D98-91CBCC7364C2}"/>
              </a:ext>
            </a:extLst>
          </p:cNvPr>
          <p:cNvSpPr/>
          <p:nvPr/>
        </p:nvSpPr>
        <p:spPr>
          <a:xfrm>
            <a:off x="4216379" y="2940114"/>
            <a:ext cx="1828790" cy="222221"/>
          </a:xfrm>
          <a:prstGeom prst="rect">
            <a:avLst/>
          </a:prstGeom>
          <a:solidFill>
            <a:schemeClr val="tx2">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pic>
        <p:nvPicPr>
          <p:cNvPr id="3" name="Image 0" descr=" "/>
          <p:cNvPicPr>
            <a:picLocks noChangeAspect="1"/>
          </p:cNvPicPr>
          <p:nvPr/>
        </p:nvPicPr>
        <p:blipFill>
          <a:blip r:embed="rId3"/>
          <a:stretch>
            <a:fillRect/>
          </a:stretch>
        </p:blipFill>
        <p:spPr>
          <a:xfrm>
            <a:off x="6146769" y="2324244"/>
            <a:ext cx="1828790" cy="838091"/>
          </a:xfrm>
          <a:prstGeom prst="rect">
            <a:avLst/>
          </a:prstGeom>
        </p:spPr>
      </p:pic>
      <p:sp>
        <p:nvSpPr>
          <p:cNvPr id="4" name="Text 1"/>
          <p:cNvSpPr/>
          <p:nvPr/>
        </p:nvSpPr>
        <p:spPr>
          <a:xfrm rot="21600000">
            <a:off x="6302360" y="2488687"/>
            <a:ext cx="613830" cy="182010"/>
          </a:xfrm>
          <a:prstGeom prst="rect">
            <a:avLst/>
          </a:prstGeom>
          <a:noFill/>
          <a:ln/>
        </p:spPr>
        <p:txBody>
          <a:bodyPr wrap="square" lIns="0" tIns="0" rIns="0" bIns="0" rtlCol="0" anchor="t"/>
          <a:lstStyle/>
          <a:p>
            <a:pPr>
              <a:lnSpc>
                <a:spcPts val="1100"/>
              </a:lnSpc>
            </a:pPr>
            <a:r>
              <a:rPr lang="en-US" sz="1000" dirty="0">
                <a:solidFill>
                  <a:srgbClr val="FFFFFF">
                    <a:alpha val="100000"/>
                  </a:srgbClr>
                </a:solidFill>
                <a:ea typeface="Stapel" pitchFamily="34" charset="-122"/>
                <a:cs typeface="Stapel" pitchFamily="34" charset="-120"/>
              </a:rPr>
              <a:t>Градиент</a:t>
            </a:r>
            <a:endParaRPr lang="en-US" sz="1000" dirty="0"/>
          </a:p>
        </p:txBody>
      </p:sp>
      <p:sp>
        <p:nvSpPr>
          <p:cNvPr id="5" name="Shape 2"/>
          <p:cNvSpPr/>
          <p:nvPr/>
        </p:nvSpPr>
        <p:spPr>
          <a:xfrm>
            <a:off x="8077158" y="1378217"/>
            <a:ext cx="1828790" cy="825393"/>
          </a:xfrm>
          <a:prstGeom prst="rect">
            <a:avLst/>
          </a:prstGeom>
          <a:solidFill>
            <a:srgbClr val="F5F4F4">
              <a:alpha val="100000"/>
            </a:srgbClr>
          </a:solidFill>
          <a:ln/>
        </p:spPr>
      </p:sp>
      <p:sp>
        <p:nvSpPr>
          <p:cNvPr id="6" name="Text 3"/>
          <p:cNvSpPr/>
          <p:nvPr/>
        </p:nvSpPr>
        <p:spPr>
          <a:xfrm rot="21600000">
            <a:off x="8223330" y="1541135"/>
            <a:ext cx="677330"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Дымчатый</a:t>
            </a:r>
            <a:endParaRPr lang="en-US" sz="1000" dirty="0"/>
          </a:p>
        </p:txBody>
      </p:sp>
      <p:sp>
        <p:nvSpPr>
          <p:cNvPr id="7" name="Text 4"/>
          <p:cNvSpPr/>
          <p:nvPr/>
        </p:nvSpPr>
        <p:spPr>
          <a:xfrm rot="21600000">
            <a:off x="8229654" y="1707897"/>
            <a:ext cx="571497" cy="177777"/>
          </a:xfrm>
          <a:prstGeom prst="rect">
            <a:avLst/>
          </a:prstGeom>
          <a:noFill/>
          <a:ln/>
        </p:spPr>
        <p:txBody>
          <a:bodyPr wrap="square" lIns="0" tIns="0" rIns="0" bIns="0" rtlCol="0" anchor="t"/>
          <a:lstStyle/>
          <a:p>
            <a:pPr>
              <a:lnSpc>
                <a:spcPts val="1080"/>
              </a:lnSpc>
            </a:pPr>
            <a:r>
              <a:rPr lang="en-US" dirty="0">
                <a:solidFill>
                  <a:srgbClr val="000000">
                    <a:alpha val="100000"/>
                  </a:srgbClr>
                </a:solidFill>
                <a:ea typeface="Stapel" pitchFamily="34" charset="-122"/>
                <a:cs typeface="Stapel" pitchFamily="34" charset="-120"/>
              </a:rPr>
              <a:t>#F5F4F4</a:t>
            </a:r>
            <a:endParaRPr lang="en-US" dirty="0"/>
          </a:p>
        </p:txBody>
      </p:sp>
      <p:sp>
        <p:nvSpPr>
          <p:cNvPr id="8" name="Shape 5"/>
          <p:cNvSpPr/>
          <p:nvPr/>
        </p:nvSpPr>
        <p:spPr>
          <a:xfrm>
            <a:off x="4216379" y="1378217"/>
            <a:ext cx="1828790" cy="844440"/>
          </a:xfrm>
          <a:prstGeom prst="rect">
            <a:avLst/>
          </a:prstGeom>
          <a:noFill/>
          <a:ln/>
        </p:spPr>
      </p:sp>
      <p:sp>
        <p:nvSpPr>
          <p:cNvPr id="9" name="Shape 6"/>
          <p:cNvSpPr/>
          <p:nvPr/>
        </p:nvSpPr>
        <p:spPr>
          <a:xfrm>
            <a:off x="4216379" y="1378217"/>
            <a:ext cx="1828790" cy="622219"/>
          </a:xfrm>
          <a:prstGeom prst="rect">
            <a:avLst/>
          </a:prstGeom>
          <a:solidFill>
            <a:srgbClr val="000000">
              <a:alpha val="100000"/>
            </a:srgbClr>
          </a:solidFill>
          <a:ln/>
        </p:spPr>
      </p:sp>
      <p:sp>
        <p:nvSpPr>
          <p:cNvPr id="10" name="Text 7"/>
          <p:cNvSpPr/>
          <p:nvPr/>
        </p:nvSpPr>
        <p:spPr>
          <a:xfrm rot="21600000">
            <a:off x="4366513" y="1541135"/>
            <a:ext cx="512231" cy="169311"/>
          </a:xfrm>
          <a:prstGeom prst="rect">
            <a:avLst/>
          </a:prstGeom>
          <a:noFill/>
          <a:ln/>
        </p:spPr>
        <p:txBody>
          <a:bodyPr wrap="square" lIns="0" tIns="0" rIns="0" bIns="0" rtlCol="0" anchor="t"/>
          <a:lstStyle/>
          <a:p>
            <a:pPr>
              <a:lnSpc>
                <a:spcPts val="1000"/>
              </a:lnSpc>
            </a:pPr>
            <a:r>
              <a:rPr lang="en-US" sz="1000" dirty="0">
                <a:solidFill>
                  <a:srgbClr val="FFFFFF">
                    <a:alpha val="100000"/>
                  </a:srgbClr>
                </a:solidFill>
                <a:ea typeface="Stapel" pitchFamily="34" charset="-122"/>
                <a:cs typeface="Stapel" pitchFamily="34" charset="-120"/>
              </a:rPr>
              <a:t>Черный</a:t>
            </a:r>
            <a:endParaRPr lang="en-US" sz="1000" dirty="0"/>
          </a:p>
        </p:txBody>
      </p:sp>
      <p:sp>
        <p:nvSpPr>
          <p:cNvPr id="11" name="Text 8"/>
          <p:cNvSpPr/>
          <p:nvPr/>
        </p:nvSpPr>
        <p:spPr>
          <a:xfrm rot="21600000">
            <a:off x="4368879" y="1707038"/>
            <a:ext cx="596897" cy="177777"/>
          </a:xfrm>
          <a:prstGeom prst="rect">
            <a:avLst/>
          </a:prstGeom>
          <a:noFill/>
          <a:ln/>
        </p:spPr>
        <p:txBody>
          <a:bodyPr wrap="square" lIns="0" tIns="0" rIns="0" bIns="0" rtlCol="0" anchor="t"/>
          <a:lstStyle/>
          <a:p>
            <a:pPr>
              <a:lnSpc>
                <a:spcPts val="1080"/>
              </a:lnSpc>
            </a:pPr>
            <a:r>
              <a:rPr lang="en-US" dirty="0">
                <a:solidFill>
                  <a:srgbClr val="FFFFFF">
                    <a:alpha val="100000"/>
                  </a:srgbClr>
                </a:solidFill>
                <a:ea typeface="Stapel" pitchFamily="34" charset="-122"/>
                <a:cs typeface="Stapel" pitchFamily="34" charset="-120"/>
              </a:rPr>
              <a:t>#000000</a:t>
            </a:r>
            <a:endParaRPr lang="en-US" dirty="0"/>
          </a:p>
        </p:txBody>
      </p:sp>
      <p:sp>
        <p:nvSpPr>
          <p:cNvPr id="13" name="Text 9"/>
          <p:cNvSpPr/>
          <p:nvPr/>
        </p:nvSpPr>
        <p:spPr>
          <a:xfrm rot="21600000">
            <a:off x="5661244" y="2051509"/>
            <a:ext cx="262465" cy="154496"/>
          </a:xfrm>
          <a:prstGeom prst="rect">
            <a:avLst/>
          </a:prstGeom>
          <a:noFill/>
          <a:ln/>
        </p:spPr>
        <p:txBody>
          <a:bodyPr wrap="square" lIns="0" tIns="0" rIns="0" bIns="0" rtlCol="0" anchor="t"/>
          <a:lstStyle/>
          <a:p>
            <a:pPr>
              <a:lnSpc>
                <a:spcPts val="960"/>
              </a:lnSpc>
            </a:pPr>
            <a:r>
              <a:rPr lang="ru-RU" sz="800" dirty="0">
                <a:solidFill>
                  <a:srgbClr val="FFFFFF">
                    <a:alpha val="100000"/>
                  </a:srgbClr>
                </a:solidFill>
                <a:ea typeface="Stapel" pitchFamily="34" charset="-122"/>
                <a:cs typeface="Stapel" pitchFamily="34" charset="-120"/>
              </a:rPr>
              <a:t>5</a:t>
            </a:r>
            <a:r>
              <a:rPr lang="en-US" sz="800" dirty="0">
                <a:solidFill>
                  <a:srgbClr val="FFFFFF">
                    <a:alpha val="100000"/>
                  </a:srgbClr>
                </a:solidFill>
                <a:ea typeface="Stapel" pitchFamily="34" charset="-122"/>
                <a:cs typeface="Stapel" pitchFamily="34" charset="-120"/>
              </a:rPr>
              <a:t>5%</a:t>
            </a:r>
            <a:endParaRPr lang="en-US" sz="800" dirty="0"/>
          </a:p>
        </p:txBody>
      </p:sp>
      <p:sp>
        <p:nvSpPr>
          <p:cNvPr id="14" name="Shape 10"/>
          <p:cNvSpPr/>
          <p:nvPr/>
        </p:nvSpPr>
        <p:spPr>
          <a:xfrm>
            <a:off x="4216379" y="2324244"/>
            <a:ext cx="1828790" cy="838091"/>
          </a:xfrm>
          <a:prstGeom prst="rect">
            <a:avLst/>
          </a:prstGeom>
          <a:noFill/>
          <a:ln/>
        </p:spPr>
      </p:sp>
      <p:sp>
        <p:nvSpPr>
          <p:cNvPr id="15" name="Shape 11"/>
          <p:cNvSpPr/>
          <p:nvPr/>
        </p:nvSpPr>
        <p:spPr>
          <a:xfrm>
            <a:off x="4216379" y="2324244"/>
            <a:ext cx="1828790" cy="615870"/>
          </a:xfrm>
          <a:prstGeom prst="rect">
            <a:avLst/>
          </a:prstGeom>
          <a:solidFill>
            <a:srgbClr val="CF0522">
              <a:alpha val="100000"/>
            </a:srgbClr>
          </a:solidFill>
          <a:ln/>
        </p:spPr>
      </p:sp>
      <p:sp>
        <p:nvSpPr>
          <p:cNvPr id="16" name="Text 12"/>
          <p:cNvSpPr/>
          <p:nvPr/>
        </p:nvSpPr>
        <p:spPr>
          <a:xfrm rot="21600000">
            <a:off x="4367772" y="2487162"/>
            <a:ext cx="582080" cy="182010"/>
          </a:xfrm>
          <a:prstGeom prst="rect">
            <a:avLst/>
          </a:prstGeom>
          <a:noFill/>
          <a:ln/>
        </p:spPr>
        <p:txBody>
          <a:bodyPr wrap="square" lIns="0" tIns="0" rIns="0" bIns="0" rtlCol="0" anchor="t"/>
          <a:lstStyle/>
          <a:p>
            <a:pPr>
              <a:lnSpc>
                <a:spcPts val="1100"/>
              </a:lnSpc>
            </a:pPr>
            <a:r>
              <a:rPr lang="en-US" sz="1000" dirty="0">
                <a:solidFill>
                  <a:srgbClr val="FFFFFF">
                    <a:alpha val="100000"/>
                  </a:srgbClr>
                </a:solidFill>
                <a:ea typeface="Stapel" pitchFamily="34" charset="-122"/>
                <a:cs typeface="Stapel" pitchFamily="34" charset="-120"/>
              </a:rPr>
              <a:t>Красный</a:t>
            </a:r>
            <a:endParaRPr lang="en-US" sz="1000" dirty="0"/>
          </a:p>
        </p:txBody>
      </p:sp>
      <p:sp>
        <p:nvSpPr>
          <p:cNvPr id="17" name="Text 13"/>
          <p:cNvSpPr/>
          <p:nvPr/>
        </p:nvSpPr>
        <p:spPr>
          <a:xfrm rot="21600000">
            <a:off x="4367240" y="2665763"/>
            <a:ext cx="596897" cy="177777"/>
          </a:xfrm>
          <a:prstGeom prst="rect">
            <a:avLst/>
          </a:prstGeom>
          <a:noFill/>
          <a:ln/>
        </p:spPr>
        <p:txBody>
          <a:bodyPr wrap="square" lIns="0" tIns="0" rIns="0" bIns="0" rtlCol="0" anchor="t"/>
          <a:lstStyle/>
          <a:p>
            <a:pPr>
              <a:lnSpc>
                <a:spcPts val="1080"/>
              </a:lnSpc>
            </a:pPr>
            <a:r>
              <a:rPr lang="en-US" dirty="0">
                <a:solidFill>
                  <a:srgbClr val="FFFFFF">
                    <a:alpha val="100000"/>
                  </a:srgbClr>
                </a:solidFill>
                <a:ea typeface="Stapel" pitchFamily="34" charset="-122"/>
                <a:cs typeface="Stapel" pitchFamily="34" charset="-120"/>
              </a:rPr>
              <a:t>#CF0522</a:t>
            </a:r>
            <a:endParaRPr lang="en-US" dirty="0"/>
          </a:p>
        </p:txBody>
      </p:sp>
      <p:sp>
        <p:nvSpPr>
          <p:cNvPr id="20" name="Shape 15"/>
          <p:cNvSpPr/>
          <p:nvPr/>
        </p:nvSpPr>
        <p:spPr>
          <a:xfrm>
            <a:off x="6146769" y="1378217"/>
            <a:ext cx="1828790" cy="844440"/>
          </a:xfrm>
          <a:prstGeom prst="rect">
            <a:avLst/>
          </a:prstGeom>
          <a:solidFill>
            <a:srgbClr val="FFFFFF">
              <a:alpha val="100000"/>
            </a:srgbClr>
          </a:solidFill>
          <a:ln w="12700">
            <a:solidFill>
              <a:srgbClr val="000000">
                <a:alpha val="10000"/>
              </a:srgbClr>
            </a:solidFill>
            <a:prstDash val="solid"/>
          </a:ln>
        </p:spPr>
      </p:sp>
      <p:sp>
        <p:nvSpPr>
          <p:cNvPr id="21" name="Text 16"/>
          <p:cNvSpPr/>
          <p:nvPr/>
        </p:nvSpPr>
        <p:spPr>
          <a:xfrm rot="21600000">
            <a:off x="6297454" y="1530659"/>
            <a:ext cx="436031"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Белый</a:t>
            </a:r>
            <a:endParaRPr lang="en-US" sz="1000" dirty="0"/>
          </a:p>
        </p:txBody>
      </p:sp>
      <p:sp>
        <p:nvSpPr>
          <p:cNvPr id="22" name="Text 17"/>
          <p:cNvSpPr/>
          <p:nvPr/>
        </p:nvSpPr>
        <p:spPr>
          <a:xfrm rot="21600000">
            <a:off x="6298236" y="1719739"/>
            <a:ext cx="546097" cy="177777"/>
          </a:xfrm>
          <a:prstGeom prst="rect">
            <a:avLst/>
          </a:prstGeom>
          <a:noFill/>
          <a:ln/>
        </p:spPr>
        <p:txBody>
          <a:bodyPr wrap="square" lIns="0" tIns="0" rIns="0" bIns="0" rtlCol="0" anchor="t"/>
          <a:lstStyle/>
          <a:p>
            <a:pPr>
              <a:lnSpc>
                <a:spcPts val="1080"/>
              </a:lnSpc>
            </a:pPr>
            <a:r>
              <a:rPr lang="en-US" dirty="0">
                <a:solidFill>
                  <a:srgbClr val="000000">
                    <a:alpha val="100000"/>
                  </a:srgbClr>
                </a:solidFill>
                <a:ea typeface="Stapel" pitchFamily="34" charset="-122"/>
                <a:cs typeface="Stapel" pitchFamily="34" charset="-120"/>
              </a:rPr>
              <a:t>#FFFFFF</a:t>
            </a:r>
            <a:endParaRPr lang="en-US" dirty="0"/>
          </a:p>
        </p:txBody>
      </p:sp>
      <p:sp>
        <p:nvSpPr>
          <p:cNvPr id="25" name="Shape 19"/>
          <p:cNvSpPr/>
          <p:nvPr/>
        </p:nvSpPr>
        <p:spPr>
          <a:xfrm>
            <a:off x="355599" y="1378217"/>
            <a:ext cx="2984484" cy="1384120"/>
          </a:xfrm>
          <a:prstGeom prst="rect">
            <a:avLst/>
          </a:prstGeom>
          <a:noFill/>
          <a:ln/>
        </p:spPr>
      </p:sp>
      <p:sp>
        <p:nvSpPr>
          <p:cNvPr id="29" name="Shape 22"/>
          <p:cNvSpPr/>
          <p:nvPr/>
        </p:nvSpPr>
        <p:spPr>
          <a:xfrm>
            <a:off x="355599" y="3517889"/>
            <a:ext cx="2793985" cy="634917"/>
          </a:xfrm>
          <a:prstGeom prst="rect">
            <a:avLst/>
          </a:prstGeom>
          <a:noFill/>
          <a:ln/>
        </p:spPr>
      </p:sp>
      <p:sp>
        <p:nvSpPr>
          <p:cNvPr id="32" name="Shape 24"/>
          <p:cNvSpPr/>
          <p:nvPr/>
        </p:nvSpPr>
        <p:spPr>
          <a:xfrm>
            <a:off x="355599" y="4711533"/>
            <a:ext cx="2584436" cy="774599"/>
          </a:xfrm>
          <a:prstGeom prst="rect">
            <a:avLst/>
          </a:prstGeom>
          <a:noFill/>
          <a:ln/>
        </p:spPr>
      </p:sp>
      <p:sp>
        <p:nvSpPr>
          <p:cNvPr id="35" name="Shape 26"/>
          <p:cNvSpPr/>
          <p:nvPr/>
        </p:nvSpPr>
        <p:spPr>
          <a:xfrm>
            <a:off x="355599" y="6006764"/>
            <a:ext cx="2984484" cy="495236"/>
          </a:xfrm>
          <a:prstGeom prst="rect">
            <a:avLst/>
          </a:prstGeom>
          <a:noFill/>
          <a:ln/>
        </p:spPr>
      </p:sp>
      <p:sp>
        <p:nvSpPr>
          <p:cNvPr id="38" name="Shape 28"/>
          <p:cNvSpPr/>
          <p:nvPr/>
        </p:nvSpPr>
        <p:spPr>
          <a:xfrm>
            <a:off x="4216378" y="6146446"/>
            <a:ext cx="1549392" cy="355554"/>
          </a:xfrm>
          <a:prstGeom prst="rect">
            <a:avLst/>
          </a:prstGeom>
          <a:noFill/>
          <a:ln/>
        </p:spPr>
      </p:sp>
      <p:sp>
        <p:nvSpPr>
          <p:cNvPr id="39" name="Shape 29"/>
          <p:cNvSpPr/>
          <p:nvPr/>
        </p:nvSpPr>
        <p:spPr>
          <a:xfrm>
            <a:off x="4216378" y="6146446"/>
            <a:ext cx="749296" cy="355554"/>
          </a:xfrm>
          <a:prstGeom prst="rect">
            <a:avLst/>
          </a:prstGeom>
          <a:solidFill>
            <a:srgbClr val="CF0522">
              <a:alpha val="100000"/>
            </a:srgbClr>
          </a:solidFill>
          <a:ln/>
        </p:spPr>
      </p:sp>
      <p:sp>
        <p:nvSpPr>
          <p:cNvPr id="40" name="Text 30"/>
          <p:cNvSpPr/>
          <p:nvPr/>
        </p:nvSpPr>
        <p:spPr>
          <a:xfrm rot="21600000">
            <a:off x="4368993" y="6268159"/>
            <a:ext cx="467781" cy="137566"/>
          </a:xfrm>
          <a:prstGeom prst="rect">
            <a:avLst/>
          </a:prstGeom>
          <a:noFill/>
          <a:ln/>
        </p:spPr>
        <p:txBody>
          <a:bodyPr wrap="square" lIns="0" tIns="0" rIns="0" bIns="0" rtlCol="0" anchor="t"/>
          <a:lstStyle/>
          <a:p>
            <a:pPr>
              <a:lnSpc>
                <a:spcPts val="840"/>
              </a:lnSpc>
            </a:pPr>
            <a:r>
              <a:rPr lang="en-US" sz="700" dirty="0">
                <a:solidFill>
                  <a:srgbClr val="FFFFFF">
                    <a:alpha val="100000"/>
                  </a:srgbClr>
                </a:solidFill>
                <a:ea typeface="Stapel" pitchFamily="34" charset="-122"/>
                <a:cs typeface="Stapel" pitchFamily="34" charset="-120"/>
              </a:rPr>
              <a:t>#CF0522</a:t>
            </a:r>
            <a:endParaRPr lang="en-US" sz="700" dirty="0"/>
          </a:p>
        </p:txBody>
      </p:sp>
      <p:sp>
        <p:nvSpPr>
          <p:cNvPr id="41" name="Shape 31"/>
          <p:cNvSpPr/>
          <p:nvPr/>
        </p:nvSpPr>
        <p:spPr>
          <a:xfrm>
            <a:off x="5016474" y="6146446"/>
            <a:ext cx="749296" cy="355554"/>
          </a:xfrm>
          <a:prstGeom prst="rect">
            <a:avLst/>
          </a:prstGeom>
          <a:solidFill>
            <a:schemeClr val="tx2">
              <a:alpha val="10000"/>
            </a:schemeClr>
          </a:solidFill>
          <a:ln/>
        </p:spPr>
        <p:txBody>
          <a:bodyPr/>
          <a:lstStyle/>
          <a:p>
            <a:endParaRPr lang="ru-RU"/>
          </a:p>
        </p:txBody>
      </p:sp>
      <p:sp>
        <p:nvSpPr>
          <p:cNvPr id="42" name="Text 32"/>
          <p:cNvSpPr/>
          <p:nvPr/>
        </p:nvSpPr>
        <p:spPr>
          <a:xfrm rot="21600000">
            <a:off x="5179391" y="6268159"/>
            <a:ext cx="448731" cy="137566"/>
          </a:xfrm>
          <a:prstGeom prst="rect">
            <a:avLst/>
          </a:prstGeom>
          <a:noFill/>
          <a:ln/>
        </p:spPr>
        <p:txBody>
          <a:bodyPr wrap="square" lIns="0" tIns="0" rIns="0" bIns="0" rtlCol="0" anchor="t"/>
          <a:lstStyle/>
          <a:p>
            <a:pPr algn="ctr">
              <a:lnSpc>
                <a:spcPts val="840"/>
              </a:lnSpc>
            </a:pPr>
            <a:r>
              <a:rPr lang="ru-RU" sz="700" dirty="0">
                <a:ea typeface="Stapel" pitchFamily="34" charset="-122"/>
                <a:cs typeface="Stapel" pitchFamily="34" charset="-120"/>
              </a:rPr>
              <a:t>90%</a:t>
            </a:r>
            <a:endParaRPr lang="en-US" sz="700" dirty="0"/>
          </a:p>
        </p:txBody>
      </p:sp>
      <p:sp>
        <p:nvSpPr>
          <p:cNvPr id="43" name="Shape 33"/>
          <p:cNvSpPr/>
          <p:nvPr/>
        </p:nvSpPr>
        <p:spPr>
          <a:xfrm>
            <a:off x="6146769" y="6146446"/>
            <a:ext cx="1549392" cy="355554"/>
          </a:xfrm>
          <a:prstGeom prst="rect">
            <a:avLst/>
          </a:prstGeom>
          <a:noFill/>
          <a:ln/>
        </p:spPr>
      </p:sp>
      <p:sp>
        <p:nvSpPr>
          <p:cNvPr id="44" name="Shape 34"/>
          <p:cNvSpPr/>
          <p:nvPr/>
        </p:nvSpPr>
        <p:spPr>
          <a:xfrm>
            <a:off x="6146769" y="6146446"/>
            <a:ext cx="749296" cy="355554"/>
          </a:xfrm>
          <a:prstGeom prst="rect">
            <a:avLst/>
          </a:prstGeom>
          <a:solidFill>
            <a:srgbClr val="FFBC69">
              <a:alpha val="100000"/>
            </a:srgbClr>
          </a:solidFill>
          <a:ln/>
        </p:spPr>
      </p:sp>
      <p:sp>
        <p:nvSpPr>
          <p:cNvPr id="45" name="Text 35"/>
          <p:cNvSpPr/>
          <p:nvPr/>
        </p:nvSpPr>
        <p:spPr>
          <a:xfrm rot="21600000">
            <a:off x="6308847" y="6268159"/>
            <a:ext cx="455081" cy="137566"/>
          </a:xfrm>
          <a:prstGeom prst="rect">
            <a:avLst/>
          </a:prstGeom>
          <a:noFill/>
          <a:ln/>
        </p:spPr>
        <p:txBody>
          <a:bodyPr wrap="square" lIns="0" tIns="0" rIns="0" bIns="0" rtlCol="0" anchor="t"/>
          <a:lstStyle/>
          <a:p>
            <a:pPr>
              <a:lnSpc>
                <a:spcPts val="840"/>
              </a:lnSpc>
            </a:pPr>
            <a:r>
              <a:rPr lang="en-US" sz="700" dirty="0">
                <a:solidFill>
                  <a:srgbClr val="FFFFFF">
                    <a:alpha val="100000"/>
                  </a:srgbClr>
                </a:solidFill>
                <a:ea typeface="Stapel" pitchFamily="34" charset="-122"/>
                <a:cs typeface="Stapel" pitchFamily="34" charset="-120"/>
              </a:rPr>
              <a:t>#FFBC69</a:t>
            </a:r>
            <a:endParaRPr lang="en-US" sz="700" dirty="0"/>
          </a:p>
        </p:txBody>
      </p:sp>
      <p:sp>
        <p:nvSpPr>
          <p:cNvPr id="46" name="Shape 36"/>
          <p:cNvSpPr/>
          <p:nvPr/>
        </p:nvSpPr>
        <p:spPr>
          <a:xfrm>
            <a:off x="6946864" y="6146446"/>
            <a:ext cx="749296" cy="355554"/>
          </a:xfrm>
          <a:prstGeom prst="rect">
            <a:avLst/>
          </a:prstGeom>
          <a:solidFill>
            <a:srgbClr val="FFBC69">
              <a:alpha val="30000"/>
            </a:srgbClr>
          </a:solidFill>
          <a:ln/>
        </p:spPr>
      </p:sp>
      <p:sp>
        <p:nvSpPr>
          <p:cNvPr id="47" name="Text 37"/>
          <p:cNvSpPr/>
          <p:nvPr/>
        </p:nvSpPr>
        <p:spPr>
          <a:xfrm rot="21600000">
            <a:off x="7108943" y="6268159"/>
            <a:ext cx="455081" cy="137566"/>
          </a:xfrm>
          <a:prstGeom prst="rect">
            <a:avLst/>
          </a:prstGeom>
          <a:noFill/>
          <a:ln/>
        </p:spPr>
        <p:txBody>
          <a:bodyPr wrap="square" lIns="0" tIns="0" rIns="0" bIns="0" rtlCol="0" anchor="t"/>
          <a:lstStyle/>
          <a:p>
            <a:pPr algn="ctr">
              <a:lnSpc>
                <a:spcPts val="840"/>
              </a:lnSpc>
            </a:pPr>
            <a:r>
              <a:rPr lang="ru-RU" sz="700" dirty="0">
                <a:solidFill>
                  <a:srgbClr val="000000">
                    <a:alpha val="100000"/>
                  </a:srgbClr>
                </a:solidFill>
                <a:ea typeface="Stapel" pitchFamily="34" charset="-122"/>
                <a:cs typeface="Stapel" pitchFamily="34" charset="-120"/>
              </a:rPr>
              <a:t>70%</a:t>
            </a:r>
            <a:endParaRPr lang="en-US" sz="700" dirty="0"/>
          </a:p>
        </p:txBody>
      </p:sp>
      <p:sp>
        <p:nvSpPr>
          <p:cNvPr id="48" name="Shape 38"/>
          <p:cNvSpPr/>
          <p:nvPr/>
        </p:nvSpPr>
        <p:spPr>
          <a:xfrm>
            <a:off x="8077158" y="6146446"/>
            <a:ext cx="1549392" cy="355554"/>
          </a:xfrm>
          <a:prstGeom prst="rect">
            <a:avLst/>
          </a:prstGeom>
          <a:noFill/>
          <a:ln/>
        </p:spPr>
      </p:sp>
      <p:sp>
        <p:nvSpPr>
          <p:cNvPr id="49" name="Shape 39"/>
          <p:cNvSpPr/>
          <p:nvPr/>
        </p:nvSpPr>
        <p:spPr>
          <a:xfrm>
            <a:off x="8077158" y="6146446"/>
            <a:ext cx="749296" cy="355554"/>
          </a:xfrm>
          <a:prstGeom prst="rect">
            <a:avLst/>
          </a:prstGeom>
          <a:solidFill>
            <a:srgbClr val="2F9E3F">
              <a:alpha val="100000"/>
            </a:srgbClr>
          </a:solidFill>
          <a:ln/>
        </p:spPr>
      </p:sp>
      <p:sp>
        <p:nvSpPr>
          <p:cNvPr id="50" name="Text 40"/>
          <p:cNvSpPr/>
          <p:nvPr/>
        </p:nvSpPr>
        <p:spPr>
          <a:xfrm rot="21600000">
            <a:off x="8240565" y="6268159"/>
            <a:ext cx="448731" cy="137566"/>
          </a:xfrm>
          <a:prstGeom prst="rect">
            <a:avLst/>
          </a:prstGeom>
          <a:noFill/>
          <a:ln/>
        </p:spPr>
        <p:txBody>
          <a:bodyPr wrap="square" lIns="0" tIns="0" rIns="0" bIns="0" rtlCol="0" anchor="t"/>
          <a:lstStyle/>
          <a:p>
            <a:pPr>
              <a:lnSpc>
                <a:spcPts val="840"/>
              </a:lnSpc>
            </a:pPr>
            <a:r>
              <a:rPr lang="en-US" sz="700" dirty="0">
                <a:solidFill>
                  <a:srgbClr val="000000">
                    <a:alpha val="100000"/>
                  </a:srgbClr>
                </a:solidFill>
                <a:ea typeface="Stapel" pitchFamily="34" charset="-122"/>
                <a:cs typeface="Stapel" pitchFamily="34" charset="-120"/>
              </a:rPr>
              <a:t>#2F9E3F</a:t>
            </a:r>
            <a:endParaRPr lang="en-US" sz="700" dirty="0"/>
          </a:p>
        </p:txBody>
      </p:sp>
      <p:sp>
        <p:nvSpPr>
          <p:cNvPr id="51" name="Shape 41"/>
          <p:cNvSpPr/>
          <p:nvPr/>
        </p:nvSpPr>
        <p:spPr>
          <a:xfrm>
            <a:off x="8877254" y="6146446"/>
            <a:ext cx="749296" cy="355554"/>
          </a:xfrm>
          <a:prstGeom prst="rect">
            <a:avLst/>
          </a:prstGeom>
          <a:solidFill>
            <a:srgbClr val="2F9E3F">
              <a:alpha val="20000"/>
            </a:srgbClr>
          </a:solidFill>
          <a:ln/>
        </p:spPr>
      </p:sp>
      <p:sp>
        <p:nvSpPr>
          <p:cNvPr id="52" name="Text 42"/>
          <p:cNvSpPr/>
          <p:nvPr/>
        </p:nvSpPr>
        <p:spPr>
          <a:xfrm rot="21600000">
            <a:off x="9040660" y="6268159"/>
            <a:ext cx="448731" cy="137566"/>
          </a:xfrm>
          <a:prstGeom prst="rect">
            <a:avLst/>
          </a:prstGeom>
          <a:noFill/>
          <a:ln/>
        </p:spPr>
        <p:txBody>
          <a:bodyPr wrap="square" lIns="0" tIns="0" rIns="0" bIns="0" rtlCol="0" anchor="t"/>
          <a:lstStyle/>
          <a:p>
            <a:pPr algn="ctr">
              <a:lnSpc>
                <a:spcPts val="840"/>
              </a:lnSpc>
            </a:pPr>
            <a:r>
              <a:rPr lang="ru-RU" sz="700" dirty="0">
                <a:solidFill>
                  <a:srgbClr val="000000">
                    <a:alpha val="100000"/>
                  </a:srgbClr>
                </a:solidFill>
                <a:ea typeface="Stapel" pitchFamily="34" charset="-122"/>
                <a:cs typeface="Stapel" pitchFamily="34" charset="-120"/>
              </a:rPr>
              <a:t>80%</a:t>
            </a:r>
            <a:endParaRPr lang="en-US" sz="700" dirty="0"/>
          </a:p>
        </p:txBody>
      </p:sp>
      <p:pic>
        <p:nvPicPr>
          <p:cNvPr id="53" name="Image 8" descr=" "/>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5599" y="5797242"/>
            <a:ext cx="11480740" cy="12698"/>
          </a:xfrm>
          <a:prstGeom prst="rect">
            <a:avLst/>
          </a:prstGeom>
        </p:spPr>
      </p:pic>
      <p:sp>
        <p:nvSpPr>
          <p:cNvPr id="54" name="Shape 43"/>
          <p:cNvSpPr/>
          <p:nvPr/>
        </p:nvSpPr>
        <p:spPr>
          <a:xfrm>
            <a:off x="4216378" y="3517888"/>
            <a:ext cx="5689570" cy="838091"/>
          </a:xfrm>
          <a:prstGeom prst="rect">
            <a:avLst/>
          </a:prstGeom>
          <a:noFill/>
          <a:ln/>
        </p:spPr>
      </p:sp>
      <p:sp>
        <p:nvSpPr>
          <p:cNvPr id="55" name="Shape 44"/>
          <p:cNvSpPr/>
          <p:nvPr/>
        </p:nvSpPr>
        <p:spPr>
          <a:xfrm>
            <a:off x="4216379" y="3517888"/>
            <a:ext cx="1828790" cy="838091"/>
          </a:xfrm>
          <a:prstGeom prst="rect">
            <a:avLst/>
          </a:prstGeom>
          <a:noFill/>
          <a:ln/>
        </p:spPr>
      </p:sp>
      <p:sp>
        <p:nvSpPr>
          <p:cNvPr id="56" name="Shape 45"/>
          <p:cNvSpPr/>
          <p:nvPr/>
        </p:nvSpPr>
        <p:spPr>
          <a:xfrm>
            <a:off x="4216379" y="3517888"/>
            <a:ext cx="1828790" cy="615870"/>
          </a:xfrm>
          <a:prstGeom prst="rect">
            <a:avLst/>
          </a:prstGeom>
          <a:solidFill>
            <a:srgbClr val="FFA4A3">
              <a:alpha val="100000"/>
            </a:srgbClr>
          </a:solidFill>
          <a:ln/>
        </p:spPr>
      </p:sp>
      <p:sp>
        <p:nvSpPr>
          <p:cNvPr id="57" name="Text 46"/>
          <p:cNvSpPr/>
          <p:nvPr/>
        </p:nvSpPr>
        <p:spPr>
          <a:xfrm rot="21600000">
            <a:off x="4366466" y="3680807"/>
            <a:ext cx="1274227" cy="169311"/>
          </a:xfrm>
          <a:prstGeom prst="rect">
            <a:avLst/>
          </a:prstGeom>
          <a:noFill/>
          <a:ln/>
        </p:spPr>
        <p:txBody>
          <a:bodyPr wrap="square" lIns="0" tIns="0" rIns="0" bIns="0" rtlCol="0" anchor="t"/>
          <a:lstStyle/>
          <a:p>
            <a:pPr>
              <a:lnSpc>
                <a:spcPts val="1000"/>
              </a:lnSpc>
            </a:pPr>
            <a:r>
              <a:rPr lang="en-US" sz="1000" dirty="0">
                <a:solidFill>
                  <a:srgbClr val="FFFFFF">
                    <a:alpha val="100000"/>
                  </a:srgbClr>
                </a:solidFill>
                <a:ea typeface="Stapel" pitchFamily="34" charset="-122"/>
                <a:cs typeface="Stapel" pitchFamily="34" charset="-120"/>
              </a:rPr>
              <a:t>Светлый пурпурный</a:t>
            </a:r>
            <a:endParaRPr lang="en-US" sz="1000" dirty="0"/>
          </a:p>
        </p:txBody>
      </p:sp>
      <p:sp>
        <p:nvSpPr>
          <p:cNvPr id="58" name="Text 47"/>
          <p:cNvSpPr/>
          <p:nvPr/>
        </p:nvSpPr>
        <p:spPr>
          <a:xfrm rot="21600000">
            <a:off x="4366128" y="3847568"/>
            <a:ext cx="584197" cy="177777"/>
          </a:xfrm>
          <a:prstGeom prst="rect">
            <a:avLst/>
          </a:prstGeom>
          <a:noFill/>
          <a:ln/>
        </p:spPr>
        <p:txBody>
          <a:bodyPr wrap="square" lIns="0" tIns="0" rIns="0" bIns="0" rtlCol="0" anchor="t"/>
          <a:lstStyle/>
          <a:p>
            <a:pPr>
              <a:lnSpc>
                <a:spcPts val="1080"/>
              </a:lnSpc>
            </a:pPr>
            <a:r>
              <a:rPr lang="en-US" dirty="0">
                <a:solidFill>
                  <a:srgbClr val="FFFFFF">
                    <a:alpha val="100000"/>
                  </a:srgbClr>
                </a:solidFill>
                <a:ea typeface="Stapel" pitchFamily="34" charset="-122"/>
                <a:cs typeface="Stapel" pitchFamily="34" charset="-120"/>
              </a:rPr>
              <a:t>#FFA4A3</a:t>
            </a:r>
            <a:endParaRPr lang="en-US" dirty="0"/>
          </a:p>
        </p:txBody>
      </p:sp>
      <p:sp>
        <p:nvSpPr>
          <p:cNvPr id="61" name="Shape 49"/>
          <p:cNvSpPr/>
          <p:nvPr/>
        </p:nvSpPr>
        <p:spPr>
          <a:xfrm>
            <a:off x="6146769" y="3517888"/>
            <a:ext cx="1828790" cy="838091"/>
          </a:xfrm>
          <a:prstGeom prst="rect">
            <a:avLst/>
          </a:prstGeom>
          <a:noFill/>
          <a:ln/>
        </p:spPr>
      </p:sp>
      <p:sp>
        <p:nvSpPr>
          <p:cNvPr id="62" name="Shape 50"/>
          <p:cNvSpPr/>
          <p:nvPr/>
        </p:nvSpPr>
        <p:spPr>
          <a:xfrm>
            <a:off x="6146769" y="3517888"/>
            <a:ext cx="1828790" cy="615870"/>
          </a:xfrm>
          <a:prstGeom prst="rect">
            <a:avLst/>
          </a:prstGeom>
          <a:solidFill>
            <a:srgbClr val="EF80BB">
              <a:alpha val="100000"/>
            </a:srgbClr>
          </a:solidFill>
          <a:ln/>
        </p:spPr>
      </p:sp>
      <p:sp>
        <p:nvSpPr>
          <p:cNvPr id="63" name="Text 51"/>
          <p:cNvSpPr/>
          <p:nvPr/>
        </p:nvSpPr>
        <p:spPr>
          <a:xfrm rot="21600000">
            <a:off x="6296561" y="3680806"/>
            <a:ext cx="797979" cy="182010"/>
          </a:xfrm>
          <a:prstGeom prst="rect">
            <a:avLst/>
          </a:prstGeom>
          <a:noFill/>
          <a:ln/>
        </p:spPr>
        <p:txBody>
          <a:bodyPr wrap="square" lIns="0" tIns="0" rIns="0" bIns="0" rtlCol="0" anchor="t"/>
          <a:lstStyle/>
          <a:p>
            <a:pPr>
              <a:lnSpc>
                <a:spcPts val="1100"/>
              </a:lnSpc>
            </a:pPr>
            <a:r>
              <a:rPr lang="en-US" sz="1000" dirty="0">
                <a:solidFill>
                  <a:srgbClr val="FFFFFF">
                    <a:alpha val="100000"/>
                  </a:srgbClr>
                </a:solidFill>
                <a:ea typeface="Stapel" pitchFamily="34" charset="-122"/>
                <a:cs typeface="Stapel" pitchFamily="34" charset="-120"/>
              </a:rPr>
              <a:t>Брусничный</a:t>
            </a:r>
            <a:endParaRPr lang="en-US" sz="1000" dirty="0"/>
          </a:p>
        </p:txBody>
      </p:sp>
      <p:sp>
        <p:nvSpPr>
          <p:cNvPr id="64" name="Text 52"/>
          <p:cNvSpPr/>
          <p:nvPr/>
        </p:nvSpPr>
        <p:spPr>
          <a:xfrm rot="21600000">
            <a:off x="6297140" y="3859407"/>
            <a:ext cx="584197" cy="177777"/>
          </a:xfrm>
          <a:prstGeom prst="rect">
            <a:avLst/>
          </a:prstGeom>
          <a:noFill/>
          <a:ln/>
        </p:spPr>
        <p:txBody>
          <a:bodyPr wrap="square" lIns="0" tIns="0" rIns="0" bIns="0" rtlCol="0" anchor="t"/>
          <a:lstStyle/>
          <a:p>
            <a:pPr>
              <a:lnSpc>
                <a:spcPts val="1080"/>
              </a:lnSpc>
            </a:pPr>
            <a:r>
              <a:rPr lang="en-US" dirty="0">
                <a:solidFill>
                  <a:srgbClr val="FFFFFF">
                    <a:alpha val="100000"/>
                  </a:srgbClr>
                </a:solidFill>
                <a:ea typeface="Stapel" pitchFamily="34" charset="-122"/>
                <a:cs typeface="Stapel" pitchFamily="34" charset="-120"/>
              </a:rPr>
              <a:t>#EF80BB</a:t>
            </a:r>
            <a:endParaRPr lang="en-US" dirty="0"/>
          </a:p>
        </p:txBody>
      </p:sp>
      <p:sp>
        <p:nvSpPr>
          <p:cNvPr id="67" name="Shape 54"/>
          <p:cNvSpPr/>
          <p:nvPr/>
        </p:nvSpPr>
        <p:spPr>
          <a:xfrm>
            <a:off x="8077158" y="3517888"/>
            <a:ext cx="1828790" cy="838091"/>
          </a:xfrm>
          <a:prstGeom prst="rect">
            <a:avLst/>
          </a:prstGeom>
          <a:noFill/>
          <a:ln/>
        </p:spPr>
      </p:sp>
      <p:sp>
        <p:nvSpPr>
          <p:cNvPr id="68" name="Shape 55"/>
          <p:cNvSpPr/>
          <p:nvPr/>
        </p:nvSpPr>
        <p:spPr>
          <a:xfrm>
            <a:off x="8077158" y="3517888"/>
            <a:ext cx="1828790" cy="615870"/>
          </a:xfrm>
          <a:prstGeom prst="rect">
            <a:avLst/>
          </a:prstGeom>
          <a:solidFill>
            <a:srgbClr val="8F0D6B">
              <a:alpha val="100000"/>
            </a:srgbClr>
          </a:solidFill>
          <a:ln/>
        </p:spPr>
      </p:sp>
      <p:sp>
        <p:nvSpPr>
          <p:cNvPr id="69" name="Text 56"/>
          <p:cNvSpPr/>
          <p:nvPr/>
        </p:nvSpPr>
        <p:spPr>
          <a:xfrm rot="21600000">
            <a:off x="8229023" y="3680807"/>
            <a:ext cx="1229777" cy="169311"/>
          </a:xfrm>
          <a:prstGeom prst="rect">
            <a:avLst/>
          </a:prstGeom>
          <a:noFill/>
          <a:ln/>
        </p:spPr>
        <p:txBody>
          <a:bodyPr wrap="square" lIns="0" tIns="0" rIns="0" bIns="0" rtlCol="0" anchor="t"/>
          <a:lstStyle/>
          <a:p>
            <a:pPr>
              <a:lnSpc>
                <a:spcPts val="1000"/>
              </a:lnSpc>
            </a:pPr>
            <a:r>
              <a:rPr lang="en-US" sz="1000" dirty="0">
                <a:solidFill>
                  <a:srgbClr val="FFFFFF">
                    <a:alpha val="100000"/>
                  </a:srgbClr>
                </a:solidFill>
                <a:ea typeface="Stapel" pitchFamily="34" charset="-122"/>
                <a:cs typeface="Stapel" pitchFamily="34" charset="-120"/>
              </a:rPr>
              <a:t>Красно-пурпурный</a:t>
            </a:r>
            <a:endParaRPr lang="en-US" sz="1000" dirty="0"/>
          </a:p>
        </p:txBody>
      </p:sp>
      <p:sp>
        <p:nvSpPr>
          <p:cNvPr id="70" name="Text 57"/>
          <p:cNvSpPr/>
          <p:nvPr/>
        </p:nvSpPr>
        <p:spPr>
          <a:xfrm rot="21600000">
            <a:off x="8227766" y="3846709"/>
            <a:ext cx="596897" cy="177777"/>
          </a:xfrm>
          <a:prstGeom prst="rect">
            <a:avLst/>
          </a:prstGeom>
          <a:noFill/>
          <a:ln/>
        </p:spPr>
        <p:txBody>
          <a:bodyPr wrap="square" lIns="0" tIns="0" rIns="0" bIns="0" rtlCol="0" anchor="t"/>
          <a:lstStyle/>
          <a:p>
            <a:pPr>
              <a:lnSpc>
                <a:spcPts val="1080"/>
              </a:lnSpc>
            </a:pPr>
            <a:r>
              <a:rPr lang="en-US" dirty="0">
                <a:solidFill>
                  <a:srgbClr val="FFFFFF">
                    <a:alpha val="100000"/>
                  </a:srgbClr>
                </a:solidFill>
                <a:ea typeface="Stapel" pitchFamily="34" charset="-122"/>
                <a:cs typeface="Stapel" pitchFamily="34" charset="-120"/>
              </a:rPr>
              <a:t>#8F0D6B</a:t>
            </a:r>
            <a:endParaRPr lang="en-US" dirty="0"/>
          </a:p>
        </p:txBody>
      </p:sp>
      <p:sp>
        <p:nvSpPr>
          <p:cNvPr id="73" name="Shape 59"/>
          <p:cNvSpPr/>
          <p:nvPr/>
        </p:nvSpPr>
        <p:spPr>
          <a:xfrm>
            <a:off x="4216379" y="4711533"/>
            <a:ext cx="7619960" cy="838091"/>
          </a:xfrm>
          <a:prstGeom prst="rect">
            <a:avLst/>
          </a:prstGeom>
          <a:noFill/>
          <a:ln/>
        </p:spPr>
      </p:sp>
      <p:sp>
        <p:nvSpPr>
          <p:cNvPr id="74" name="Shape 60"/>
          <p:cNvSpPr/>
          <p:nvPr/>
        </p:nvSpPr>
        <p:spPr>
          <a:xfrm>
            <a:off x="4216379" y="4711533"/>
            <a:ext cx="1828790" cy="838091"/>
          </a:xfrm>
          <a:prstGeom prst="rect">
            <a:avLst/>
          </a:prstGeom>
          <a:noFill/>
          <a:ln/>
        </p:spPr>
      </p:sp>
      <p:sp>
        <p:nvSpPr>
          <p:cNvPr id="75" name="Shape 61"/>
          <p:cNvSpPr/>
          <p:nvPr/>
        </p:nvSpPr>
        <p:spPr>
          <a:xfrm>
            <a:off x="4216379" y="4711533"/>
            <a:ext cx="1828790" cy="615870"/>
          </a:xfrm>
          <a:prstGeom prst="rect">
            <a:avLst/>
          </a:prstGeom>
          <a:solidFill>
            <a:srgbClr val="C007A7">
              <a:alpha val="100000"/>
            </a:srgbClr>
          </a:solidFill>
          <a:ln/>
        </p:spPr>
      </p:sp>
      <p:sp>
        <p:nvSpPr>
          <p:cNvPr id="76" name="Text 62"/>
          <p:cNvSpPr/>
          <p:nvPr/>
        </p:nvSpPr>
        <p:spPr>
          <a:xfrm rot="21600000">
            <a:off x="4366087" y="4874451"/>
            <a:ext cx="1147227" cy="169311"/>
          </a:xfrm>
          <a:prstGeom prst="rect">
            <a:avLst/>
          </a:prstGeom>
          <a:noFill/>
          <a:ln/>
        </p:spPr>
        <p:txBody>
          <a:bodyPr wrap="square" lIns="0" tIns="0" rIns="0" bIns="0" rtlCol="0" anchor="t"/>
          <a:lstStyle/>
          <a:p>
            <a:pPr>
              <a:lnSpc>
                <a:spcPts val="1000"/>
              </a:lnSpc>
            </a:pPr>
            <a:r>
              <a:rPr lang="en-US" sz="1000" dirty="0">
                <a:solidFill>
                  <a:srgbClr val="FFFFFF">
                    <a:alpha val="100000"/>
                  </a:srgbClr>
                </a:solidFill>
                <a:ea typeface="Stapel" pitchFamily="34" charset="-122"/>
                <a:cs typeface="Stapel" pitchFamily="34" charset="-120"/>
              </a:rPr>
              <a:t>Ярко-фиолетовый</a:t>
            </a:r>
            <a:endParaRPr lang="en-US" sz="1000" dirty="0"/>
          </a:p>
        </p:txBody>
      </p:sp>
      <p:sp>
        <p:nvSpPr>
          <p:cNvPr id="77" name="Text 63"/>
          <p:cNvSpPr/>
          <p:nvPr/>
        </p:nvSpPr>
        <p:spPr>
          <a:xfrm rot="21600000">
            <a:off x="4368366" y="5040354"/>
            <a:ext cx="584197" cy="177777"/>
          </a:xfrm>
          <a:prstGeom prst="rect">
            <a:avLst/>
          </a:prstGeom>
          <a:noFill/>
          <a:ln/>
        </p:spPr>
        <p:txBody>
          <a:bodyPr wrap="square" lIns="0" tIns="0" rIns="0" bIns="0" rtlCol="0" anchor="t"/>
          <a:lstStyle/>
          <a:p>
            <a:pPr>
              <a:lnSpc>
                <a:spcPts val="1080"/>
              </a:lnSpc>
            </a:pPr>
            <a:r>
              <a:rPr lang="en-US" dirty="0">
                <a:solidFill>
                  <a:srgbClr val="FFFFFF">
                    <a:alpha val="100000"/>
                  </a:srgbClr>
                </a:solidFill>
                <a:ea typeface="Stapel" pitchFamily="34" charset="-122"/>
                <a:cs typeface="Stapel" pitchFamily="34" charset="-120"/>
              </a:rPr>
              <a:t>#C007A7</a:t>
            </a:r>
            <a:endParaRPr lang="en-US" dirty="0"/>
          </a:p>
        </p:txBody>
      </p:sp>
      <p:sp>
        <p:nvSpPr>
          <p:cNvPr id="80" name="Shape 65"/>
          <p:cNvSpPr/>
          <p:nvPr/>
        </p:nvSpPr>
        <p:spPr>
          <a:xfrm>
            <a:off x="6146769" y="4711533"/>
            <a:ext cx="1828790" cy="838091"/>
          </a:xfrm>
          <a:prstGeom prst="rect">
            <a:avLst/>
          </a:prstGeom>
          <a:noFill/>
          <a:ln/>
        </p:spPr>
      </p:sp>
      <p:sp>
        <p:nvSpPr>
          <p:cNvPr id="81" name="Shape 66"/>
          <p:cNvSpPr/>
          <p:nvPr/>
        </p:nvSpPr>
        <p:spPr>
          <a:xfrm>
            <a:off x="6146769" y="4711533"/>
            <a:ext cx="1828790" cy="615870"/>
          </a:xfrm>
          <a:prstGeom prst="rect">
            <a:avLst/>
          </a:prstGeom>
          <a:solidFill>
            <a:srgbClr val="722BC3">
              <a:alpha val="100000"/>
            </a:srgbClr>
          </a:solidFill>
          <a:ln/>
        </p:spPr>
      </p:sp>
      <p:sp>
        <p:nvSpPr>
          <p:cNvPr id="82" name="Text 67"/>
          <p:cNvSpPr/>
          <p:nvPr/>
        </p:nvSpPr>
        <p:spPr>
          <a:xfrm rot="21600000">
            <a:off x="6296832" y="4863975"/>
            <a:ext cx="937678" cy="182010"/>
          </a:xfrm>
          <a:prstGeom prst="rect">
            <a:avLst/>
          </a:prstGeom>
          <a:noFill/>
          <a:ln/>
        </p:spPr>
        <p:txBody>
          <a:bodyPr wrap="square" lIns="0" tIns="0" rIns="0" bIns="0" rtlCol="0" anchor="t"/>
          <a:lstStyle/>
          <a:p>
            <a:pPr>
              <a:lnSpc>
                <a:spcPts val="1100"/>
              </a:lnSpc>
            </a:pPr>
            <a:r>
              <a:rPr lang="en-US" sz="1000" dirty="0">
                <a:solidFill>
                  <a:srgbClr val="FFFFFF">
                    <a:alpha val="100000"/>
                  </a:srgbClr>
                </a:solidFill>
                <a:ea typeface="Stapel" pitchFamily="34" charset="-122"/>
                <a:cs typeface="Stapel" pitchFamily="34" charset="-120"/>
              </a:rPr>
              <a:t>Сине-лиловый</a:t>
            </a:r>
            <a:endParaRPr lang="en-US" sz="1000" dirty="0"/>
          </a:p>
        </p:txBody>
      </p:sp>
      <p:sp>
        <p:nvSpPr>
          <p:cNvPr id="83" name="Text 68"/>
          <p:cNvSpPr/>
          <p:nvPr/>
        </p:nvSpPr>
        <p:spPr>
          <a:xfrm rot="21600000">
            <a:off x="6297864" y="5053052"/>
            <a:ext cx="590547" cy="177777"/>
          </a:xfrm>
          <a:prstGeom prst="rect">
            <a:avLst/>
          </a:prstGeom>
          <a:noFill/>
          <a:ln/>
        </p:spPr>
        <p:txBody>
          <a:bodyPr wrap="square" lIns="0" tIns="0" rIns="0" bIns="0" rtlCol="0" anchor="t"/>
          <a:lstStyle/>
          <a:p>
            <a:pPr>
              <a:lnSpc>
                <a:spcPts val="1080"/>
              </a:lnSpc>
            </a:pPr>
            <a:r>
              <a:rPr lang="en-US" dirty="0">
                <a:solidFill>
                  <a:srgbClr val="FFFFFF">
                    <a:alpha val="100000"/>
                  </a:srgbClr>
                </a:solidFill>
                <a:ea typeface="Stapel" pitchFamily="34" charset="-122"/>
                <a:cs typeface="Stapel" pitchFamily="34" charset="-120"/>
              </a:rPr>
              <a:t>#722BC3</a:t>
            </a:r>
            <a:endParaRPr lang="en-US" dirty="0"/>
          </a:p>
        </p:txBody>
      </p:sp>
      <p:sp>
        <p:nvSpPr>
          <p:cNvPr id="86" name="Shape 70"/>
          <p:cNvSpPr/>
          <p:nvPr/>
        </p:nvSpPr>
        <p:spPr>
          <a:xfrm>
            <a:off x="8077158" y="4711533"/>
            <a:ext cx="1828790" cy="838091"/>
          </a:xfrm>
          <a:prstGeom prst="rect">
            <a:avLst/>
          </a:prstGeom>
          <a:noFill/>
          <a:ln/>
        </p:spPr>
      </p:sp>
      <p:sp>
        <p:nvSpPr>
          <p:cNvPr id="87" name="Shape 71"/>
          <p:cNvSpPr/>
          <p:nvPr/>
        </p:nvSpPr>
        <p:spPr>
          <a:xfrm>
            <a:off x="8077158" y="4711533"/>
            <a:ext cx="1828790" cy="615870"/>
          </a:xfrm>
          <a:prstGeom prst="rect">
            <a:avLst/>
          </a:prstGeom>
          <a:solidFill>
            <a:srgbClr val="ACC4FE">
              <a:alpha val="100000"/>
            </a:srgbClr>
          </a:solidFill>
          <a:ln/>
        </p:spPr>
      </p:sp>
      <p:sp>
        <p:nvSpPr>
          <p:cNvPr id="88" name="Text 72"/>
          <p:cNvSpPr/>
          <p:nvPr/>
        </p:nvSpPr>
        <p:spPr>
          <a:xfrm rot="21600000">
            <a:off x="8228304" y="4873183"/>
            <a:ext cx="550330" cy="182010"/>
          </a:xfrm>
          <a:prstGeom prst="rect">
            <a:avLst/>
          </a:prstGeom>
          <a:noFill/>
          <a:ln/>
        </p:spPr>
        <p:txBody>
          <a:bodyPr wrap="square" lIns="0" tIns="0" rIns="0" bIns="0" rtlCol="0" anchor="t"/>
          <a:lstStyle/>
          <a:p>
            <a:pPr>
              <a:lnSpc>
                <a:spcPts val="1100"/>
              </a:lnSpc>
            </a:pPr>
            <a:r>
              <a:rPr lang="en-US" sz="1000" dirty="0">
                <a:solidFill>
                  <a:srgbClr val="FFFFFF">
                    <a:alpha val="100000"/>
                  </a:srgbClr>
                </a:solidFill>
                <a:ea typeface="Stapel" pitchFamily="34" charset="-122"/>
                <a:cs typeface="Stapel" pitchFamily="34" charset="-120"/>
              </a:rPr>
              <a:t>Голубой</a:t>
            </a:r>
            <a:endParaRPr lang="en-US" sz="1000" dirty="0"/>
          </a:p>
        </p:txBody>
      </p:sp>
      <p:sp>
        <p:nvSpPr>
          <p:cNvPr id="89" name="Text 73"/>
          <p:cNvSpPr/>
          <p:nvPr/>
        </p:nvSpPr>
        <p:spPr>
          <a:xfrm rot="21600000">
            <a:off x="8228621" y="5053052"/>
            <a:ext cx="596897" cy="177777"/>
          </a:xfrm>
          <a:prstGeom prst="rect">
            <a:avLst/>
          </a:prstGeom>
          <a:noFill/>
          <a:ln/>
        </p:spPr>
        <p:txBody>
          <a:bodyPr wrap="square" lIns="0" tIns="0" rIns="0" bIns="0" rtlCol="0" anchor="t"/>
          <a:lstStyle/>
          <a:p>
            <a:pPr>
              <a:lnSpc>
                <a:spcPts val="1080"/>
              </a:lnSpc>
            </a:pPr>
            <a:r>
              <a:rPr lang="en-US" dirty="0">
                <a:solidFill>
                  <a:srgbClr val="FFFFFF">
                    <a:alpha val="100000"/>
                  </a:srgbClr>
                </a:solidFill>
                <a:ea typeface="Stapel" pitchFamily="34" charset="-122"/>
                <a:cs typeface="Stapel" pitchFamily="34" charset="-120"/>
              </a:rPr>
              <a:t>#ACC4FE</a:t>
            </a:r>
            <a:endParaRPr lang="en-US" dirty="0"/>
          </a:p>
        </p:txBody>
      </p:sp>
      <p:sp>
        <p:nvSpPr>
          <p:cNvPr id="92" name="Shape 75"/>
          <p:cNvSpPr/>
          <p:nvPr/>
        </p:nvSpPr>
        <p:spPr>
          <a:xfrm>
            <a:off x="10007549" y="4711533"/>
            <a:ext cx="1828790" cy="838091"/>
          </a:xfrm>
          <a:prstGeom prst="rect">
            <a:avLst/>
          </a:prstGeom>
          <a:noFill/>
          <a:ln/>
        </p:spPr>
      </p:sp>
      <p:sp>
        <p:nvSpPr>
          <p:cNvPr id="93" name="Shape 76"/>
          <p:cNvSpPr/>
          <p:nvPr/>
        </p:nvSpPr>
        <p:spPr>
          <a:xfrm>
            <a:off x="10007549" y="4711533"/>
            <a:ext cx="1828790" cy="615870"/>
          </a:xfrm>
          <a:prstGeom prst="rect">
            <a:avLst/>
          </a:prstGeom>
          <a:solidFill>
            <a:srgbClr val="7D70EF">
              <a:alpha val="100000"/>
            </a:srgbClr>
          </a:solidFill>
          <a:ln/>
        </p:spPr>
      </p:sp>
      <p:sp>
        <p:nvSpPr>
          <p:cNvPr id="94" name="Text 77"/>
          <p:cNvSpPr/>
          <p:nvPr/>
        </p:nvSpPr>
        <p:spPr>
          <a:xfrm rot="21600000">
            <a:off x="10158211" y="4864549"/>
            <a:ext cx="817029" cy="169311"/>
          </a:xfrm>
          <a:prstGeom prst="rect">
            <a:avLst/>
          </a:prstGeom>
          <a:noFill/>
          <a:ln/>
        </p:spPr>
        <p:txBody>
          <a:bodyPr wrap="square" lIns="0" tIns="0" rIns="0" bIns="0" rtlCol="0" anchor="t"/>
          <a:lstStyle/>
          <a:p>
            <a:pPr>
              <a:lnSpc>
                <a:spcPts val="1000"/>
              </a:lnSpc>
            </a:pPr>
            <a:r>
              <a:rPr lang="en-US" sz="1000" dirty="0">
                <a:solidFill>
                  <a:srgbClr val="FFFFFF">
                    <a:alpha val="100000"/>
                  </a:srgbClr>
                </a:solidFill>
                <a:ea typeface="Stapel" pitchFamily="34" charset="-122"/>
                <a:cs typeface="Stapel" pitchFamily="34" charset="-120"/>
              </a:rPr>
              <a:t>Фиолетовый</a:t>
            </a:r>
            <a:endParaRPr lang="en-US" sz="1000" dirty="0"/>
          </a:p>
        </p:txBody>
      </p:sp>
      <p:sp>
        <p:nvSpPr>
          <p:cNvPr id="95" name="Text 78"/>
          <p:cNvSpPr/>
          <p:nvPr/>
        </p:nvSpPr>
        <p:spPr>
          <a:xfrm rot="21600000">
            <a:off x="10160647" y="5040354"/>
            <a:ext cx="558797" cy="177777"/>
          </a:xfrm>
          <a:prstGeom prst="rect">
            <a:avLst/>
          </a:prstGeom>
          <a:noFill/>
          <a:ln/>
        </p:spPr>
        <p:txBody>
          <a:bodyPr wrap="square" lIns="0" tIns="0" rIns="0" bIns="0" rtlCol="0" anchor="t"/>
          <a:lstStyle/>
          <a:p>
            <a:pPr>
              <a:lnSpc>
                <a:spcPts val="1080"/>
              </a:lnSpc>
            </a:pPr>
            <a:r>
              <a:rPr lang="en-US" dirty="0">
                <a:solidFill>
                  <a:srgbClr val="FFFFFF">
                    <a:alpha val="100000"/>
                  </a:srgbClr>
                </a:solidFill>
                <a:ea typeface="Stapel" pitchFamily="34" charset="-122"/>
                <a:cs typeface="Stapel" pitchFamily="34" charset="-120"/>
              </a:rPr>
              <a:t>#7D70EF</a:t>
            </a:r>
            <a:endParaRPr lang="en-US" dirty="0"/>
          </a:p>
        </p:txBody>
      </p:sp>
      <p:sp>
        <p:nvSpPr>
          <p:cNvPr id="2" name="Номер слайда 2">
            <a:extLst>
              <a:ext uri="{FF2B5EF4-FFF2-40B4-BE49-F238E27FC236}">
                <a16:creationId xmlns:a16="http://schemas.microsoft.com/office/drawing/2014/main" id="{2643A232-32A2-1018-952B-A06A0CD45CAE}"/>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2</a:t>
            </a:fld>
            <a:endParaRPr lang="ru-RU" dirty="0"/>
          </a:p>
        </p:txBody>
      </p:sp>
      <p:sp>
        <p:nvSpPr>
          <p:cNvPr id="23" name="Text 9">
            <a:extLst>
              <a:ext uri="{FF2B5EF4-FFF2-40B4-BE49-F238E27FC236}">
                <a16:creationId xmlns:a16="http://schemas.microsoft.com/office/drawing/2014/main" id="{A26A7BFC-79F4-06C5-08E4-3E37A6FD176C}"/>
              </a:ext>
            </a:extLst>
          </p:cNvPr>
          <p:cNvSpPr/>
          <p:nvPr/>
        </p:nvSpPr>
        <p:spPr>
          <a:xfrm rot="21600000">
            <a:off x="5661753" y="2051509"/>
            <a:ext cx="262465" cy="154496"/>
          </a:xfrm>
          <a:prstGeom prst="rect">
            <a:avLst/>
          </a:prstGeom>
          <a:noFill/>
          <a:ln/>
        </p:spPr>
        <p:txBody>
          <a:bodyPr wrap="square" lIns="0" tIns="0" rIns="0" bIns="0" rtlCol="0" anchor="t"/>
          <a:lstStyle/>
          <a:p>
            <a:pPr>
              <a:lnSpc>
                <a:spcPts val="960"/>
              </a:lnSpc>
            </a:pPr>
            <a:r>
              <a:rPr lang="en-US" sz="800" dirty="0">
                <a:solidFill>
                  <a:srgbClr val="FFFFFF">
                    <a:alpha val="100000"/>
                  </a:srgbClr>
                </a:solidFill>
                <a:ea typeface="Stapel" pitchFamily="34" charset="-122"/>
                <a:cs typeface="Stapel" pitchFamily="34" charset="-120"/>
              </a:rPr>
              <a:t>55%</a:t>
            </a:r>
            <a:endParaRPr lang="en-US" sz="800" dirty="0"/>
          </a:p>
        </p:txBody>
      </p:sp>
      <p:sp>
        <p:nvSpPr>
          <p:cNvPr id="98" name="Text 14">
            <a:extLst>
              <a:ext uri="{FF2B5EF4-FFF2-40B4-BE49-F238E27FC236}">
                <a16:creationId xmlns:a16="http://schemas.microsoft.com/office/drawing/2014/main" id="{C82F0CA0-E9AF-3D20-5C5F-E5331B13DAEC}"/>
              </a:ext>
            </a:extLst>
          </p:cNvPr>
          <p:cNvSpPr/>
          <p:nvPr/>
        </p:nvSpPr>
        <p:spPr>
          <a:xfrm rot="21600000">
            <a:off x="5661396" y="2990781"/>
            <a:ext cx="262465"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90%</a:t>
            </a:r>
            <a:endParaRPr lang="en-US" sz="800" dirty="0"/>
          </a:p>
        </p:txBody>
      </p:sp>
      <p:pic>
        <p:nvPicPr>
          <p:cNvPr id="100" name="Image 4" descr=" ">
            <a:extLst>
              <a:ext uri="{FF2B5EF4-FFF2-40B4-BE49-F238E27FC236}">
                <a16:creationId xmlns:a16="http://schemas.microsoft.com/office/drawing/2014/main" id="{BF51A069-39D8-833A-609C-3A7FBFEFFCF9}"/>
              </a:ext>
            </a:extLst>
          </p:cNvPr>
          <p:cNvPicPr>
            <a:picLocks noChangeAspect="1"/>
          </p:cNvPicPr>
          <p:nvPr/>
        </p:nvPicPr>
        <p:blipFill>
          <a:blip r:embed="rId6"/>
          <a:stretch>
            <a:fillRect/>
          </a:stretch>
        </p:blipFill>
        <p:spPr>
          <a:xfrm>
            <a:off x="363220" y="1404122"/>
            <a:ext cx="1350615" cy="134858"/>
          </a:xfrm>
          <a:prstGeom prst="rect">
            <a:avLst/>
          </a:prstGeom>
        </p:spPr>
      </p:pic>
      <p:sp>
        <p:nvSpPr>
          <p:cNvPr id="101" name="Text 20">
            <a:extLst>
              <a:ext uri="{FF2B5EF4-FFF2-40B4-BE49-F238E27FC236}">
                <a16:creationId xmlns:a16="http://schemas.microsoft.com/office/drawing/2014/main" id="{5D30A212-35B1-B3C2-2C8F-704D37F5B645}"/>
              </a:ext>
            </a:extLst>
          </p:cNvPr>
          <p:cNvSpPr/>
          <p:nvPr/>
        </p:nvSpPr>
        <p:spPr>
          <a:xfrm>
            <a:off x="355598" y="1594089"/>
            <a:ext cx="3103017" cy="740737"/>
          </a:xfrm>
          <a:prstGeom prst="rect">
            <a:avLst/>
          </a:prstGeom>
          <a:noFill/>
          <a:ln/>
        </p:spPr>
        <p:txBody>
          <a:bodyPr wrap="square" lIns="0" tIns="0" rIns="0" bIns="0" rtlCol="0" anchor="t"/>
          <a:lstStyle/>
          <a:p>
            <a:pPr>
              <a:lnSpc>
                <a:spcPts val="1100"/>
              </a:lnSpc>
            </a:pPr>
            <a:r>
              <a:rPr lang="en-US" sz="1000" dirty="0">
                <a:solidFill>
                  <a:srgbClr val="000000">
                    <a:alpha val="45000"/>
                  </a:srgbClr>
                </a:solidFill>
                <a:ea typeface="Stapel" pitchFamily="34" charset="-122"/>
                <a:cs typeface="Stapel" pitchFamily="34" charset="-120"/>
              </a:rPr>
              <a:t>Черный — для основного текста, логотипа и фона. Белый — для фона, а также текста и логотипа на темном фоне. Дымчатый — для фона и плашек. Красный и градиент — для акцентов (не приме-няется к логотипу, графикам и диаграммам). </a:t>
            </a:r>
            <a:endParaRPr lang="en-US" sz="1000" dirty="0"/>
          </a:p>
        </p:txBody>
      </p:sp>
      <p:pic>
        <p:nvPicPr>
          <p:cNvPr id="102" name="Image 5" descr=" ">
            <a:extLst>
              <a:ext uri="{FF2B5EF4-FFF2-40B4-BE49-F238E27FC236}">
                <a16:creationId xmlns:a16="http://schemas.microsoft.com/office/drawing/2014/main" id="{357FAD36-0E7D-E73C-C606-7CC726F93B6C}"/>
              </a:ext>
            </a:extLst>
          </p:cNvPr>
          <p:cNvPicPr>
            <a:picLocks noChangeAspect="1"/>
          </p:cNvPicPr>
          <p:nvPr/>
        </p:nvPicPr>
        <p:blipFill>
          <a:blip r:embed="rId7"/>
          <a:stretch>
            <a:fillRect/>
          </a:stretch>
        </p:blipFill>
        <p:spPr>
          <a:xfrm>
            <a:off x="364742" y="3546082"/>
            <a:ext cx="1403265" cy="132570"/>
          </a:xfrm>
          <a:prstGeom prst="rect">
            <a:avLst/>
          </a:prstGeom>
        </p:spPr>
      </p:pic>
      <p:sp>
        <p:nvSpPr>
          <p:cNvPr id="103" name="Text 23">
            <a:extLst>
              <a:ext uri="{FF2B5EF4-FFF2-40B4-BE49-F238E27FC236}">
                <a16:creationId xmlns:a16="http://schemas.microsoft.com/office/drawing/2014/main" id="{5AC5840D-3778-1A38-BDA0-3AAFBF5A2BF2}"/>
              </a:ext>
            </a:extLst>
          </p:cNvPr>
          <p:cNvSpPr/>
          <p:nvPr/>
        </p:nvSpPr>
        <p:spPr>
          <a:xfrm>
            <a:off x="355598" y="3733761"/>
            <a:ext cx="2836319" cy="461373"/>
          </a:xfrm>
          <a:prstGeom prst="rect">
            <a:avLst/>
          </a:prstGeom>
          <a:noFill/>
          <a:ln/>
        </p:spPr>
        <p:txBody>
          <a:bodyPr wrap="square" lIns="0" tIns="0" rIns="0" bIns="0" rtlCol="0" anchor="t"/>
          <a:lstStyle/>
          <a:p>
            <a:pPr>
              <a:lnSpc>
                <a:spcPts val="1100"/>
              </a:lnSpc>
            </a:pPr>
            <a:r>
              <a:rPr lang="en-US" sz="1000" dirty="0">
                <a:solidFill>
                  <a:srgbClr val="000000">
                    <a:alpha val="45000"/>
                  </a:srgbClr>
                </a:solidFill>
                <a:ea typeface="Stapel" pitchFamily="34" charset="-122"/>
                <a:cs typeface="Stapel" pitchFamily="34" charset="-120"/>
              </a:rPr>
              <a:t>Дополнительные цвета, используются в качестве акцентов для инфографики, таблиц, визуализации данных и т. п.</a:t>
            </a:r>
            <a:endParaRPr lang="en-US" sz="1000" dirty="0"/>
          </a:p>
        </p:txBody>
      </p:sp>
      <p:pic>
        <p:nvPicPr>
          <p:cNvPr id="104" name="Image 6" descr=" ">
            <a:extLst>
              <a:ext uri="{FF2B5EF4-FFF2-40B4-BE49-F238E27FC236}">
                <a16:creationId xmlns:a16="http://schemas.microsoft.com/office/drawing/2014/main" id="{9D3F7F79-37EC-C0C6-0DA0-4CED72261FD9}"/>
              </a:ext>
            </a:extLst>
          </p:cNvPr>
          <p:cNvPicPr>
            <a:picLocks noChangeAspect="1"/>
          </p:cNvPicPr>
          <p:nvPr/>
        </p:nvPicPr>
        <p:blipFill>
          <a:blip r:embed="rId8"/>
          <a:stretch>
            <a:fillRect/>
          </a:stretch>
        </p:blipFill>
        <p:spPr>
          <a:xfrm>
            <a:off x="356817" y="4739726"/>
            <a:ext cx="1393926" cy="132570"/>
          </a:xfrm>
          <a:prstGeom prst="rect">
            <a:avLst/>
          </a:prstGeom>
        </p:spPr>
      </p:pic>
      <p:sp>
        <p:nvSpPr>
          <p:cNvPr id="105" name="Text 25">
            <a:extLst>
              <a:ext uri="{FF2B5EF4-FFF2-40B4-BE49-F238E27FC236}">
                <a16:creationId xmlns:a16="http://schemas.microsoft.com/office/drawing/2014/main" id="{30A0C279-FE70-1D95-1F95-6B8DAC4655E7}"/>
              </a:ext>
            </a:extLst>
          </p:cNvPr>
          <p:cNvSpPr/>
          <p:nvPr/>
        </p:nvSpPr>
        <p:spPr>
          <a:xfrm>
            <a:off x="355599" y="4927405"/>
            <a:ext cx="2626769" cy="601055"/>
          </a:xfrm>
          <a:prstGeom prst="rect">
            <a:avLst/>
          </a:prstGeom>
          <a:noFill/>
          <a:ln/>
        </p:spPr>
        <p:txBody>
          <a:bodyPr wrap="square" lIns="0" tIns="0" rIns="0" bIns="0" rtlCol="0" anchor="t"/>
          <a:lstStyle/>
          <a:p>
            <a:pPr>
              <a:lnSpc>
                <a:spcPts val="1100"/>
              </a:lnSpc>
            </a:pPr>
            <a:r>
              <a:rPr lang="en-US" sz="1000" dirty="0">
                <a:solidFill>
                  <a:srgbClr val="000000">
                    <a:alpha val="45000"/>
                  </a:srgbClr>
                </a:solidFill>
                <a:ea typeface="Stapel" pitchFamily="34" charset="-122"/>
                <a:cs typeface="Stapel" pitchFamily="34" charset="-120"/>
              </a:rPr>
              <a:t>Используются точечно, когда основные и вторичные цвета уже задействованы для инфографики, таблиц, визуализации данных и т. п. </a:t>
            </a:r>
            <a:endParaRPr lang="en-US" sz="1000" dirty="0"/>
          </a:p>
        </p:txBody>
      </p:sp>
      <p:pic>
        <p:nvPicPr>
          <p:cNvPr id="106" name="Image 7" descr=" ">
            <a:extLst>
              <a:ext uri="{FF2B5EF4-FFF2-40B4-BE49-F238E27FC236}">
                <a16:creationId xmlns:a16="http://schemas.microsoft.com/office/drawing/2014/main" id="{616C0CFF-2EA2-770A-23F9-9351C626C0A2}"/>
              </a:ext>
            </a:extLst>
          </p:cNvPr>
          <p:cNvPicPr>
            <a:picLocks noChangeAspect="1"/>
          </p:cNvPicPr>
          <p:nvPr/>
        </p:nvPicPr>
        <p:blipFill>
          <a:blip r:embed="rId9"/>
          <a:stretch>
            <a:fillRect/>
          </a:stretch>
        </p:blipFill>
        <p:spPr>
          <a:xfrm>
            <a:off x="363219" y="6032670"/>
            <a:ext cx="725574" cy="134858"/>
          </a:xfrm>
          <a:prstGeom prst="rect">
            <a:avLst/>
          </a:prstGeom>
        </p:spPr>
      </p:pic>
      <p:sp>
        <p:nvSpPr>
          <p:cNvPr id="107" name="Text 27">
            <a:extLst>
              <a:ext uri="{FF2B5EF4-FFF2-40B4-BE49-F238E27FC236}">
                <a16:creationId xmlns:a16="http://schemas.microsoft.com/office/drawing/2014/main" id="{6E42C43F-0FD9-C7EF-2BDD-5760EB2240F3}"/>
              </a:ext>
            </a:extLst>
          </p:cNvPr>
          <p:cNvSpPr/>
          <p:nvPr/>
        </p:nvSpPr>
        <p:spPr>
          <a:xfrm>
            <a:off x="355599" y="6222636"/>
            <a:ext cx="3026817" cy="321692"/>
          </a:xfrm>
          <a:prstGeom prst="rect">
            <a:avLst/>
          </a:prstGeom>
          <a:noFill/>
          <a:ln/>
        </p:spPr>
        <p:txBody>
          <a:bodyPr wrap="square" lIns="0" tIns="0" rIns="0" bIns="0" rtlCol="0" anchor="t"/>
          <a:lstStyle/>
          <a:p>
            <a:pPr>
              <a:lnSpc>
                <a:spcPts val="1100"/>
              </a:lnSpc>
            </a:pPr>
            <a:r>
              <a:rPr lang="en-US" sz="1000" dirty="0">
                <a:solidFill>
                  <a:srgbClr val="000000">
                    <a:alpha val="45000"/>
                  </a:srgbClr>
                </a:solidFill>
                <a:ea typeface="Stapel" pitchFamily="34" charset="-122"/>
                <a:cs typeface="Stapel" pitchFamily="34" charset="-120"/>
              </a:rPr>
              <a:t>Для индикации статуса: темный оттенок —  </a:t>
            </a:r>
            <a:endParaRPr lang="ru-RU" sz="1000" dirty="0">
              <a:solidFill>
                <a:srgbClr val="000000">
                  <a:alpha val="45000"/>
                </a:srgbClr>
              </a:solidFill>
              <a:ea typeface="Stapel" pitchFamily="34" charset="-122"/>
              <a:cs typeface="Stapel" pitchFamily="34" charset="-120"/>
            </a:endParaRPr>
          </a:p>
          <a:p>
            <a:pPr>
              <a:lnSpc>
                <a:spcPts val="1100"/>
              </a:lnSpc>
            </a:pPr>
            <a:r>
              <a:rPr lang="en-US" sz="1000" dirty="0" err="1">
                <a:solidFill>
                  <a:srgbClr val="000000">
                    <a:alpha val="45000"/>
                  </a:srgbClr>
                </a:solidFill>
                <a:ea typeface="Stapel" pitchFamily="34" charset="-122"/>
                <a:cs typeface="Stapel" pitchFamily="34" charset="-120"/>
              </a:rPr>
              <a:t>для</a:t>
            </a:r>
            <a:r>
              <a:rPr lang="en-US" sz="1000" dirty="0">
                <a:solidFill>
                  <a:srgbClr val="000000">
                    <a:alpha val="45000"/>
                  </a:srgbClr>
                </a:solidFill>
                <a:ea typeface="Stapel" pitchFamily="34" charset="-122"/>
                <a:cs typeface="Stapel" pitchFamily="34" charset="-120"/>
              </a:rPr>
              <a:t> текста, светлый — для плашек и графиков.</a:t>
            </a:r>
            <a:endParaRPr lang="en-US" sz="1000" dirty="0"/>
          </a:p>
        </p:txBody>
      </p:sp>
      <p:sp>
        <p:nvSpPr>
          <p:cNvPr id="108" name="Text 48">
            <a:extLst>
              <a:ext uri="{FF2B5EF4-FFF2-40B4-BE49-F238E27FC236}">
                <a16:creationId xmlns:a16="http://schemas.microsoft.com/office/drawing/2014/main" id="{51D9E0E9-FBAD-7546-6AE7-2CFFA77EA0AD}"/>
              </a:ext>
            </a:extLst>
          </p:cNvPr>
          <p:cNvSpPr/>
          <p:nvPr/>
        </p:nvSpPr>
        <p:spPr>
          <a:xfrm rot="21600000">
            <a:off x="5661396" y="4184425"/>
            <a:ext cx="262465"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60%</a:t>
            </a:r>
            <a:endParaRPr lang="en-US" sz="800" dirty="0"/>
          </a:p>
        </p:txBody>
      </p:sp>
      <p:sp>
        <p:nvSpPr>
          <p:cNvPr id="109" name="Text 53">
            <a:extLst>
              <a:ext uri="{FF2B5EF4-FFF2-40B4-BE49-F238E27FC236}">
                <a16:creationId xmlns:a16="http://schemas.microsoft.com/office/drawing/2014/main" id="{EDCA2C98-0FE0-346D-6E5D-1D26BC385EF6}"/>
              </a:ext>
            </a:extLst>
          </p:cNvPr>
          <p:cNvSpPr/>
          <p:nvPr/>
        </p:nvSpPr>
        <p:spPr>
          <a:xfrm rot="21600000">
            <a:off x="7591786" y="4184425"/>
            <a:ext cx="262465"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60%</a:t>
            </a:r>
            <a:endParaRPr lang="en-US" sz="800" dirty="0"/>
          </a:p>
        </p:txBody>
      </p:sp>
      <p:sp>
        <p:nvSpPr>
          <p:cNvPr id="110" name="Text 58">
            <a:extLst>
              <a:ext uri="{FF2B5EF4-FFF2-40B4-BE49-F238E27FC236}">
                <a16:creationId xmlns:a16="http://schemas.microsoft.com/office/drawing/2014/main" id="{CAC7981A-273B-04C6-C821-052EA30A8AFB}"/>
              </a:ext>
            </a:extLst>
          </p:cNvPr>
          <p:cNvSpPr/>
          <p:nvPr/>
        </p:nvSpPr>
        <p:spPr>
          <a:xfrm rot="21600000">
            <a:off x="9533600" y="4184425"/>
            <a:ext cx="249765"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70%</a:t>
            </a:r>
            <a:endParaRPr lang="en-US" sz="800" dirty="0"/>
          </a:p>
        </p:txBody>
      </p:sp>
      <p:sp>
        <p:nvSpPr>
          <p:cNvPr id="111" name="Text 64">
            <a:extLst>
              <a:ext uri="{FF2B5EF4-FFF2-40B4-BE49-F238E27FC236}">
                <a16:creationId xmlns:a16="http://schemas.microsoft.com/office/drawing/2014/main" id="{07AAE949-3AF8-40FF-0AFB-778474C0BE16}"/>
              </a:ext>
            </a:extLst>
          </p:cNvPr>
          <p:cNvSpPr/>
          <p:nvPr/>
        </p:nvSpPr>
        <p:spPr>
          <a:xfrm rot="21600000">
            <a:off x="5672820" y="5378070"/>
            <a:ext cx="249765"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70%</a:t>
            </a:r>
            <a:endParaRPr lang="en-US" sz="800" dirty="0"/>
          </a:p>
        </p:txBody>
      </p:sp>
      <p:sp>
        <p:nvSpPr>
          <p:cNvPr id="112" name="Text 69">
            <a:extLst>
              <a:ext uri="{FF2B5EF4-FFF2-40B4-BE49-F238E27FC236}">
                <a16:creationId xmlns:a16="http://schemas.microsoft.com/office/drawing/2014/main" id="{80FEBE04-15BF-8137-7805-193406F084D0}"/>
              </a:ext>
            </a:extLst>
          </p:cNvPr>
          <p:cNvSpPr/>
          <p:nvPr/>
        </p:nvSpPr>
        <p:spPr>
          <a:xfrm rot="21600000">
            <a:off x="7603210" y="5378070"/>
            <a:ext cx="249765"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70%</a:t>
            </a:r>
            <a:endParaRPr lang="en-US" sz="800" dirty="0"/>
          </a:p>
        </p:txBody>
      </p:sp>
      <p:sp>
        <p:nvSpPr>
          <p:cNvPr id="113" name="Text 74">
            <a:extLst>
              <a:ext uri="{FF2B5EF4-FFF2-40B4-BE49-F238E27FC236}">
                <a16:creationId xmlns:a16="http://schemas.microsoft.com/office/drawing/2014/main" id="{C6F479C3-DAB3-9A4C-01D6-6142ED5459A0}"/>
              </a:ext>
            </a:extLst>
          </p:cNvPr>
          <p:cNvSpPr/>
          <p:nvPr/>
        </p:nvSpPr>
        <p:spPr>
          <a:xfrm rot="21600000">
            <a:off x="9521821" y="5378070"/>
            <a:ext cx="262465"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80%</a:t>
            </a:r>
            <a:endParaRPr lang="en-US" sz="800" dirty="0"/>
          </a:p>
        </p:txBody>
      </p:sp>
      <p:sp>
        <p:nvSpPr>
          <p:cNvPr id="114" name="Text 79">
            <a:extLst>
              <a:ext uri="{FF2B5EF4-FFF2-40B4-BE49-F238E27FC236}">
                <a16:creationId xmlns:a16="http://schemas.microsoft.com/office/drawing/2014/main" id="{73109612-5E3C-065E-C093-9AF22A1583A3}"/>
              </a:ext>
            </a:extLst>
          </p:cNvPr>
          <p:cNvSpPr/>
          <p:nvPr/>
        </p:nvSpPr>
        <p:spPr>
          <a:xfrm rot="21600000">
            <a:off x="11452211" y="5378070"/>
            <a:ext cx="262465"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80%</a:t>
            </a:r>
            <a:endParaRPr lang="en-US" sz="800" dirty="0"/>
          </a:p>
        </p:txBody>
      </p:sp>
      <p:sp>
        <p:nvSpPr>
          <p:cNvPr id="18" name="Text 20">
            <a:extLst>
              <a:ext uri="{FF2B5EF4-FFF2-40B4-BE49-F238E27FC236}">
                <a16:creationId xmlns:a16="http://schemas.microsoft.com/office/drawing/2014/main" id="{144F8D14-9A44-27D3-6918-70F9287245B6}"/>
              </a:ext>
            </a:extLst>
          </p:cNvPr>
          <p:cNvSpPr/>
          <p:nvPr/>
        </p:nvSpPr>
        <p:spPr>
          <a:xfrm>
            <a:off x="355598" y="2353468"/>
            <a:ext cx="3192672" cy="424668"/>
          </a:xfrm>
          <a:prstGeom prst="rect">
            <a:avLst/>
          </a:prstGeom>
          <a:noFill/>
          <a:ln/>
        </p:spPr>
        <p:txBody>
          <a:bodyPr wrap="square" lIns="0" tIns="0" rIns="0" bIns="0" rtlCol="0" anchor="t">
            <a:spAutoFit/>
          </a:bodyPr>
          <a:lstStyle/>
          <a:p>
            <a:pPr>
              <a:lnSpc>
                <a:spcPts val="1100"/>
              </a:lnSpc>
            </a:pPr>
            <a:r>
              <a:rPr lang="ru-RU" sz="1000" dirty="0">
                <a:solidFill>
                  <a:schemeClr val="tx1">
                    <a:alpha val="45000"/>
                  </a:schemeClr>
                </a:solidFill>
              </a:rPr>
              <a:t>Допускается использовать для плашек красный с прозрачностью 10%, для вспомогательного текста — черный 55%, и для таблиц — черный 90%</a:t>
            </a:r>
            <a:endParaRPr lang="en-US" sz="1000" dirty="0">
              <a:solidFill>
                <a:schemeClr val="tx1">
                  <a:alpha val="45000"/>
                </a:schemeClr>
              </a:solidFill>
            </a:endParaRPr>
          </a:p>
        </p:txBody>
      </p:sp>
      <p:sp>
        <p:nvSpPr>
          <p:cNvPr id="26" name="Text 9">
            <a:extLst>
              <a:ext uri="{FF2B5EF4-FFF2-40B4-BE49-F238E27FC236}">
                <a16:creationId xmlns:a16="http://schemas.microsoft.com/office/drawing/2014/main" id="{C083AA0E-0169-5197-5F6A-A29E7BD84EA9}"/>
              </a:ext>
            </a:extLst>
          </p:cNvPr>
          <p:cNvSpPr/>
          <p:nvPr/>
        </p:nvSpPr>
        <p:spPr>
          <a:xfrm rot="21600000">
            <a:off x="4747210" y="2051509"/>
            <a:ext cx="262465" cy="154496"/>
          </a:xfrm>
          <a:prstGeom prst="rect">
            <a:avLst/>
          </a:prstGeom>
          <a:noFill/>
          <a:ln/>
        </p:spPr>
        <p:txBody>
          <a:bodyPr wrap="square" lIns="0" tIns="0" rIns="0" bIns="0" rtlCol="0" anchor="t"/>
          <a:lstStyle/>
          <a:p>
            <a:pPr>
              <a:lnSpc>
                <a:spcPts val="960"/>
              </a:lnSpc>
            </a:pPr>
            <a:r>
              <a:rPr lang="ru-RU" sz="800" dirty="0">
                <a:ea typeface="Stapel" pitchFamily="34" charset="-122"/>
                <a:cs typeface="Stapel" pitchFamily="34" charset="-120"/>
              </a:rPr>
              <a:t>90</a:t>
            </a:r>
            <a:r>
              <a:rPr lang="en-US" sz="800" dirty="0">
                <a:ea typeface="Stapel" pitchFamily="34" charset="-122"/>
                <a:cs typeface="Stapel" pitchFamily="34" charset="-120"/>
              </a:rPr>
              <a:t>%</a:t>
            </a:r>
            <a:endParaRPr lang="en-US" sz="800" dirty="0"/>
          </a:p>
        </p:txBody>
      </p:sp>
      <p:sp>
        <p:nvSpPr>
          <p:cNvPr id="19" name="Заголовок 18">
            <a:extLst>
              <a:ext uri="{FF2B5EF4-FFF2-40B4-BE49-F238E27FC236}">
                <a16:creationId xmlns:a16="http://schemas.microsoft.com/office/drawing/2014/main" id="{2BF8E532-CB2A-895A-61F7-F2CF73EA576A}"/>
              </a:ext>
            </a:extLst>
          </p:cNvPr>
          <p:cNvSpPr>
            <a:spLocks noGrp="1"/>
          </p:cNvSpPr>
          <p:nvPr>
            <p:ph type="title"/>
          </p:nvPr>
        </p:nvSpPr>
        <p:spPr/>
        <p:txBody>
          <a:bodyPr/>
          <a:lstStyle/>
          <a:p>
            <a:r>
              <a:rPr lang="ru-RU" dirty="0"/>
              <a:t>Правила работы с цветом в презентации</a:t>
            </a:r>
          </a:p>
        </p:txBody>
      </p:sp>
      <p:sp>
        <p:nvSpPr>
          <p:cNvPr id="12" name="TextBox 11">
            <a:extLst>
              <a:ext uri="{FF2B5EF4-FFF2-40B4-BE49-F238E27FC236}">
                <a16:creationId xmlns:a16="http://schemas.microsoft.com/office/drawing/2014/main" id="{E3226134-85FB-FA22-BC53-0CA79F2A33EA}"/>
              </a:ext>
            </a:extLst>
          </p:cNvPr>
          <p:cNvSpPr txBox="1"/>
          <p:nvPr/>
        </p:nvSpPr>
        <p:spPr>
          <a:xfrm>
            <a:off x="10783614" y="451945"/>
            <a:ext cx="0" cy="0"/>
          </a:xfrm>
          <a:prstGeom prst="rect">
            <a:avLst/>
          </a:prstGeom>
          <a:noFill/>
          <a:ln/>
        </p:spPr>
        <p:txBody>
          <a:bodyPr vert="horz" wrap="none" lIns="0" tIns="0" rIns="0" bIns="0" rtlCol="0" anchor="b">
            <a:normAutofit fontScale="25000" lnSpcReduction="20000"/>
          </a:bodyPr>
          <a:lstStyle/>
          <a:p>
            <a:pPr algn="l"/>
            <a:endParaRPr lang="ru-RU" dirty="0">
              <a:latin typeface="Stapel" panose="020B0504020202020204" pitchFamily="34" charset="-52"/>
            </a:endParaRPr>
          </a:p>
        </p:txBody>
      </p:sp>
      <p:sp>
        <p:nvSpPr>
          <p:cNvPr id="118" name="Прямоугольник 117">
            <a:extLst>
              <a:ext uri="{FF2B5EF4-FFF2-40B4-BE49-F238E27FC236}">
                <a16:creationId xmlns:a16="http://schemas.microsoft.com/office/drawing/2014/main" id="{4197A62F-43FC-40AF-AC1D-789196B26229}"/>
              </a:ext>
            </a:extLst>
          </p:cNvPr>
          <p:cNvSpPr/>
          <p:nvPr/>
        </p:nvSpPr>
        <p:spPr>
          <a:xfrm>
            <a:off x="276424" y="2910626"/>
            <a:ext cx="3324949" cy="513346"/>
          </a:xfrm>
          <a:prstGeom prst="rect">
            <a:avLst/>
          </a:prstGeom>
        </p:spPr>
        <p:txBody>
          <a:bodyPr wrap="none">
            <a:spAutoFit/>
          </a:bodyPr>
          <a:lstStyle/>
          <a:p>
            <a:pPr>
              <a:lnSpc>
                <a:spcPts val="1100"/>
              </a:lnSpc>
            </a:pPr>
            <a:r>
              <a:rPr lang="ru-RU" dirty="0">
                <a:solidFill>
                  <a:srgbClr val="CF0522"/>
                </a:solidFill>
                <a:latin typeface="Stapel Medium" panose="020B0604020202020204" pitchFamily="34" charset="-52"/>
              </a:rPr>
              <a:t>НЕ ДОПУСКАЕТСЯ ДЕЛАТЬ КРАСНУЮ ЗАЛИВКУ </a:t>
            </a:r>
          </a:p>
          <a:p>
            <a:pPr>
              <a:lnSpc>
                <a:spcPts val="1100"/>
              </a:lnSpc>
            </a:pPr>
            <a:r>
              <a:rPr lang="ru-RU" dirty="0">
                <a:solidFill>
                  <a:srgbClr val="CF0522"/>
                </a:solidFill>
                <a:latin typeface="Stapel Medium" panose="020B0604020202020204" pitchFamily="34" charset="-52"/>
              </a:rPr>
              <a:t>ДЛЯ ПЛАШЕК, КОНТЕЙНЕРОВ, СХЕМ И ГРАФИКОВ, </a:t>
            </a:r>
          </a:p>
          <a:p>
            <a:pPr>
              <a:lnSpc>
                <a:spcPts val="1100"/>
              </a:lnSpc>
            </a:pPr>
            <a:r>
              <a:rPr lang="ru-RU" dirty="0">
                <a:solidFill>
                  <a:srgbClr val="CF0522"/>
                </a:solidFill>
                <a:latin typeface="Stapel Medium" panose="020B0604020202020204" pitchFamily="34" charset="-52"/>
              </a:rPr>
              <a:t>А ТАКЖЕ ИСПОЛЬЗОВАТЬ  КРАСНЫЙ В ГРАФИКАХ.</a:t>
            </a:r>
            <a:endParaRPr lang="en-US" dirty="0">
              <a:solidFill>
                <a:srgbClr val="CF0522"/>
              </a:solidFill>
              <a:latin typeface="Stapel Medium" panose="020B0604020202020204" pitchFamily="34" charset="-5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BDFB9-1A1E-B929-06EC-F3A83F4B3E65}"/>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46544839-E316-F90B-490F-33E8BC4996A7}"/>
              </a:ext>
            </a:extLst>
          </p:cNvPr>
          <p:cNvSpPr/>
          <p:nvPr/>
        </p:nvSpPr>
        <p:spPr>
          <a:xfrm>
            <a:off x="0" y="5206769"/>
            <a:ext cx="12191937" cy="1650785"/>
          </a:xfrm>
          <a:prstGeom prst="rect">
            <a:avLst/>
          </a:prstGeom>
          <a:solidFill>
            <a:srgbClr val="FAE6E9">
              <a:alpha val="100000"/>
            </a:srgbClr>
          </a:solidFill>
          <a:ln/>
        </p:spPr>
      </p:sp>
      <p:sp>
        <p:nvSpPr>
          <p:cNvPr id="2" name="Номер слайда 2">
            <a:extLst>
              <a:ext uri="{FF2B5EF4-FFF2-40B4-BE49-F238E27FC236}">
                <a16:creationId xmlns:a16="http://schemas.microsoft.com/office/drawing/2014/main" id="{D279190A-08BB-0657-ABB3-FF4C4ABB4849}"/>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3</a:t>
            </a:fld>
            <a:endParaRPr lang="ru-RU" dirty="0"/>
          </a:p>
        </p:txBody>
      </p:sp>
      <p:sp>
        <p:nvSpPr>
          <p:cNvPr id="100" name="Text 3">
            <a:extLst>
              <a:ext uri="{FF2B5EF4-FFF2-40B4-BE49-F238E27FC236}">
                <a16:creationId xmlns:a16="http://schemas.microsoft.com/office/drawing/2014/main" id="{3C9DAD65-A4A1-CE2A-B6CC-B34BA85FBAD3}"/>
              </a:ext>
            </a:extLst>
          </p:cNvPr>
          <p:cNvSpPr/>
          <p:nvPr/>
        </p:nvSpPr>
        <p:spPr>
          <a:xfrm>
            <a:off x="355599" y="1673555"/>
            <a:ext cx="3285050" cy="592589"/>
          </a:xfrm>
          <a:prstGeom prst="rect">
            <a:avLst/>
          </a:prstGeom>
          <a:noFill/>
          <a:ln/>
        </p:spPr>
        <p:txBody>
          <a:bodyPr wrap="square" lIns="0" tIns="0" rIns="0" bIns="0" rtlCol="0" anchor="t"/>
          <a:lstStyle/>
          <a:p>
            <a:pPr>
              <a:lnSpc>
                <a:spcPts val="2000"/>
              </a:lnSpc>
            </a:pPr>
            <a:r>
              <a:rPr lang="en-US" sz="2000" dirty="0">
                <a:solidFill>
                  <a:srgbClr val="000000">
                    <a:alpha val="100000"/>
                  </a:srgbClr>
                </a:solidFill>
                <a:ea typeface="Stapel" pitchFamily="34" charset="-122"/>
                <a:cs typeface="Stapel" pitchFamily="34" charset="-120"/>
              </a:rPr>
              <a:t>Ключевые особенности применения цвета</a:t>
            </a:r>
            <a:endParaRPr lang="en-US" sz="2000" dirty="0"/>
          </a:p>
        </p:txBody>
      </p:sp>
      <p:sp>
        <p:nvSpPr>
          <p:cNvPr id="103" name="Text 6">
            <a:extLst>
              <a:ext uri="{FF2B5EF4-FFF2-40B4-BE49-F238E27FC236}">
                <a16:creationId xmlns:a16="http://schemas.microsoft.com/office/drawing/2014/main" id="{DDEFFBE7-F963-D3BF-9E08-C56D87E84E85}"/>
              </a:ext>
            </a:extLst>
          </p:cNvPr>
          <p:cNvSpPr/>
          <p:nvPr/>
        </p:nvSpPr>
        <p:spPr>
          <a:xfrm>
            <a:off x="6146769" y="1762443"/>
            <a:ext cx="525777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Основные элементы</a:t>
            </a:r>
            <a:endParaRPr lang="en-US" sz="1200" dirty="0"/>
          </a:p>
        </p:txBody>
      </p:sp>
      <p:sp>
        <p:nvSpPr>
          <p:cNvPr id="105" name="Text 8">
            <a:extLst>
              <a:ext uri="{FF2B5EF4-FFF2-40B4-BE49-F238E27FC236}">
                <a16:creationId xmlns:a16="http://schemas.microsoft.com/office/drawing/2014/main" id="{65E9C914-5CED-7FFA-8AC9-708AEBFB2FE7}"/>
              </a:ext>
            </a:extLst>
          </p:cNvPr>
          <p:cNvSpPr/>
          <p:nvPr/>
        </p:nvSpPr>
        <p:spPr>
          <a:xfrm>
            <a:off x="6146769" y="2067204"/>
            <a:ext cx="5206973" cy="461373"/>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Текст, графики и диаграммы должны набираться тёмными и чистыми оттенками для максимальной читаемости и контрастности. </a:t>
            </a:r>
            <a:r>
              <a:rPr lang="ru-RU" sz="1000" dirty="0">
                <a:solidFill>
                  <a:srgbClr val="000000">
                    <a:alpha val="100000"/>
                  </a:srgbClr>
                </a:solidFill>
                <a:ea typeface="Stapel" pitchFamily="34" charset="-122"/>
                <a:cs typeface="Stapel" pitchFamily="34" charset="-120"/>
              </a:rPr>
              <a:t>Они заданы в настройках шаблона и доступы для применения из панели цветов.</a:t>
            </a:r>
            <a:endParaRPr lang="en-US" sz="1000" dirty="0"/>
          </a:p>
        </p:txBody>
      </p:sp>
      <p:sp>
        <p:nvSpPr>
          <p:cNvPr id="107" name="Text 10">
            <a:extLst>
              <a:ext uri="{FF2B5EF4-FFF2-40B4-BE49-F238E27FC236}">
                <a16:creationId xmlns:a16="http://schemas.microsoft.com/office/drawing/2014/main" id="{7B27AAAF-E9ED-2F21-ECE6-B5C1620B8541}"/>
              </a:ext>
            </a:extLst>
          </p:cNvPr>
          <p:cNvSpPr/>
          <p:nvPr/>
        </p:nvSpPr>
        <p:spPr>
          <a:xfrm>
            <a:off x="6146769" y="2740216"/>
            <a:ext cx="525777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Фоновые элементы</a:t>
            </a:r>
            <a:endParaRPr lang="en-US" sz="1200" dirty="0"/>
          </a:p>
        </p:txBody>
      </p:sp>
      <p:sp>
        <p:nvSpPr>
          <p:cNvPr id="109" name="Text 12">
            <a:extLst>
              <a:ext uri="{FF2B5EF4-FFF2-40B4-BE49-F238E27FC236}">
                <a16:creationId xmlns:a16="http://schemas.microsoft.com/office/drawing/2014/main" id="{9882FE28-F9F7-8036-9294-3353929E8933}"/>
              </a:ext>
            </a:extLst>
          </p:cNvPr>
          <p:cNvSpPr/>
          <p:nvPr/>
        </p:nvSpPr>
        <p:spPr>
          <a:xfrm>
            <a:off x="6146769" y="3044977"/>
            <a:ext cx="5249306" cy="461373"/>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Фоновые элементы, включая плашки и заливку ячеек таблиц, выполняются </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только в приглушённых оттенках. Основа строится на двух ключевых цветах: дымчатом и красном с прозрачностью 90%.</a:t>
            </a:r>
            <a:endParaRPr lang="en-US" sz="1000" dirty="0"/>
          </a:p>
        </p:txBody>
      </p:sp>
      <p:sp>
        <p:nvSpPr>
          <p:cNvPr id="110" name="Text 13">
            <a:extLst>
              <a:ext uri="{FF2B5EF4-FFF2-40B4-BE49-F238E27FC236}">
                <a16:creationId xmlns:a16="http://schemas.microsoft.com/office/drawing/2014/main" id="{91A5B285-5131-FE99-125A-567DE0ACAE7A}"/>
              </a:ext>
            </a:extLst>
          </p:cNvPr>
          <p:cNvSpPr/>
          <p:nvPr/>
        </p:nvSpPr>
        <p:spPr>
          <a:xfrm>
            <a:off x="6146769" y="3565609"/>
            <a:ext cx="5249306"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Допустимо с осторожностью использовать другие цвета из вторичной и третичной палитры с прозрачностью для акцентов. Важно соблюдать меру, чтобы не нарушить целостность стиля. Сочетать цвета можно свободно (сначала вторичные, затем третичные). Если на слайде есть графики, рекомендуется использовать серую подложку, чтобы избежать излишней яркости.</a:t>
            </a:r>
            <a:endParaRPr lang="en-US" sz="1000" dirty="0"/>
          </a:p>
        </p:txBody>
      </p:sp>
      <p:sp>
        <p:nvSpPr>
          <p:cNvPr id="111" name="Text 14">
            <a:extLst>
              <a:ext uri="{FF2B5EF4-FFF2-40B4-BE49-F238E27FC236}">
                <a16:creationId xmlns:a16="http://schemas.microsoft.com/office/drawing/2014/main" id="{2DA4582C-4E8A-284D-4082-A4C8BBFC1B6F}"/>
              </a:ext>
            </a:extLst>
          </p:cNvPr>
          <p:cNvSpPr/>
          <p:nvPr/>
        </p:nvSpPr>
        <p:spPr>
          <a:xfrm>
            <a:off x="6146769" y="4365605"/>
            <a:ext cx="5249306" cy="461373"/>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Главное — избегать пестроты и одновременного выделения всех элементов. Акцентировать следует только ключевые моменты. Большинство элементов должны оставаться без выделения. </a:t>
            </a:r>
            <a:endParaRPr lang="en-US" sz="1000" dirty="0"/>
          </a:p>
        </p:txBody>
      </p:sp>
      <p:sp>
        <p:nvSpPr>
          <p:cNvPr id="112" name="Text 15">
            <a:extLst>
              <a:ext uri="{FF2B5EF4-FFF2-40B4-BE49-F238E27FC236}">
                <a16:creationId xmlns:a16="http://schemas.microsoft.com/office/drawing/2014/main" id="{61AEAABE-4834-8936-4E3F-2D9AC8DA1201}"/>
              </a:ext>
            </a:extLst>
          </p:cNvPr>
          <p:cNvSpPr/>
          <p:nvPr/>
        </p:nvSpPr>
        <p:spPr>
          <a:xfrm>
            <a:off x="6146769" y="5657560"/>
            <a:ext cx="5058807"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Для соблюдения цветового регламента каждый слайд снабжён цветовой шпаргалкой, расположенной справа. С помощью пипетки можно взять любой нужный оттенок, включая прозрачные варианты, что обеспечит точное соответствие правилам.</a:t>
            </a:r>
            <a:endParaRPr lang="en-US" sz="1000" dirty="0"/>
          </a:p>
        </p:txBody>
      </p:sp>
      <p:sp>
        <p:nvSpPr>
          <p:cNvPr id="113" name="Text 16">
            <a:extLst>
              <a:ext uri="{FF2B5EF4-FFF2-40B4-BE49-F238E27FC236}">
                <a16:creationId xmlns:a16="http://schemas.microsoft.com/office/drawing/2014/main" id="{EFE909D5-C027-7686-1808-199084950DE5}"/>
              </a:ext>
            </a:extLst>
          </p:cNvPr>
          <p:cNvSpPr/>
          <p:nvPr/>
        </p:nvSpPr>
        <p:spPr>
          <a:xfrm>
            <a:off x="355598" y="5562323"/>
            <a:ext cx="3900997" cy="592589"/>
          </a:xfrm>
          <a:prstGeom prst="rect">
            <a:avLst/>
          </a:prstGeom>
          <a:noFill/>
          <a:ln/>
        </p:spPr>
        <p:txBody>
          <a:bodyPr wrap="square" lIns="0" tIns="0" rIns="0" bIns="0" rtlCol="0" anchor="t"/>
          <a:lstStyle/>
          <a:p>
            <a:pPr>
              <a:lnSpc>
                <a:spcPts val="2000"/>
              </a:lnSpc>
            </a:pPr>
            <a:r>
              <a:rPr lang="en-US" sz="2000" dirty="0">
                <a:solidFill>
                  <a:srgbClr val="000000">
                    <a:alpha val="100000"/>
                  </a:srgbClr>
                </a:solidFill>
                <a:ea typeface="Stapel" pitchFamily="34" charset="-122"/>
                <a:cs typeface="Stapel" pitchFamily="34" charset="-120"/>
              </a:rPr>
              <a:t>Шпаргалка по использованию цвета на слайдах</a:t>
            </a:r>
            <a:endParaRPr lang="en-US" sz="2000" dirty="0"/>
          </a:p>
        </p:txBody>
      </p:sp>
      <p:cxnSp>
        <p:nvCxnSpPr>
          <p:cNvPr id="9" name="Прямая соединительная линия 8">
            <a:extLst>
              <a:ext uri="{FF2B5EF4-FFF2-40B4-BE49-F238E27FC236}">
                <a16:creationId xmlns:a16="http://schemas.microsoft.com/office/drawing/2014/main" id="{0E36382A-4A5E-BEA9-BD7A-EA8017E79FA9}"/>
              </a:ext>
            </a:extLst>
          </p:cNvPr>
          <p:cNvCxnSpPr/>
          <p:nvPr/>
        </p:nvCxnSpPr>
        <p:spPr>
          <a:xfrm>
            <a:off x="355599" y="1403614"/>
            <a:ext cx="114807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Заголовок 4">
            <a:extLst>
              <a:ext uri="{FF2B5EF4-FFF2-40B4-BE49-F238E27FC236}">
                <a16:creationId xmlns:a16="http://schemas.microsoft.com/office/drawing/2014/main" id="{B7C3F443-6600-5FFD-ABFA-A852B016741A}"/>
              </a:ext>
            </a:extLst>
          </p:cNvPr>
          <p:cNvSpPr>
            <a:spLocks noGrp="1"/>
          </p:cNvSpPr>
          <p:nvPr>
            <p:ph type="title"/>
          </p:nvPr>
        </p:nvSpPr>
        <p:spPr/>
        <p:txBody>
          <a:bodyPr/>
          <a:lstStyle/>
          <a:p>
            <a:r>
              <a:rPr lang="ru-RU" dirty="0"/>
              <a:t>Правила работы с цветом в презентации</a:t>
            </a:r>
          </a:p>
        </p:txBody>
      </p:sp>
    </p:spTree>
    <p:extLst>
      <p:ext uri="{BB962C8B-B14F-4D97-AF65-F5344CB8AC3E}">
        <p14:creationId xmlns:p14="http://schemas.microsoft.com/office/powerpoint/2010/main" val="279072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
          <p:cNvSpPr/>
          <p:nvPr/>
        </p:nvSpPr>
        <p:spPr>
          <a:xfrm>
            <a:off x="4216379" y="5467085"/>
            <a:ext cx="7619960" cy="457140"/>
          </a:xfrm>
          <a:prstGeom prst="rect">
            <a:avLst/>
          </a:prstGeom>
          <a:solidFill>
            <a:srgbClr val="CF0522">
              <a:alpha val="10000"/>
            </a:srgbClr>
          </a:solidFill>
          <a:ln/>
        </p:spPr>
      </p:sp>
      <p:sp>
        <p:nvSpPr>
          <p:cNvPr id="6" name="Shape 3"/>
          <p:cNvSpPr/>
          <p:nvPr/>
        </p:nvSpPr>
        <p:spPr>
          <a:xfrm>
            <a:off x="8356557" y="2209959"/>
            <a:ext cx="1301743" cy="1523802"/>
          </a:xfrm>
          <a:prstGeom prst="rect">
            <a:avLst/>
          </a:prstGeom>
          <a:solidFill>
            <a:srgbClr val="CF0522">
              <a:alpha val="10000"/>
            </a:srgbClr>
          </a:solidFill>
          <a:ln/>
        </p:spPr>
      </p:sp>
      <p:sp>
        <p:nvSpPr>
          <p:cNvPr id="7" name="Text 4"/>
          <p:cNvSpPr/>
          <p:nvPr/>
        </p:nvSpPr>
        <p:spPr>
          <a:xfrm>
            <a:off x="4368777" y="2362339"/>
            <a:ext cx="1039278" cy="182010"/>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Бизнес-закупки</a:t>
            </a:r>
            <a:endParaRPr lang="en-US" sz="1000" dirty="0"/>
          </a:p>
        </p:txBody>
      </p:sp>
      <p:sp>
        <p:nvSpPr>
          <p:cNvPr id="8" name="Text 5"/>
          <p:cNvSpPr/>
          <p:nvPr/>
        </p:nvSpPr>
        <p:spPr>
          <a:xfrm>
            <a:off x="6855848" y="2362339"/>
            <a:ext cx="1039278" cy="182010"/>
          </a:xfrm>
          <a:prstGeom prst="rect">
            <a:avLst/>
          </a:prstGeom>
          <a:noFill/>
          <a:ln/>
        </p:spPr>
        <p:txBody>
          <a:bodyPr wrap="square" lIns="0" tIns="0" rIns="0" bIns="0" rtlCol="0" anchor="t"/>
          <a:lstStyle/>
          <a:p>
            <a:pPr algn="ctr">
              <a:lnSpc>
                <a:spcPts val="1100"/>
              </a:lnSpc>
            </a:pPr>
            <a:r>
              <a:rPr lang="en-US" sz="1000" dirty="0">
                <a:solidFill>
                  <a:srgbClr val="000000">
                    <a:alpha val="100000"/>
                  </a:srgbClr>
                </a:solidFill>
                <a:ea typeface="Stapel" pitchFamily="34" charset="-122"/>
                <a:cs typeface="Stapel" pitchFamily="34" charset="-120"/>
              </a:rPr>
              <a:t>Всего, млн руб.</a:t>
            </a:r>
            <a:endParaRPr lang="en-US" sz="1000" dirty="0"/>
          </a:p>
        </p:txBody>
      </p:sp>
      <p:sp>
        <p:nvSpPr>
          <p:cNvPr id="9" name="Text 6"/>
          <p:cNvSpPr/>
          <p:nvPr/>
        </p:nvSpPr>
        <p:spPr>
          <a:xfrm>
            <a:off x="9783183" y="2362339"/>
            <a:ext cx="1921923" cy="182010"/>
          </a:xfrm>
          <a:prstGeom prst="rect">
            <a:avLst/>
          </a:prstGeom>
          <a:noFill/>
          <a:ln/>
        </p:spPr>
        <p:txBody>
          <a:bodyPr wrap="square" lIns="0" tIns="0" rIns="0" bIns="0" rtlCol="0" anchor="t"/>
          <a:lstStyle/>
          <a:p>
            <a:pPr algn="ctr">
              <a:lnSpc>
                <a:spcPts val="1100"/>
              </a:lnSpc>
            </a:pPr>
            <a:r>
              <a:rPr lang="en-US" sz="1000" dirty="0">
                <a:solidFill>
                  <a:srgbClr val="000000">
                    <a:alpha val="100000"/>
                  </a:srgbClr>
                </a:solidFill>
                <a:ea typeface="Stapel" pitchFamily="34" charset="-122"/>
                <a:cs typeface="Stapel" pitchFamily="34" charset="-120"/>
              </a:rPr>
              <a:t>Комментарий</a:t>
            </a:r>
            <a:endParaRPr lang="en-US" sz="1000" dirty="0"/>
          </a:p>
        </p:txBody>
      </p:sp>
      <p:pic>
        <p:nvPicPr>
          <p:cNvPr id="10" name="Image 1" descr=" "/>
          <p:cNvPicPr>
            <a:picLocks noChangeAspect="1"/>
          </p:cNvPicPr>
          <p:nvPr/>
        </p:nvPicPr>
        <p:blipFill>
          <a:blip r:embed="rId3"/>
          <a:stretch>
            <a:fillRect/>
          </a:stretch>
        </p:blipFill>
        <p:spPr>
          <a:xfrm>
            <a:off x="8508956" y="2362339"/>
            <a:ext cx="996945" cy="1219041"/>
          </a:xfrm>
          <a:prstGeom prst="rect">
            <a:avLst/>
          </a:prstGeom>
        </p:spPr>
      </p:pic>
      <p:sp>
        <p:nvSpPr>
          <p:cNvPr id="11" name="Text 7"/>
          <p:cNvSpPr/>
          <p:nvPr/>
        </p:nvSpPr>
        <p:spPr>
          <a:xfrm>
            <a:off x="8487789" y="2362339"/>
            <a:ext cx="1039278" cy="182010"/>
          </a:xfrm>
          <a:prstGeom prst="rect">
            <a:avLst/>
          </a:prstGeom>
          <a:noFill/>
          <a:ln/>
        </p:spPr>
        <p:txBody>
          <a:bodyPr wrap="square" lIns="0" tIns="0" rIns="0" bIns="0" rtlCol="0" anchor="t"/>
          <a:lstStyle/>
          <a:p>
            <a:pPr algn="ctr">
              <a:lnSpc>
                <a:spcPts val="1100"/>
              </a:lnSpc>
            </a:pPr>
            <a:r>
              <a:rPr lang="en-US" sz="1000" dirty="0">
                <a:solidFill>
                  <a:srgbClr val="000000">
                    <a:alpha val="100000"/>
                  </a:srgbClr>
                </a:solidFill>
                <a:ea typeface="Stapel" pitchFamily="34" charset="-122"/>
                <a:cs typeface="Stapel" pitchFamily="34" charset="-120"/>
              </a:rPr>
              <a:t>Статус графика</a:t>
            </a:r>
            <a:endParaRPr lang="en-US" sz="1000" dirty="0"/>
          </a:p>
        </p:txBody>
      </p:sp>
      <p:sp>
        <p:nvSpPr>
          <p:cNvPr id="12" name="Shape 8"/>
          <p:cNvSpPr/>
          <p:nvPr/>
        </p:nvSpPr>
        <p:spPr>
          <a:xfrm>
            <a:off x="4216379" y="4889310"/>
            <a:ext cx="7619960" cy="12698"/>
          </a:xfrm>
          <a:prstGeom prst="rect">
            <a:avLst/>
          </a:prstGeom>
          <a:solidFill>
            <a:srgbClr val="000000">
              <a:alpha val="9804"/>
            </a:srgbClr>
          </a:solidFill>
          <a:ln w="12700">
            <a:solidFill>
              <a:schemeClr val="bg2"/>
            </a:solidFill>
          </a:ln>
        </p:spPr>
      </p:sp>
      <p:sp>
        <p:nvSpPr>
          <p:cNvPr id="13" name="Shape 9"/>
          <p:cNvSpPr/>
          <p:nvPr/>
        </p:nvSpPr>
        <p:spPr>
          <a:xfrm>
            <a:off x="4216379" y="3155986"/>
            <a:ext cx="7619960" cy="12698"/>
          </a:xfrm>
          <a:prstGeom prst="rect">
            <a:avLst/>
          </a:prstGeom>
          <a:solidFill>
            <a:srgbClr val="000000">
              <a:alpha val="9804"/>
            </a:srgbClr>
          </a:solidFill>
          <a:ln w="12700">
            <a:solidFill>
              <a:schemeClr val="bg2"/>
            </a:solidFill>
          </a:ln>
        </p:spPr>
      </p:sp>
      <p:sp>
        <p:nvSpPr>
          <p:cNvPr id="14" name="Shape 10"/>
          <p:cNvSpPr/>
          <p:nvPr/>
        </p:nvSpPr>
        <p:spPr>
          <a:xfrm>
            <a:off x="4216379" y="3733760"/>
            <a:ext cx="7619960" cy="12698"/>
          </a:xfrm>
          <a:prstGeom prst="rect">
            <a:avLst/>
          </a:prstGeom>
          <a:solidFill>
            <a:srgbClr val="000000">
              <a:alpha val="9804"/>
            </a:srgbClr>
          </a:solidFill>
          <a:ln w="12700">
            <a:solidFill>
              <a:schemeClr val="bg2"/>
            </a:solidFill>
          </a:ln>
        </p:spPr>
      </p:sp>
      <p:sp>
        <p:nvSpPr>
          <p:cNvPr id="15" name="Shape 11"/>
          <p:cNvSpPr/>
          <p:nvPr/>
        </p:nvSpPr>
        <p:spPr>
          <a:xfrm>
            <a:off x="4216379" y="4311535"/>
            <a:ext cx="7619960" cy="12698"/>
          </a:xfrm>
          <a:prstGeom prst="rect">
            <a:avLst/>
          </a:prstGeom>
          <a:solidFill>
            <a:srgbClr val="000000">
              <a:alpha val="9804"/>
            </a:srgbClr>
          </a:solidFill>
          <a:ln w="12700">
            <a:solidFill>
              <a:schemeClr val="bg2"/>
            </a:solidFill>
          </a:ln>
        </p:spPr>
      </p:sp>
      <p:sp>
        <p:nvSpPr>
          <p:cNvPr id="16" name="Text 12"/>
          <p:cNvSpPr/>
          <p:nvPr/>
        </p:nvSpPr>
        <p:spPr>
          <a:xfrm>
            <a:off x="4368777" y="5619465"/>
            <a:ext cx="495298"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Всего</a:t>
            </a:r>
            <a:endParaRPr lang="en-US" sz="1200" dirty="0"/>
          </a:p>
        </p:txBody>
      </p:sp>
      <p:sp>
        <p:nvSpPr>
          <p:cNvPr id="17" name="Text 13"/>
          <p:cNvSpPr/>
          <p:nvPr/>
        </p:nvSpPr>
        <p:spPr>
          <a:xfrm>
            <a:off x="4368777" y="2692496"/>
            <a:ext cx="1519759"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Consulting</a:t>
            </a:r>
            <a:endParaRPr lang="en-US" sz="800" dirty="0"/>
          </a:p>
        </p:txBody>
      </p:sp>
      <p:sp>
        <p:nvSpPr>
          <p:cNvPr id="18" name="Text 14"/>
          <p:cNvSpPr/>
          <p:nvPr/>
        </p:nvSpPr>
        <p:spPr>
          <a:xfrm>
            <a:off x="4368777" y="3270271"/>
            <a:ext cx="1519759"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Cloud and Data</a:t>
            </a:r>
            <a:endParaRPr lang="en-US" sz="800" dirty="0"/>
          </a:p>
        </p:txBody>
      </p:sp>
      <p:sp>
        <p:nvSpPr>
          <p:cNvPr id="19" name="Text 15"/>
          <p:cNvSpPr/>
          <p:nvPr/>
        </p:nvSpPr>
        <p:spPr>
          <a:xfrm>
            <a:off x="4368777" y="3848046"/>
            <a:ext cx="1519759"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Cloud and Data</a:t>
            </a:r>
            <a:endParaRPr lang="en-US" sz="800" dirty="0"/>
          </a:p>
        </p:txBody>
      </p:sp>
      <p:sp>
        <p:nvSpPr>
          <p:cNvPr id="20" name="Text 16"/>
          <p:cNvSpPr/>
          <p:nvPr/>
        </p:nvSpPr>
        <p:spPr>
          <a:xfrm>
            <a:off x="4368777" y="4425821"/>
            <a:ext cx="1519759"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Infrastructure</a:t>
            </a:r>
            <a:endParaRPr lang="en-US" sz="800" dirty="0"/>
          </a:p>
        </p:txBody>
      </p:sp>
      <p:sp>
        <p:nvSpPr>
          <p:cNvPr id="21" name="Text 17"/>
          <p:cNvSpPr/>
          <p:nvPr/>
        </p:nvSpPr>
        <p:spPr>
          <a:xfrm>
            <a:off x="4368777" y="5003595"/>
            <a:ext cx="1519759"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Infrastructure</a:t>
            </a:r>
            <a:endParaRPr lang="en-US" sz="800" dirty="0"/>
          </a:p>
        </p:txBody>
      </p:sp>
      <p:sp>
        <p:nvSpPr>
          <p:cNvPr id="22" name="Text 18"/>
          <p:cNvSpPr/>
          <p:nvPr/>
        </p:nvSpPr>
        <p:spPr>
          <a:xfrm>
            <a:off x="8492023" y="2692496"/>
            <a:ext cx="1030811" cy="154496"/>
          </a:xfrm>
          <a:prstGeom prst="rect">
            <a:avLst/>
          </a:prstGeom>
          <a:noFill/>
          <a:ln/>
        </p:spPr>
        <p:txBody>
          <a:bodyPr wrap="square" lIns="0" tIns="0" rIns="0" bIns="0" rtlCol="0" anchor="t"/>
          <a:lstStyle/>
          <a:p>
            <a:pPr algn="ctr">
              <a:lnSpc>
                <a:spcPts val="960"/>
              </a:lnSpc>
            </a:pPr>
            <a:r>
              <a:rPr lang="en-US" sz="800" dirty="0">
                <a:solidFill>
                  <a:srgbClr val="000000">
                    <a:alpha val="100000"/>
                  </a:srgbClr>
                </a:solidFill>
                <a:ea typeface="Stapel" pitchFamily="34" charset="-122"/>
                <a:cs typeface="Stapel" pitchFamily="34" charset="-120"/>
              </a:rPr>
              <a:t>отставание</a:t>
            </a:r>
            <a:endParaRPr lang="en-US" sz="800" dirty="0"/>
          </a:p>
        </p:txBody>
      </p:sp>
      <p:sp>
        <p:nvSpPr>
          <p:cNvPr id="23" name="Text 19"/>
          <p:cNvSpPr/>
          <p:nvPr/>
        </p:nvSpPr>
        <p:spPr>
          <a:xfrm>
            <a:off x="8492023" y="3270271"/>
            <a:ext cx="1030811" cy="154496"/>
          </a:xfrm>
          <a:prstGeom prst="rect">
            <a:avLst/>
          </a:prstGeom>
          <a:noFill/>
          <a:ln/>
        </p:spPr>
        <p:txBody>
          <a:bodyPr wrap="square" lIns="0" tIns="0" rIns="0" bIns="0" rtlCol="0" anchor="t"/>
          <a:lstStyle/>
          <a:p>
            <a:pPr algn="ctr">
              <a:lnSpc>
                <a:spcPts val="960"/>
              </a:lnSpc>
            </a:pPr>
            <a:r>
              <a:rPr lang="en-US" sz="800" dirty="0">
                <a:solidFill>
                  <a:srgbClr val="000000">
                    <a:alpha val="100000"/>
                  </a:srgbClr>
                </a:solidFill>
                <a:ea typeface="Stapel" pitchFamily="34" charset="-122"/>
                <a:cs typeface="Stapel" pitchFamily="34" charset="-120"/>
              </a:rPr>
              <a:t>отставание</a:t>
            </a:r>
            <a:endParaRPr lang="en-US" sz="800" dirty="0"/>
          </a:p>
        </p:txBody>
      </p:sp>
      <p:sp>
        <p:nvSpPr>
          <p:cNvPr id="24" name="Text 20"/>
          <p:cNvSpPr/>
          <p:nvPr/>
        </p:nvSpPr>
        <p:spPr>
          <a:xfrm>
            <a:off x="8492023" y="3848046"/>
            <a:ext cx="1030811" cy="154496"/>
          </a:xfrm>
          <a:prstGeom prst="rect">
            <a:avLst/>
          </a:prstGeom>
          <a:noFill/>
          <a:ln/>
        </p:spPr>
        <p:txBody>
          <a:bodyPr wrap="square" lIns="0" tIns="0" rIns="0" bIns="0" rtlCol="0" anchor="t"/>
          <a:lstStyle/>
          <a:p>
            <a:pPr algn="ctr">
              <a:lnSpc>
                <a:spcPts val="960"/>
              </a:lnSpc>
            </a:pPr>
            <a:r>
              <a:rPr lang="en-US" sz="800" dirty="0">
                <a:solidFill>
                  <a:srgbClr val="2F9E3F">
                    <a:alpha val="100000"/>
                  </a:srgbClr>
                </a:solidFill>
                <a:ea typeface="Stapel" pitchFamily="34" charset="-122"/>
                <a:cs typeface="Stapel" pitchFamily="34" charset="-120"/>
              </a:rPr>
              <a:t>по плану</a:t>
            </a:r>
            <a:endParaRPr lang="en-US" sz="800" dirty="0"/>
          </a:p>
        </p:txBody>
      </p:sp>
      <p:sp>
        <p:nvSpPr>
          <p:cNvPr id="25" name="Text 21"/>
          <p:cNvSpPr/>
          <p:nvPr/>
        </p:nvSpPr>
        <p:spPr>
          <a:xfrm>
            <a:off x="8492023" y="4425821"/>
            <a:ext cx="1030811" cy="154496"/>
          </a:xfrm>
          <a:prstGeom prst="rect">
            <a:avLst/>
          </a:prstGeom>
          <a:noFill/>
          <a:ln/>
        </p:spPr>
        <p:txBody>
          <a:bodyPr wrap="square" lIns="0" tIns="0" rIns="0" bIns="0" rtlCol="0" anchor="t"/>
          <a:lstStyle/>
          <a:p>
            <a:pPr algn="ctr">
              <a:lnSpc>
                <a:spcPts val="960"/>
              </a:lnSpc>
            </a:pPr>
            <a:r>
              <a:rPr lang="en-US" sz="800" dirty="0">
                <a:solidFill>
                  <a:srgbClr val="CF0522">
                    <a:alpha val="100000"/>
                  </a:srgbClr>
                </a:solidFill>
                <a:ea typeface="Stapel" pitchFamily="34" charset="-122"/>
                <a:cs typeface="Stapel" pitchFamily="34" charset="-120"/>
              </a:rPr>
              <a:t>отставание</a:t>
            </a:r>
            <a:endParaRPr lang="en-US" sz="800" dirty="0"/>
          </a:p>
        </p:txBody>
      </p:sp>
      <p:sp>
        <p:nvSpPr>
          <p:cNvPr id="26" name="Text 22"/>
          <p:cNvSpPr/>
          <p:nvPr/>
        </p:nvSpPr>
        <p:spPr>
          <a:xfrm>
            <a:off x="8492023" y="5003595"/>
            <a:ext cx="1030811" cy="154496"/>
          </a:xfrm>
          <a:prstGeom prst="rect">
            <a:avLst/>
          </a:prstGeom>
          <a:noFill/>
          <a:ln/>
        </p:spPr>
        <p:txBody>
          <a:bodyPr wrap="square" lIns="0" tIns="0" rIns="0" bIns="0" rtlCol="0" anchor="t"/>
          <a:lstStyle/>
          <a:p>
            <a:pPr algn="ctr">
              <a:lnSpc>
                <a:spcPts val="960"/>
              </a:lnSpc>
            </a:pPr>
            <a:r>
              <a:rPr lang="en-US" sz="800" dirty="0">
                <a:solidFill>
                  <a:srgbClr val="000000">
                    <a:alpha val="100000"/>
                  </a:srgbClr>
                </a:solidFill>
                <a:ea typeface="Stapel" pitchFamily="34" charset="-122"/>
                <a:cs typeface="Stapel" pitchFamily="34" charset="-120"/>
              </a:rPr>
              <a:t>отставание</a:t>
            </a:r>
            <a:endParaRPr lang="en-US" sz="800" dirty="0"/>
          </a:p>
        </p:txBody>
      </p:sp>
      <p:sp>
        <p:nvSpPr>
          <p:cNvPr id="27" name="Text 23"/>
          <p:cNvSpPr/>
          <p:nvPr/>
        </p:nvSpPr>
        <p:spPr>
          <a:xfrm>
            <a:off x="6860081" y="2692496"/>
            <a:ext cx="1030811" cy="154496"/>
          </a:xfrm>
          <a:prstGeom prst="rect">
            <a:avLst/>
          </a:prstGeom>
          <a:noFill/>
          <a:ln/>
        </p:spPr>
        <p:txBody>
          <a:bodyPr wrap="square" lIns="0" tIns="0" rIns="0" bIns="0" rtlCol="0" anchor="t"/>
          <a:lstStyle/>
          <a:p>
            <a:pPr algn="ctr">
              <a:lnSpc>
                <a:spcPts val="960"/>
              </a:lnSpc>
            </a:pPr>
            <a:r>
              <a:rPr lang="en-US" sz="800" dirty="0">
                <a:solidFill>
                  <a:srgbClr val="000000">
                    <a:alpha val="100000"/>
                  </a:srgbClr>
                </a:solidFill>
                <a:ea typeface="Stapel" pitchFamily="34" charset="-122"/>
                <a:cs typeface="Stapel" pitchFamily="34" charset="-120"/>
              </a:rPr>
              <a:t>123</a:t>
            </a:r>
            <a:endParaRPr lang="en-US" sz="800" dirty="0"/>
          </a:p>
        </p:txBody>
      </p:sp>
      <p:sp>
        <p:nvSpPr>
          <p:cNvPr id="28" name="Text 24"/>
          <p:cNvSpPr/>
          <p:nvPr/>
        </p:nvSpPr>
        <p:spPr>
          <a:xfrm>
            <a:off x="6860081" y="3270271"/>
            <a:ext cx="1030811" cy="154496"/>
          </a:xfrm>
          <a:prstGeom prst="rect">
            <a:avLst/>
          </a:prstGeom>
          <a:noFill/>
          <a:ln/>
        </p:spPr>
        <p:txBody>
          <a:bodyPr wrap="square" lIns="0" tIns="0" rIns="0" bIns="0" rtlCol="0" anchor="t"/>
          <a:lstStyle/>
          <a:p>
            <a:pPr algn="ctr">
              <a:lnSpc>
                <a:spcPts val="960"/>
              </a:lnSpc>
            </a:pPr>
            <a:r>
              <a:rPr lang="en-US" sz="800" dirty="0">
                <a:solidFill>
                  <a:srgbClr val="000000">
                    <a:alpha val="100000"/>
                  </a:srgbClr>
                </a:solidFill>
                <a:ea typeface="Stapel" pitchFamily="34" charset="-122"/>
                <a:cs typeface="Stapel" pitchFamily="34" charset="-120"/>
              </a:rPr>
              <a:t>123</a:t>
            </a:r>
            <a:endParaRPr lang="en-US" sz="800" dirty="0"/>
          </a:p>
        </p:txBody>
      </p:sp>
      <p:sp>
        <p:nvSpPr>
          <p:cNvPr id="29" name="Text 25"/>
          <p:cNvSpPr/>
          <p:nvPr/>
        </p:nvSpPr>
        <p:spPr>
          <a:xfrm>
            <a:off x="6860081" y="3848046"/>
            <a:ext cx="1030811" cy="154496"/>
          </a:xfrm>
          <a:prstGeom prst="rect">
            <a:avLst/>
          </a:prstGeom>
          <a:noFill/>
          <a:ln/>
        </p:spPr>
        <p:txBody>
          <a:bodyPr wrap="square" lIns="0" tIns="0" rIns="0" bIns="0" rtlCol="0" anchor="t"/>
          <a:lstStyle/>
          <a:p>
            <a:pPr algn="ctr">
              <a:lnSpc>
                <a:spcPts val="960"/>
              </a:lnSpc>
            </a:pPr>
            <a:r>
              <a:rPr lang="en-US" sz="800" dirty="0">
                <a:solidFill>
                  <a:srgbClr val="2F9E3F">
                    <a:alpha val="100000"/>
                  </a:srgbClr>
                </a:solidFill>
                <a:ea typeface="Stapel" pitchFamily="34" charset="-122"/>
                <a:cs typeface="Stapel" pitchFamily="34" charset="-120"/>
              </a:rPr>
              <a:t>1234</a:t>
            </a:r>
            <a:endParaRPr lang="en-US" sz="800" dirty="0"/>
          </a:p>
        </p:txBody>
      </p:sp>
      <p:sp>
        <p:nvSpPr>
          <p:cNvPr id="30" name="Text 26"/>
          <p:cNvSpPr/>
          <p:nvPr/>
        </p:nvSpPr>
        <p:spPr>
          <a:xfrm>
            <a:off x="6860081" y="4425821"/>
            <a:ext cx="1030811" cy="154496"/>
          </a:xfrm>
          <a:prstGeom prst="rect">
            <a:avLst/>
          </a:prstGeom>
          <a:noFill/>
          <a:ln/>
        </p:spPr>
        <p:txBody>
          <a:bodyPr wrap="square" lIns="0" tIns="0" rIns="0" bIns="0" rtlCol="0" anchor="t"/>
          <a:lstStyle/>
          <a:p>
            <a:pPr algn="ctr">
              <a:lnSpc>
                <a:spcPts val="960"/>
              </a:lnSpc>
            </a:pPr>
            <a:r>
              <a:rPr lang="en-US" sz="800" dirty="0">
                <a:solidFill>
                  <a:srgbClr val="CF0522">
                    <a:alpha val="100000"/>
                  </a:srgbClr>
                </a:solidFill>
                <a:ea typeface="Stapel" pitchFamily="34" charset="-122"/>
                <a:cs typeface="Stapel" pitchFamily="34" charset="-120"/>
              </a:rPr>
              <a:t>-1234</a:t>
            </a:r>
            <a:endParaRPr lang="en-US" sz="800" dirty="0"/>
          </a:p>
        </p:txBody>
      </p:sp>
      <p:sp>
        <p:nvSpPr>
          <p:cNvPr id="31" name="Text 27"/>
          <p:cNvSpPr/>
          <p:nvPr/>
        </p:nvSpPr>
        <p:spPr>
          <a:xfrm>
            <a:off x="6860081" y="5003595"/>
            <a:ext cx="1030811" cy="154496"/>
          </a:xfrm>
          <a:prstGeom prst="rect">
            <a:avLst/>
          </a:prstGeom>
          <a:noFill/>
          <a:ln/>
        </p:spPr>
        <p:txBody>
          <a:bodyPr wrap="square" lIns="0" tIns="0" rIns="0" bIns="0" rtlCol="0" anchor="t"/>
          <a:lstStyle/>
          <a:p>
            <a:pPr algn="ctr">
              <a:lnSpc>
                <a:spcPts val="960"/>
              </a:lnSpc>
            </a:pPr>
            <a:r>
              <a:rPr lang="en-US" sz="800" dirty="0">
                <a:solidFill>
                  <a:srgbClr val="000000">
                    <a:alpha val="100000"/>
                  </a:srgbClr>
                </a:solidFill>
                <a:ea typeface="Stapel" pitchFamily="34" charset="-122"/>
                <a:cs typeface="Stapel" pitchFamily="34" charset="-120"/>
              </a:rPr>
              <a:t>123</a:t>
            </a:r>
            <a:endParaRPr lang="en-US" sz="800" dirty="0"/>
          </a:p>
        </p:txBody>
      </p:sp>
      <p:sp>
        <p:nvSpPr>
          <p:cNvPr id="32" name="Text 28"/>
          <p:cNvSpPr/>
          <p:nvPr/>
        </p:nvSpPr>
        <p:spPr>
          <a:xfrm>
            <a:off x="9787416" y="2692496"/>
            <a:ext cx="1913457" cy="395765"/>
          </a:xfrm>
          <a:prstGeom prst="rect">
            <a:avLst/>
          </a:prstGeom>
          <a:noFill/>
          <a:ln/>
        </p:spPr>
        <p:txBody>
          <a:bodyPr wrap="square" lIns="0" tIns="0" rIns="0" bIns="0" rtlCol="0" anchor="t"/>
          <a:lstStyle/>
          <a:p>
            <a:pPr algn="ctr">
              <a:lnSpc>
                <a:spcPts val="960"/>
              </a:lnSpc>
            </a:pPr>
            <a:r>
              <a:rPr lang="en-US" sz="800" dirty="0">
                <a:solidFill>
                  <a:srgbClr val="000000">
                    <a:alpha val="100000"/>
                  </a:srgbClr>
                </a:solidFill>
                <a:ea typeface="Stapel" pitchFamily="34" charset="-122"/>
                <a:cs typeface="Stapel" pitchFamily="34" charset="-120"/>
              </a:rPr>
              <a:t>Смещение сроков в связи с отсутствием стройготовности на площадке Заказчика</a:t>
            </a:r>
            <a:endParaRPr lang="en-US" sz="800" dirty="0"/>
          </a:p>
        </p:txBody>
      </p:sp>
      <p:sp>
        <p:nvSpPr>
          <p:cNvPr id="33" name="Text 29"/>
          <p:cNvSpPr/>
          <p:nvPr/>
        </p:nvSpPr>
        <p:spPr>
          <a:xfrm>
            <a:off x="9787416" y="3270271"/>
            <a:ext cx="1913457" cy="395765"/>
          </a:xfrm>
          <a:prstGeom prst="rect">
            <a:avLst/>
          </a:prstGeom>
          <a:noFill/>
          <a:ln/>
        </p:spPr>
        <p:txBody>
          <a:bodyPr wrap="square" lIns="0" tIns="0" rIns="0" bIns="0" rtlCol="0" anchor="t"/>
          <a:lstStyle/>
          <a:p>
            <a:pPr algn="ctr">
              <a:lnSpc>
                <a:spcPts val="960"/>
              </a:lnSpc>
            </a:pPr>
            <a:r>
              <a:rPr lang="ru-RU" sz="800" dirty="0">
                <a:solidFill>
                  <a:srgbClr val="000000">
                    <a:alpha val="100000"/>
                  </a:srgbClr>
                </a:solidFill>
                <a:ea typeface="Stapel" pitchFamily="34" charset="-122"/>
                <a:cs typeface="Stapel" pitchFamily="34" charset="-120"/>
              </a:rPr>
              <a:t>Идет</a:t>
            </a:r>
            <a:r>
              <a:rPr lang="en-US" sz="800" dirty="0">
                <a:solidFill>
                  <a:srgbClr val="000000">
                    <a:alpha val="100000"/>
                  </a:srgbClr>
                </a:solidFill>
                <a:ea typeface="Stapel" pitchFamily="34" charset="-122"/>
                <a:cs typeface="Stapel" pitchFamily="34" charset="-120"/>
              </a:rPr>
              <a:t> подписание контракта. Отставаниеот графика минимум </a:t>
            </a:r>
            <a:endParaRPr lang="en-US" sz="800" dirty="0"/>
          </a:p>
          <a:p>
            <a:pPr algn="ctr">
              <a:lnSpc>
                <a:spcPts val="960"/>
              </a:lnSpc>
            </a:pPr>
            <a:r>
              <a:rPr lang="en-US" sz="800" dirty="0">
                <a:solidFill>
                  <a:srgbClr val="000000">
                    <a:alpha val="100000"/>
                  </a:srgbClr>
                </a:solidFill>
                <a:ea typeface="Stapel" pitchFamily="34" charset="-122"/>
                <a:cs typeface="Stapel" pitchFamily="34" charset="-120"/>
              </a:rPr>
              <a:t>на 6 месяцев. Идут переговоры</a:t>
            </a:r>
            <a:endParaRPr lang="en-US" sz="800" dirty="0"/>
          </a:p>
        </p:txBody>
      </p:sp>
      <p:sp>
        <p:nvSpPr>
          <p:cNvPr id="34" name="Text 30"/>
          <p:cNvSpPr/>
          <p:nvPr/>
        </p:nvSpPr>
        <p:spPr>
          <a:xfrm>
            <a:off x="9787416" y="3848046"/>
            <a:ext cx="1913457" cy="275131"/>
          </a:xfrm>
          <a:prstGeom prst="rect">
            <a:avLst/>
          </a:prstGeom>
          <a:noFill/>
          <a:ln/>
        </p:spPr>
        <p:txBody>
          <a:bodyPr wrap="square" lIns="0" tIns="0" rIns="0" bIns="0" rtlCol="0" anchor="t"/>
          <a:lstStyle/>
          <a:p>
            <a:pPr algn="ctr">
              <a:lnSpc>
                <a:spcPts val="960"/>
              </a:lnSpc>
            </a:pPr>
            <a:r>
              <a:rPr lang="ru-RU" sz="800" dirty="0">
                <a:solidFill>
                  <a:srgbClr val="000000">
                    <a:alpha val="100000"/>
                  </a:srgbClr>
                </a:solidFill>
                <a:ea typeface="Stapel" pitchFamily="34" charset="-122"/>
                <a:cs typeface="Stapel" pitchFamily="34" charset="-120"/>
              </a:rPr>
              <a:t>Риск этапа 3</a:t>
            </a:r>
            <a:r>
              <a:rPr lang="en-US" sz="800" dirty="0">
                <a:solidFill>
                  <a:srgbClr val="000000">
                    <a:alpha val="100000"/>
                  </a:srgbClr>
                </a:solidFill>
                <a:ea typeface="Stapel" pitchFamily="34" charset="-122"/>
                <a:cs typeface="Stapel" pitchFamily="34" charset="-120"/>
              </a:rPr>
              <a:t>, отсутствие инфраструктуры у Заказчика</a:t>
            </a:r>
            <a:endParaRPr lang="en-US" sz="800" dirty="0"/>
          </a:p>
        </p:txBody>
      </p:sp>
      <p:sp>
        <p:nvSpPr>
          <p:cNvPr id="35" name="Text 31"/>
          <p:cNvSpPr/>
          <p:nvPr/>
        </p:nvSpPr>
        <p:spPr>
          <a:xfrm>
            <a:off x="9787416" y="4425820"/>
            <a:ext cx="1913457" cy="275131"/>
          </a:xfrm>
          <a:prstGeom prst="rect">
            <a:avLst/>
          </a:prstGeom>
          <a:noFill/>
          <a:ln/>
        </p:spPr>
        <p:txBody>
          <a:bodyPr wrap="square" lIns="0" tIns="0" rIns="0" bIns="0" rtlCol="0" anchor="t"/>
          <a:lstStyle/>
          <a:p>
            <a:pPr algn="ctr">
              <a:lnSpc>
                <a:spcPts val="960"/>
              </a:lnSpc>
            </a:pPr>
            <a:r>
              <a:rPr lang="ru-RU" sz="800" dirty="0">
                <a:solidFill>
                  <a:srgbClr val="000000">
                    <a:alpha val="100000"/>
                  </a:srgbClr>
                </a:solidFill>
                <a:ea typeface="Stapel" pitchFamily="34" charset="-122"/>
                <a:cs typeface="Stapel" pitchFamily="34" charset="-120"/>
              </a:rPr>
              <a:t>Риск этапа 3</a:t>
            </a:r>
            <a:r>
              <a:rPr lang="en-US" sz="800" dirty="0">
                <a:solidFill>
                  <a:srgbClr val="000000">
                    <a:alpha val="100000"/>
                  </a:srgbClr>
                </a:solidFill>
                <a:ea typeface="Stapel" pitchFamily="34" charset="-122"/>
                <a:cs typeface="Stapel" pitchFamily="34" charset="-120"/>
              </a:rPr>
              <a:t>, отсутствие инфраструктуры у Заказчика</a:t>
            </a:r>
            <a:endParaRPr lang="en-US" sz="800" dirty="0"/>
          </a:p>
        </p:txBody>
      </p:sp>
      <p:sp>
        <p:nvSpPr>
          <p:cNvPr id="36" name="Text 32"/>
          <p:cNvSpPr/>
          <p:nvPr/>
        </p:nvSpPr>
        <p:spPr>
          <a:xfrm>
            <a:off x="9787416" y="5003595"/>
            <a:ext cx="1913457" cy="275131"/>
          </a:xfrm>
          <a:prstGeom prst="rect">
            <a:avLst/>
          </a:prstGeom>
          <a:noFill/>
          <a:ln/>
        </p:spPr>
        <p:txBody>
          <a:bodyPr wrap="square" lIns="0" tIns="0" rIns="0" bIns="0" rtlCol="0" anchor="t"/>
          <a:lstStyle/>
          <a:p>
            <a:pPr algn="ctr">
              <a:lnSpc>
                <a:spcPts val="960"/>
              </a:lnSpc>
            </a:pPr>
            <a:r>
              <a:rPr lang="ru-RU" sz="800" dirty="0">
                <a:solidFill>
                  <a:srgbClr val="000000">
                    <a:alpha val="100000"/>
                  </a:srgbClr>
                </a:solidFill>
                <a:ea typeface="Stapel" pitchFamily="34" charset="-122"/>
                <a:cs typeface="Stapel" pitchFamily="34" charset="-120"/>
              </a:rPr>
              <a:t>Риск этапа 3</a:t>
            </a:r>
            <a:r>
              <a:rPr lang="en-US" sz="800" dirty="0">
                <a:solidFill>
                  <a:srgbClr val="000000">
                    <a:alpha val="100000"/>
                  </a:srgbClr>
                </a:solidFill>
                <a:ea typeface="Stapel" pitchFamily="34" charset="-122"/>
                <a:cs typeface="Stapel" pitchFamily="34" charset="-120"/>
              </a:rPr>
              <a:t>, отсутствие инфраструктуры у Заказчика</a:t>
            </a:r>
            <a:endParaRPr lang="en-US" sz="800" dirty="0"/>
          </a:p>
        </p:txBody>
      </p:sp>
      <p:sp>
        <p:nvSpPr>
          <p:cNvPr id="37" name="Text 33"/>
          <p:cNvSpPr/>
          <p:nvPr/>
        </p:nvSpPr>
        <p:spPr>
          <a:xfrm>
            <a:off x="8492023" y="5638513"/>
            <a:ext cx="1030811" cy="154496"/>
          </a:xfrm>
          <a:prstGeom prst="rect">
            <a:avLst/>
          </a:prstGeom>
          <a:noFill/>
          <a:ln/>
        </p:spPr>
        <p:txBody>
          <a:bodyPr wrap="square" lIns="0" tIns="0" rIns="0" bIns="0" rtlCol="0" anchor="t"/>
          <a:lstStyle/>
          <a:p>
            <a:pPr algn="ctr">
              <a:lnSpc>
                <a:spcPts val="960"/>
              </a:lnSpc>
            </a:pPr>
            <a:r>
              <a:rPr lang="en-US" sz="800" dirty="0">
                <a:solidFill>
                  <a:srgbClr val="000000">
                    <a:alpha val="100000"/>
                  </a:srgbClr>
                </a:solidFill>
                <a:ea typeface="Stapel" pitchFamily="34" charset="-122"/>
                <a:cs typeface="Stapel" pitchFamily="34" charset="-120"/>
              </a:rPr>
              <a:t>отставание</a:t>
            </a:r>
            <a:endParaRPr lang="en-US" sz="800" dirty="0"/>
          </a:p>
        </p:txBody>
      </p:sp>
      <p:sp>
        <p:nvSpPr>
          <p:cNvPr id="38" name="Text 34"/>
          <p:cNvSpPr/>
          <p:nvPr/>
        </p:nvSpPr>
        <p:spPr>
          <a:xfrm>
            <a:off x="6861139" y="5651211"/>
            <a:ext cx="1028695" cy="126983"/>
          </a:xfrm>
          <a:prstGeom prst="rect">
            <a:avLst/>
          </a:prstGeom>
          <a:noFill/>
          <a:ln/>
        </p:spPr>
        <p:txBody>
          <a:bodyPr wrap="square" lIns="0" tIns="0" rIns="0" bIns="0" rtlCol="0" anchor="t"/>
          <a:lstStyle/>
          <a:p>
            <a:pPr algn="ctr">
              <a:lnSpc>
                <a:spcPts val="750"/>
              </a:lnSpc>
            </a:pPr>
            <a:r>
              <a:rPr lang="en-US" sz="750" dirty="0">
                <a:solidFill>
                  <a:srgbClr val="000000">
                    <a:alpha val="100000"/>
                  </a:srgbClr>
                </a:solidFill>
                <a:ea typeface="Stapel" pitchFamily="34" charset="-122"/>
                <a:cs typeface="Stapel" pitchFamily="34" charset="-120"/>
              </a:rPr>
              <a:t>123</a:t>
            </a:r>
            <a:endParaRPr lang="en-US" sz="750" dirty="0"/>
          </a:p>
        </p:txBody>
      </p:sp>
      <p:sp>
        <p:nvSpPr>
          <p:cNvPr id="39" name="Text 35"/>
          <p:cNvSpPr/>
          <p:nvPr/>
        </p:nvSpPr>
        <p:spPr>
          <a:xfrm>
            <a:off x="9787416" y="5638513"/>
            <a:ext cx="1913457" cy="154496"/>
          </a:xfrm>
          <a:prstGeom prst="rect">
            <a:avLst/>
          </a:prstGeom>
          <a:noFill/>
          <a:ln/>
        </p:spPr>
        <p:txBody>
          <a:bodyPr wrap="square" lIns="0" tIns="0" rIns="0" bIns="0" rtlCol="0" anchor="t"/>
          <a:lstStyle/>
          <a:p>
            <a:pPr algn="ctr">
              <a:lnSpc>
                <a:spcPts val="960"/>
              </a:lnSpc>
            </a:pPr>
            <a:r>
              <a:rPr lang="en-US" sz="800" dirty="0">
                <a:solidFill>
                  <a:srgbClr val="000000">
                    <a:alpha val="100000"/>
                  </a:srgbClr>
                </a:solidFill>
                <a:ea typeface="Stapel" pitchFamily="34" charset="-122"/>
                <a:cs typeface="Stapel" pitchFamily="34" charset="-120"/>
              </a:rPr>
              <a:t>—</a:t>
            </a:r>
            <a:endParaRPr lang="en-US" sz="800" dirty="0"/>
          </a:p>
        </p:txBody>
      </p:sp>
      <p:sp>
        <p:nvSpPr>
          <p:cNvPr id="40" name="Shape 36"/>
          <p:cNvSpPr/>
          <p:nvPr/>
        </p:nvSpPr>
        <p:spPr>
          <a:xfrm>
            <a:off x="4216379" y="2578211"/>
            <a:ext cx="7619960" cy="0"/>
          </a:xfrm>
          <a:prstGeom prst="rect">
            <a:avLst/>
          </a:prstGeom>
          <a:solidFill>
            <a:srgbClr val="000000">
              <a:alpha val="100000"/>
            </a:srgbClr>
          </a:solidFill>
          <a:ln w="12700">
            <a:solidFill>
              <a:schemeClr val="tx1"/>
            </a:solidFill>
          </a:ln>
        </p:spPr>
      </p:sp>
      <p:sp>
        <p:nvSpPr>
          <p:cNvPr id="41" name="Text 37"/>
          <p:cNvSpPr/>
          <p:nvPr/>
        </p:nvSpPr>
        <p:spPr>
          <a:xfrm>
            <a:off x="355599" y="2336724"/>
            <a:ext cx="1862657" cy="510268"/>
          </a:xfrm>
          <a:prstGeom prst="rect">
            <a:avLst/>
          </a:prstGeom>
          <a:noFill/>
          <a:ln/>
        </p:spPr>
        <p:txBody>
          <a:bodyPr wrap="square" lIns="0" tIns="0" rIns="0" bIns="0" rtlCol="0" anchor="b">
            <a:spAutoFit/>
          </a:bodyPr>
          <a:lstStyle/>
          <a:p>
            <a:pPr>
              <a:lnSpc>
                <a:spcPts val="960"/>
              </a:lnSpc>
            </a:pPr>
            <a:r>
              <a:rPr lang="ru-RU" sz="800" dirty="0">
                <a:solidFill>
                  <a:srgbClr val="000000">
                    <a:alpha val="45000"/>
                  </a:srgbClr>
                </a:solidFill>
                <a:ea typeface="Stapel" pitchFamily="34" charset="-122"/>
                <a:cs typeface="Stapel" pitchFamily="34" charset="-120"/>
              </a:rPr>
              <a:t>Заголовок отделяется черной полосой шириной 1 </a:t>
            </a:r>
            <a:r>
              <a:rPr lang="en-US" sz="800" dirty="0">
                <a:solidFill>
                  <a:srgbClr val="000000">
                    <a:alpha val="45000"/>
                  </a:srgbClr>
                </a:solidFill>
                <a:ea typeface="Stapel" pitchFamily="34" charset="-122"/>
                <a:cs typeface="Stapel" pitchFamily="34" charset="-120"/>
              </a:rPr>
              <a:t>pt</a:t>
            </a:r>
            <a:r>
              <a:rPr lang="ru-RU" sz="800" dirty="0">
                <a:solidFill>
                  <a:srgbClr val="000000">
                    <a:alpha val="45000"/>
                  </a:srgbClr>
                </a:solidFill>
                <a:ea typeface="Stapel" pitchFamily="34" charset="-122"/>
                <a:cs typeface="Stapel" pitchFamily="34" charset="-120"/>
              </a:rPr>
              <a:t>, остальные строки – дымчатым или черным 90% цветом</a:t>
            </a:r>
            <a:endParaRPr lang="en-US" sz="800" dirty="0"/>
          </a:p>
        </p:txBody>
      </p:sp>
      <p:sp>
        <p:nvSpPr>
          <p:cNvPr id="43" name="Text 39"/>
          <p:cNvSpPr/>
          <p:nvPr/>
        </p:nvSpPr>
        <p:spPr>
          <a:xfrm>
            <a:off x="355599" y="1295678"/>
            <a:ext cx="2633120" cy="740737"/>
          </a:xfrm>
          <a:prstGeom prst="rect">
            <a:avLst/>
          </a:prstGeom>
          <a:noFill/>
          <a:ln/>
        </p:spPr>
        <p:txBody>
          <a:bodyPr wrap="square" lIns="0" tIns="0" rIns="0" bIns="0" rtlCol="0" anchor="t"/>
          <a:lstStyle/>
          <a:p>
            <a:pPr>
              <a:lnSpc>
                <a:spcPts val="1100"/>
              </a:lnSpc>
            </a:pPr>
            <a:r>
              <a:rPr lang="ru-RU" sz="1000" dirty="0">
                <a:solidFill>
                  <a:srgbClr val="000000">
                    <a:alpha val="100000"/>
                  </a:srgbClr>
                </a:solidFill>
                <a:ea typeface="Stapel" pitchFamily="34" charset="-122"/>
                <a:cs typeface="Stapel" pitchFamily="34" charset="-120"/>
              </a:rPr>
              <a:t>Если таблица числовая — все значения выравниваются по правому краю. Если смешанная (текст, числа, текст) — все по центру. Кроме первой колонки: </a:t>
            </a:r>
            <a:endParaRPr lang="en-US" sz="1000" dirty="0">
              <a:solidFill>
                <a:srgbClr val="000000">
                  <a:alpha val="100000"/>
                </a:srgbClr>
              </a:solidFill>
              <a:ea typeface="Stapel" pitchFamily="34" charset="-122"/>
              <a:cs typeface="Stapel" pitchFamily="34" charset="-120"/>
            </a:endParaRPr>
          </a:p>
          <a:p>
            <a:pPr>
              <a:lnSpc>
                <a:spcPts val="1100"/>
              </a:lnSpc>
            </a:pPr>
            <a:r>
              <a:rPr lang="ru-RU" sz="1000" dirty="0">
                <a:solidFill>
                  <a:srgbClr val="000000">
                    <a:alpha val="100000"/>
                  </a:srgbClr>
                </a:solidFill>
                <a:ea typeface="Stapel" pitchFamily="34" charset="-122"/>
                <a:cs typeface="Stapel" pitchFamily="34" charset="-120"/>
              </a:rPr>
              <a:t>она всегда по левому краю</a:t>
            </a:r>
            <a:endParaRPr lang="en-US" sz="1000" dirty="0"/>
          </a:p>
        </p:txBody>
      </p:sp>
      <p:sp>
        <p:nvSpPr>
          <p:cNvPr id="44" name="Text 40"/>
          <p:cNvSpPr/>
          <p:nvPr/>
        </p:nvSpPr>
        <p:spPr>
          <a:xfrm>
            <a:off x="355598" y="3655657"/>
            <a:ext cx="2250005" cy="516399"/>
          </a:xfrm>
          <a:prstGeom prst="rect">
            <a:avLst/>
          </a:prstGeom>
          <a:noFill/>
          <a:ln/>
        </p:spPr>
        <p:txBody>
          <a:bodyPr wrap="square" lIns="0" tIns="0" rIns="0" bIns="0" rtlCol="0" anchor="b"/>
          <a:lstStyle/>
          <a:p>
            <a:pPr>
              <a:lnSpc>
                <a:spcPts val="960"/>
              </a:lnSpc>
            </a:pPr>
            <a:r>
              <a:rPr lang="ru-RU" sz="800" dirty="0">
                <a:solidFill>
                  <a:srgbClr val="000000">
                    <a:alpha val="45000"/>
                  </a:srgbClr>
                </a:solidFill>
                <a:ea typeface="Stapel" pitchFamily="34" charset="-122"/>
                <a:cs typeface="Stapel" pitchFamily="34" charset="-120"/>
              </a:rPr>
              <a:t>Основное содержимое может быть 16 или 20px (в зависимости от объема данных). Значения можно выделять цветами светофора для индикации статуса </a:t>
            </a:r>
            <a:endParaRPr lang="en-US" sz="800" dirty="0"/>
          </a:p>
        </p:txBody>
      </p:sp>
      <p:sp>
        <p:nvSpPr>
          <p:cNvPr id="45" name="Text 41"/>
          <p:cNvSpPr/>
          <p:nvPr/>
        </p:nvSpPr>
        <p:spPr>
          <a:xfrm>
            <a:off x="355599" y="4728667"/>
            <a:ext cx="1964256" cy="516399"/>
          </a:xfrm>
          <a:prstGeom prst="rect">
            <a:avLst/>
          </a:prstGeom>
          <a:noFill/>
          <a:ln/>
        </p:spPr>
        <p:txBody>
          <a:bodyPr wrap="square" lIns="0" tIns="0" rIns="0" bIns="0" rtlCol="0" anchor="b"/>
          <a:lstStyle/>
          <a:p>
            <a:pPr>
              <a:lnSpc>
                <a:spcPts val="960"/>
              </a:lnSpc>
            </a:pPr>
            <a:r>
              <a:rPr lang="ru-RU" sz="800" dirty="0">
                <a:solidFill>
                  <a:schemeClr val="tx1">
                    <a:alpha val="45000"/>
                  </a:schemeClr>
                </a:solidFill>
              </a:rPr>
              <a:t>Итоги можно выделить укрупненным размером – 24, а фон – дымчатым </a:t>
            </a:r>
          </a:p>
          <a:p>
            <a:pPr>
              <a:lnSpc>
                <a:spcPts val="960"/>
              </a:lnSpc>
            </a:pPr>
            <a:r>
              <a:rPr lang="ru-RU" sz="800" dirty="0">
                <a:solidFill>
                  <a:schemeClr val="tx1">
                    <a:alpha val="45000"/>
                  </a:schemeClr>
                </a:solidFill>
              </a:rPr>
              <a:t>или черным с прозрачностью 90%</a:t>
            </a:r>
            <a:endParaRPr lang="en-US" sz="800" dirty="0">
              <a:solidFill>
                <a:schemeClr val="tx1">
                  <a:alpha val="45000"/>
                </a:schemeClr>
              </a:solidFill>
            </a:endParaRPr>
          </a:p>
        </p:txBody>
      </p:sp>
      <p:sp>
        <p:nvSpPr>
          <p:cNvPr id="46" name="Text 42"/>
          <p:cNvSpPr/>
          <p:nvPr/>
        </p:nvSpPr>
        <p:spPr>
          <a:xfrm>
            <a:off x="355598" y="5560409"/>
            <a:ext cx="1761058" cy="275131"/>
          </a:xfrm>
          <a:prstGeom prst="rect">
            <a:avLst/>
          </a:prstGeom>
          <a:noFill/>
          <a:ln/>
        </p:spPr>
        <p:txBody>
          <a:bodyPr wrap="square" lIns="0" tIns="0" rIns="0" bIns="0" rtlCol="0" anchor="b"/>
          <a:lstStyle/>
          <a:p>
            <a:pPr>
              <a:lnSpc>
                <a:spcPts val="960"/>
              </a:lnSpc>
            </a:pPr>
            <a:r>
              <a:rPr lang="ru-RU" sz="800" dirty="0">
                <a:solidFill>
                  <a:srgbClr val="000000">
                    <a:alpha val="45000"/>
                  </a:srgbClr>
                </a:solidFill>
                <a:ea typeface="Stapel" pitchFamily="34" charset="-122"/>
                <a:cs typeface="Stapel" pitchFamily="34" charset="-120"/>
              </a:rPr>
              <a:t>Ширина отступа от края таблицы </a:t>
            </a:r>
          </a:p>
          <a:p>
            <a:pPr>
              <a:lnSpc>
                <a:spcPts val="960"/>
              </a:lnSpc>
            </a:pPr>
            <a:r>
              <a:rPr lang="ru-RU" sz="800" dirty="0">
                <a:solidFill>
                  <a:srgbClr val="000000">
                    <a:alpha val="45000"/>
                  </a:srgbClr>
                </a:solidFill>
                <a:ea typeface="Stapel" pitchFamily="34" charset="-122"/>
                <a:cs typeface="Stapel" pitchFamily="34" charset="-120"/>
              </a:rPr>
              <a:t>до значений таблицы 0,8см</a:t>
            </a:r>
            <a:endParaRPr lang="en-US" sz="800" dirty="0"/>
          </a:p>
        </p:txBody>
      </p:sp>
      <p:sp>
        <p:nvSpPr>
          <p:cNvPr id="47" name="Text 43"/>
          <p:cNvSpPr/>
          <p:nvPr/>
        </p:nvSpPr>
        <p:spPr>
          <a:xfrm>
            <a:off x="355598" y="6246119"/>
            <a:ext cx="1907805" cy="275131"/>
          </a:xfrm>
          <a:prstGeom prst="rect">
            <a:avLst/>
          </a:prstGeom>
          <a:noFill/>
          <a:ln/>
        </p:spPr>
        <p:txBody>
          <a:bodyPr wrap="square" lIns="0" tIns="0" rIns="0" bIns="0" rtlCol="0" anchor="b"/>
          <a:lstStyle/>
          <a:p>
            <a:pPr>
              <a:lnSpc>
                <a:spcPts val="960"/>
              </a:lnSpc>
            </a:pPr>
            <a:r>
              <a:rPr lang="ru-RU" sz="800" dirty="0">
                <a:solidFill>
                  <a:srgbClr val="000000">
                    <a:alpha val="45000"/>
                  </a:srgbClr>
                </a:solidFill>
                <a:ea typeface="Stapel" pitchFamily="34" charset="-122"/>
                <a:cs typeface="Stapel" pitchFamily="34" charset="-120"/>
              </a:rPr>
              <a:t>Ячейки могут быть точечно окрашены цветами с прозрачностью</a:t>
            </a:r>
            <a:endParaRPr lang="en-US" sz="800" dirty="0"/>
          </a:p>
        </p:txBody>
      </p:sp>
      <p:sp>
        <p:nvSpPr>
          <p:cNvPr id="48" name="Text 44"/>
          <p:cNvSpPr/>
          <p:nvPr/>
        </p:nvSpPr>
        <p:spPr>
          <a:xfrm>
            <a:off x="8356557" y="1271441"/>
            <a:ext cx="1996006" cy="516399"/>
          </a:xfrm>
          <a:prstGeom prst="rect">
            <a:avLst/>
          </a:prstGeom>
          <a:noFill/>
          <a:ln/>
        </p:spPr>
        <p:txBody>
          <a:bodyPr wrap="square" lIns="0" tIns="0" rIns="0" bIns="0" rtlCol="0" anchor="b"/>
          <a:lstStyle/>
          <a:p>
            <a:pPr>
              <a:lnSpc>
                <a:spcPts val="960"/>
              </a:lnSpc>
            </a:pPr>
            <a:r>
              <a:rPr lang="ru-RU" sz="800" dirty="0">
                <a:solidFill>
                  <a:schemeClr val="tx1">
                    <a:alpha val="45000"/>
                  </a:schemeClr>
                </a:solidFill>
              </a:rPr>
              <a:t>Ширина отступа от края закрашенной ячейки до значений таблицы 0,8 см </a:t>
            </a:r>
            <a:br>
              <a:rPr lang="ru-RU" sz="800" dirty="0">
                <a:solidFill>
                  <a:schemeClr val="tx1">
                    <a:alpha val="45000"/>
                  </a:schemeClr>
                </a:solidFill>
              </a:rPr>
            </a:br>
            <a:r>
              <a:rPr lang="ru-RU" sz="800" dirty="0">
                <a:solidFill>
                  <a:schemeClr val="tx1">
                    <a:alpha val="45000"/>
                  </a:schemeClr>
                </a:solidFill>
              </a:rPr>
              <a:t>(но может быть уменьшена при большом количестве столбцов)</a:t>
            </a:r>
            <a:endParaRPr lang="en-US" sz="800" dirty="0">
              <a:solidFill>
                <a:schemeClr val="tx1">
                  <a:alpha val="45000"/>
                </a:schemeClr>
              </a:solidFill>
            </a:endParaRPr>
          </a:p>
        </p:txBody>
      </p:sp>
      <p:pic>
        <p:nvPicPr>
          <p:cNvPr id="49" name="Image 2" descr=" "/>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71737" y="2544152"/>
            <a:ext cx="1346193" cy="93514"/>
          </a:xfrm>
          <a:prstGeom prst="rect">
            <a:avLst/>
          </a:prstGeom>
        </p:spPr>
      </p:pic>
      <p:pic>
        <p:nvPicPr>
          <p:cNvPr id="51" name="Image 4" descr=" "/>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62197" y="1905198"/>
            <a:ext cx="93519" cy="209523"/>
          </a:xfrm>
          <a:prstGeom prst="rect">
            <a:avLst/>
          </a:prstGeom>
        </p:spPr>
      </p:pic>
      <p:pic>
        <p:nvPicPr>
          <p:cNvPr id="52" name="Image 5" descr=" "/>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350207" y="2315582"/>
            <a:ext cx="158749" cy="93514"/>
          </a:xfrm>
          <a:prstGeom prst="rect">
            <a:avLst/>
          </a:prstGeom>
        </p:spPr>
      </p:pic>
      <p:pic>
        <p:nvPicPr>
          <p:cNvPr id="53" name="Image 6" descr=" "/>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468546" y="2203610"/>
            <a:ext cx="93519" cy="158729"/>
          </a:xfrm>
          <a:prstGeom prst="rect">
            <a:avLst/>
          </a:prstGeom>
        </p:spPr>
      </p:pic>
      <p:pic>
        <p:nvPicPr>
          <p:cNvPr id="54" name="Image 7" descr=" "/>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2571737" y="3864780"/>
            <a:ext cx="1346193" cy="93514"/>
          </a:xfrm>
          <a:prstGeom prst="rect">
            <a:avLst/>
          </a:prstGeom>
        </p:spPr>
      </p:pic>
      <p:pic>
        <p:nvPicPr>
          <p:cNvPr id="55" name="Image 8" descr=" "/>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2571737" y="5648898"/>
            <a:ext cx="1346193" cy="93514"/>
          </a:xfrm>
          <a:prstGeom prst="rect">
            <a:avLst/>
          </a:prstGeom>
        </p:spPr>
      </p:pic>
      <p:pic>
        <p:nvPicPr>
          <p:cNvPr id="56" name="Image 9" descr=" "/>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2571737" y="6334609"/>
            <a:ext cx="1346193" cy="93514"/>
          </a:xfrm>
          <a:prstGeom prst="rect">
            <a:avLst/>
          </a:prstGeom>
        </p:spPr>
      </p:pic>
      <p:pic>
        <p:nvPicPr>
          <p:cNvPr id="57" name="Image 10"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570081" y="5073653"/>
            <a:ext cx="1347848" cy="402856"/>
          </a:xfrm>
          <a:prstGeom prst="rect">
            <a:avLst/>
          </a:prstGeom>
        </p:spPr>
      </p:pic>
      <p:sp>
        <p:nvSpPr>
          <p:cNvPr id="58" name="Shape 45"/>
          <p:cNvSpPr/>
          <p:nvPr/>
        </p:nvSpPr>
        <p:spPr>
          <a:xfrm>
            <a:off x="4216379" y="6279779"/>
            <a:ext cx="7619960" cy="222221"/>
          </a:xfrm>
          <a:prstGeom prst="rect">
            <a:avLst/>
          </a:prstGeom>
          <a:noFill/>
          <a:ln/>
        </p:spPr>
      </p:sp>
      <p:pic>
        <p:nvPicPr>
          <p:cNvPr id="59" name="Image 11" descr=" "/>
          <p:cNvPicPr>
            <a:picLocks noChangeAspect="1"/>
          </p:cNvPicPr>
          <p:nvPr/>
        </p:nvPicPr>
        <p:blipFill>
          <a:blip r:embed="rId15"/>
          <a:stretch>
            <a:fillRect/>
          </a:stretch>
        </p:blipFill>
        <p:spPr>
          <a:xfrm>
            <a:off x="4216378" y="6279779"/>
            <a:ext cx="952495" cy="222221"/>
          </a:xfrm>
          <a:prstGeom prst="rect">
            <a:avLst/>
          </a:prstGeom>
        </p:spPr>
      </p:pic>
      <p:sp>
        <p:nvSpPr>
          <p:cNvPr id="60" name="Text 46"/>
          <p:cNvSpPr/>
          <p:nvPr/>
        </p:nvSpPr>
        <p:spPr>
          <a:xfrm rot="21600000">
            <a:off x="4824758" y="6330446"/>
            <a:ext cx="224365" cy="154496"/>
          </a:xfrm>
          <a:prstGeom prst="rect">
            <a:avLst/>
          </a:prstGeom>
          <a:noFill/>
          <a:ln/>
        </p:spPr>
        <p:txBody>
          <a:bodyPr wrap="square" lIns="0" tIns="0" rIns="0" bIns="0" rtlCol="0" anchor="t"/>
          <a:lstStyle/>
          <a:p>
            <a:pPr>
              <a:lnSpc>
                <a:spcPts val="960"/>
              </a:lnSpc>
            </a:pPr>
            <a:r>
              <a:rPr lang="ru-RU" sz="800" dirty="0">
                <a:solidFill>
                  <a:srgbClr val="000000">
                    <a:alpha val="100000"/>
                  </a:srgbClr>
                </a:solidFill>
                <a:ea typeface="Stapel" pitchFamily="34" charset="-122"/>
                <a:cs typeface="Stapel" pitchFamily="34" charset="-120"/>
              </a:rPr>
              <a:t>9</a:t>
            </a:r>
            <a:r>
              <a:rPr lang="en-US" sz="800" dirty="0">
                <a:solidFill>
                  <a:srgbClr val="000000">
                    <a:alpha val="100000"/>
                  </a:srgbClr>
                </a:solidFill>
                <a:ea typeface="Stapel" pitchFamily="34" charset="-122"/>
                <a:cs typeface="Stapel" pitchFamily="34" charset="-120"/>
              </a:rPr>
              <a:t>0%</a:t>
            </a:r>
            <a:endParaRPr lang="en-US" sz="800" dirty="0"/>
          </a:p>
        </p:txBody>
      </p:sp>
      <p:pic>
        <p:nvPicPr>
          <p:cNvPr id="61" name="Image 12" descr=" "/>
          <p:cNvPicPr>
            <a:picLocks noChangeAspect="1"/>
          </p:cNvPicPr>
          <p:nvPr/>
        </p:nvPicPr>
        <p:blipFill>
          <a:blip r:embed="rId16"/>
          <a:stretch>
            <a:fillRect/>
          </a:stretch>
        </p:blipFill>
        <p:spPr>
          <a:xfrm>
            <a:off x="5168873" y="6279779"/>
            <a:ext cx="952495" cy="222221"/>
          </a:xfrm>
          <a:prstGeom prst="rect">
            <a:avLst/>
          </a:prstGeom>
        </p:spPr>
      </p:pic>
      <p:sp>
        <p:nvSpPr>
          <p:cNvPr id="62" name="Text 47"/>
          <p:cNvSpPr/>
          <p:nvPr/>
        </p:nvSpPr>
        <p:spPr>
          <a:xfrm rot="21600000">
            <a:off x="5737444" y="6330446"/>
            <a:ext cx="262465" cy="154496"/>
          </a:xfrm>
          <a:prstGeom prst="rect">
            <a:avLst/>
          </a:prstGeom>
          <a:noFill/>
          <a:ln/>
        </p:spPr>
        <p:txBody>
          <a:bodyPr wrap="square" lIns="0" tIns="0" rIns="0" bIns="0" rtlCol="0" anchor="t"/>
          <a:lstStyle/>
          <a:p>
            <a:pPr>
              <a:lnSpc>
                <a:spcPts val="960"/>
              </a:lnSpc>
            </a:pPr>
            <a:r>
              <a:rPr lang="ru-RU" sz="800" dirty="0">
                <a:solidFill>
                  <a:srgbClr val="000000">
                    <a:alpha val="100000"/>
                  </a:srgbClr>
                </a:solidFill>
                <a:ea typeface="Stapel" pitchFamily="34" charset="-122"/>
                <a:cs typeface="Stapel" pitchFamily="34" charset="-120"/>
              </a:rPr>
              <a:t>6</a:t>
            </a:r>
            <a:r>
              <a:rPr lang="en-US" sz="800" dirty="0">
                <a:solidFill>
                  <a:srgbClr val="000000">
                    <a:alpha val="100000"/>
                  </a:srgbClr>
                </a:solidFill>
                <a:ea typeface="Stapel" pitchFamily="34" charset="-122"/>
                <a:cs typeface="Stapel" pitchFamily="34" charset="-120"/>
              </a:rPr>
              <a:t>0%</a:t>
            </a:r>
            <a:endParaRPr lang="en-US" sz="800" dirty="0"/>
          </a:p>
        </p:txBody>
      </p:sp>
      <p:pic>
        <p:nvPicPr>
          <p:cNvPr id="63" name="Image 13" descr=" "/>
          <p:cNvPicPr>
            <a:picLocks noChangeAspect="1"/>
          </p:cNvPicPr>
          <p:nvPr/>
        </p:nvPicPr>
        <p:blipFill>
          <a:blip r:embed="rId17"/>
          <a:stretch>
            <a:fillRect/>
          </a:stretch>
        </p:blipFill>
        <p:spPr>
          <a:xfrm>
            <a:off x="6121368" y="6279779"/>
            <a:ext cx="952495" cy="222221"/>
          </a:xfrm>
          <a:prstGeom prst="rect">
            <a:avLst/>
          </a:prstGeom>
        </p:spPr>
      </p:pic>
      <p:sp>
        <p:nvSpPr>
          <p:cNvPr id="64" name="Text 48"/>
          <p:cNvSpPr/>
          <p:nvPr/>
        </p:nvSpPr>
        <p:spPr>
          <a:xfrm rot="21600000">
            <a:off x="6689939" y="6330446"/>
            <a:ext cx="262465" cy="154496"/>
          </a:xfrm>
          <a:prstGeom prst="rect">
            <a:avLst/>
          </a:prstGeom>
          <a:noFill/>
          <a:ln/>
        </p:spPr>
        <p:txBody>
          <a:bodyPr wrap="square" lIns="0" tIns="0" rIns="0" bIns="0" rtlCol="0" anchor="t"/>
          <a:lstStyle/>
          <a:p>
            <a:pPr>
              <a:lnSpc>
                <a:spcPts val="960"/>
              </a:lnSpc>
            </a:pPr>
            <a:r>
              <a:rPr lang="ru-RU" sz="800" dirty="0">
                <a:solidFill>
                  <a:srgbClr val="000000">
                    <a:alpha val="100000"/>
                  </a:srgbClr>
                </a:solidFill>
                <a:ea typeface="Stapel" pitchFamily="34" charset="-122"/>
                <a:cs typeface="Stapel" pitchFamily="34" charset="-120"/>
              </a:rPr>
              <a:t>6</a:t>
            </a:r>
            <a:r>
              <a:rPr lang="en-US" sz="800" dirty="0">
                <a:solidFill>
                  <a:srgbClr val="000000">
                    <a:alpha val="100000"/>
                  </a:srgbClr>
                </a:solidFill>
                <a:ea typeface="Stapel" pitchFamily="34" charset="-122"/>
                <a:cs typeface="Stapel" pitchFamily="34" charset="-120"/>
              </a:rPr>
              <a:t>0%</a:t>
            </a:r>
            <a:endParaRPr lang="en-US" sz="800" dirty="0"/>
          </a:p>
        </p:txBody>
      </p:sp>
      <p:pic>
        <p:nvPicPr>
          <p:cNvPr id="65" name="Image 14" descr=" "/>
          <p:cNvPicPr>
            <a:picLocks noChangeAspect="1"/>
          </p:cNvPicPr>
          <p:nvPr/>
        </p:nvPicPr>
        <p:blipFill>
          <a:blip r:embed="rId18"/>
          <a:stretch>
            <a:fillRect/>
          </a:stretch>
        </p:blipFill>
        <p:spPr>
          <a:xfrm>
            <a:off x="7073863" y="6279779"/>
            <a:ext cx="952495" cy="222221"/>
          </a:xfrm>
          <a:prstGeom prst="rect">
            <a:avLst/>
          </a:prstGeom>
        </p:spPr>
      </p:pic>
      <p:sp>
        <p:nvSpPr>
          <p:cNvPr id="66" name="Text 49"/>
          <p:cNvSpPr/>
          <p:nvPr/>
        </p:nvSpPr>
        <p:spPr>
          <a:xfrm rot="21600000">
            <a:off x="7642942" y="6330446"/>
            <a:ext cx="262465" cy="154496"/>
          </a:xfrm>
          <a:prstGeom prst="rect">
            <a:avLst/>
          </a:prstGeom>
          <a:noFill/>
          <a:ln/>
        </p:spPr>
        <p:txBody>
          <a:bodyPr wrap="square" lIns="0" tIns="0" rIns="0" bIns="0" rtlCol="0" anchor="t"/>
          <a:lstStyle/>
          <a:p>
            <a:pPr>
              <a:lnSpc>
                <a:spcPts val="960"/>
              </a:lnSpc>
            </a:pPr>
            <a:r>
              <a:rPr lang="ru-RU" sz="800" dirty="0">
                <a:solidFill>
                  <a:srgbClr val="000000">
                    <a:alpha val="100000"/>
                  </a:srgbClr>
                </a:solidFill>
                <a:ea typeface="Stapel" pitchFamily="34" charset="-122"/>
                <a:cs typeface="Stapel" pitchFamily="34" charset="-120"/>
              </a:rPr>
              <a:t>7</a:t>
            </a:r>
            <a:r>
              <a:rPr lang="en-US" sz="800" dirty="0">
                <a:solidFill>
                  <a:srgbClr val="000000">
                    <a:alpha val="100000"/>
                  </a:srgbClr>
                </a:solidFill>
                <a:ea typeface="Stapel" pitchFamily="34" charset="-122"/>
                <a:cs typeface="Stapel" pitchFamily="34" charset="-120"/>
              </a:rPr>
              <a:t>0%</a:t>
            </a:r>
            <a:endParaRPr lang="en-US" sz="800" dirty="0"/>
          </a:p>
        </p:txBody>
      </p:sp>
      <p:pic>
        <p:nvPicPr>
          <p:cNvPr id="67" name="Image 15" descr=" "/>
          <p:cNvPicPr>
            <a:picLocks noChangeAspect="1"/>
          </p:cNvPicPr>
          <p:nvPr/>
        </p:nvPicPr>
        <p:blipFill>
          <a:blip r:embed="rId19"/>
          <a:stretch>
            <a:fillRect/>
          </a:stretch>
        </p:blipFill>
        <p:spPr>
          <a:xfrm>
            <a:off x="8026359" y="6279779"/>
            <a:ext cx="952495" cy="222221"/>
          </a:xfrm>
          <a:prstGeom prst="rect">
            <a:avLst/>
          </a:prstGeom>
        </p:spPr>
      </p:pic>
      <p:sp>
        <p:nvSpPr>
          <p:cNvPr id="68" name="Text 50"/>
          <p:cNvSpPr/>
          <p:nvPr/>
        </p:nvSpPr>
        <p:spPr>
          <a:xfrm rot="21600000">
            <a:off x="8595437" y="6330446"/>
            <a:ext cx="262465" cy="154496"/>
          </a:xfrm>
          <a:prstGeom prst="rect">
            <a:avLst/>
          </a:prstGeom>
          <a:noFill/>
          <a:ln/>
        </p:spPr>
        <p:txBody>
          <a:bodyPr wrap="square" lIns="0" tIns="0" rIns="0" bIns="0" rtlCol="0" anchor="t"/>
          <a:lstStyle/>
          <a:p>
            <a:pPr>
              <a:lnSpc>
                <a:spcPts val="960"/>
              </a:lnSpc>
            </a:pPr>
            <a:r>
              <a:rPr lang="ru-RU" sz="800" dirty="0">
                <a:solidFill>
                  <a:srgbClr val="000000">
                    <a:alpha val="100000"/>
                  </a:srgbClr>
                </a:solidFill>
                <a:ea typeface="Stapel" pitchFamily="34" charset="-122"/>
                <a:cs typeface="Stapel" pitchFamily="34" charset="-120"/>
              </a:rPr>
              <a:t>7</a:t>
            </a:r>
            <a:r>
              <a:rPr lang="en-US" sz="800" dirty="0">
                <a:solidFill>
                  <a:srgbClr val="000000">
                    <a:alpha val="100000"/>
                  </a:srgbClr>
                </a:solidFill>
                <a:ea typeface="Stapel" pitchFamily="34" charset="-122"/>
                <a:cs typeface="Stapel" pitchFamily="34" charset="-120"/>
              </a:rPr>
              <a:t>0%</a:t>
            </a:r>
            <a:endParaRPr lang="en-US" sz="800" dirty="0"/>
          </a:p>
        </p:txBody>
      </p:sp>
      <p:pic>
        <p:nvPicPr>
          <p:cNvPr id="69" name="Image 16" descr=" "/>
          <p:cNvPicPr>
            <a:picLocks noChangeAspect="1"/>
          </p:cNvPicPr>
          <p:nvPr/>
        </p:nvPicPr>
        <p:blipFill>
          <a:blip r:embed="rId20"/>
          <a:stretch>
            <a:fillRect/>
          </a:stretch>
        </p:blipFill>
        <p:spPr>
          <a:xfrm>
            <a:off x="8978854" y="6279779"/>
            <a:ext cx="952495" cy="222221"/>
          </a:xfrm>
          <a:prstGeom prst="rect">
            <a:avLst/>
          </a:prstGeom>
        </p:spPr>
      </p:pic>
      <p:sp>
        <p:nvSpPr>
          <p:cNvPr id="70" name="Text 51"/>
          <p:cNvSpPr/>
          <p:nvPr/>
        </p:nvSpPr>
        <p:spPr>
          <a:xfrm rot="21600000">
            <a:off x="9547932" y="6330446"/>
            <a:ext cx="262465" cy="154496"/>
          </a:xfrm>
          <a:prstGeom prst="rect">
            <a:avLst/>
          </a:prstGeom>
          <a:noFill/>
          <a:ln/>
        </p:spPr>
        <p:txBody>
          <a:bodyPr wrap="square" lIns="0" tIns="0" rIns="0" bIns="0" rtlCol="0" anchor="t"/>
          <a:lstStyle/>
          <a:p>
            <a:pPr>
              <a:lnSpc>
                <a:spcPts val="960"/>
              </a:lnSpc>
            </a:pPr>
            <a:r>
              <a:rPr lang="ru-RU" sz="800" dirty="0">
                <a:solidFill>
                  <a:srgbClr val="000000">
                    <a:alpha val="100000"/>
                  </a:srgbClr>
                </a:solidFill>
                <a:ea typeface="Stapel" pitchFamily="34" charset="-122"/>
                <a:cs typeface="Stapel" pitchFamily="34" charset="-120"/>
              </a:rPr>
              <a:t>7</a:t>
            </a:r>
            <a:r>
              <a:rPr lang="en-US" sz="800" dirty="0">
                <a:solidFill>
                  <a:srgbClr val="000000">
                    <a:alpha val="100000"/>
                  </a:srgbClr>
                </a:solidFill>
                <a:ea typeface="Stapel" pitchFamily="34" charset="-122"/>
                <a:cs typeface="Stapel" pitchFamily="34" charset="-120"/>
              </a:rPr>
              <a:t>0%</a:t>
            </a:r>
            <a:endParaRPr lang="en-US" sz="800" dirty="0"/>
          </a:p>
        </p:txBody>
      </p:sp>
      <p:pic>
        <p:nvPicPr>
          <p:cNvPr id="71" name="Image 17" descr=" "/>
          <p:cNvPicPr>
            <a:picLocks noChangeAspect="1"/>
          </p:cNvPicPr>
          <p:nvPr/>
        </p:nvPicPr>
        <p:blipFill>
          <a:blip r:embed="rId21"/>
          <a:stretch>
            <a:fillRect/>
          </a:stretch>
        </p:blipFill>
        <p:spPr>
          <a:xfrm>
            <a:off x="9931349" y="6279779"/>
            <a:ext cx="952495" cy="222221"/>
          </a:xfrm>
          <a:prstGeom prst="rect">
            <a:avLst/>
          </a:prstGeom>
        </p:spPr>
      </p:pic>
      <p:sp>
        <p:nvSpPr>
          <p:cNvPr id="72" name="Text 52"/>
          <p:cNvSpPr/>
          <p:nvPr/>
        </p:nvSpPr>
        <p:spPr>
          <a:xfrm rot="21600000">
            <a:off x="10501037" y="6330446"/>
            <a:ext cx="262465" cy="154496"/>
          </a:xfrm>
          <a:prstGeom prst="rect">
            <a:avLst/>
          </a:prstGeom>
          <a:noFill/>
          <a:ln/>
        </p:spPr>
        <p:txBody>
          <a:bodyPr wrap="square" lIns="0" tIns="0" rIns="0" bIns="0" rtlCol="0" anchor="t"/>
          <a:lstStyle/>
          <a:p>
            <a:pPr>
              <a:lnSpc>
                <a:spcPts val="960"/>
              </a:lnSpc>
            </a:pPr>
            <a:r>
              <a:rPr lang="ru-RU" sz="800" dirty="0">
                <a:solidFill>
                  <a:srgbClr val="000000">
                    <a:alpha val="100000"/>
                  </a:srgbClr>
                </a:solidFill>
                <a:ea typeface="Stapel" pitchFamily="34" charset="-122"/>
                <a:cs typeface="Stapel" pitchFamily="34" charset="-120"/>
              </a:rPr>
              <a:t>8</a:t>
            </a:r>
            <a:r>
              <a:rPr lang="en-US" sz="800" dirty="0">
                <a:solidFill>
                  <a:srgbClr val="000000">
                    <a:alpha val="100000"/>
                  </a:srgbClr>
                </a:solidFill>
                <a:ea typeface="Stapel" pitchFamily="34" charset="-122"/>
                <a:cs typeface="Stapel" pitchFamily="34" charset="-120"/>
              </a:rPr>
              <a:t>0%</a:t>
            </a:r>
            <a:endParaRPr lang="en-US" sz="800" dirty="0"/>
          </a:p>
        </p:txBody>
      </p:sp>
      <p:pic>
        <p:nvPicPr>
          <p:cNvPr id="73" name="Image 18" descr=" "/>
          <p:cNvPicPr>
            <a:picLocks noChangeAspect="1"/>
          </p:cNvPicPr>
          <p:nvPr/>
        </p:nvPicPr>
        <p:blipFill>
          <a:blip r:embed="rId22"/>
          <a:stretch>
            <a:fillRect/>
          </a:stretch>
        </p:blipFill>
        <p:spPr>
          <a:xfrm>
            <a:off x="10883844" y="6279779"/>
            <a:ext cx="952495" cy="222221"/>
          </a:xfrm>
          <a:prstGeom prst="rect">
            <a:avLst/>
          </a:prstGeom>
        </p:spPr>
      </p:pic>
      <p:sp>
        <p:nvSpPr>
          <p:cNvPr id="74" name="Text 53"/>
          <p:cNvSpPr/>
          <p:nvPr/>
        </p:nvSpPr>
        <p:spPr>
          <a:xfrm rot="21600000">
            <a:off x="11453532" y="6330446"/>
            <a:ext cx="262465" cy="154496"/>
          </a:xfrm>
          <a:prstGeom prst="rect">
            <a:avLst/>
          </a:prstGeom>
          <a:noFill/>
          <a:ln/>
        </p:spPr>
        <p:txBody>
          <a:bodyPr wrap="square" lIns="0" tIns="0" rIns="0" bIns="0" rtlCol="0" anchor="t"/>
          <a:lstStyle/>
          <a:p>
            <a:pPr>
              <a:lnSpc>
                <a:spcPts val="960"/>
              </a:lnSpc>
            </a:pPr>
            <a:r>
              <a:rPr lang="ru-RU" sz="800" dirty="0">
                <a:solidFill>
                  <a:srgbClr val="000000">
                    <a:alpha val="100000"/>
                  </a:srgbClr>
                </a:solidFill>
                <a:ea typeface="Stapel" pitchFamily="34" charset="-122"/>
                <a:cs typeface="Stapel" pitchFamily="34" charset="-120"/>
              </a:rPr>
              <a:t>8</a:t>
            </a:r>
            <a:r>
              <a:rPr lang="en-US" sz="800" dirty="0">
                <a:solidFill>
                  <a:srgbClr val="000000">
                    <a:alpha val="100000"/>
                  </a:srgbClr>
                </a:solidFill>
                <a:ea typeface="Stapel" pitchFamily="34" charset="-122"/>
                <a:cs typeface="Stapel" pitchFamily="34" charset="-120"/>
              </a:rPr>
              <a:t>0%</a:t>
            </a:r>
            <a:endParaRPr lang="en-US" sz="800" dirty="0"/>
          </a:p>
        </p:txBody>
      </p:sp>
      <p:sp>
        <p:nvSpPr>
          <p:cNvPr id="2" name="Номер слайда 2">
            <a:extLst>
              <a:ext uri="{FF2B5EF4-FFF2-40B4-BE49-F238E27FC236}">
                <a16:creationId xmlns:a16="http://schemas.microsoft.com/office/drawing/2014/main" id="{6117E953-8936-61C6-A791-D311759A8B45}"/>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4</a:t>
            </a:fld>
            <a:endParaRPr lang="ru-RU"/>
          </a:p>
        </p:txBody>
      </p:sp>
      <p:sp>
        <p:nvSpPr>
          <p:cNvPr id="4" name="Заголовок 3">
            <a:extLst>
              <a:ext uri="{FF2B5EF4-FFF2-40B4-BE49-F238E27FC236}">
                <a16:creationId xmlns:a16="http://schemas.microsoft.com/office/drawing/2014/main" id="{B85C7368-8C5C-946F-6249-7698CEA1797F}"/>
              </a:ext>
            </a:extLst>
          </p:cNvPr>
          <p:cNvSpPr>
            <a:spLocks noGrp="1"/>
          </p:cNvSpPr>
          <p:nvPr>
            <p:ph type="title"/>
          </p:nvPr>
        </p:nvSpPr>
        <p:spPr/>
        <p:txBody>
          <a:bodyPr/>
          <a:lstStyle/>
          <a:p>
            <a:r>
              <a:rPr lang="ru-RU" dirty="0"/>
              <a:t>Правила работы с таблицами в презентации</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Рисунок 9">
            <a:extLst>
              <a:ext uri="{FF2B5EF4-FFF2-40B4-BE49-F238E27FC236}">
                <a16:creationId xmlns:a16="http://schemas.microsoft.com/office/drawing/2014/main" id="{51C6AED6-BEE6-054A-9451-08F7F411073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97283" y="1308012"/>
            <a:ext cx="250344" cy="250344"/>
          </a:xfrm>
          <a:prstGeom prst="rect">
            <a:avLst/>
          </a:prstGeom>
        </p:spPr>
      </p:pic>
      <p:pic>
        <p:nvPicPr>
          <p:cNvPr id="19" name="Рисунок 18">
            <a:extLst>
              <a:ext uri="{FF2B5EF4-FFF2-40B4-BE49-F238E27FC236}">
                <a16:creationId xmlns:a16="http://schemas.microsoft.com/office/drawing/2014/main" id="{1485588B-904D-3440-9136-F9BC0CF6A6D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88009" y="1305838"/>
            <a:ext cx="252518" cy="252518"/>
          </a:xfrm>
          <a:prstGeom prst="rect">
            <a:avLst/>
          </a:prstGeom>
        </p:spPr>
      </p:pic>
      <p:pic>
        <p:nvPicPr>
          <p:cNvPr id="21" name="Рисунок 20">
            <a:extLst>
              <a:ext uri="{FF2B5EF4-FFF2-40B4-BE49-F238E27FC236}">
                <a16:creationId xmlns:a16="http://schemas.microsoft.com/office/drawing/2014/main" id="{A902EE03-D1EC-164B-82D4-7651AD178EC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15636" y="1306356"/>
            <a:ext cx="252000" cy="252000"/>
          </a:xfrm>
          <a:prstGeom prst="rect">
            <a:avLst/>
          </a:prstGeom>
        </p:spPr>
      </p:pic>
      <p:pic>
        <p:nvPicPr>
          <p:cNvPr id="23" name="Рисунок 22">
            <a:extLst>
              <a:ext uri="{FF2B5EF4-FFF2-40B4-BE49-F238E27FC236}">
                <a16:creationId xmlns:a16="http://schemas.microsoft.com/office/drawing/2014/main" id="{43A532B4-DCB5-9B44-92F0-F4F6F4247AD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95627" y="1866974"/>
            <a:ext cx="252000" cy="252000"/>
          </a:xfrm>
          <a:prstGeom prst="rect">
            <a:avLst/>
          </a:prstGeom>
        </p:spPr>
      </p:pic>
      <p:pic>
        <p:nvPicPr>
          <p:cNvPr id="26" name="Рисунок 25">
            <a:extLst>
              <a:ext uri="{FF2B5EF4-FFF2-40B4-BE49-F238E27FC236}">
                <a16:creationId xmlns:a16="http://schemas.microsoft.com/office/drawing/2014/main" id="{711654FF-B1D6-5847-9042-E37D38AFDF2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607892" y="1306356"/>
            <a:ext cx="252000" cy="252000"/>
          </a:xfrm>
          <a:prstGeom prst="rect">
            <a:avLst/>
          </a:prstGeom>
        </p:spPr>
      </p:pic>
      <p:pic>
        <p:nvPicPr>
          <p:cNvPr id="28" name="Рисунок 27">
            <a:extLst>
              <a:ext uri="{FF2B5EF4-FFF2-40B4-BE49-F238E27FC236}">
                <a16:creationId xmlns:a16="http://schemas.microsoft.com/office/drawing/2014/main" id="{3B32D73A-CCE2-504F-B398-AF9149413B4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223445" y="1306356"/>
            <a:ext cx="252000" cy="252000"/>
          </a:xfrm>
          <a:prstGeom prst="rect">
            <a:avLst/>
          </a:prstGeom>
        </p:spPr>
      </p:pic>
      <p:pic>
        <p:nvPicPr>
          <p:cNvPr id="30" name="Рисунок 29">
            <a:extLst>
              <a:ext uri="{FF2B5EF4-FFF2-40B4-BE49-F238E27FC236}">
                <a16:creationId xmlns:a16="http://schemas.microsoft.com/office/drawing/2014/main" id="{702EEED0-55A1-3F46-921D-392641F72E6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838998" y="1306356"/>
            <a:ext cx="252000" cy="252000"/>
          </a:xfrm>
          <a:prstGeom prst="rect">
            <a:avLst/>
          </a:prstGeom>
        </p:spPr>
      </p:pic>
      <p:pic>
        <p:nvPicPr>
          <p:cNvPr id="32" name="Рисунок 31">
            <a:extLst>
              <a:ext uri="{FF2B5EF4-FFF2-40B4-BE49-F238E27FC236}">
                <a16:creationId xmlns:a16="http://schemas.microsoft.com/office/drawing/2014/main" id="{7B2EC729-B15F-7B49-8C69-D18335E1B1D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454551" y="1306356"/>
            <a:ext cx="252000" cy="252000"/>
          </a:xfrm>
          <a:prstGeom prst="rect">
            <a:avLst/>
          </a:prstGeom>
        </p:spPr>
      </p:pic>
      <p:pic>
        <p:nvPicPr>
          <p:cNvPr id="34" name="Рисунок 33">
            <a:extLst>
              <a:ext uri="{FF2B5EF4-FFF2-40B4-BE49-F238E27FC236}">
                <a16:creationId xmlns:a16="http://schemas.microsoft.com/office/drawing/2014/main" id="{CF4E8DE6-3026-894D-BB77-534FBE2C3D3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070104" y="1306356"/>
            <a:ext cx="252000" cy="252000"/>
          </a:xfrm>
          <a:prstGeom prst="rect">
            <a:avLst/>
          </a:prstGeom>
        </p:spPr>
      </p:pic>
      <p:pic>
        <p:nvPicPr>
          <p:cNvPr id="36" name="Рисунок 35">
            <a:extLst>
              <a:ext uri="{FF2B5EF4-FFF2-40B4-BE49-F238E27FC236}">
                <a16:creationId xmlns:a16="http://schemas.microsoft.com/office/drawing/2014/main" id="{E0240BCF-CDAD-FD41-9FCA-79DC51D4D7DE}"/>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685657" y="1306356"/>
            <a:ext cx="252000" cy="252000"/>
          </a:xfrm>
          <a:prstGeom prst="rect">
            <a:avLst/>
          </a:prstGeom>
        </p:spPr>
      </p:pic>
      <p:pic>
        <p:nvPicPr>
          <p:cNvPr id="38" name="Рисунок 37">
            <a:extLst>
              <a:ext uri="{FF2B5EF4-FFF2-40B4-BE49-F238E27FC236}">
                <a16:creationId xmlns:a16="http://schemas.microsoft.com/office/drawing/2014/main" id="{348C25ED-6184-904A-97D9-3AC37B4A0F48}"/>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309623" y="1306356"/>
            <a:ext cx="252000" cy="252000"/>
          </a:xfrm>
          <a:prstGeom prst="rect">
            <a:avLst/>
          </a:prstGeom>
        </p:spPr>
      </p:pic>
      <p:pic>
        <p:nvPicPr>
          <p:cNvPr id="40" name="Рисунок 39">
            <a:extLst>
              <a:ext uri="{FF2B5EF4-FFF2-40B4-BE49-F238E27FC236}">
                <a16:creationId xmlns:a16="http://schemas.microsoft.com/office/drawing/2014/main" id="{D27BB854-6242-714F-AFFD-3DF0EAA43F98}"/>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7935005" y="1306356"/>
            <a:ext cx="252000" cy="252000"/>
          </a:xfrm>
          <a:prstGeom prst="rect">
            <a:avLst/>
          </a:prstGeom>
        </p:spPr>
      </p:pic>
      <p:pic>
        <p:nvPicPr>
          <p:cNvPr id="42" name="Рисунок 41">
            <a:extLst>
              <a:ext uri="{FF2B5EF4-FFF2-40B4-BE49-F238E27FC236}">
                <a16:creationId xmlns:a16="http://schemas.microsoft.com/office/drawing/2014/main" id="{90DE4106-628F-D549-8774-752EF8156FDF}"/>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546184" y="1306356"/>
            <a:ext cx="252000" cy="252000"/>
          </a:xfrm>
          <a:prstGeom prst="rect">
            <a:avLst/>
          </a:prstGeom>
        </p:spPr>
      </p:pic>
      <p:pic>
        <p:nvPicPr>
          <p:cNvPr id="44" name="Рисунок 43">
            <a:extLst>
              <a:ext uri="{FF2B5EF4-FFF2-40B4-BE49-F238E27FC236}">
                <a16:creationId xmlns:a16="http://schemas.microsoft.com/office/drawing/2014/main" id="{E7AF3E45-D601-FA46-8038-9F44B6FFA2B3}"/>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9147869" y="1306356"/>
            <a:ext cx="252000" cy="252000"/>
          </a:xfrm>
          <a:prstGeom prst="rect">
            <a:avLst/>
          </a:prstGeom>
        </p:spPr>
      </p:pic>
      <p:pic>
        <p:nvPicPr>
          <p:cNvPr id="46" name="Рисунок 45">
            <a:extLst>
              <a:ext uri="{FF2B5EF4-FFF2-40B4-BE49-F238E27FC236}">
                <a16:creationId xmlns:a16="http://schemas.microsoft.com/office/drawing/2014/main" id="{16A3A1C0-28C2-D443-8C46-0834A93D6D28}"/>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9748557" y="1306356"/>
            <a:ext cx="252000" cy="252000"/>
          </a:xfrm>
          <a:prstGeom prst="rect">
            <a:avLst/>
          </a:prstGeom>
        </p:spPr>
      </p:pic>
      <p:pic>
        <p:nvPicPr>
          <p:cNvPr id="48" name="Рисунок 47">
            <a:extLst>
              <a:ext uri="{FF2B5EF4-FFF2-40B4-BE49-F238E27FC236}">
                <a16:creationId xmlns:a16="http://schemas.microsoft.com/office/drawing/2014/main" id="{0F7B291C-8358-CD49-9ADB-1AEF2537FE86}"/>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2388527" y="1866974"/>
            <a:ext cx="252000" cy="252000"/>
          </a:xfrm>
          <a:prstGeom prst="rect">
            <a:avLst/>
          </a:prstGeom>
        </p:spPr>
      </p:pic>
      <p:pic>
        <p:nvPicPr>
          <p:cNvPr id="50" name="Рисунок 49">
            <a:extLst>
              <a:ext uri="{FF2B5EF4-FFF2-40B4-BE49-F238E27FC236}">
                <a16:creationId xmlns:a16="http://schemas.microsoft.com/office/drawing/2014/main" id="{C88ABCA0-1B04-FD46-9DAD-F5DCCFB76CB4}"/>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3607892" y="1866974"/>
            <a:ext cx="252000" cy="252000"/>
          </a:xfrm>
          <a:prstGeom prst="rect">
            <a:avLst/>
          </a:prstGeom>
        </p:spPr>
      </p:pic>
      <p:pic>
        <p:nvPicPr>
          <p:cNvPr id="52" name="Рисунок 51">
            <a:extLst>
              <a:ext uri="{FF2B5EF4-FFF2-40B4-BE49-F238E27FC236}">
                <a16:creationId xmlns:a16="http://schemas.microsoft.com/office/drawing/2014/main" id="{D804FFC4-EA93-6E49-A70E-DED74615A1D5}"/>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3015636" y="1866974"/>
            <a:ext cx="252000" cy="252000"/>
          </a:xfrm>
          <a:prstGeom prst="rect">
            <a:avLst/>
          </a:prstGeom>
        </p:spPr>
      </p:pic>
      <p:pic>
        <p:nvPicPr>
          <p:cNvPr id="54" name="Рисунок 53">
            <a:extLst>
              <a:ext uri="{FF2B5EF4-FFF2-40B4-BE49-F238E27FC236}">
                <a16:creationId xmlns:a16="http://schemas.microsoft.com/office/drawing/2014/main" id="{4341CC46-4887-9E46-938E-91DEF25E5256}"/>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4223445" y="1866974"/>
            <a:ext cx="252000" cy="252000"/>
          </a:xfrm>
          <a:prstGeom prst="rect">
            <a:avLst/>
          </a:prstGeom>
        </p:spPr>
      </p:pic>
      <p:pic>
        <p:nvPicPr>
          <p:cNvPr id="56" name="Рисунок 55">
            <a:extLst>
              <a:ext uri="{FF2B5EF4-FFF2-40B4-BE49-F238E27FC236}">
                <a16:creationId xmlns:a16="http://schemas.microsoft.com/office/drawing/2014/main" id="{A21E79BE-4CDB-2842-980F-C58604432638}"/>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4838998" y="1866974"/>
            <a:ext cx="252000" cy="252000"/>
          </a:xfrm>
          <a:prstGeom prst="rect">
            <a:avLst/>
          </a:prstGeom>
        </p:spPr>
      </p:pic>
      <p:pic>
        <p:nvPicPr>
          <p:cNvPr id="58" name="Рисунок 57">
            <a:extLst>
              <a:ext uri="{FF2B5EF4-FFF2-40B4-BE49-F238E27FC236}">
                <a16:creationId xmlns:a16="http://schemas.microsoft.com/office/drawing/2014/main" id="{F68C6DF1-100B-7046-9C0E-C28536356959}"/>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5454551" y="1866974"/>
            <a:ext cx="252000" cy="252000"/>
          </a:xfrm>
          <a:prstGeom prst="rect">
            <a:avLst/>
          </a:prstGeom>
        </p:spPr>
      </p:pic>
      <p:pic>
        <p:nvPicPr>
          <p:cNvPr id="60" name="Рисунок 59">
            <a:extLst>
              <a:ext uri="{FF2B5EF4-FFF2-40B4-BE49-F238E27FC236}">
                <a16:creationId xmlns:a16="http://schemas.microsoft.com/office/drawing/2014/main" id="{B9CE22AB-C4BB-134E-BEB8-C37B25C4DA4E}"/>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6070104" y="1866974"/>
            <a:ext cx="252000" cy="252000"/>
          </a:xfrm>
          <a:prstGeom prst="rect">
            <a:avLst/>
          </a:prstGeom>
        </p:spPr>
      </p:pic>
      <p:pic>
        <p:nvPicPr>
          <p:cNvPr id="62" name="Рисунок 61">
            <a:extLst>
              <a:ext uri="{FF2B5EF4-FFF2-40B4-BE49-F238E27FC236}">
                <a16:creationId xmlns:a16="http://schemas.microsoft.com/office/drawing/2014/main" id="{8982C6EB-67FB-7D4D-B2F3-0FECD4E1FA3A}"/>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6685657" y="1866974"/>
            <a:ext cx="252000" cy="252000"/>
          </a:xfrm>
          <a:prstGeom prst="rect">
            <a:avLst/>
          </a:prstGeom>
        </p:spPr>
      </p:pic>
      <p:pic>
        <p:nvPicPr>
          <p:cNvPr id="64" name="Рисунок 63">
            <a:extLst>
              <a:ext uri="{FF2B5EF4-FFF2-40B4-BE49-F238E27FC236}">
                <a16:creationId xmlns:a16="http://schemas.microsoft.com/office/drawing/2014/main" id="{58018E9D-80AF-B647-9B03-9B17E14B77FB}"/>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7309623" y="1866974"/>
            <a:ext cx="252000" cy="252000"/>
          </a:xfrm>
          <a:prstGeom prst="rect">
            <a:avLst/>
          </a:prstGeom>
        </p:spPr>
      </p:pic>
      <p:pic>
        <p:nvPicPr>
          <p:cNvPr id="66" name="Рисунок 65">
            <a:extLst>
              <a:ext uri="{FF2B5EF4-FFF2-40B4-BE49-F238E27FC236}">
                <a16:creationId xmlns:a16="http://schemas.microsoft.com/office/drawing/2014/main" id="{119F16AE-7AC6-BD44-9F84-624F07FEC3A4}"/>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7935005" y="1866974"/>
            <a:ext cx="252000" cy="252000"/>
          </a:xfrm>
          <a:prstGeom prst="rect">
            <a:avLst/>
          </a:prstGeom>
        </p:spPr>
      </p:pic>
      <p:pic>
        <p:nvPicPr>
          <p:cNvPr id="68" name="Рисунок 67">
            <a:extLst>
              <a:ext uri="{FF2B5EF4-FFF2-40B4-BE49-F238E27FC236}">
                <a16:creationId xmlns:a16="http://schemas.microsoft.com/office/drawing/2014/main" id="{4755E065-8012-3B43-8DBF-B39EC3BDDCC0}"/>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8546184" y="1866974"/>
            <a:ext cx="252000" cy="252000"/>
          </a:xfrm>
          <a:prstGeom prst="rect">
            <a:avLst/>
          </a:prstGeom>
        </p:spPr>
      </p:pic>
      <p:pic>
        <p:nvPicPr>
          <p:cNvPr id="70" name="Рисунок 69">
            <a:extLst>
              <a:ext uri="{FF2B5EF4-FFF2-40B4-BE49-F238E27FC236}">
                <a16:creationId xmlns:a16="http://schemas.microsoft.com/office/drawing/2014/main" id="{E5573923-D6CD-984A-AC8F-68E5154C0DB1}"/>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9147869" y="1866974"/>
            <a:ext cx="252000" cy="252000"/>
          </a:xfrm>
          <a:prstGeom prst="rect">
            <a:avLst/>
          </a:prstGeom>
        </p:spPr>
      </p:pic>
      <p:pic>
        <p:nvPicPr>
          <p:cNvPr id="72" name="Рисунок 71">
            <a:extLst>
              <a:ext uri="{FF2B5EF4-FFF2-40B4-BE49-F238E27FC236}">
                <a16:creationId xmlns:a16="http://schemas.microsoft.com/office/drawing/2014/main" id="{790E8D01-93A5-5F4E-8908-8CB1681BCE50}"/>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9748557" y="1866974"/>
            <a:ext cx="252000" cy="252000"/>
          </a:xfrm>
          <a:prstGeom prst="rect">
            <a:avLst/>
          </a:prstGeom>
        </p:spPr>
      </p:pic>
      <p:pic>
        <p:nvPicPr>
          <p:cNvPr id="77" name="Рисунок 76">
            <a:extLst>
              <a:ext uri="{FF2B5EF4-FFF2-40B4-BE49-F238E27FC236}">
                <a16:creationId xmlns:a16="http://schemas.microsoft.com/office/drawing/2014/main" id="{FCA236B0-58B1-8548-8E4D-3445577B845B}"/>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1795627" y="2427592"/>
            <a:ext cx="252000" cy="252000"/>
          </a:xfrm>
          <a:prstGeom prst="rect">
            <a:avLst/>
          </a:prstGeom>
        </p:spPr>
      </p:pic>
      <p:pic>
        <p:nvPicPr>
          <p:cNvPr id="79" name="Рисунок 78">
            <a:extLst>
              <a:ext uri="{FF2B5EF4-FFF2-40B4-BE49-F238E27FC236}">
                <a16:creationId xmlns:a16="http://schemas.microsoft.com/office/drawing/2014/main" id="{BD162F4C-D87D-5F49-9884-B485FEC48B38}"/>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3015636" y="2427592"/>
            <a:ext cx="252000" cy="252000"/>
          </a:xfrm>
          <a:prstGeom prst="rect">
            <a:avLst/>
          </a:prstGeom>
        </p:spPr>
      </p:pic>
      <p:pic>
        <p:nvPicPr>
          <p:cNvPr id="81" name="Рисунок 80">
            <a:extLst>
              <a:ext uri="{FF2B5EF4-FFF2-40B4-BE49-F238E27FC236}">
                <a16:creationId xmlns:a16="http://schemas.microsoft.com/office/drawing/2014/main" id="{1BB3D9B6-14F4-8842-853E-A194D7209007}"/>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2388527" y="2427592"/>
            <a:ext cx="252000" cy="252000"/>
          </a:xfrm>
          <a:prstGeom prst="rect">
            <a:avLst/>
          </a:prstGeom>
        </p:spPr>
      </p:pic>
      <p:pic>
        <p:nvPicPr>
          <p:cNvPr id="83" name="Рисунок 82">
            <a:extLst>
              <a:ext uri="{FF2B5EF4-FFF2-40B4-BE49-F238E27FC236}">
                <a16:creationId xmlns:a16="http://schemas.microsoft.com/office/drawing/2014/main" id="{A06208A3-246A-EB4C-90CB-8736C605F29D}"/>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3607892" y="2427592"/>
            <a:ext cx="252000" cy="252000"/>
          </a:xfrm>
          <a:prstGeom prst="rect">
            <a:avLst/>
          </a:prstGeom>
        </p:spPr>
      </p:pic>
      <p:pic>
        <p:nvPicPr>
          <p:cNvPr id="85" name="Рисунок 84">
            <a:extLst>
              <a:ext uri="{FF2B5EF4-FFF2-40B4-BE49-F238E27FC236}">
                <a16:creationId xmlns:a16="http://schemas.microsoft.com/office/drawing/2014/main" id="{134BBADF-F1B1-3E4D-8EBE-A2BECB9FEFF6}"/>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4223445" y="2427592"/>
            <a:ext cx="252000" cy="252000"/>
          </a:xfrm>
          <a:prstGeom prst="rect">
            <a:avLst/>
          </a:prstGeom>
        </p:spPr>
      </p:pic>
      <p:pic>
        <p:nvPicPr>
          <p:cNvPr id="87" name="Рисунок 86">
            <a:extLst>
              <a:ext uri="{FF2B5EF4-FFF2-40B4-BE49-F238E27FC236}">
                <a16:creationId xmlns:a16="http://schemas.microsoft.com/office/drawing/2014/main" id="{02AD2231-B6F3-324B-8061-3F664B27189F}"/>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4838998" y="2427592"/>
            <a:ext cx="252000" cy="252000"/>
          </a:xfrm>
          <a:prstGeom prst="rect">
            <a:avLst/>
          </a:prstGeom>
        </p:spPr>
      </p:pic>
      <p:pic>
        <p:nvPicPr>
          <p:cNvPr id="89" name="Рисунок 88">
            <a:extLst>
              <a:ext uri="{FF2B5EF4-FFF2-40B4-BE49-F238E27FC236}">
                <a16:creationId xmlns:a16="http://schemas.microsoft.com/office/drawing/2014/main" id="{FD7858BE-C002-7244-922D-93F9B56FE203}"/>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5454551" y="2427592"/>
            <a:ext cx="252000" cy="252000"/>
          </a:xfrm>
          <a:prstGeom prst="rect">
            <a:avLst/>
          </a:prstGeom>
        </p:spPr>
      </p:pic>
      <p:pic>
        <p:nvPicPr>
          <p:cNvPr id="91" name="Рисунок 90">
            <a:extLst>
              <a:ext uri="{FF2B5EF4-FFF2-40B4-BE49-F238E27FC236}">
                <a16:creationId xmlns:a16="http://schemas.microsoft.com/office/drawing/2014/main" id="{80E1A71F-CDF4-6044-9B65-06B9893DFCC9}"/>
              </a:ext>
            </a:extLst>
          </p:cNvPr>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6070104" y="2427592"/>
            <a:ext cx="252000" cy="252000"/>
          </a:xfrm>
          <a:prstGeom prst="rect">
            <a:avLst/>
          </a:prstGeom>
        </p:spPr>
      </p:pic>
      <p:pic>
        <p:nvPicPr>
          <p:cNvPr id="93" name="Рисунок 92">
            <a:extLst>
              <a:ext uri="{FF2B5EF4-FFF2-40B4-BE49-F238E27FC236}">
                <a16:creationId xmlns:a16="http://schemas.microsoft.com/office/drawing/2014/main" id="{1E6DF5B5-7B19-0D41-8533-FC575EEB34C5}"/>
              </a:ext>
            </a:extLst>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6685657" y="2427592"/>
            <a:ext cx="252000" cy="252000"/>
          </a:xfrm>
          <a:prstGeom prst="rect">
            <a:avLst/>
          </a:prstGeom>
        </p:spPr>
      </p:pic>
      <p:pic>
        <p:nvPicPr>
          <p:cNvPr id="95" name="Рисунок 94">
            <a:extLst>
              <a:ext uri="{FF2B5EF4-FFF2-40B4-BE49-F238E27FC236}">
                <a16:creationId xmlns:a16="http://schemas.microsoft.com/office/drawing/2014/main" id="{05C189FB-98AF-AD46-A443-0DBABF7CCBDF}"/>
              </a:ext>
            </a:extLst>
          </p:cNvPr>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7309623" y="2427592"/>
            <a:ext cx="252000" cy="252000"/>
          </a:xfrm>
          <a:prstGeom prst="rect">
            <a:avLst/>
          </a:prstGeom>
        </p:spPr>
      </p:pic>
      <p:pic>
        <p:nvPicPr>
          <p:cNvPr id="97" name="Рисунок 96">
            <a:extLst>
              <a:ext uri="{FF2B5EF4-FFF2-40B4-BE49-F238E27FC236}">
                <a16:creationId xmlns:a16="http://schemas.microsoft.com/office/drawing/2014/main" id="{53C7EC20-4E6B-F948-A0C6-A5D9790B1AA2}"/>
              </a:ext>
            </a:extLst>
          </p:cNvPr>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7935005" y="2427592"/>
            <a:ext cx="252000" cy="252000"/>
          </a:xfrm>
          <a:prstGeom prst="rect">
            <a:avLst/>
          </a:prstGeom>
        </p:spPr>
      </p:pic>
      <p:pic>
        <p:nvPicPr>
          <p:cNvPr id="99" name="Рисунок 98">
            <a:extLst>
              <a:ext uri="{FF2B5EF4-FFF2-40B4-BE49-F238E27FC236}">
                <a16:creationId xmlns:a16="http://schemas.microsoft.com/office/drawing/2014/main" id="{866CBEC1-3FA8-9244-AD7B-BF8F61308B73}"/>
              </a:ext>
            </a:extLst>
          </p:cNvPr>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8546184" y="2427592"/>
            <a:ext cx="252000" cy="252000"/>
          </a:xfrm>
          <a:prstGeom prst="rect">
            <a:avLst/>
          </a:prstGeom>
        </p:spPr>
      </p:pic>
      <p:pic>
        <p:nvPicPr>
          <p:cNvPr id="101" name="Рисунок 100">
            <a:extLst>
              <a:ext uri="{FF2B5EF4-FFF2-40B4-BE49-F238E27FC236}">
                <a16:creationId xmlns:a16="http://schemas.microsoft.com/office/drawing/2014/main" id="{E554A8D3-87A6-404F-A2B3-9A50105CAE91}"/>
              </a:ext>
            </a:extLst>
          </p:cNvPr>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9147869" y="2427592"/>
            <a:ext cx="252000" cy="252000"/>
          </a:xfrm>
          <a:prstGeom prst="rect">
            <a:avLst/>
          </a:prstGeom>
        </p:spPr>
      </p:pic>
      <p:pic>
        <p:nvPicPr>
          <p:cNvPr id="103" name="Рисунок 102">
            <a:extLst>
              <a:ext uri="{FF2B5EF4-FFF2-40B4-BE49-F238E27FC236}">
                <a16:creationId xmlns:a16="http://schemas.microsoft.com/office/drawing/2014/main" id="{3A40A430-192D-A042-86C8-4FEA2976ABB0}"/>
              </a:ext>
            </a:extLst>
          </p:cNvPr>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9748557" y="2427592"/>
            <a:ext cx="252000" cy="252000"/>
          </a:xfrm>
          <a:prstGeom prst="rect">
            <a:avLst/>
          </a:prstGeom>
        </p:spPr>
      </p:pic>
      <p:pic>
        <p:nvPicPr>
          <p:cNvPr id="105" name="Рисунок 104">
            <a:extLst>
              <a:ext uri="{FF2B5EF4-FFF2-40B4-BE49-F238E27FC236}">
                <a16:creationId xmlns:a16="http://schemas.microsoft.com/office/drawing/2014/main" id="{9F0E4785-3727-E34F-B612-F9B5E19B34CB}"/>
              </a:ext>
            </a:extLst>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1795627" y="2988210"/>
            <a:ext cx="252000" cy="252000"/>
          </a:xfrm>
          <a:prstGeom prst="rect">
            <a:avLst/>
          </a:prstGeom>
        </p:spPr>
      </p:pic>
      <p:pic>
        <p:nvPicPr>
          <p:cNvPr id="107" name="Рисунок 106">
            <a:extLst>
              <a:ext uri="{FF2B5EF4-FFF2-40B4-BE49-F238E27FC236}">
                <a16:creationId xmlns:a16="http://schemas.microsoft.com/office/drawing/2014/main" id="{32E6F79E-B557-9A41-97CF-C85929DAD980}"/>
              </a:ext>
            </a:extLst>
          </p:cNvPr>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2388527" y="2988210"/>
            <a:ext cx="252000" cy="252000"/>
          </a:xfrm>
          <a:prstGeom prst="rect">
            <a:avLst/>
          </a:prstGeom>
        </p:spPr>
      </p:pic>
      <p:pic>
        <p:nvPicPr>
          <p:cNvPr id="109" name="Рисунок 108">
            <a:extLst>
              <a:ext uri="{FF2B5EF4-FFF2-40B4-BE49-F238E27FC236}">
                <a16:creationId xmlns:a16="http://schemas.microsoft.com/office/drawing/2014/main" id="{7CC5F1BB-42D6-0249-B0F8-2B90E1DE6527}"/>
              </a:ext>
            </a:extLst>
          </p:cNvPr>
          <p:cNvPicPr>
            <a:picLocks noChangeAspect="1"/>
          </p:cNvPicPr>
          <p:nvPr/>
        </p:nvPicPr>
        <p:blipFill>
          <a:blip r:embed="rId90">
            <a:extLst>
              <a:ext uri="{96DAC541-7B7A-43D3-8B79-37D633B846F1}">
                <asvg:svgBlip xmlns:asvg="http://schemas.microsoft.com/office/drawing/2016/SVG/main" r:embed="rId91"/>
              </a:ext>
            </a:extLst>
          </a:blip>
          <a:stretch>
            <a:fillRect/>
          </a:stretch>
        </p:blipFill>
        <p:spPr>
          <a:xfrm>
            <a:off x="3015636" y="2988210"/>
            <a:ext cx="252000" cy="252000"/>
          </a:xfrm>
          <a:prstGeom prst="rect">
            <a:avLst/>
          </a:prstGeom>
        </p:spPr>
      </p:pic>
      <p:pic>
        <p:nvPicPr>
          <p:cNvPr id="111" name="Рисунок 110">
            <a:extLst>
              <a:ext uri="{FF2B5EF4-FFF2-40B4-BE49-F238E27FC236}">
                <a16:creationId xmlns:a16="http://schemas.microsoft.com/office/drawing/2014/main" id="{C22EAC92-8610-D341-85ED-09EE3C3D15CF}"/>
              </a:ext>
            </a:extLst>
          </p:cNvPr>
          <p:cNvPicPr>
            <a:picLocks noChangeAspect="1"/>
          </p:cNvPicPr>
          <p:nvPr/>
        </p:nvPicPr>
        <p:blipFill>
          <a:blip r:embed="rId92">
            <a:extLst>
              <a:ext uri="{96DAC541-7B7A-43D3-8B79-37D633B846F1}">
                <asvg:svgBlip xmlns:asvg="http://schemas.microsoft.com/office/drawing/2016/SVG/main" r:embed="rId93"/>
              </a:ext>
            </a:extLst>
          </a:blip>
          <a:stretch>
            <a:fillRect/>
          </a:stretch>
        </p:blipFill>
        <p:spPr>
          <a:xfrm>
            <a:off x="3607892" y="2988210"/>
            <a:ext cx="252000" cy="252000"/>
          </a:xfrm>
          <a:prstGeom prst="rect">
            <a:avLst/>
          </a:prstGeom>
        </p:spPr>
      </p:pic>
      <p:pic>
        <p:nvPicPr>
          <p:cNvPr id="113" name="Рисунок 112">
            <a:extLst>
              <a:ext uri="{FF2B5EF4-FFF2-40B4-BE49-F238E27FC236}">
                <a16:creationId xmlns:a16="http://schemas.microsoft.com/office/drawing/2014/main" id="{3EBF2446-2BC7-9944-8E2D-6595448F8714}"/>
              </a:ext>
            </a:extLst>
          </p:cNvPr>
          <p:cNvPicPr>
            <a:picLocks noChangeAspect="1"/>
          </p:cNvPicPr>
          <p:nvPr/>
        </p:nvPicPr>
        <p:blipFill>
          <a:blip r:embed="rId94">
            <a:extLst>
              <a:ext uri="{96DAC541-7B7A-43D3-8B79-37D633B846F1}">
                <asvg:svgBlip xmlns:asvg="http://schemas.microsoft.com/office/drawing/2016/SVG/main" r:embed="rId95"/>
              </a:ext>
            </a:extLst>
          </a:blip>
          <a:stretch>
            <a:fillRect/>
          </a:stretch>
        </p:blipFill>
        <p:spPr>
          <a:xfrm>
            <a:off x="4223445" y="2988210"/>
            <a:ext cx="252000" cy="252000"/>
          </a:xfrm>
          <a:prstGeom prst="rect">
            <a:avLst/>
          </a:prstGeom>
        </p:spPr>
      </p:pic>
      <p:pic>
        <p:nvPicPr>
          <p:cNvPr id="115" name="Рисунок 114">
            <a:extLst>
              <a:ext uri="{FF2B5EF4-FFF2-40B4-BE49-F238E27FC236}">
                <a16:creationId xmlns:a16="http://schemas.microsoft.com/office/drawing/2014/main" id="{07589F1C-A987-BE45-B24D-9F640B183F11}"/>
              </a:ext>
            </a:extLst>
          </p:cNvPr>
          <p:cNvPicPr>
            <a:picLocks noChangeAspect="1"/>
          </p:cNvPicPr>
          <p:nvPr/>
        </p:nvPicPr>
        <p:blipFill>
          <a:blip r:embed="rId96">
            <a:extLst>
              <a:ext uri="{96DAC541-7B7A-43D3-8B79-37D633B846F1}">
                <asvg:svgBlip xmlns:asvg="http://schemas.microsoft.com/office/drawing/2016/SVG/main" r:embed="rId97"/>
              </a:ext>
            </a:extLst>
          </a:blip>
          <a:stretch>
            <a:fillRect/>
          </a:stretch>
        </p:blipFill>
        <p:spPr>
          <a:xfrm>
            <a:off x="4838998" y="2988210"/>
            <a:ext cx="252000" cy="252000"/>
          </a:xfrm>
          <a:prstGeom prst="rect">
            <a:avLst/>
          </a:prstGeom>
        </p:spPr>
      </p:pic>
      <p:pic>
        <p:nvPicPr>
          <p:cNvPr id="117" name="Рисунок 116">
            <a:extLst>
              <a:ext uri="{FF2B5EF4-FFF2-40B4-BE49-F238E27FC236}">
                <a16:creationId xmlns:a16="http://schemas.microsoft.com/office/drawing/2014/main" id="{FBDDC698-FA66-444E-87C6-90F97F023974}"/>
              </a:ext>
            </a:extLst>
          </p:cNvPr>
          <p:cNvPicPr>
            <a:picLocks noChangeAspect="1"/>
          </p:cNvPicPr>
          <p:nvPr/>
        </p:nvPicPr>
        <p:blipFill>
          <a:blip r:embed="rId98">
            <a:extLst>
              <a:ext uri="{96DAC541-7B7A-43D3-8B79-37D633B846F1}">
                <asvg:svgBlip xmlns:asvg="http://schemas.microsoft.com/office/drawing/2016/SVG/main" r:embed="rId99"/>
              </a:ext>
            </a:extLst>
          </a:blip>
          <a:stretch>
            <a:fillRect/>
          </a:stretch>
        </p:blipFill>
        <p:spPr>
          <a:xfrm>
            <a:off x="5454551" y="2988210"/>
            <a:ext cx="252000" cy="252000"/>
          </a:xfrm>
          <a:prstGeom prst="rect">
            <a:avLst/>
          </a:prstGeom>
        </p:spPr>
      </p:pic>
      <p:pic>
        <p:nvPicPr>
          <p:cNvPr id="119" name="Рисунок 118">
            <a:extLst>
              <a:ext uri="{FF2B5EF4-FFF2-40B4-BE49-F238E27FC236}">
                <a16:creationId xmlns:a16="http://schemas.microsoft.com/office/drawing/2014/main" id="{EECBAADE-A092-6B40-A279-71146F24A65D}"/>
              </a:ext>
            </a:extLst>
          </p:cNvPr>
          <p:cNvPicPr>
            <a:picLocks noChangeAspect="1"/>
          </p:cNvPicPr>
          <p:nvPr/>
        </p:nvPicPr>
        <p:blipFill>
          <a:blip r:embed="rId100">
            <a:extLst>
              <a:ext uri="{96DAC541-7B7A-43D3-8B79-37D633B846F1}">
                <asvg:svgBlip xmlns:asvg="http://schemas.microsoft.com/office/drawing/2016/SVG/main" r:embed="rId101"/>
              </a:ext>
            </a:extLst>
          </a:blip>
          <a:stretch>
            <a:fillRect/>
          </a:stretch>
        </p:blipFill>
        <p:spPr>
          <a:xfrm>
            <a:off x="6070104" y="2988210"/>
            <a:ext cx="252000" cy="252000"/>
          </a:xfrm>
          <a:prstGeom prst="rect">
            <a:avLst/>
          </a:prstGeom>
        </p:spPr>
      </p:pic>
      <p:pic>
        <p:nvPicPr>
          <p:cNvPr id="121" name="Рисунок 120">
            <a:extLst>
              <a:ext uri="{FF2B5EF4-FFF2-40B4-BE49-F238E27FC236}">
                <a16:creationId xmlns:a16="http://schemas.microsoft.com/office/drawing/2014/main" id="{0733BBF6-A938-2F40-9BB2-657F00E36226}"/>
              </a:ext>
            </a:extLst>
          </p:cNvPr>
          <p:cNvPicPr>
            <a:picLocks noChangeAspect="1"/>
          </p:cNvPicPr>
          <p:nvPr/>
        </p:nvPicPr>
        <p:blipFill>
          <a:blip r:embed="rId102">
            <a:extLst>
              <a:ext uri="{96DAC541-7B7A-43D3-8B79-37D633B846F1}">
                <asvg:svgBlip xmlns:asvg="http://schemas.microsoft.com/office/drawing/2016/SVG/main" r:embed="rId103"/>
              </a:ext>
            </a:extLst>
          </a:blip>
          <a:stretch>
            <a:fillRect/>
          </a:stretch>
        </p:blipFill>
        <p:spPr>
          <a:xfrm>
            <a:off x="6685657" y="2988210"/>
            <a:ext cx="252000" cy="252000"/>
          </a:xfrm>
          <a:prstGeom prst="rect">
            <a:avLst/>
          </a:prstGeom>
        </p:spPr>
      </p:pic>
      <p:pic>
        <p:nvPicPr>
          <p:cNvPr id="123" name="Рисунок 122">
            <a:extLst>
              <a:ext uri="{FF2B5EF4-FFF2-40B4-BE49-F238E27FC236}">
                <a16:creationId xmlns:a16="http://schemas.microsoft.com/office/drawing/2014/main" id="{4E0A0D94-567E-DC4C-B9A6-2542EB43C90F}"/>
              </a:ext>
            </a:extLst>
          </p:cNvPr>
          <p:cNvPicPr>
            <a:picLocks noChangeAspect="1"/>
          </p:cNvPicPr>
          <p:nvPr/>
        </p:nvPicPr>
        <p:blipFill>
          <a:blip r:embed="rId104">
            <a:extLst>
              <a:ext uri="{96DAC541-7B7A-43D3-8B79-37D633B846F1}">
                <asvg:svgBlip xmlns:asvg="http://schemas.microsoft.com/office/drawing/2016/SVG/main" r:embed="rId105"/>
              </a:ext>
            </a:extLst>
          </a:blip>
          <a:stretch>
            <a:fillRect/>
          </a:stretch>
        </p:blipFill>
        <p:spPr>
          <a:xfrm>
            <a:off x="7309623" y="2988210"/>
            <a:ext cx="252000" cy="252000"/>
          </a:xfrm>
          <a:prstGeom prst="rect">
            <a:avLst/>
          </a:prstGeom>
        </p:spPr>
      </p:pic>
      <p:pic>
        <p:nvPicPr>
          <p:cNvPr id="127" name="Рисунок 126">
            <a:extLst>
              <a:ext uri="{FF2B5EF4-FFF2-40B4-BE49-F238E27FC236}">
                <a16:creationId xmlns:a16="http://schemas.microsoft.com/office/drawing/2014/main" id="{DF9397CA-04A8-3443-8826-5C537C29BE06}"/>
              </a:ext>
            </a:extLst>
          </p:cNvPr>
          <p:cNvPicPr>
            <a:picLocks noChangeAspect="1"/>
          </p:cNvPicPr>
          <p:nvPr/>
        </p:nvPicPr>
        <p:blipFill>
          <a:blip r:embed="rId106">
            <a:extLst>
              <a:ext uri="{96DAC541-7B7A-43D3-8B79-37D633B846F1}">
                <asvg:svgBlip xmlns:asvg="http://schemas.microsoft.com/office/drawing/2016/SVG/main" r:embed="rId107"/>
              </a:ext>
            </a:extLst>
          </a:blip>
          <a:stretch>
            <a:fillRect/>
          </a:stretch>
        </p:blipFill>
        <p:spPr>
          <a:xfrm>
            <a:off x="8546184" y="2988210"/>
            <a:ext cx="252000" cy="252000"/>
          </a:xfrm>
          <a:prstGeom prst="rect">
            <a:avLst/>
          </a:prstGeom>
        </p:spPr>
      </p:pic>
      <p:pic>
        <p:nvPicPr>
          <p:cNvPr id="129" name="Рисунок 128">
            <a:extLst>
              <a:ext uri="{FF2B5EF4-FFF2-40B4-BE49-F238E27FC236}">
                <a16:creationId xmlns:a16="http://schemas.microsoft.com/office/drawing/2014/main" id="{13879844-1D51-7747-8D7F-76ABBDB11AA3}"/>
              </a:ext>
            </a:extLst>
          </p:cNvPr>
          <p:cNvPicPr>
            <a:picLocks noChangeAspect="1"/>
          </p:cNvPicPr>
          <p:nvPr/>
        </p:nvPicPr>
        <p:blipFill>
          <a:blip r:embed="rId108">
            <a:extLst>
              <a:ext uri="{96DAC541-7B7A-43D3-8B79-37D633B846F1}">
                <asvg:svgBlip xmlns:asvg="http://schemas.microsoft.com/office/drawing/2016/SVG/main" r:embed="rId109"/>
              </a:ext>
            </a:extLst>
          </a:blip>
          <a:stretch>
            <a:fillRect/>
          </a:stretch>
        </p:blipFill>
        <p:spPr>
          <a:xfrm>
            <a:off x="9147869" y="2988210"/>
            <a:ext cx="252000" cy="252000"/>
          </a:xfrm>
          <a:prstGeom prst="rect">
            <a:avLst/>
          </a:prstGeom>
        </p:spPr>
      </p:pic>
      <p:pic>
        <p:nvPicPr>
          <p:cNvPr id="131" name="Рисунок 130">
            <a:extLst>
              <a:ext uri="{FF2B5EF4-FFF2-40B4-BE49-F238E27FC236}">
                <a16:creationId xmlns:a16="http://schemas.microsoft.com/office/drawing/2014/main" id="{25E84A63-5FB2-354F-9829-7B4703AFC6A4}"/>
              </a:ext>
            </a:extLst>
          </p:cNvPr>
          <p:cNvPicPr>
            <a:picLocks noChangeAspect="1"/>
          </p:cNvPicPr>
          <p:nvPr/>
        </p:nvPicPr>
        <p:blipFill>
          <a:blip r:embed="rId110">
            <a:extLst>
              <a:ext uri="{96DAC541-7B7A-43D3-8B79-37D633B846F1}">
                <asvg:svgBlip xmlns:asvg="http://schemas.microsoft.com/office/drawing/2016/SVG/main" r:embed="rId111"/>
              </a:ext>
            </a:extLst>
          </a:blip>
          <a:stretch>
            <a:fillRect/>
          </a:stretch>
        </p:blipFill>
        <p:spPr>
          <a:xfrm>
            <a:off x="9748557" y="2988210"/>
            <a:ext cx="252000" cy="252000"/>
          </a:xfrm>
          <a:prstGeom prst="rect">
            <a:avLst/>
          </a:prstGeom>
        </p:spPr>
      </p:pic>
      <p:pic>
        <p:nvPicPr>
          <p:cNvPr id="133" name="Рисунок 132">
            <a:extLst>
              <a:ext uri="{FF2B5EF4-FFF2-40B4-BE49-F238E27FC236}">
                <a16:creationId xmlns:a16="http://schemas.microsoft.com/office/drawing/2014/main" id="{9A703665-CD99-6B4B-A416-147E1A5BFE6E}"/>
              </a:ext>
            </a:extLst>
          </p:cNvPr>
          <p:cNvPicPr>
            <a:picLocks noChangeAspect="1"/>
          </p:cNvPicPr>
          <p:nvPr/>
        </p:nvPicPr>
        <p:blipFill>
          <a:blip r:embed="rId112">
            <a:extLst>
              <a:ext uri="{96DAC541-7B7A-43D3-8B79-37D633B846F1}">
                <asvg:svgBlip xmlns:asvg="http://schemas.microsoft.com/office/drawing/2016/SVG/main" r:embed="rId113"/>
              </a:ext>
            </a:extLst>
          </a:blip>
          <a:stretch>
            <a:fillRect/>
          </a:stretch>
        </p:blipFill>
        <p:spPr>
          <a:xfrm>
            <a:off x="1795627" y="3548828"/>
            <a:ext cx="252000" cy="252000"/>
          </a:xfrm>
          <a:prstGeom prst="rect">
            <a:avLst/>
          </a:prstGeom>
        </p:spPr>
      </p:pic>
      <p:pic>
        <p:nvPicPr>
          <p:cNvPr id="135" name="Рисунок 134">
            <a:extLst>
              <a:ext uri="{FF2B5EF4-FFF2-40B4-BE49-F238E27FC236}">
                <a16:creationId xmlns:a16="http://schemas.microsoft.com/office/drawing/2014/main" id="{CF003B62-11F5-1944-81F8-67E725C47C91}"/>
              </a:ext>
            </a:extLst>
          </p:cNvPr>
          <p:cNvPicPr>
            <a:picLocks noChangeAspect="1"/>
          </p:cNvPicPr>
          <p:nvPr/>
        </p:nvPicPr>
        <p:blipFill>
          <a:blip r:embed="rId114">
            <a:extLst>
              <a:ext uri="{96DAC541-7B7A-43D3-8B79-37D633B846F1}">
                <asvg:svgBlip xmlns:asvg="http://schemas.microsoft.com/office/drawing/2016/SVG/main" r:embed="rId115"/>
              </a:ext>
            </a:extLst>
          </a:blip>
          <a:stretch>
            <a:fillRect/>
          </a:stretch>
        </p:blipFill>
        <p:spPr>
          <a:xfrm>
            <a:off x="2388527" y="3548828"/>
            <a:ext cx="252000" cy="252000"/>
          </a:xfrm>
          <a:prstGeom prst="rect">
            <a:avLst/>
          </a:prstGeom>
        </p:spPr>
      </p:pic>
      <p:pic>
        <p:nvPicPr>
          <p:cNvPr id="137" name="Рисунок 136">
            <a:extLst>
              <a:ext uri="{FF2B5EF4-FFF2-40B4-BE49-F238E27FC236}">
                <a16:creationId xmlns:a16="http://schemas.microsoft.com/office/drawing/2014/main" id="{E3883FC1-F5E7-454E-B859-CE66CFCE40CB}"/>
              </a:ext>
            </a:extLst>
          </p:cNvPr>
          <p:cNvPicPr>
            <a:picLocks noChangeAspect="1"/>
          </p:cNvPicPr>
          <p:nvPr/>
        </p:nvPicPr>
        <p:blipFill>
          <a:blip r:embed="rId116">
            <a:extLst>
              <a:ext uri="{96DAC541-7B7A-43D3-8B79-37D633B846F1}">
                <asvg:svgBlip xmlns:asvg="http://schemas.microsoft.com/office/drawing/2016/SVG/main" r:embed="rId117"/>
              </a:ext>
            </a:extLst>
          </a:blip>
          <a:stretch>
            <a:fillRect/>
          </a:stretch>
        </p:blipFill>
        <p:spPr>
          <a:xfrm>
            <a:off x="3015636" y="3548828"/>
            <a:ext cx="252000" cy="252000"/>
          </a:xfrm>
          <a:prstGeom prst="rect">
            <a:avLst/>
          </a:prstGeom>
        </p:spPr>
      </p:pic>
      <p:pic>
        <p:nvPicPr>
          <p:cNvPr id="139" name="Рисунок 138">
            <a:extLst>
              <a:ext uri="{FF2B5EF4-FFF2-40B4-BE49-F238E27FC236}">
                <a16:creationId xmlns:a16="http://schemas.microsoft.com/office/drawing/2014/main" id="{75FDEB20-4401-334E-A367-CFB09303AB50}"/>
              </a:ext>
            </a:extLst>
          </p:cNvPr>
          <p:cNvPicPr>
            <a:picLocks noChangeAspect="1"/>
          </p:cNvPicPr>
          <p:nvPr/>
        </p:nvPicPr>
        <p:blipFill>
          <a:blip r:embed="rId118">
            <a:extLst>
              <a:ext uri="{96DAC541-7B7A-43D3-8B79-37D633B846F1}">
                <asvg:svgBlip xmlns:asvg="http://schemas.microsoft.com/office/drawing/2016/SVG/main" r:embed="rId119"/>
              </a:ext>
            </a:extLst>
          </a:blip>
          <a:stretch>
            <a:fillRect/>
          </a:stretch>
        </p:blipFill>
        <p:spPr>
          <a:xfrm>
            <a:off x="3607892" y="3548828"/>
            <a:ext cx="252000" cy="252000"/>
          </a:xfrm>
          <a:prstGeom prst="rect">
            <a:avLst/>
          </a:prstGeom>
        </p:spPr>
      </p:pic>
      <p:pic>
        <p:nvPicPr>
          <p:cNvPr id="141" name="Рисунок 140">
            <a:extLst>
              <a:ext uri="{FF2B5EF4-FFF2-40B4-BE49-F238E27FC236}">
                <a16:creationId xmlns:a16="http://schemas.microsoft.com/office/drawing/2014/main" id="{FECC3A87-88DB-4440-96B6-6C7094602C65}"/>
              </a:ext>
            </a:extLst>
          </p:cNvPr>
          <p:cNvPicPr>
            <a:picLocks noChangeAspect="1"/>
          </p:cNvPicPr>
          <p:nvPr/>
        </p:nvPicPr>
        <p:blipFill>
          <a:blip r:embed="rId120">
            <a:extLst>
              <a:ext uri="{96DAC541-7B7A-43D3-8B79-37D633B846F1}">
                <asvg:svgBlip xmlns:asvg="http://schemas.microsoft.com/office/drawing/2016/SVG/main" r:embed="rId121"/>
              </a:ext>
            </a:extLst>
          </a:blip>
          <a:stretch>
            <a:fillRect/>
          </a:stretch>
        </p:blipFill>
        <p:spPr>
          <a:xfrm>
            <a:off x="4223445" y="3548828"/>
            <a:ext cx="252000" cy="252000"/>
          </a:xfrm>
          <a:prstGeom prst="rect">
            <a:avLst/>
          </a:prstGeom>
        </p:spPr>
      </p:pic>
      <p:pic>
        <p:nvPicPr>
          <p:cNvPr id="143" name="Рисунок 142">
            <a:extLst>
              <a:ext uri="{FF2B5EF4-FFF2-40B4-BE49-F238E27FC236}">
                <a16:creationId xmlns:a16="http://schemas.microsoft.com/office/drawing/2014/main" id="{57059767-6D24-5644-850A-E801775C774A}"/>
              </a:ext>
            </a:extLst>
          </p:cNvPr>
          <p:cNvPicPr>
            <a:picLocks noChangeAspect="1"/>
          </p:cNvPicPr>
          <p:nvPr/>
        </p:nvPicPr>
        <p:blipFill>
          <a:blip r:embed="rId122">
            <a:extLst>
              <a:ext uri="{96DAC541-7B7A-43D3-8B79-37D633B846F1}">
                <asvg:svgBlip xmlns:asvg="http://schemas.microsoft.com/office/drawing/2016/SVG/main" r:embed="rId123"/>
              </a:ext>
            </a:extLst>
          </a:blip>
          <a:stretch>
            <a:fillRect/>
          </a:stretch>
        </p:blipFill>
        <p:spPr>
          <a:xfrm>
            <a:off x="5454551" y="3548828"/>
            <a:ext cx="252000" cy="252000"/>
          </a:xfrm>
          <a:prstGeom prst="rect">
            <a:avLst/>
          </a:prstGeom>
        </p:spPr>
      </p:pic>
      <p:pic>
        <p:nvPicPr>
          <p:cNvPr id="145" name="Рисунок 144">
            <a:extLst>
              <a:ext uri="{FF2B5EF4-FFF2-40B4-BE49-F238E27FC236}">
                <a16:creationId xmlns:a16="http://schemas.microsoft.com/office/drawing/2014/main" id="{8A3373E3-4DD2-DD41-8A75-56F1CFDB29A4}"/>
              </a:ext>
            </a:extLst>
          </p:cNvPr>
          <p:cNvPicPr>
            <a:picLocks noChangeAspect="1"/>
          </p:cNvPicPr>
          <p:nvPr/>
        </p:nvPicPr>
        <p:blipFill>
          <a:blip r:embed="rId124">
            <a:extLst>
              <a:ext uri="{96DAC541-7B7A-43D3-8B79-37D633B846F1}">
                <asvg:svgBlip xmlns:asvg="http://schemas.microsoft.com/office/drawing/2016/SVG/main" r:embed="rId125"/>
              </a:ext>
            </a:extLst>
          </a:blip>
          <a:stretch>
            <a:fillRect/>
          </a:stretch>
        </p:blipFill>
        <p:spPr>
          <a:xfrm>
            <a:off x="4838998" y="3548828"/>
            <a:ext cx="252000" cy="252000"/>
          </a:xfrm>
          <a:prstGeom prst="rect">
            <a:avLst/>
          </a:prstGeom>
        </p:spPr>
      </p:pic>
      <p:pic>
        <p:nvPicPr>
          <p:cNvPr id="147" name="Рисунок 146">
            <a:extLst>
              <a:ext uri="{FF2B5EF4-FFF2-40B4-BE49-F238E27FC236}">
                <a16:creationId xmlns:a16="http://schemas.microsoft.com/office/drawing/2014/main" id="{72480E5B-A751-BD42-A1BA-115D7504F223}"/>
              </a:ext>
            </a:extLst>
          </p:cNvPr>
          <p:cNvPicPr>
            <a:picLocks noChangeAspect="1"/>
          </p:cNvPicPr>
          <p:nvPr/>
        </p:nvPicPr>
        <p:blipFill>
          <a:blip r:embed="rId126">
            <a:extLst>
              <a:ext uri="{96DAC541-7B7A-43D3-8B79-37D633B846F1}">
                <asvg:svgBlip xmlns:asvg="http://schemas.microsoft.com/office/drawing/2016/SVG/main" r:embed="rId127"/>
              </a:ext>
            </a:extLst>
          </a:blip>
          <a:stretch>
            <a:fillRect/>
          </a:stretch>
        </p:blipFill>
        <p:spPr>
          <a:xfrm>
            <a:off x="1795627" y="4109446"/>
            <a:ext cx="252000" cy="252000"/>
          </a:xfrm>
          <a:prstGeom prst="rect">
            <a:avLst/>
          </a:prstGeom>
        </p:spPr>
      </p:pic>
      <p:pic>
        <p:nvPicPr>
          <p:cNvPr id="149" name="Рисунок 148">
            <a:extLst>
              <a:ext uri="{FF2B5EF4-FFF2-40B4-BE49-F238E27FC236}">
                <a16:creationId xmlns:a16="http://schemas.microsoft.com/office/drawing/2014/main" id="{147EC821-9EC6-0C42-9D88-A17D62C7BFA9}"/>
              </a:ext>
            </a:extLst>
          </p:cNvPr>
          <p:cNvPicPr>
            <a:picLocks noChangeAspect="1"/>
          </p:cNvPicPr>
          <p:nvPr/>
        </p:nvPicPr>
        <p:blipFill>
          <a:blip r:embed="rId128">
            <a:extLst>
              <a:ext uri="{96DAC541-7B7A-43D3-8B79-37D633B846F1}">
                <asvg:svgBlip xmlns:asvg="http://schemas.microsoft.com/office/drawing/2016/SVG/main" r:embed="rId129"/>
              </a:ext>
            </a:extLst>
          </a:blip>
          <a:stretch>
            <a:fillRect/>
          </a:stretch>
        </p:blipFill>
        <p:spPr>
          <a:xfrm>
            <a:off x="6685657" y="3548828"/>
            <a:ext cx="252000" cy="252000"/>
          </a:xfrm>
          <a:prstGeom prst="rect">
            <a:avLst/>
          </a:prstGeom>
        </p:spPr>
      </p:pic>
      <p:pic>
        <p:nvPicPr>
          <p:cNvPr id="151" name="Рисунок 150">
            <a:extLst>
              <a:ext uri="{FF2B5EF4-FFF2-40B4-BE49-F238E27FC236}">
                <a16:creationId xmlns:a16="http://schemas.microsoft.com/office/drawing/2014/main" id="{F612EDBE-DAC7-774A-8B8D-E0D53DC02906}"/>
              </a:ext>
            </a:extLst>
          </p:cNvPr>
          <p:cNvPicPr>
            <a:picLocks noChangeAspect="1"/>
          </p:cNvPicPr>
          <p:nvPr/>
        </p:nvPicPr>
        <p:blipFill>
          <a:blip r:embed="rId130">
            <a:extLst>
              <a:ext uri="{96DAC541-7B7A-43D3-8B79-37D633B846F1}">
                <asvg:svgBlip xmlns:asvg="http://schemas.microsoft.com/office/drawing/2016/SVG/main" r:embed="rId131"/>
              </a:ext>
            </a:extLst>
          </a:blip>
          <a:stretch>
            <a:fillRect/>
          </a:stretch>
        </p:blipFill>
        <p:spPr>
          <a:xfrm>
            <a:off x="7309623" y="3548828"/>
            <a:ext cx="252000" cy="252000"/>
          </a:xfrm>
          <a:prstGeom prst="rect">
            <a:avLst/>
          </a:prstGeom>
        </p:spPr>
      </p:pic>
      <p:pic>
        <p:nvPicPr>
          <p:cNvPr id="153" name="Рисунок 152">
            <a:extLst>
              <a:ext uri="{FF2B5EF4-FFF2-40B4-BE49-F238E27FC236}">
                <a16:creationId xmlns:a16="http://schemas.microsoft.com/office/drawing/2014/main" id="{F73D2AEB-CD7C-6E46-9086-88D54144C41E}"/>
              </a:ext>
            </a:extLst>
          </p:cNvPr>
          <p:cNvPicPr>
            <a:picLocks noChangeAspect="1"/>
          </p:cNvPicPr>
          <p:nvPr/>
        </p:nvPicPr>
        <p:blipFill>
          <a:blip r:embed="rId132">
            <a:extLst>
              <a:ext uri="{96DAC541-7B7A-43D3-8B79-37D633B846F1}">
                <asvg:svgBlip xmlns:asvg="http://schemas.microsoft.com/office/drawing/2016/SVG/main" r:embed="rId133"/>
              </a:ext>
            </a:extLst>
          </a:blip>
          <a:stretch>
            <a:fillRect/>
          </a:stretch>
        </p:blipFill>
        <p:spPr>
          <a:xfrm>
            <a:off x="7935005" y="3548828"/>
            <a:ext cx="252000" cy="252000"/>
          </a:xfrm>
          <a:prstGeom prst="rect">
            <a:avLst/>
          </a:prstGeom>
        </p:spPr>
      </p:pic>
      <p:pic>
        <p:nvPicPr>
          <p:cNvPr id="155" name="Рисунок 154">
            <a:extLst>
              <a:ext uri="{FF2B5EF4-FFF2-40B4-BE49-F238E27FC236}">
                <a16:creationId xmlns:a16="http://schemas.microsoft.com/office/drawing/2014/main" id="{06D54CF3-ADBF-5240-9851-A1938AD06707}"/>
              </a:ext>
            </a:extLst>
          </p:cNvPr>
          <p:cNvPicPr>
            <a:picLocks noChangeAspect="1"/>
          </p:cNvPicPr>
          <p:nvPr/>
        </p:nvPicPr>
        <p:blipFill>
          <a:blip r:embed="rId134">
            <a:extLst>
              <a:ext uri="{96DAC541-7B7A-43D3-8B79-37D633B846F1}">
                <asvg:svgBlip xmlns:asvg="http://schemas.microsoft.com/office/drawing/2016/SVG/main" r:embed="rId135"/>
              </a:ext>
            </a:extLst>
          </a:blip>
          <a:stretch>
            <a:fillRect/>
          </a:stretch>
        </p:blipFill>
        <p:spPr>
          <a:xfrm>
            <a:off x="8546184" y="3548828"/>
            <a:ext cx="252000" cy="252000"/>
          </a:xfrm>
          <a:prstGeom prst="rect">
            <a:avLst/>
          </a:prstGeom>
        </p:spPr>
      </p:pic>
      <p:pic>
        <p:nvPicPr>
          <p:cNvPr id="157" name="Рисунок 156">
            <a:extLst>
              <a:ext uri="{FF2B5EF4-FFF2-40B4-BE49-F238E27FC236}">
                <a16:creationId xmlns:a16="http://schemas.microsoft.com/office/drawing/2014/main" id="{DA76C78B-ECF3-8B49-993D-11FE2CBAC733}"/>
              </a:ext>
            </a:extLst>
          </p:cNvPr>
          <p:cNvPicPr>
            <a:picLocks noChangeAspect="1"/>
          </p:cNvPicPr>
          <p:nvPr/>
        </p:nvPicPr>
        <p:blipFill>
          <a:blip r:embed="rId136">
            <a:extLst>
              <a:ext uri="{96DAC541-7B7A-43D3-8B79-37D633B846F1}">
                <asvg:svgBlip xmlns:asvg="http://schemas.microsoft.com/office/drawing/2016/SVG/main" r:embed="rId137"/>
              </a:ext>
            </a:extLst>
          </a:blip>
          <a:stretch>
            <a:fillRect/>
          </a:stretch>
        </p:blipFill>
        <p:spPr>
          <a:xfrm>
            <a:off x="9147869" y="3548828"/>
            <a:ext cx="252000" cy="252000"/>
          </a:xfrm>
          <a:prstGeom prst="rect">
            <a:avLst/>
          </a:prstGeom>
        </p:spPr>
      </p:pic>
      <p:pic>
        <p:nvPicPr>
          <p:cNvPr id="159" name="Рисунок 158">
            <a:extLst>
              <a:ext uri="{FF2B5EF4-FFF2-40B4-BE49-F238E27FC236}">
                <a16:creationId xmlns:a16="http://schemas.microsoft.com/office/drawing/2014/main" id="{75F997AD-0B0F-A142-B7AA-8809ACED798C}"/>
              </a:ext>
            </a:extLst>
          </p:cNvPr>
          <p:cNvPicPr>
            <a:picLocks noChangeAspect="1"/>
          </p:cNvPicPr>
          <p:nvPr/>
        </p:nvPicPr>
        <p:blipFill>
          <a:blip r:embed="rId138">
            <a:extLst>
              <a:ext uri="{96DAC541-7B7A-43D3-8B79-37D633B846F1}">
                <asvg:svgBlip xmlns:asvg="http://schemas.microsoft.com/office/drawing/2016/SVG/main" r:embed="rId139"/>
              </a:ext>
            </a:extLst>
          </a:blip>
          <a:stretch>
            <a:fillRect/>
          </a:stretch>
        </p:blipFill>
        <p:spPr>
          <a:xfrm>
            <a:off x="9748557" y="3548828"/>
            <a:ext cx="252000" cy="252000"/>
          </a:xfrm>
          <a:prstGeom prst="rect">
            <a:avLst/>
          </a:prstGeom>
        </p:spPr>
      </p:pic>
      <p:pic>
        <p:nvPicPr>
          <p:cNvPr id="161" name="Рисунок 160">
            <a:extLst>
              <a:ext uri="{FF2B5EF4-FFF2-40B4-BE49-F238E27FC236}">
                <a16:creationId xmlns:a16="http://schemas.microsoft.com/office/drawing/2014/main" id="{3C28E638-6445-9F4B-9704-760DEF41DC60}"/>
              </a:ext>
            </a:extLst>
          </p:cNvPr>
          <p:cNvPicPr>
            <a:picLocks noChangeAspect="1"/>
          </p:cNvPicPr>
          <p:nvPr/>
        </p:nvPicPr>
        <p:blipFill>
          <a:blip r:embed="rId140">
            <a:extLst>
              <a:ext uri="{96DAC541-7B7A-43D3-8B79-37D633B846F1}">
                <asvg:svgBlip xmlns:asvg="http://schemas.microsoft.com/office/drawing/2016/SVG/main" r:embed="rId141"/>
              </a:ext>
            </a:extLst>
          </a:blip>
          <a:stretch>
            <a:fillRect/>
          </a:stretch>
        </p:blipFill>
        <p:spPr>
          <a:xfrm>
            <a:off x="6070104" y="3548828"/>
            <a:ext cx="252000" cy="252000"/>
          </a:xfrm>
          <a:prstGeom prst="rect">
            <a:avLst/>
          </a:prstGeom>
        </p:spPr>
      </p:pic>
      <p:pic>
        <p:nvPicPr>
          <p:cNvPr id="163" name="Рисунок 162">
            <a:extLst>
              <a:ext uri="{FF2B5EF4-FFF2-40B4-BE49-F238E27FC236}">
                <a16:creationId xmlns:a16="http://schemas.microsoft.com/office/drawing/2014/main" id="{A3D91E90-8AEC-D441-82C7-02C9DEC72006}"/>
              </a:ext>
            </a:extLst>
          </p:cNvPr>
          <p:cNvPicPr>
            <a:picLocks noChangeAspect="1"/>
          </p:cNvPicPr>
          <p:nvPr/>
        </p:nvPicPr>
        <p:blipFill>
          <a:blip r:embed="rId142">
            <a:extLst>
              <a:ext uri="{96DAC541-7B7A-43D3-8B79-37D633B846F1}">
                <asvg:svgBlip xmlns:asvg="http://schemas.microsoft.com/office/drawing/2016/SVG/main" r:embed="rId143"/>
              </a:ext>
            </a:extLst>
          </a:blip>
          <a:stretch>
            <a:fillRect/>
          </a:stretch>
        </p:blipFill>
        <p:spPr>
          <a:xfrm>
            <a:off x="3015636" y="4109446"/>
            <a:ext cx="252000" cy="252000"/>
          </a:xfrm>
          <a:prstGeom prst="rect">
            <a:avLst/>
          </a:prstGeom>
        </p:spPr>
      </p:pic>
      <p:pic>
        <p:nvPicPr>
          <p:cNvPr id="165" name="Рисунок 164">
            <a:extLst>
              <a:ext uri="{FF2B5EF4-FFF2-40B4-BE49-F238E27FC236}">
                <a16:creationId xmlns:a16="http://schemas.microsoft.com/office/drawing/2014/main" id="{7EEA7887-68EC-5747-8AEB-01129CDC4C11}"/>
              </a:ext>
            </a:extLst>
          </p:cNvPr>
          <p:cNvPicPr>
            <a:picLocks noChangeAspect="1"/>
          </p:cNvPicPr>
          <p:nvPr/>
        </p:nvPicPr>
        <p:blipFill>
          <a:blip r:embed="rId144">
            <a:extLst>
              <a:ext uri="{96DAC541-7B7A-43D3-8B79-37D633B846F1}">
                <asvg:svgBlip xmlns:asvg="http://schemas.microsoft.com/office/drawing/2016/SVG/main" r:embed="rId145"/>
              </a:ext>
            </a:extLst>
          </a:blip>
          <a:stretch>
            <a:fillRect/>
          </a:stretch>
        </p:blipFill>
        <p:spPr>
          <a:xfrm>
            <a:off x="2388527" y="4109446"/>
            <a:ext cx="252000" cy="252000"/>
          </a:xfrm>
          <a:prstGeom prst="rect">
            <a:avLst/>
          </a:prstGeom>
        </p:spPr>
      </p:pic>
      <p:pic>
        <p:nvPicPr>
          <p:cNvPr id="167" name="Рисунок 166">
            <a:extLst>
              <a:ext uri="{FF2B5EF4-FFF2-40B4-BE49-F238E27FC236}">
                <a16:creationId xmlns:a16="http://schemas.microsoft.com/office/drawing/2014/main" id="{6398086A-6FBD-3443-A100-CC5869A63F2B}"/>
              </a:ext>
            </a:extLst>
          </p:cNvPr>
          <p:cNvPicPr>
            <a:picLocks noChangeAspect="1"/>
          </p:cNvPicPr>
          <p:nvPr/>
        </p:nvPicPr>
        <p:blipFill>
          <a:blip r:embed="rId146">
            <a:extLst>
              <a:ext uri="{96DAC541-7B7A-43D3-8B79-37D633B846F1}">
                <asvg:svgBlip xmlns:asvg="http://schemas.microsoft.com/office/drawing/2016/SVG/main" r:embed="rId147"/>
              </a:ext>
            </a:extLst>
          </a:blip>
          <a:stretch>
            <a:fillRect/>
          </a:stretch>
        </p:blipFill>
        <p:spPr>
          <a:xfrm>
            <a:off x="3607892" y="4109446"/>
            <a:ext cx="252000" cy="252000"/>
          </a:xfrm>
          <a:prstGeom prst="rect">
            <a:avLst/>
          </a:prstGeom>
        </p:spPr>
      </p:pic>
      <p:pic>
        <p:nvPicPr>
          <p:cNvPr id="169" name="Рисунок 168">
            <a:extLst>
              <a:ext uri="{FF2B5EF4-FFF2-40B4-BE49-F238E27FC236}">
                <a16:creationId xmlns:a16="http://schemas.microsoft.com/office/drawing/2014/main" id="{4C6FD568-7C6F-E044-8CCD-A42D8A73E926}"/>
              </a:ext>
            </a:extLst>
          </p:cNvPr>
          <p:cNvPicPr>
            <a:picLocks noChangeAspect="1"/>
          </p:cNvPicPr>
          <p:nvPr/>
        </p:nvPicPr>
        <p:blipFill>
          <a:blip r:embed="rId148">
            <a:extLst>
              <a:ext uri="{96DAC541-7B7A-43D3-8B79-37D633B846F1}">
                <asvg:svgBlip xmlns:asvg="http://schemas.microsoft.com/office/drawing/2016/SVG/main" r:embed="rId149"/>
              </a:ext>
            </a:extLst>
          </a:blip>
          <a:stretch>
            <a:fillRect/>
          </a:stretch>
        </p:blipFill>
        <p:spPr>
          <a:xfrm>
            <a:off x="4223445" y="4109446"/>
            <a:ext cx="252000" cy="252000"/>
          </a:xfrm>
          <a:prstGeom prst="rect">
            <a:avLst/>
          </a:prstGeom>
        </p:spPr>
      </p:pic>
      <p:pic>
        <p:nvPicPr>
          <p:cNvPr id="171" name="Рисунок 170">
            <a:extLst>
              <a:ext uri="{FF2B5EF4-FFF2-40B4-BE49-F238E27FC236}">
                <a16:creationId xmlns:a16="http://schemas.microsoft.com/office/drawing/2014/main" id="{985C870C-5771-4C41-B3DA-BCE575B33982}"/>
              </a:ext>
            </a:extLst>
          </p:cNvPr>
          <p:cNvPicPr>
            <a:picLocks noChangeAspect="1"/>
          </p:cNvPicPr>
          <p:nvPr/>
        </p:nvPicPr>
        <p:blipFill>
          <a:blip r:embed="rId150">
            <a:extLst>
              <a:ext uri="{96DAC541-7B7A-43D3-8B79-37D633B846F1}">
                <asvg:svgBlip xmlns:asvg="http://schemas.microsoft.com/office/drawing/2016/SVG/main" r:embed="rId151"/>
              </a:ext>
            </a:extLst>
          </a:blip>
          <a:stretch>
            <a:fillRect/>
          </a:stretch>
        </p:blipFill>
        <p:spPr>
          <a:xfrm>
            <a:off x="4838998" y="4109446"/>
            <a:ext cx="252000" cy="252000"/>
          </a:xfrm>
          <a:prstGeom prst="rect">
            <a:avLst/>
          </a:prstGeom>
        </p:spPr>
      </p:pic>
      <p:pic>
        <p:nvPicPr>
          <p:cNvPr id="173" name="Рисунок 172">
            <a:extLst>
              <a:ext uri="{FF2B5EF4-FFF2-40B4-BE49-F238E27FC236}">
                <a16:creationId xmlns:a16="http://schemas.microsoft.com/office/drawing/2014/main" id="{759B242E-4289-1648-8802-DE81DA5B7C2D}"/>
              </a:ext>
            </a:extLst>
          </p:cNvPr>
          <p:cNvPicPr>
            <a:picLocks noChangeAspect="1"/>
          </p:cNvPicPr>
          <p:nvPr/>
        </p:nvPicPr>
        <p:blipFill>
          <a:blip r:embed="rId152">
            <a:extLst>
              <a:ext uri="{96DAC541-7B7A-43D3-8B79-37D633B846F1}">
                <asvg:svgBlip xmlns:asvg="http://schemas.microsoft.com/office/drawing/2016/SVG/main" r:embed="rId153"/>
              </a:ext>
            </a:extLst>
          </a:blip>
          <a:stretch>
            <a:fillRect/>
          </a:stretch>
        </p:blipFill>
        <p:spPr>
          <a:xfrm>
            <a:off x="5454551" y="4109446"/>
            <a:ext cx="252000" cy="252000"/>
          </a:xfrm>
          <a:prstGeom prst="rect">
            <a:avLst/>
          </a:prstGeom>
        </p:spPr>
      </p:pic>
      <p:pic>
        <p:nvPicPr>
          <p:cNvPr id="175" name="Рисунок 174">
            <a:extLst>
              <a:ext uri="{FF2B5EF4-FFF2-40B4-BE49-F238E27FC236}">
                <a16:creationId xmlns:a16="http://schemas.microsoft.com/office/drawing/2014/main" id="{CDAF4B31-0038-B84E-AD4F-FCB35472E87C}"/>
              </a:ext>
            </a:extLst>
          </p:cNvPr>
          <p:cNvPicPr>
            <a:picLocks noChangeAspect="1"/>
          </p:cNvPicPr>
          <p:nvPr/>
        </p:nvPicPr>
        <p:blipFill>
          <a:blip r:embed="rId154">
            <a:extLst>
              <a:ext uri="{96DAC541-7B7A-43D3-8B79-37D633B846F1}">
                <asvg:svgBlip xmlns:asvg="http://schemas.microsoft.com/office/drawing/2016/SVG/main" r:embed="rId155"/>
              </a:ext>
            </a:extLst>
          </a:blip>
          <a:stretch>
            <a:fillRect/>
          </a:stretch>
        </p:blipFill>
        <p:spPr>
          <a:xfrm>
            <a:off x="6070104" y="4109446"/>
            <a:ext cx="252000" cy="252000"/>
          </a:xfrm>
          <a:prstGeom prst="rect">
            <a:avLst/>
          </a:prstGeom>
        </p:spPr>
      </p:pic>
      <p:pic>
        <p:nvPicPr>
          <p:cNvPr id="177" name="Рисунок 176">
            <a:extLst>
              <a:ext uri="{FF2B5EF4-FFF2-40B4-BE49-F238E27FC236}">
                <a16:creationId xmlns:a16="http://schemas.microsoft.com/office/drawing/2014/main" id="{4909C696-D01C-6748-9E48-EDDBB75B03B5}"/>
              </a:ext>
            </a:extLst>
          </p:cNvPr>
          <p:cNvPicPr>
            <a:picLocks noChangeAspect="1"/>
          </p:cNvPicPr>
          <p:nvPr/>
        </p:nvPicPr>
        <p:blipFill>
          <a:blip r:embed="rId156">
            <a:extLst>
              <a:ext uri="{96DAC541-7B7A-43D3-8B79-37D633B846F1}">
                <asvg:svgBlip xmlns:asvg="http://schemas.microsoft.com/office/drawing/2016/SVG/main" r:embed="rId157"/>
              </a:ext>
            </a:extLst>
          </a:blip>
          <a:stretch>
            <a:fillRect/>
          </a:stretch>
        </p:blipFill>
        <p:spPr>
          <a:xfrm>
            <a:off x="6685657" y="4109446"/>
            <a:ext cx="252000" cy="252000"/>
          </a:xfrm>
          <a:prstGeom prst="rect">
            <a:avLst/>
          </a:prstGeom>
        </p:spPr>
      </p:pic>
      <p:pic>
        <p:nvPicPr>
          <p:cNvPr id="179" name="Рисунок 178">
            <a:extLst>
              <a:ext uri="{FF2B5EF4-FFF2-40B4-BE49-F238E27FC236}">
                <a16:creationId xmlns:a16="http://schemas.microsoft.com/office/drawing/2014/main" id="{719C66DA-43CC-8544-884D-510DD5C85A7E}"/>
              </a:ext>
            </a:extLst>
          </p:cNvPr>
          <p:cNvPicPr>
            <a:picLocks noChangeAspect="1"/>
          </p:cNvPicPr>
          <p:nvPr/>
        </p:nvPicPr>
        <p:blipFill>
          <a:blip r:embed="rId158">
            <a:extLst>
              <a:ext uri="{96DAC541-7B7A-43D3-8B79-37D633B846F1}">
                <asvg:svgBlip xmlns:asvg="http://schemas.microsoft.com/office/drawing/2016/SVG/main" r:embed="rId159"/>
              </a:ext>
            </a:extLst>
          </a:blip>
          <a:stretch>
            <a:fillRect/>
          </a:stretch>
        </p:blipFill>
        <p:spPr>
          <a:xfrm>
            <a:off x="7309623" y="4109446"/>
            <a:ext cx="252000" cy="252000"/>
          </a:xfrm>
          <a:prstGeom prst="rect">
            <a:avLst/>
          </a:prstGeom>
        </p:spPr>
      </p:pic>
      <p:pic>
        <p:nvPicPr>
          <p:cNvPr id="181" name="Рисунок 180">
            <a:extLst>
              <a:ext uri="{FF2B5EF4-FFF2-40B4-BE49-F238E27FC236}">
                <a16:creationId xmlns:a16="http://schemas.microsoft.com/office/drawing/2014/main" id="{F5DB8BA0-FAD6-2642-9B3B-02D2C6461D04}"/>
              </a:ext>
            </a:extLst>
          </p:cNvPr>
          <p:cNvPicPr>
            <a:picLocks noChangeAspect="1"/>
          </p:cNvPicPr>
          <p:nvPr/>
        </p:nvPicPr>
        <p:blipFill>
          <a:blip r:embed="rId160">
            <a:extLst>
              <a:ext uri="{96DAC541-7B7A-43D3-8B79-37D633B846F1}">
                <asvg:svgBlip xmlns:asvg="http://schemas.microsoft.com/office/drawing/2016/SVG/main" r:embed="rId161"/>
              </a:ext>
            </a:extLst>
          </a:blip>
          <a:stretch>
            <a:fillRect/>
          </a:stretch>
        </p:blipFill>
        <p:spPr>
          <a:xfrm>
            <a:off x="7935005" y="4109446"/>
            <a:ext cx="252000" cy="252000"/>
          </a:xfrm>
          <a:prstGeom prst="rect">
            <a:avLst/>
          </a:prstGeom>
        </p:spPr>
      </p:pic>
      <p:pic>
        <p:nvPicPr>
          <p:cNvPr id="183" name="Рисунок 182">
            <a:extLst>
              <a:ext uri="{FF2B5EF4-FFF2-40B4-BE49-F238E27FC236}">
                <a16:creationId xmlns:a16="http://schemas.microsoft.com/office/drawing/2014/main" id="{82203D65-6A37-FF40-9761-4754C30B7B88}"/>
              </a:ext>
            </a:extLst>
          </p:cNvPr>
          <p:cNvPicPr>
            <a:picLocks noChangeAspect="1"/>
          </p:cNvPicPr>
          <p:nvPr/>
        </p:nvPicPr>
        <p:blipFill>
          <a:blip r:embed="rId162">
            <a:extLst>
              <a:ext uri="{96DAC541-7B7A-43D3-8B79-37D633B846F1}">
                <asvg:svgBlip xmlns:asvg="http://schemas.microsoft.com/office/drawing/2016/SVG/main" r:embed="rId163"/>
              </a:ext>
            </a:extLst>
          </a:blip>
          <a:stretch>
            <a:fillRect/>
          </a:stretch>
        </p:blipFill>
        <p:spPr>
          <a:xfrm>
            <a:off x="8546184" y="4109446"/>
            <a:ext cx="252000" cy="252000"/>
          </a:xfrm>
          <a:prstGeom prst="rect">
            <a:avLst/>
          </a:prstGeom>
        </p:spPr>
      </p:pic>
      <p:pic>
        <p:nvPicPr>
          <p:cNvPr id="185" name="Рисунок 184">
            <a:extLst>
              <a:ext uri="{FF2B5EF4-FFF2-40B4-BE49-F238E27FC236}">
                <a16:creationId xmlns:a16="http://schemas.microsoft.com/office/drawing/2014/main" id="{792D789E-A0A4-8341-A27A-0A2C3C56AEB1}"/>
              </a:ext>
            </a:extLst>
          </p:cNvPr>
          <p:cNvPicPr>
            <a:picLocks noChangeAspect="1"/>
          </p:cNvPicPr>
          <p:nvPr/>
        </p:nvPicPr>
        <p:blipFill>
          <a:blip r:embed="rId164">
            <a:extLst>
              <a:ext uri="{96DAC541-7B7A-43D3-8B79-37D633B846F1}">
                <asvg:svgBlip xmlns:asvg="http://schemas.microsoft.com/office/drawing/2016/SVG/main" r:embed="rId165"/>
              </a:ext>
            </a:extLst>
          </a:blip>
          <a:stretch>
            <a:fillRect/>
          </a:stretch>
        </p:blipFill>
        <p:spPr>
          <a:xfrm>
            <a:off x="9147869" y="4109446"/>
            <a:ext cx="252000" cy="252000"/>
          </a:xfrm>
          <a:prstGeom prst="rect">
            <a:avLst/>
          </a:prstGeom>
        </p:spPr>
      </p:pic>
      <p:pic>
        <p:nvPicPr>
          <p:cNvPr id="187" name="Рисунок 186">
            <a:extLst>
              <a:ext uri="{FF2B5EF4-FFF2-40B4-BE49-F238E27FC236}">
                <a16:creationId xmlns:a16="http://schemas.microsoft.com/office/drawing/2014/main" id="{BF44BCEA-C335-844C-92F8-F23E25892221}"/>
              </a:ext>
            </a:extLst>
          </p:cNvPr>
          <p:cNvPicPr>
            <a:picLocks noChangeAspect="1"/>
          </p:cNvPicPr>
          <p:nvPr/>
        </p:nvPicPr>
        <p:blipFill>
          <a:blip r:embed="rId166">
            <a:extLst>
              <a:ext uri="{96DAC541-7B7A-43D3-8B79-37D633B846F1}">
                <asvg:svgBlip xmlns:asvg="http://schemas.microsoft.com/office/drawing/2016/SVG/main" r:embed="rId167"/>
              </a:ext>
            </a:extLst>
          </a:blip>
          <a:stretch>
            <a:fillRect/>
          </a:stretch>
        </p:blipFill>
        <p:spPr>
          <a:xfrm>
            <a:off x="9748557" y="4109446"/>
            <a:ext cx="252000" cy="252000"/>
          </a:xfrm>
          <a:prstGeom prst="rect">
            <a:avLst/>
          </a:prstGeom>
        </p:spPr>
      </p:pic>
      <p:pic>
        <p:nvPicPr>
          <p:cNvPr id="189" name="Рисунок 188">
            <a:extLst>
              <a:ext uri="{FF2B5EF4-FFF2-40B4-BE49-F238E27FC236}">
                <a16:creationId xmlns:a16="http://schemas.microsoft.com/office/drawing/2014/main" id="{030EFBCB-8863-D145-B476-7648416508DE}"/>
              </a:ext>
            </a:extLst>
          </p:cNvPr>
          <p:cNvPicPr>
            <a:picLocks noChangeAspect="1"/>
          </p:cNvPicPr>
          <p:nvPr/>
        </p:nvPicPr>
        <p:blipFill>
          <a:blip r:embed="rId168">
            <a:extLst>
              <a:ext uri="{96DAC541-7B7A-43D3-8B79-37D633B846F1}">
                <asvg:svgBlip xmlns:asvg="http://schemas.microsoft.com/office/drawing/2016/SVG/main" r:embed="rId169"/>
              </a:ext>
            </a:extLst>
          </a:blip>
          <a:stretch>
            <a:fillRect/>
          </a:stretch>
        </p:blipFill>
        <p:spPr>
          <a:xfrm>
            <a:off x="9748557" y="4670064"/>
            <a:ext cx="252000" cy="252000"/>
          </a:xfrm>
          <a:prstGeom prst="rect">
            <a:avLst/>
          </a:prstGeom>
        </p:spPr>
      </p:pic>
      <p:pic>
        <p:nvPicPr>
          <p:cNvPr id="193" name="Рисунок 192">
            <a:extLst>
              <a:ext uri="{FF2B5EF4-FFF2-40B4-BE49-F238E27FC236}">
                <a16:creationId xmlns:a16="http://schemas.microsoft.com/office/drawing/2014/main" id="{27D894EA-197E-D940-8632-EAA532601DEC}"/>
              </a:ext>
            </a:extLst>
          </p:cNvPr>
          <p:cNvPicPr>
            <a:picLocks noChangeAspect="1"/>
          </p:cNvPicPr>
          <p:nvPr/>
        </p:nvPicPr>
        <p:blipFill>
          <a:blip r:embed="rId170">
            <a:extLst>
              <a:ext uri="{96DAC541-7B7A-43D3-8B79-37D633B846F1}">
                <asvg:svgBlip xmlns:asvg="http://schemas.microsoft.com/office/drawing/2016/SVG/main" r:embed="rId171"/>
              </a:ext>
            </a:extLst>
          </a:blip>
          <a:stretch>
            <a:fillRect/>
          </a:stretch>
        </p:blipFill>
        <p:spPr>
          <a:xfrm>
            <a:off x="2388527" y="4670064"/>
            <a:ext cx="252000" cy="252000"/>
          </a:xfrm>
          <a:prstGeom prst="rect">
            <a:avLst/>
          </a:prstGeom>
        </p:spPr>
      </p:pic>
      <p:pic>
        <p:nvPicPr>
          <p:cNvPr id="195" name="Рисунок 194">
            <a:extLst>
              <a:ext uri="{FF2B5EF4-FFF2-40B4-BE49-F238E27FC236}">
                <a16:creationId xmlns:a16="http://schemas.microsoft.com/office/drawing/2014/main" id="{ADF1CE83-B91A-1C40-BD4D-7BA3AD501092}"/>
              </a:ext>
            </a:extLst>
          </p:cNvPr>
          <p:cNvPicPr>
            <a:picLocks noChangeAspect="1"/>
          </p:cNvPicPr>
          <p:nvPr/>
        </p:nvPicPr>
        <p:blipFill>
          <a:blip r:embed="rId172">
            <a:extLst>
              <a:ext uri="{96DAC541-7B7A-43D3-8B79-37D633B846F1}">
                <asvg:svgBlip xmlns:asvg="http://schemas.microsoft.com/office/drawing/2016/SVG/main" r:embed="rId173"/>
              </a:ext>
            </a:extLst>
          </a:blip>
          <a:stretch>
            <a:fillRect/>
          </a:stretch>
        </p:blipFill>
        <p:spPr>
          <a:xfrm>
            <a:off x="3015636" y="4670064"/>
            <a:ext cx="252000" cy="252000"/>
          </a:xfrm>
          <a:prstGeom prst="rect">
            <a:avLst/>
          </a:prstGeom>
        </p:spPr>
      </p:pic>
      <p:pic>
        <p:nvPicPr>
          <p:cNvPr id="199" name="Рисунок 198">
            <a:extLst>
              <a:ext uri="{FF2B5EF4-FFF2-40B4-BE49-F238E27FC236}">
                <a16:creationId xmlns:a16="http://schemas.microsoft.com/office/drawing/2014/main" id="{B757BEEE-3521-1D4C-AE7D-341E78F0D400}"/>
              </a:ext>
            </a:extLst>
          </p:cNvPr>
          <p:cNvPicPr>
            <a:picLocks noChangeAspect="1"/>
          </p:cNvPicPr>
          <p:nvPr/>
        </p:nvPicPr>
        <p:blipFill>
          <a:blip r:embed="rId174">
            <a:extLst>
              <a:ext uri="{96DAC541-7B7A-43D3-8B79-37D633B846F1}">
                <asvg:svgBlip xmlns:asvg="http://schemas.microsoft.com/office/drawing/2016/SVG/main" r:embed="rId175"/>
              </a:ext>
            </a:extLst>
          </a:blip>
          <a:stretch>
            <a:fillRect/>
          </a:stretch>
        </p:blipFill>
        <p:spPr>
          <a:xfrm>
            <a:off x="4223445" y="4670064"/>
            <a:ext cx="252000" cy="252000"/>
          </a:xfrm>
          <a:prstGeom prst="rect">
            <a:avLst/>
          </a:prstGeom>
        </p:spPr>
      </p:pic>
      <p:pic>
        <p:nvPicPr>
          <p:cNvPr id="203" name="Рисунок 202">
            <a:extLst>
              <a:ext uri="{FF2B5EF4-FFF2-40B4-BE49-F238E27FC236}">
                <a16:creationId xmlns:a16="http://schemas.microsoft.com/office/drawing/2014/main" id="{65CA6F6E-F05A-7A4C-B572-173ED36EB6E6}"/>
              </a:ext>
            </a:extLst>
          </p:cNvPr>
          <p:cNvPicPr>
            <a:picLocks noChangeAspect="1"/>
          </p:cNvPicPr>
          <p:nvPr/>
        </p:nvPicPr>
        <p:blipFill>
          <a:blip r:embed="rId176">
            <a:extLst>
              <a:ext uri="{96DAC541-7B7A-43D3-8B79-37D633B846F1}">
                <asvg:svgBlip xmlns:asvg="http://schemas.microsoft.com/office/drawing/2016/SVG/main" r:embed="rId177"/>
              </a:ext>
            </a:extLst>
          </a:blip>
          <a:stretch>
            <a:fillRect/>
          </a:stretch>
        </p:blipFill>
        <p:spPr>
          <a:xfrm>
            <a:off x="5454551" y="4670064"/>
            <a:ext cx="252000" cy="252000"/>
          </a:xfrm>
          <a:prstGeom prst="rect">
            <a:avLst/>
          </a:prstGeom>
        </p:spPr>
      </p:pic>
      <p:pic>
        <p:nvPicPr>
          <p:cNvPr id="205" name="Рисунок 204">
            <a:extLst>
              <a:ext uri="{FF2B5EF4-FFF2-40B4-BE49-F238E27FC236}">
                <a16:creationId xmlns:a16="http://schemas.microsoft.com/office/drawing/2014/main" id="{286B1432-BC39-9B42-8328-756C909DD82A}"/>
              </a:ext>
            </a:extLst>
          </p:cNvPr>
          <p:cNvPicPr>
            <a:picLocks noChangeAspect="1"/>
          </p:cNvPicPr>
          <p:nvPr/>
        </p:nvPicPr>
        <p:blipFill>
          <a:blip r:embed="rId178">
            <a:extLst>
              <a:ext uri="{96DAC541-7B7A-43D3-8B79-37D633B846F1}">
                <asvg:svgBlip xmlns:asvg="http://schemas.microsoft.com/office/drawing/2016/SVG/main" r:embed="rId179"/>
              </a:ext>
            </a:extLst>
          </a:blip>
          <a:stretch>
            <a:fillRect/>
          </a:stretch>
        </p:blipFill>
        <p:spPr>
          <a:xfrm>
            <a:off x="6070104" y="4670064"/>
            <a:ext cx="252000" cy="252000"/>
          </a:xfrm>
          <a:prstGeom prst="rect">
            <a:avLst/>
          </a:prstGeom>
        </p:spPr>
      </p:pic>
      <p:pic>
        <p:nvPicPr>
          <p:cNvPr id="207" name="Рисунок 206">
            <a:extLst>
              <a:ext uri="{FF2B5EF4-FFF2-40B4-BE49-F238E27FC236}">
                <a16:creationId xmlns:a16="http://schemas.microsoft.com/office/drawing/2014/main" id="{6D88D8A2-0BFF-4C40-BC4C-B3B24891DD9F}"/>
              </a:ext>
            </a:extLst>
          </p:cNvPr>
          <p:cNvPicPr>
            <a:picLocks noChangeAspect="1"/>
          </p:cNvPicPr>
          <p:nvPr/>
        </p:nvPicPr>
        <p:blipFill>
          <a:blip r:embed="rId180">
            <a:extLst>
              <a:ext uri="{96DAC541-7B7A-43D3-8B79-37D633B846F1}">
                <asvg:svgBlip xmlns:asvg="http://schemas.microsoft.com/office/drawing/2016/SVG/main" r:embed="rId181"/>
              </a:ext>
            </a:extLst>
          </a:blip>
          <a:stretch>
            <a:fillRect/>
          </a:stretch>
        </p:blipFill>
        <p:spPr>
          <a:xfrm>
            <a:off x="6685657" y="4670064"/>
            <a:ext cx="252000" cy="252000"/>
          </a:xfrm>
          <a:prstGeom prst="rect">
            <a:avLst/>
          </a:prstGeom>
        </p:spPr>
      </p:pic>
      <p:pic>
        <p:nvPicPr>
          <p:cNvPr id="209" name="Рисунок 208">
            <a:extLst>
              <a:ext uri="{FF2B5EF4-FFF2-40B4-BE49-F238E27FC236}">
                <a16:creationId xmlns:a16="http://schemas.microsoft.com/office/drawing/2014/main" id="{852C86B1-321E-9047-9005-7B1535C533C6}"/>
              </a:ext>
            </a:extLst>
          </p:cNvPr>
          <p:cNvPicPr>
            <a:picLocks noChangeAspect="1"/>
          </p:cNvPicPr>
          <p:nvPr/>
        </p:nvPicPr>
        <p:blipFill>
          <a:blip r:embed="rId182">
            <a:extLst>
              <a:ext uri="{96DAC541-7B7A-43D3-8B79-37D633B846F1}">
                <asvg:svgBlip xmlns:asvg="http://schemas.microsoft.com/office/drawing/2016/SVG/main" r:embed="rId183"/>
              </a:ext>
            </a:extLst>
          </a:blip>
          <a:stretch>
            <a:fillRect/>
          </a:stretch>
        </p:blipFill>
        <p:spPr>
          <a:xfrm>
            <a:off x="7309623" y="4670064"/>
            <a:ext cx="252000" cy="252000"/>
          </a:xfrm>
          <a:prstGeom prst="rect">
            <a:avLst/>
          </a:prstGeom>
        </p:spPr>
      </p:pic>
      <p:pic>
        <p:nvPicPr>
          <p:cNvPr id="211" name="Рисунок 210">
            <a:extLst>
              <a:ext uri="{FF2B5EF4-FFF2-40B4-BE49-F238E27FC236}">
                <a16:creationId xmlns:a16="http://schemas.microsoft.com/office/drawing/2014/main" id="{08218AE9-3B3E-B24C-B7D3-F2A32A9BB7CE}"/>
              </a:ext>
            </a:extLst>
          </p:cNvPr>
          <p:cNvPicPr>
            <a:picLocks noChangeAspect="1"/>
          </p:cNvPicPr>
          <p:nvPr/>
        </p:nvPicPr>
        <p:blipFill>
          <a:blip r:embed="rId184">
            <a:extLst>
              <a:ext uri="{96DAC541-7B7A-43D3-8B79-37D633B846F1}">
                <asvg:svgBlip xmlns:asvg="http://schemas.microsoft.com/office/drawing/2016/SVG/main" r:embed="rId185"/>
              </a:ext>
            </a:extLst>
          </a:blip>
          <a:stretch>
            <a:fillRect/>
          </a:stretch>
        </p:blipFill>
        <p:spPr>
          <a:xfrm>
            <a:off x="7935005" y="4670064"/>
            <a:ext cx="252000" cy="252000"/>
          </a:xfrm>
          <a:prstGeom prst="rect">
            <a:avLst/>
          </a:prstGeom>
        </p:spPr>
      </p:pic>
      <p:pic>
        <p:nvPicPr>
          <p:cNvPr id="213" name="Рисунок 212">
            <a:extLst>
              <a:ext uri="{FF2B5EF4-FFF2-40B4-BE49-F238E27FC236}">
                <a16:creationId xmlns:a16="http://schemas.microsoft.com/office/drawing/2014/main" id="{9B4F5B41-6CA0-BC4C-B5AC-C9ED9BAB4C8D}"/>
              </a:ext>
            </a:extLst>
          </p:cNvPr>
          <p:cNvPicPr>
            <a:picLocks noChangeAspect="1"/>
          </p:cNvPicPr>
          <p:nvPr/>
        </p:nvPicPr>
        <p:blipFill>
          <a:blip r:embed="rId186">
            <a:extLst>
              <a:ext uri="{96DAC541-7B7A-43D3-8B79-37D633B846F1}">
                <asvg:svgBlip xmlns:asvg="http://schemas.microsoft.com/office/drawing/2016/SVG/main" r:embed="rId187"/>
              </a:ext>
            </a:extLst>
          </a:blip>
          <a:stretch>
            <a:fillRect/>
          </a:stretch>
        </p:blipFill>
        <p:spPr>
          <a:xfrm>
            <a:off x="8546184" y="4670064"/>
            <a:ext cx="252000" cy="252000"/>
          </a:xfrm>
          <a:prstGeom prst="rect">
            <a:avLst/>
          </a:prstGeom>
        </p:spPr>
      </p:pic>
      <p:pic>
        <p:nvPicPr>
          <p:cNvPr id="215" name="Рисунок 214">
            <a:extLst>
              <a:ext uri="{FF2B5EF4-FFF2-40B4-BE49-F238E27FC236}">
                <a16:creationId xmlns:a16="http://schemas.microsoft.com/office/drawing/2014/main" id="{73A92E1D-4101-0040-8BB4-0B68FB97A6BA}"/>
              </a:ext>
            </a:extLst>
          </p:cNvPr>
          <p:cNvPicPr>
            <a:picLocks noChangeAspect="1"/>
          </p:cNvPicPr>
          <p:nvPr/>
        </p:nvPicPr>
        <p:blipFill>
          <a:blip r:embed="rId188">
            <a:extLst>
              <a:ext uri="{96DAC541-7B7A-43D3-8B79-37D633B846F1}">
                <asvg:svgBlip xmlns:asvg="http://schemas.microsoft.com/office/drawing/2016/SVG/main" r:embed="rId189"/>
              </a:ext>
            </a:extLst>
          </a:blip>
          <a:stretch>
            <a:fillRect/>
          </a:stretch>
        </p:blipFill>
        <p:spPr>
          <a:xfrm>
            <a:off x="9147869" y="4670064"/>
            <a:ext cx="252000" cy="252000"/>
          </a:xfrm>
          <a:prstGeom prst="rect">
            <a:avLst/>
          </a:prstGeom>
        </p:spPr>
      </p:pic>
      <p:pic>
        <p:nvPicPr>
          <p:cNvPr id="4" name="Рисунок 3">
            <a:extLst>
              <a:ext uri="{FF2B5EF4-FFF2-40B4-BE49-F238E27FC236}">
                <a16:creationId xmlns:a16="http://schemas.microsoft.com/office/drawing/2014/main" id="{43E58DE4-0490-3E41-97AC-EC882B02A9FC}"/>
              </a:ext>
            </a:extLst>
          </p:cNvPr>
          <p:cNvPicPr>
            <a:picLocks noChangeAspect="1"/>
          </p:cNvPicPr>
          <p:nvPr/>
        </p:nvPicPr>
        <p:blipFill>
          <a:blip r:embed="rId190">
            <a:extLst>
              <a:ext uri="{96DAC541-7B7A-43D3-8B79-37D633B846F1}">
                <asvg:svgBlip xmlns:asvg="http://schemas.microsoft.com/office/drawing/2016/SVG/main" r:embed="rId191"/>
              </a:ext>
            </a:extLst>
          </a:blip>
          <a:stretch>
            <a:fillRect/>
          </a:stretch>
        </p:blipFill>
        <p:spPr>
          <a:xfrm>
            <a:off x="1795627" y="4670064"/>
            <a:ext cx="252000" cy="252000"/>
          </a:xfrm>
          <a:prstGeom prst="rect">
            <a:avLst/>
          </a:prstGeom>
        </p:spPr>
      </p:pic>
      <p:pic>
        <p:nvPicPr>
          <p:cNvPr id="6" name="Рисунок 5">
            <a:extLst>
              <a:ext uri="{FF2B5EF4-FFF2-40B4-BE49-F238E27FC236}">
                <a16:creationId xmlns:a16="http://schemas.microsoft.com/office/drawing/2014/main" id="{E0909B75-9917-4A4A-98CB-3070A3B9D465}"/>
              </a:ext>
            </a:extLst>
          </p:cNvPr>
          <p:cNvPicPr>
            <a:picLocks noChangeAspect="1"/>
          </p:cNvPicPr>
          <p:nvPr/>
        </p:nvPicPr>
        <p:blipFill>
          <a:blip r:embed="rId192">
            <a:extLst>
              <a:ext uri="{96DAC541-7B7A-43D3-8B79-37D633B846F1}">
                <asvg:svgBlip xmlns:asvg="http://schemas.microsoft.com/office/drawing/2016/SVG/main" r:embed="rId193"/>
              </a:ext>
            </a:extLst>
          </a:blip>
          <a:stretch>
            <a:fillRect/>
          </a:stretch>
        </p:blipFill>
        <p:spPr>
          <a:xfrm>
            <a:off x="3607892" y="4670064"/>
            <a:ext cx="252000" cy="252000"/>
          </a:xfrm>
          <a:prstGeom prst="rect">
            <a:avLst/>
          </a:prstGeom>
        </p:spPr>
      </p:pic>
      <p:pic>
        <p:nvPicPr>
          <p:cNvPr id="8" name="Рисунок 7">
            <a:extLst>
              <a:ext uri="{FF2B5EF4-FFF2-40B4-BE49-F238E27FC236}">
                <a16:creationId xmlns:a16="http://schemas.microsoft.com/office/drawing/2014/main" id="{9D41AE77-6D91-CD49-B547-77470CE0E6BF}"/>
              </a:ext>
            </a:extLst>
          </p:cNvPr>
          <p:cNvPicPr>
            <a:picLocks noChangeAspect="1"/>
          </p:cNvPicPr>
          <p:nvPr/>
        </p:nvPicPr>
        <p:blipFill>
          <a:blip r:embed="rId194">
            <a:extLst>
              <a:ext uri="{96DAC541-7B7A-43D3-8B79-37D633B846F1}">
                <asvg:svgBlip xmlns:asvg="http://schemas.microsoft.com/office/drawing/2016/SVG/main" r:embed="rId195"/>
              </a:ext>
            </a:extLst>
          </a:blip>
          <a:stretch>
            <a:fillRect/>
          </a:stretch>
        </p:blipFill>
        <p:spPr>
          <a:xfrm>
            <a:off x="9748557" y="5230682"/>
            <a:ext cx="252000" cy="252000"/>
          </a:xfrm>
          <a:prstGeom prst="rect">
            <a:avLst/>
          </a:prstGeom>
        </p:spPr>
      </p:pic>
      <p:pic>
        <p:nvPicPr>
          <p:cNvPr id="11" name="Рисунок 10">
            <a:extLst>
              <a:ext uri="{FF2B5EF4-FFF2-40B4-BE49-F238E27FC236}">
                <a16:creationId xmlns:a16="http://schemas.microsoft.com/office/drawing/2014/main" id="{C5D7E280-4ADF-B049-9340-5D83866F753E}"/>
              </a:ext>
            </a:extLst>
          </p:cNvPr>
          <p:cNvPicPr>
            <a:picLocks noChangeAspect="1"/>
          </p:cNvPicPr>
          <p:nvPr/>
        </p:nvPicPr>
        <p:blipFill>
          <a:blip r:embed="rId196">
            <a:extLst>
              <a:ext uri="{96DAC541-7B7A-43D3-8B79-37D633B846F1}">
                <asvg:svgBlip xmlns:asvg="http://schemas.microsoft.com/office/drawing/2016/SVG/main" r:embed="rId197"/>
              </a:ext>
            </a:extLst>
          </a:blip>
          <a:stretch>
            <a:fillRect/>
          </a:stretch>
        </p:blipFill>
        <p:spPr>
          <a:xfrm>
            <a:off x="9147370" y="5230682"/>
            <a:ext cx="252000" cy="252000"/>
          </a:xfrm>
          <a:prstGeom prst="rect">
            <a:avLst/>
          </a:prstGeom>
        </p:spPr>
      </p:pic>
      <p:pic>
        <p:nvPicPr>
          <p:cNvPr id="13" name="Рисунок 12">
            <a:extLst>
              <a:ext uri="{FF2B5EF4-FFF2-40B4-BE49-F238E27FC236}">
                <a16:creationId xmlns:a16="http://schemas.microsoft.com/office/drawing/2014/main" id="{AFB881F1-CCF1-6345-842E-4254C2F2B071}"/>
              </a:ext>
            </a:extLst>
          </p:cNvPr>
          <p:cNvPicPr>
            <a:picLocks noChangeAspect="1"/>
          </p:cNvPicPr>
          <p:nvPr/>
        </p:nvPicPr>
        <p:blipFill>
          <a:blip r:embed="rId198">
            <a:extLst>
              <a:ext uri="{96DAC541-7B7A-43D3-8B79-37D633B846F1}">
                <asvg:svgBlip xmlns:asvg="http://schemas.microsoft.com/office/drawing/2016/SVG/main" r:embed="rId199"/>
              </a:ext>
            </a:extLst>
          </a:blip>
          <a:stretch>
            <a:fillRect/>
          </a:stretch>
        </p:blipFill>
        <p:spPr>
          <a:xfrm>
            <a:off x="8541877" y="5230682"/>
            <a:ext cx="252000" cy="252000"/>
          </a:xfrm>
          <a:prstGeom prst="rect">
            <a:avLst/>
          </a:prstGeom>
        </p:spPr>
      </p:pic>
      <p:pic>
        <p:nvPicPr>
          <p:cNvPr id="15" name="Рисунок 14">
            <a:extLst>
              <a:ext uri="{FF2B5EF4-FFF2-40B4-BE49-F238E27FC236}">
                <a16:creationId xmlns:a16="http://schemas.microsoft.com/office/drawing/2014/main" id="{B58B0710-CDA3-0D47-8076-0C1D58B6B882}"/>
              </a:ext>
            </a:extLst>
          </p:cNvPr>
          <p:cNvPicPr>
            <a:picLocks noChangeAspect="1"/>
          </p:cNvPicPr>
          <p:nvPr/>
        </p:nvPicPr>
        <p:blipFill>
          <a:blip r:embed="rId200">
            <a:extLst>
              <a:ext uri="{96DAC541-7B7A-43D3-8B79-37D633B846F1}">
                <asvg:svgBlip xmlns:asvg="http://schemas.microsoft.com/office/drawing/2016/SVG/main" r:embed="rId201"/>
              </a:ext>
            </a:extLst>
          </a:blip>
          <a:stretch>
            <a:fillRect/>
          </a:stretch>
        </p:blipFill>
        <p:spPr>
          <a:xfrm>
            <a:off x="7935005" y="5229421"/>
            <a:ext cx="252000" cy="252000"/>
          </a:xfrm>
          <a:prstGeom prst="rect">
            <a:avLst/>
          </a:prstGeom>
        </p:spPr>
      </p:pic>
      <p:pic>
        <p:nvPicPr>
          <p:cNvPr id="17" name="Рисунок 16">
            <a:extLst>
              <a:ext uri="{FF2B5EF4-FFF2-40B4-BE49-F238E27FC236}">
                <a16:creationId xmlns:a16="http://schemas.microsoft.com/office/drawing/2014/main" id="{69427E9F-16D0-3A49-B753-C8A467088995}"/>
              </a:ext>
            </a:extLst>
          </p:cNvPr>
          <p:cNvPicPr>
            <a:picLocks noChangeAspect="1"/>
          </p:cNvPicPr>
          <p:nvPr/>
        </p:nvPicPr>
        <p:blipFill>
          <a:blip r:embed="rId202">
            <a:extLst>
              <a:ext uri="{96DAC541-7B7A-43D3-8B79-37D633B846F1}">
                <asvg:svgBlip xmlns:asvg="http://schemas.microsoft.com/office/drawing/2016/SVG/main" r:embed="rId203"/>
              </a:ext>
            </a:extLst>
          </a:blip>
          <a:stretch>
            <a:fillRect/>
          </a:stretch>
        </p:blipFill>
        <p:spPr>
          <a:xfrm>
            <a:off x="7307896" y="5229421"/>
            <a:ext cx="252000" cy="252000"/>
          </a:xfrm>
          <a:prstGeom prst="rect">
            <a:avLst/>
          </a:prstGeom>
        </p:spPr>
      </p:pic>
      <p:pic>
        <p:nvPicPr>
          <p:cNvPr id="20" name="Рисунок 19">
            <a:extLst>
              <a:ext uri="{FF2B5EF4-FFF2-40B4-BE49-F238E27FC236}">
                <a16:creationId xmlns:a16="http://schemas.microsoft.com/office/drawing/2014/main" id="{7E555155-31FC-3042-8C32-271C8AF1A5FB}"/>
              </a:ext>
            </a:extLst>
          </p:cNvPr>
          <p:cNvPicPr>
            <a:picLocks noChangeAspect="1"/>
          </p:cNvPicPr>
          <p:nvPr/>
        </p:nvPicPr>
        <p:blipFill>
          <a:blip r:embed="rId204">
            <a:extLst>
              <a:ext uri="{96DAC541-7B7A-43D3-8B79-37D633B846F1}">
                <asvg:svgBlip xmlns:asvg="http://schemas.microsoft.com/office/drawing/2016/SVG/main" r:embed="rId205"/>
              </a:ext>
            </a:extLst>
          </a:blip>
          <a:stretch>
            <a:fillRect/>
          </a:stretch>
        </p:blipFill>
        <p:spPr>
          <a:xfrm>
            <a:off x="6685657" y="5229421"/>
            <a:ext cx="252000" cy="252000"/>
          </a:xfrm>
          <a:prstGeom prst="rect">
            <a:avLst/>
          </a:prstGeom>
        </p:spPr>
      </p:pic>
      <p:pic>
        <p:nvPicPr>
          <p:cNvPr id="24" name="Рисунок 23">
            <a:extLst>
              <a:ext uri="{FF2B5EF4-FFF2-40B4-BE49-F238E27FC236}">
                <a16:creationId xmlns:a16="http://schemas.microsoft.com/office/drawing/2014/main" id="{C2CA2FF5-C1EC-3641-BBA5-FBCA528F7627}"/>
              </a:ext>
            </a:extLst>
          </p:cNvPr>
          <p:cNvPicPr>
            <a:picLocks noChangeAspect="1"/>
          </p:cNvPicPr>
          <p:nvPr/>
        </p:nvPicPr>
        <p:blipFill>
          <a:blip r:embed="rId206">
            <a:extLst>
              <a:ext uri="{96DAC541-7B7A-43D3-8B79-37D633B846F1}">
                <asvg:svgBlip xmlns:asvg="http://schemas.microsoft.com/office/drawing/2016/SVG/main" r:embed="rId207"/>
              </a:ext>
            </a:extLst>
          </a:blip>
          <a:stretch>
            <a:fillRect/>
          </a:stretch>
        </p:blipFill>
        <p:spPr>
          <a:xfrm>
            <a:off x="6068667" y="5229421"/>
            <a:ext cx="252000" cy="252000"/>
          </a:xfrm>
          <a:prstGeom prst="rect">
            <a:avLst/>
          </a:prstGeom>
        </p:spPr>
      </p:pic>
      <p:pic>
        <p:nvPicPr>
          <p:cNvPr id="27" name="Рисунок 26">
            <a:extLst>
              <a:ext uri="{FF2B5EF4-FFF2-40B4-BE49-F238E27FC236}">
                <a16:creationId xmlns:a16="http://schemas.microsoft.com/office/drawing/2014/main" id="{049354E1-932A-024E-99AE-5A4A709AA5EB}"/>
              </a:ext>
            </a:extLst>
          </p:cNvPr>
          <p:cNvPicPr>
            <a:picLocks noChangeAspect="1"/>
          </p:cNvPicPr>
          <p:nvPr/>
        </p:nvPicPr>
        <p:blipFill>
          <a:blip r:embed="rId208">
            <a:extLst>
              <a:ext uri="{96DAC541-7B7A-43D3-8B79-37D633B846F1}">
                <asvg:svgBlip xmlns:asvg="http://schemas.microsoft.com/office/drawing/2016/SVG/main" r:embed="rId209"/>
              </a:ext>
            </a:extLst>
          </a:blip>
          <a:stretch>
            <a:fillRect/>
          </a:stretch>
        </p:blipFill>
        <p:spPr>
          <a:xfrm>
            <a:off x="5449052" y="5229421"/>
            <a:ext cx="252000" cy="252000"/>
          </a:xfrm>
          <a:prstGeom prst="rect">
            <a:avLst/>
          </a:prstGeom>
        </p:spPr>
      </p:pic>
      <p:pic>
        <p:nvPicPr>
          <p:cNvPr id="31" name="Рисунок 30">
            <a:extLst>
              <a:ext uri="{FF2B5EF4-FFF2-40B4-BE49-F238E27FC236}">
                <a16:creationId xmlns:a16="http://schemas.microsoft.com/office/drawing/2014/main" id="{F431B298-EECB-FE4B-AA31-E2191DCA9702}"/>
              </a:ext>
            </a:extLst>
          </p:cNvPr>
          <p:cNvPicPr>
            <a:picLocks noChangeAspect="1"/>
          </p:cNvPicPr>
          <p:nvPr/>
        </p:nvPicPr>
        <p:blipFill>
          <a:blip r:embed="rId210">
            <a:extLst>
              <a:ext uri="{96DAC541-7B7A-43D3-8B79-37D633B846F1}">
                <asvg:svgBlip xmlns:asvg="http://schemas.microsoft.com/office/drawing/2016/SVG/main" r:embed="rId211"/>
              </a:ext>
            </a:extLst>
          </a:blip>
          <a:stretch>
            <a:fillRect/>
          </a:stretch>
        </p:blipFill>
        <p:spPr>
          <a:xfrm>
            <a:off x="4843060" y="5229421"/>
            <a:ext cx="252000" cy="252000"/>
          </a:xfrm>
          <a:prstGeom prst="rect">
            <a:avLst/>
          </a:prstGeom>
        </p:spPr>
      </p:pic>
      <p:pic>
        <p:nvPicPr>
          <p:cNvPr id="35" name="Рисунок 34">
            <a:extLst>
              <a:ext uri="{FF2B5EF4-FFF2-40B4-BE49-F238E27FC236}">
                <a16:creationId xmlns:a16="http://schemas.microsoft.com/office/drawing/2014/main" id="{0EE2BF88-5C79-FD47-B5F2-9FAE816555E3}"/>
              </a:ext>
            </a:extLst>
          </p:cNvPr>
          <p:cNvPicPr>
            <a:picLocks noChangeAspect="1"/>
          </p:cNvPicPr>
          <p:nvPr/>
        </p:nvPicPr>
        <p:blipFill>
          <a:blip r:embed="rId212">
            <a:extLst>
              <a:ext uri="{96DAC541-7B7A-43D3-8B79-37D633B846F1}">
                <asvg:svgBlip xmlns:asvg="http://schemas.microsoft.com/office/drawing/2016/SVG/main" r:embed="rId213"/>
              </a:ext>
            </a:extLst>
          </a:blip>
          <a:stretch>
            <a:fillRect/>
          </a:stretch>
        </p:blipFill>
        <p:spPr>
          <a:xfrm>
            <a:off x="4223445" y="5229421"/>
            <a:ext cx="252000" cy="252000"/>
          </a:xfrm>
          <a:prstGeom prst="rect">
            <a:avLst/>
          </a:prstGeom>
        </p:spPr>
      </p:pic>
      <p:pic>
        <p:nvPicPr>
          <p:cNvPr id="39" name="Рисунок 38">
            <a:extLst>
              <a:ext uri="{FF2B5EF4-FFF2-40B4-BE49-F238E27FC236}">
                <a16:creationId xmlns:a16="http://schemas.microsoft.com/office/drawing/2014/main" id="{007013D9-4144-9A43-862E-752D827F8F8A}"/>
              </a:ext>
            </a:extLst>
          </p:cNvPr>
          <p:cNvPicPr>
            <a:picLocks noChangeAspect="1"/>
          </p:cNvPicPr>
          <p:nvPr/>
        </p:nvPicPr>
        <p:blipFill>
          <a:blip r:embed="rId214">
            <a:extLst>
              <a:ext uri="{96DAC541-7B7A-43D3-8B79-37D633B846F1}">
                <asvg:svgBlip xmlns:asvg="http://schemas.microsoft.com/office/drawing/2016/SVG/main" r:embed="rId215"/>
              </a:ext>
            </a:extLst>
          </a:blip>
          <a:stretch>
            <a:fillRect/>
          </a:stretch>
        </p:blipFill>
        <p:spPr>
          <a:xfrm>
            <a:off x="3603830" y="5229421"/>
            <a:ext cx="252000" cy="252000"/>
          </a:xfrm>
          <a:prstGeom prst="rect">
            <a:avLst/>
          </a:prstGeom>
        </p:spPr>
      </p:pic>
      <p:pic>
        <p:nvPicPr>
          <p:cNvPr id="43" name="Рисунок 42">
            <a:extLst>
              <a:ext uri="{FF2B5EF4-FFF2-40B4-BE49-F238E27FC236}">
                <a16:creationId xmlns:a16="http://schemas.microsoft.com/office/drawing/2014/main" id="{00D556EC-621A-1F43-8ADB-FA492E5315CF}"/>
              </a:ext>
            </a:extLst>
          </p:cNvPr>
          <p:cNvPicPr>
            <a:picLocks noChangeAspect="1"/>
          </p:cNvPicPr>
          <p:nvPr/>
        </p:nvPicPr>
        <p:blipFill>
          <a:blip r:embed="rId216">
            <a:extLst>
              <a:ext uri="{96DAC541-7B7A-43D3-8B79-37D633B846F1}">
                <asvg:svgBlip xmlns:asvg="http://schemas.microsoft.com/office/drawing/2016/SVG/main" r:embed="rId217"/>
              </a:ext>
            </a:extLst>
          </a:blip>
          <a:stretch>
            <a:fillRect/>
          </a:stretch>
        </p:blipFill>
        <p:spPr>
          <a:xfrm>
            <a:off x="3015636" y="5229421"/>
            <a:ext cx="252000" cy="252000"/>
          </a:xfrm>
          <a:prstGeom prst="rect">
            <a:avLst/>
          </a:prstGeom>
        </p:spPr>
      </p:pic>
      <p:pic>
        <p:nvPicPr>
          <p:cNvPr id="47" name="Рисунок 46">
            <a:extLst>
              <a:ext uri="{FF2B5EF4-FFF2-40B4-BE49-F238E27FC236}">
                <a16:creationId xmlns:a16="http://schemas.microsoft.com/office/drawing/2014/main" id="{3BFCFD25-8F99-8840-9179-A9BCF5CFBC69}"/>
              </a:ext>
            </a:extLst>
          </p:cNvPr>
          <p:cNvPicPr>
            <a:picLocks noChangeAspect="1"/>
          </p:cNvPicPr>
          <p:nvPr/>
        </p:nvPicPr>
        <p:blipFill>
          <a:blip r:embed="rId218">
            <a:extLst>
              <a:ext uri="{96DAC541-7B7A-43D3-8B79-37D633B846F1}">
                <asvg:svgBlip xmlns:asvg="http://schemas.microsoft.com/office/drawing/2016/SVG/main" r:embed="rId219"/>
              </a:ext>
            </a:extLst>
          </a:blip>
          <a:stretch>
            <a:fillRect/>
          </a:stretch>
        </p:blipFill>
        <p:spPr>
          <a:xfrm>
            <a:off x="1795627" y="5229421"/>
            <a:ext cx="252000" cy="252000"/>
          </a:xfrm>
          <a:prstGeom prst="rect">
            <a:avLst/>
          </a:prstGeom>
        </p:spPr>
      </p:pic>
      <p:pic>
        <p:nvPicPr>
          <p:cNvPr id="51" name="Рисунок 50">
            <a:extLst>
              <a:ext uri="{FF2B5EF4-FFF2-40B4-BE49-F238E27FC236}">
                <a16:creationId xmlns:a16="http://schemas.microsoft.com/office/drawing/2014/main" id="{F32F562D-3BCD-3A40-B50E-20219E15B08E}"/>
              </a:ext>
            </a:extLst>
          </p:cNvPr>
          <p:cNvPicPr>
            <a:picLocks noChangeAspect="1"/>
          </p:cNvPicPr>
          <p:nvPr/>
        </p:nvPicPr>
        <p:blipFill>
          <a:blip r:embed="rId220">
            <a:extLst>
              <a:ext uri="{96DAC541-7B7A-43D3-8B79-37D633B846F1}">
                <asvg:svgBlip xmlns:asvg="http://schemas.microsoft.com/office/drawing/2016/SVG/main" r:embed="rId221"/>
              </a:ext>
            </a:extLst>
          </a:blip>
          <a:stretch>
            <a:fillRect/>
          </a:stretch>
        </p:blipFill>
        <p:spPr>
          <a:xfrm>
            <a:off x="2388527" y="5229421"/>
            <a:ext cx="252000" cy="252000"/>
          </a:xfrm>
          <a:prstGeom prst="rect">
            <a:avLst/>
          </a:prstGeom>
        </p:spPr>
      </p:pic>
      <p:pic>
        <p:nvPicPr>
          <p:cNvPr id="55" name="Рисунок 54">
            <a:extLst>
              <a:ext uri="{FF2B5EF4-FFF2-40B4-BE49-F238E27FC236}">
                <a16:creationId xmlns:a16="http://schemas.microsoft.com/office/drawing/2014/main" id="{717837C2-8DF8-1140-99C5-2300AE53F004}"/>
              </a:ext>
            </a:extLst>
          </p:cNvPr>
          <p:cNvPicPr>
            <a:picLocks noChangeAspect="1"/>
          </p:cNvPicPr>
          <p:nvPr/>
        </p:nvPicPr>
        <p:blipFill>
          <a:blip r:embed="rId222">
            <a:extLst>
              <a:ext uri="{96DAC541-7B7A-43D3-8B79-37D633B846F1}">
                <asvg:svgBlip xmlns:asvg="http://schemas.microsoft.com/office/drawing/2016/SVG/main" r:embed="rId223"/>
              </a:ext>
            </a:extLst>
          </a:blip>
          <a:stretch>
            <a:fillRect/>
          </a:stretch>
        </p:blipFill>
        <p:spPr>
          <a:xfrm>
            <a:off x="7935005" y="2986949"/>
            <a:ext cx="252000" cy="252000"/>
          </a:xfrm>
          <a:prstGeom prst="rect">
            <a:avLst/>
          </a:prstGeom>
        </p:spPr>
      </p:pic>
      <p:pic>
        <p:nvPicPr>
          <p:cNvPr id="59" name="Рисунок 58">
            <a:extLst>
              <a:ext uri="{FF2B5EF4-FFF2-40B4-BE49-F238E27FC236}">
                <a16:creationId xmlns:a16="http://schemas.microsoft.com/office/drawing/2014/main" id="{EB0C46CE-926A-064A-88A0-945A8B913FAB}"/>
              </a:ext>
            </a:extLst>
          </p:cNvPr>
          <p:cNvPicPr>
            <a:picLocks noChangeAspect="1"/>
          </p:cNvPicPr>
          <p:nvPr/>
        </p:nvPicPr>
        <p:blipFill>
          <a:blip r:embed="rId224">
            <a:extLst>
              <a:ext uri="{96DAC541-7B7A-43D3-8B79-37D633B846F1}">
                <asvg:svgBlip xmlns:asvg="http://schemas.microsoft.com/office/drawing/2016/SVG/main" r:embed="rId225"/>
              </a:ext>
            </a:extLst>
          </a:blip>
          <a:stretch>
            <a:fillRect/>
          </a:stretch>
        </p:blipFill>
        <p:spPr>
          <a:xfrm>
            <a:off x="4844332" y="4668803"/>
            <a:ext cx="252000" cy="252000"/>
          </a:xfrm>
          <a:prstGeom prst="rect">
            <a:avLst/>
          </a:prstGeom>
        </p:spPr>
      </p:pic>
      <p:sp>
        <p:nvSpPr>
          <p:cNvPr id="114" name="Прямоугольник 113">
            <a:extLst>
              <a:ext uri="{FF2B5EF4-FFF2-40B4-BE49-F238E27FC236}">
                <a16:creationId xmlns:a16="http://schemas.microsoft.com/office/drawing/2014/main" id="{9957923F-EBC9-449E-9721-31E8EC546639}"/>
              </a:ext>
            </a:extLst>
          </p:cNvPr>
          <p:cNvSpPr/>
          <p:nvPr/>
        </p:nvSpPr>
        <p:spPr>
          <a:xfrm>
            <a:off x="1790997" y="5905112"/>
            <a:ext cx="8209559" cy="543610"/>
          </a:xfrm>
          <a:prstGeom prst="rect">
            <a:avLst/>
          </a:prstGeom>
        </p:spPr>
        <p:txBody>
          <a:bodyPr wrap="square">
            <a:spAutoFit/>
          </a:bodyPr>
          <a:lstStyle/>
          <a:p>
            <a:pPr>
              <a:lnSpc>
                <a:spcPct val="120000"/>
              </a:lnSpc>
            </a:pPr>
            <a:r>
              <a:rPr lang="ru-RU" sz="1400" dirty="0">
                <a:latin typeface="Stapel Medium" panose="020B0604020202020204" pitchFamily="34" charset="-52"/>
              </a:rPr>
              <a:t>Индустриальные иконки </a:t>
            </a:r>
            <a:r>
              <a:rPr lang="ru-RU" sz="1100" dirty="0"/>
              <a:t>доступны в презентации на </a:t>
            </a:r>
            <a:r>
              <a:rPr lang="ru-RU" sz="1100" dirty="0" err="1"/>
              <a:t>Я.диске</a:t>
            </a:r>
            <a:r>
              <a:rPr lang="ru-RU" sz="1100" dirty="0"/>
              <a:t> </a:t>
            </a:r>
            <a:r>
              <a:rPr lang="ru-RU" sz="1100" dirty="0">
                <a:solidFill>
                  <a:schemeClr val="tx2"/>
                </a:solidFill>
              </a:rPr>
              <a:t>(</a:t>
            </a:r>
            <a:r>
              <a:rPr lang="ru-RU" sz="1100" dirty="0">
                <a:solidFill>
                  <a:schemeClr val="tx2"/>
                </a:solidFill>
                <a:hlinkClick r:id="rId226"/>
              </a:rPr>
              <a:t>ссылка</a:t>
            </a:r>
            <a:r>
              <a:rPr lang="ru-RU" sz="1100" dirty="0">
                <a:solidFill>
                  <a:schemeClr val="tx2"/>
                </a:solidFill>
              </a:rPr>
              <a:t>). </a:t>
            </a:r>
            <a:r>
              <a:rPr lang="ru-RU" sz="1100" dirty="0"/>
              <a:t>Если не нашли нужную иконку, можете использовать сервис </a:t>
            </a:r>
            <a:r>
              <a:rPr lang="en-US" sz="1100" dirty="0">
                <a:hlinkClick r:id="rId227">
                  <a:extLst>
                    <a:ext uri="{A12FA001-AC4F-418D-AE19-62706E023703}">
                      <ahyp:hlinkClr xmlns:ahyp="http://schemas.microsoft.com/office/drawing/2018/hyperlinkcolor" val="tx"/>
                    </a:ext>
                  </a:extLst>
                </a:hlinkClick>
              </a:rPr>
              <a:t> https://www.flaticon.com/</a:t>
            </a:r>
            <a:r>
              <a:rPr lang="ru-RU" sz="1100" dirty="0"/>
              <a:t>, но строго придерживаясь единой стилистики иконок</a:t>
            </a:r>
            <a:endParaRPr lang="ru-RU" sz="400" dirty="0"/>
          </a:p>
        </p:txBody>
      </p:sp>
    </p:spTree>
    <p:extLst>
      <p:ext uri="{BB962C8B-B14F-4D97-AF65-F5344CB8AC3E}">
        <p14:creationId xmlns:p14="http://schemas.microsoft.com/office/powerpoint/2010/main" val="117223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0" name="Рисунок 9">
            <a:extLst>
              <a:ext uri="{FF2B5EF4-FFF2-40B4-BE49-F238E27FC236}">
                <a16:creationId xmlns:a16="http://schemas.microsoft.com/office/drawing/2014/main" id="{51C6AED6-BEE6-054A-9451-08F7F411073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97283" y="1308012"/>
            <a:ext cx="250344" cy="250344"/>
          </a:xfrm>
          <a:prstGeom prst="rect">
            <a:avLst/>
          </a:prstGeom>
        </p:spPr>
      </p:pic>
      <p:pic>
        <p:nvPicPr>
          <p:cNvPr id="19" name="Рисунок 18">
            <a:extLst>
              <a:ext uri="{FF2B5EF4-FFF2-40B4-BE49-F238E27FC236}">
                <a16:creationId xmlns:a16="http://schemas.microsoft.com/office/drawing/2014/main" id="{1485588B-904D-3440-9136-F9BC0CF6A6D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88009" y="1305838"/>
            <a:ext cx="252518" cy="252518"/>
          </a:xfrm>
          <a:prstGeom prst="rect">
            <a:avLst/>
          </a:prstGeom>
        </p:spPr>
      </p:pic>
      <p:pic>
        <p:nvPicPr>
          <p:cNvPr id="21" name="Рисунок 20">
            <a:extLst>
              <a:ext uri="{FF2B5EF4-FFF2-40B4-BE49-F238E27FC236}">
                <a16:creationId xmlns:a16="http://schemas.microsoft.com/office/drawing/2014/main" id="{A902EE03-D1EC-164B-82D4-7651AD178EC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15636" y="1306356"/>
            <a:ext cx="252000" cy="252000"/>
          </a:xfrm>
          <a:prstGeom prst="rect">
            <a:avLst/>
          </a:prstGeom>
        </p:spPr>
      </p:pic>
      <p:pic>
        <p:nvPicPr>
          <p:cNvPr id="23" name="Рисунок 22">
            <a:extLst>
              <a:ext uri="{FF2B5EF4-FFF2-40B4-BE49-F238E27FC236}">
                <a16:creationId xmlns:a16="http://schemas.microsoft.com/office/drawing/2014/main" id="{43A532B4-DCB5-9B44-92F0-F4F6F4247AD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95627" y="1866974"/>
            <a:ext cx="252000" cy="252000"/>
          </a:xfrm>
          <a:prstGeom prst="rect">
            <a:avLst/>
          </a:prstGeom>
        </p:spPr>
      </p:pic>
      <p:pic>
        <p:nvPicPr>
          <p:cNvPr id="26" name="Рисунок 25">
            <a:extLst>
              <a:ext uri="{FF2B5EF4-FFF2-40B4-BE49-F238E27FC236}">
                <a16:creationId xmlns:a16="http://schemas.microsoft.com/office/drawing/2014/main" id="{711654FF-B1D6-5847-9042-E37D38AFDF2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607892" y="1306356"/>
            <a:ext cx="252000" cy="252000"/>
          </a:xfrm>
          <a:prstGeom prst="rect">
            <a:avLst/>
          </a:prstGeom>
        </p:spPr>
      </p:pic>
      <p:pic>
        <p:nvPicPr>
          <p:cNvPr id="28" name="Рисунок 27">
            <a:extLst>
              <a:ext uri="{FF2B5EF4-FFF2-40B4-BE49-F238E27FC236}">
                <a16:creationId xmlns:a16="http://schemas.microsoft.com/office/drawing/2014/main" id="{3B32D73A-CCE2-504F-B398-AF9149413B4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223445" y="1306356"/>
            <a:ext cx="252000" cy="252000"/>
          </a:xfrm>
          <a:prstGeom prst="rect">
            <a:avLst/>
          </a:prstGeom>
        </p:spPr>
      </p:pic>
      <p:pic>
        <p:nvPicPr>
          <p:cNvPr id="30" name="Рисунок 29">
            <a:extLst>
              <a:ext uri="{FF2B5EF4-FFF2-40B4-BE49-F238E27FC236}">
                <a16:creationId xmlns:a16="http://schemas.microsoft.com/office/drawing/2014/main" id="{702EEED0-55A1-3F46-921D-392641F72E6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838998" y="1306356"/>
            <a:ext cx="252000" cy="252000"/>
          </a:xfrm>
          <a:prstGeom prst="rect">
            <a:avLst/>
          </a:prstGeom>
        </p:spPr>
      </p:pic>
      <p:pic>
        <p:nvPicPr>
          <p:cNvPr id="32" name="Рисунок 31">
            <a:extLst>
              <a:ext uri="{FF2B5EF4-FFF2-40B4-BE49-F238E27FC236}">
                <a16:creationId xmlns:a16="http://schemas.microsoft.com/office/drawing/2014/main" id="{7B2EC729-B15F-7B49-8C69-D18335E1B1D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454551" y="1306356"/>
            <a:ext cx="252000" cy="252000"/>
          </a:xfrm>
          <a:prstGeom prst="rect">
            <a:avLst/>
          </a:prstGeom>
        </p:spPr>
      </p:pic>
      <p:pic>
        <p:nvPicPr>
          <p:cNvPr id="34" name="Рисунок 33">
            <a:extLst>
              <a:ext uri="{FF2B5EF4-FFF2-40B4-BE49-F238E27FC236}">
                <a16:creationId xmlns:a16="http://schemas.microsoft.com/office/drawing/2014/main" id="{CF4E8DE6-3026-894D-BB77-534FBE2C3D3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070104" y="1306356"/>
            <a:ext cx="252000" cy="252000"/>
          </a:xfrm>
          <a:prstGeom prst="rect">
            <a:avLst/>
          </a:prstGeom>
        </p:spPr>
      </p:pic>
      <p:pic>
        <p:nvPicPr>
          <p:cNvPr id="36" name="Рисунок 35">
            <a:extLst>
              <a:ext uri="{FF2B5EF4-FFF2-40B4-BE49-F238E27FC236}">
                <a16:creationId xmlns:a16="http://schemas.microsoft.com/office/drawing/2014/main" id="{E0240BCF-CDAD-FD41-9FCA-79DC51D4D7DE}"/>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685657" y="1306356"/>
            <a:ext cx="252000" cy="252000"/>
          </a:xfrm>
          <a:prstGeom prst="rect">
            <a:avLst/>
          </a:prstGeom>
        </p:spPr>
      </p:pic>
      <p:pic>
        <p:nvPicPr>
          <p:cNvPr id="38" name="Рисунок 37">
            <a:extLst>
              <a:ext uri="{FF2B5EF4-FFF2-40B4-BE49-F238E27FC236}">
                <a16:creationId xmlns:a16="http://schemas.microsoft.com/office/drawing/2014/main" id="{348C25ED-6184-904A-97D9-3AC37B4A0F48}"/>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309623" y="1306356"/>
            <a:ext cx="252000" cy="252000"/>
          </a:xfrm>
          <a:prstGeom prst="rect">
            <a:avLst/>
          </a:prstGeom>
        </p:spPr>
      </p:pic>
      <p:pic>
        <p:nvPicPr>
          <p:cNvPr id="40" name="Рисунок 39">
            <a:extLst>
              <a:ext uri="{FF2B5EF4-FFF2-40B4-BE49-F238E27FC236}">
                <a16:creationId xmlns:a16="http://schemas.microsoft.com/office/drawing/2014/main" id="{D27BB854-6242-714F-AFFD-3DF0EAA43F98}"/>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7935005" y="1306356"/>
            <a:ext cx="252000" cy="252000"/>
          </a:xfrm>
          <a:prstGeom prst="rect">
            <a:avLst/>
          </a:prstGeom>
        </p:spPr>
      </p:pic>
      <p:pic>
        <p:nvPicPr>
          <p:cNvPr id="42" name="Рисунок 41">
            <a:extLst>
              <a:ext uri="{FF2B5EF4-FFF2-40B4-BE49-F238E27FC236}">
                <a16:creationId xmlns:a16="http://schemas.microsoft.com/office/drawing/2014/main" id="{90DE4106-628F-D549-8774-752EF8156FDF}"/>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546184" y="1306356"/>
            <a:ext cx="252000" cy="252000"/>
          </a:xfrm>
          <a:prstGeom prst="rect">
            <a:avLst/>
          </a:prstGeom>
        </p:spPr>
      </p:pic>
      <p:pic>
        <p:nvPicPr>
          <p:cNvPr id="44" name="Рисунок 43">
            <a:extLst>
              <a:ext uri="{FF2B5EF4-FFF2-40B4-BE49-F238E27FC236}">
                <a16:creationId xmlns:a16="http://schemas.microsoft.com/office/drawing/2014/main" id="{E7AF3E45-D601-FA46-8038-9F44B6FFA2B3}"/>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9147869" y="1306356"/>
            <a:ext cx="252000" cy="252000"/>
          </a:xfrm>
          <a:prstGeom prst="rect">
            <a:avLst/>
          </a:prstGeom>
        </p:spPr>
      </p:pic>
      <p:pic>
        <p:nvPicPr>
          <p:cNvPr id="46" name="Рисунок 45">
            <a:extLst>
              <a:ext uri="{FF2B5EF4-FFF2-40B4-BE49-F238E27FC236}">
                <a16:creationId xmlns:a16="http://schemas.microsoft.com/office/drawing/2014/main" id="{16A3A1C0-28C2-D443-8C46-0834A93D6D28}"/>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9748557" y="1306356"/>
            <a:ext cx="252000" cy="252000"/>
          </a:xfrm>
          <a:prstGeom prst="rect">
            <a:avLst/>
          </a:prstGeom>
        </p:spPr>
      </p:pic>
      <p:pic>
        <p:nvPicPr>
          <p:cNvPr id="48" name="Рисунок 47">
            <a:extLst>
              <a:ext uri="{FF2B5EF4-FFF2-40B4-BE49-F238E27FC236}">
                <a16:creationId xmlns:a16="http://schemas.microsoft.com/office/drawing/2014/main" id="{0F7B291C-8358-CD49-9ADB-1AEF2537FE86}"/>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2388527" y="1866974"/>
            <a:ext cx="252000" cy="252000"/>
          </a:xfrm>
          <a:prstGeom prst="rect">
            <a:avLst/>
          </a:prstGeom>
        </p:spPr>
      </p:pic>
      <p:pic>
        <p:nvPicPr>
          <p:cNvPr id="50" name="Рисунок 49">
            <a:extLst>
              <a:ext uri="{FF2B5EF4-FFF2-40B4-BE49-F238E27FC236}">
                <a16:creationId xmlns:a16="http://schemas.microsoft.com/office/drawing/2014/main" id="{C88ABCA0-1B04-FD46-9DAD-F5DCCFB76CB4}"/>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3607892" y="1866974"/>
            <a:ext cx="252000" cy="252000"/>
          </a:xfrm>
          <a:prstGeom prst="rect">
            <a:avLst/>
          </a:prstGeom>
        </p:spPr>
      </p:pic>
      <p:pic>
        <p:nvPicPr>
          <p:cNvPr id="52" name="Рисунок 51">
            <a:extLst>
              <a:ext uri="{FF2B5EF4-FFF2-40B4-BE49-F238E27FC236}">
                <a16:creationId xmlns:a16="http://schemas.microsoft.com/office/drawing/2014/main" id="{D804FFC4-EA93-6E49-A70E-DED74615A1D5}"/>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3015636" y="1866974"/>
            <a:ext cx="252000" cy="252000"/>
          </a:xfrm>
          <a:prstGeom prst="rect">
            <a:avLst/>
          </a:prstGeom>
        </p:spPr>
      </p:pic>
      <p:pic>
        <p:nvPicPr>
          <p:cNvPr id="54" name="Рисунок 53">
            <a:extLst>
              <a:ext uri="{FF2B5EF4-FFF2-40B4-BE49-F238E27FC236}">
                <a16:creationId xmlns:a16="http://schemas.microsoft.com/office/drawing/2014/main" id="{4341CC46-4887-9E46-938E-91DEF25E5256}"/>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4223445" y="1866974"/>
            <a:ext cx="252000" cy="252000"/>
          </a:xfrm>
          <a:prstGeom prst="rect">
            <a:avLst/>
          </a:prstGeom>
        </p:spPr>
      </p:pic>
      <p:pic>
        <p:nvPicPr>
          <p:cNvPr id="56" name="Рисунок 55">
            <a:extLst>
              <a:ext uri="{FF2B5EF4-FFF2-40B4-BE49-F238E27FC236}">
                <a16:creationId xmlns:a16="http://schemas.microsoft.com/office/drawing/2014/main" id="{A21E79BE-4CDB-2842-980F-C58604432638}"/>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4838998" y="1866974"/>
            <a:ext cx="252000" cy="252000"/>
          </a:xfrm>
          <a:prstGeom prst="rect">
            <a:avLst/>
          </a:prstGeom>
        </p:spPr>
      </p:pic>
      <p:pic>
        <p:nvPicPr>
          <p:cNvPr id="58" name="Рисунок 57">
            <a:extLst>
              <a:ext uri="{FF2B5EF4-FFF2-40B4-BE49-F238E27FC236}">
                <a16:creationId xmlns:a16="http://schemas.microsoft.com/office/drawing/2014/main" id="{F68C6DF1-100B-7046-9C0E-C28536356959}"/>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5454551" y="1866974"/>
            <a:ext cx="252000" cy="252000"/>
          </a:xfrm>
          <a:prstGeom prst="rect">
            <a:avLst/>
          </a:prstGeom>
        </p:spPr>
      </p:pic>
      <p:pic>
        <p:nvPicPr>
          <p:cNvPr id="60" name="Рисунок 59">
            <a:extLst>
              <a:ext uri="{FF2B5EF4-FFF2-40B4-BE49-F238E27FC236}">
                <a16:creationId xmlns:a16="http://schemas.microsoft.com/office/drawing/2014/main" id="{B9CE22AB-C4BB-134E-BEB8-C37B25C4DA4E}"/>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6070104" y="1866974"/>
            <a:ext cx="252000" cy="252000"/>
          </a:xfrm>
          <a:prstGeom prst="rect">
            <a:avLst/>
          </a:prstGeom>
        </p:spPr>
      </p:pic>
      <p:pic>
        <p:nvPicPr>
          <p:cNvPr id="62" name="Рисунок 61">
            <a:extLst>
              <a:ext uri="{FF2B5EF4-FFF2-40B4-BE49-F238E27FC236}">
                <a16:creationId xmlns:a16="http://schemas.microsoft.com/office/drawing/2014/main" id="{8982C6EB-67FB-7D4D-B2F3-0FECD4E1FA3A}"/>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6685657" y="1866974"/>
            <a:ext cx="252000" cy="252000"/>
          </a:xfrm>
          <a:prstGeom prst="rect">
            <a:avLst/>
          </a:prstGeom>
        </p:spPr>
      </p:pic>
      <p:pic>
        <p:nvPicPr>
          <p:cNvPr id="64" name="Рисунок 63">
            <a:extLst>
              <a:ext uri="{FF2B5EF4-FFF2-40B4-BE49-F238E27FC236}">
                <a16:creationId xmlns:a16="http://schemas.microsoft.com/office/drawing/2014/main" id="{58018E9D-80AF-B647-9B03-9B17E14B77FB}"/>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7309623" y="1866974"/>
            <a:ext cx="252000" cy="252000"/>
          </a:xfrm>
          <a:prstGeom prst="rect">
            <a:avLst/>
          </a:prstGeom>
        </p:spPr>
      </p:pic>
      <p:pic>
        <p:nvPicPr>
          <p:cNvPr id="66" name="Рисунок 65">
            <a:extLst>
              <a:ext uri="{FF2B5EF4-FFF2-40B4-BE49-F238E27FC236}">
                <a16:creationId xmlns:a16="http://schemas.microsoft.com/office/drawing/2014/main" id="{119F16AE-7AC6-BD44-9F84-624F07FEC3A4}"/>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7935005" y="1866974"/>
            <a:ext cx="252000" cy="252000"/>
          </a:xfrm>
          <a:prstGeom prst="rect">
            <a:avLst/>
          </a:prstGeom>
        </p:spPr>
      </p:pic>
      <p:pic>
        <p:nvPicPr>
          <p:cNvPr id="68" name="Рисунок 67">
            <a:extLst>
              <a:ext uri="{FF2B5EF4-FFF2-40B4-BE49-F238E27FC236}">
                <a16:creationId xmlns:a16="http://schemas.microsoft.com/office/drawing/2014/main" id="{4755E065-8012-3B43-8DBF-B39EC3BDDCC0}"/>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8546184" y="1866974"/>
            <a:ext cx="252000" cy="252000"/>
          </a:xfrm>
          <a:prstGeom prst="rect">
            <a:avLst/>
          </a:prstGeom>
        </p:spPr>
      </p:pic>
      <p:pic>
        <p:nvPicPr>
          <p:cNvPr id="70" name="Рисунок 69">
            <a:extLst>
              <a:ext uri="{FF2B5EF4-FFF2-40B4-BE49-F238E27FC236}">
                <a16:creationId xmlns:a16="http://schemas.microsoft.com/office/drawing/2014/main" id="{E5573923-D6CD-984A-AC8F-68E5154C0DB1}"/>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9147869" y="1866974"/>
            <a:ext cx="252000" cy="252000"/>
          </a:xfrm>
          <a:prstGeom prst="rect">
            <a:avLst/>
          </a:prstGeom>
        </p:spPr>
      </p:pic>
      <p:pic>
        <p:nvPicPr>
          <p:cNvPr id="72" name="Рисунок 71">
            <a:extLst>
              <a:ext uri="{FF2B5EF4-FFF2-40B4-BE49-F238E27FC236}">
                <a16:creationId xmlns:a16="http://schemas.microsoft.com/office/drawing/2014/main" id="{790E8D01-93A5-5F4E-8908-8CB1681BCE50}"/>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9748557" y="1866974"/>
            <a:ext cx="252000" cy="252000"/>
          </a:xfrm>
          <a:prstGeom prst="rect">
            <a:avLst/>
          </a:prstGeom>
        </p:spPr>
      </p:pic>
      <p:pic>
        <p:nvPicPr>
          <p:cNvPr id="77" name="Рисунок 76">
            <a:extLst>
              <a:ext uri="{FF2B5EF4-FFF2-40B4-BE49-F238E27FC236}">
                <a16:creationId xmlns:a16="http://schemas.microsoft.com/office/drawing/2014/main" id="{FCA236B0-58B1-8548-8E4D-3445577B845B}"/>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1795627" y="2427592"/>
            <a:ext cx="252000" cy="252000"/>
          </a:xfrm>
          <a:prstGeom prst="rect">
            <a:avLst/>
          </a:prstGeom>
        </p:spPr>
      </p:pic>
      <p:pic>
        <p:nvPicPr>
          <p:cNvPr id="79" name="Рисунок 78">
            <a:extLst>
              <a:ext uri="{FF2B5EF4-FFF2-40B4-BE49-F238E27FC236}">
                <a16:creationId xmlns:a16="http://schemas.microsoft.com/office/drawing/2014/main" id="{BD162F4C-D87D-5F49-9884-B485FEC48B38}"/>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3015636" y="2427592"/>
            <a:ext cx="252000" cy="252000"/>
          </a:xfrm>
          <a:prstGeom prst="rect">
            <a:avLst/>
          </a:prstGeom>
        </p:spPr>
      </p:pic>
      <p:pic>
        <p:nvPicPr>
          <p:cNvPr id="81" name="Рисунок 80">
            <a:extLst>
              <a:ext uri="{FF2B5EF4-FFF2-40B4-BE49-F238E27FC236}">
                <a16:creationId xmlns:a16="http://schemas.microsoft.com/office/drawing/2014/main" id="{1BB3D9B6-14F4-8842-853E-A194D7209007}"/>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2388527" y="2427592"/>
            <a:ext cx="252000" cy="252000"/>
          </a:xfrm>
          <a:prstGeom prst="rect">
            <a:avLst/>
          </a:prstGeom>
        </p:spPr>
      </p:pic>
      <p:pic>
        <p:nvPicPr>
          <p:cNvPr id="83" name="Рисунок 82">
            <a:extLst>
              <a:ext uri="{FF2B5EF4-FFF2-40B4-BE49-F238E27FC236}">
                <a16:creationId xmlns:a16="http://schemas.microsoft.com/office/drawing/2014/main" id="{A06208A3-246A-EB4C-90CB-8736C605F29D}"/>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3607892" y="2427592"/>
            <a:ext cx="252000" cy="252000"/>
          </a:xfrm>
          <a:prstGeom prst="rect">
            <a:avLst/>
          </a:prstGeom>
        </p:spPr>
      </p:pic>
      <p:pic>
        <p:nvPicPr>
          <p:cNvPr id="85" name="Рисунок 84">
            <a:extLst>
              <a:ext uri="{FF2B5EF4-FFF2-40B4-BE49-F238E27FC236}">
                <a16:creationId xmlns:a16="http://schemas.microsoft.com/office/drawing/2014/main" id="{134BBADF-F1B1-3E4D-8EBE-A2BECB9FEFF6}"/>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4223445" y="2427592"/>
            <a:ext cx="252000" cy="252000"/>
          </a:xfrm>
          <a:prstGeom prst="rect">
            <a:avLst/>
          </a:prstGeom>
        </p:spPr>
      </p:pic>
      <p:pic>
        <p:nvPicPr>
          <p:cNvPr id="87" name="Рисунок 86">
            <a:extLst>
              <a:ext uri="{FF2B5EF4-FFF2-40B4-BE49-F238E27FC236}">
                <a16:creationId xmlns:a16="http://schemas.microsoft.com/office/drawing/2014/main" id="{02AD2231-B6F3-324B-8061-3F664B27189F}"/>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4838998" y="2427592"/>
            <a:ext cx="252000" cy="252000"/>
          </a:xfrm>
          <a:prstGeom prst="rect">
            <a:avLst/>
          </a:prstGeom>
        </p:spPr>
      </p:pic>
      <p:pic>
        <p:nvPicPr>
          <p:cNvPr id="89" name="Рисунок 88">
            <a:extLst>
              <a:ext uri="{FF2B5EF4-FFF2-40B4-BE49-F238E27FC236}">
                <a16:creationId xmlns:a16="http://schemas.microsoft.com/office/drawing/2014/main" id="{FD7858BE-C002-7244-922D-93F9B56FE203}"/>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5454551" y="2427592"/>
            <a:ext cx="252000" cy="252000"/>
          </a:xfrm>
          <a:prstGeom prst="rect">
            <a:avLst/>
          </a:prstGeom>
        </p:spPr>
      </p:pic>
      <p:pic>
        <p:nvPicPr>
          <p:cNvPr id="91" name="Рисунок 90">
            <a:extLst>
              <a:ext uri="{FF2B5EF4-FFF2-40B4-BE49-F238E27FC236}">
                <a16:creationId xmlns:a16="http://schemas.microsoft.com/office/drawing/2014/main" id="{80E1A71F-CDF4-6044-9B65-06B9893DFCC9}"/>
              </a:ext>
            </a:extLst>
          </p:cNvPr>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6070104" y="2427592"/>
            <a:ext cx="252000" cy="252000"/>
          </a:xfrm>
          <a:prstGeom prst="rect">
            <a:avLst/>
          </a:prstGeom>
        </p:spPr>
      </p:pic>
      <p:pic>
        <p:nvPicPr>
          <p:cNvPr id="93" name="Рисунок 92">
            <a:extLst>
              <a:ext uri="{FF2B5EF4-FFF2-40B4-BE49-F238E27FC236}">
                <a16:creationId xmlns:a16="http://schemas.microsoft.com/office/drawing/2014/main" id="{1E6DF5B5-7B19-0D41-8533-FC575EEB34C5}"/>
              </a:ext>
            </a:extLst>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6685657" y="2427592"/>
            <a:ext cx="252000" cy="252000"/>
          </a:xfrm>
          <a:prstGeom prst="rect">
            <a:avLst/>
          </a:prstGeom>
        </p:spPr>
      </p:pic>
      <p:pic>
        <p:nvPicPr>
          <p:cNvPr id="95" name="Рисунок 94">
            <a:extLst>
              <a:ext uri="{FF2B5EF4-FFF2-40B4-BE49-F238E27FC236}">
                <a16:creationId xmlns:a16="http://schemas.microsoft.com/office/drawing/2014/main" id="{05C189FB-98AF-AD46-A443-0DBABF7CCBDF}"/>
              </a:ext>
            </a:extLst>
          </p:cNvPr>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7309623" y="2427592"/>
            <a:ext cx="252000" cy="252000"/>
          </a:xfrm>
          <a:prstGeom prst="rect">
            <a:avLst/>
          </a:prstGeom>
        </p:spPr>
      </p:pic>
      <p:pic>
        <p:nvPicPr>
          <p:cNvPr id="97" name="Рисунок 96">
            <a:extLst>
              <a:ext uri="{FF2B5EF4-FFF2-40B4-BE49-F238E27FC236}">
                <a16:creationId xmlns:a16="http://schemas.microsoft.com/office/drawing/2014/main" id="{53C7EC20-4E6B-F948-A0C6-A5D9790B1AA2}"/>
              </a:ext>
            </a:extLst>
          </p:cNvPr>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7935005" y="2427592"/>
            <a:ext cx="252000" cy="252000"/>
          </a:xfrm>
          <a:prstGeom prst="rect">
            <a:avLst/>
          </a:prstGeom>
        </p:spPr>
      </p:pic>
      <p:pic>
        <p:nvPicPr>
          <p:cNvPr id="99" name="Рисунок 98">
            <a:extLst>
              <a:ext uri="{FF2B5EF4-FFF2-40B4-BE49-F238E27FC236}">
                <a16:creationId xmlns:a16="http://schemas.microsoft.com/office/drawing/2014/main" id="{866CBEC1-3FA8-9244-AD7B-BF8F61308B73}"/>
              </a:ext>
            </a:extLst>
          </p:cNvPr>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8546184" y="2427592"/>
            <a:ext cx="252000" cy="252000"/>
          </a:xfrm>
          <a:prstGeom prst="rect">
            <a:avLst/>
          </a:prstGeom>
        </p:spPr>
      </p:pic>
      <p:pic>
        <p:nvPicPr>
          <p:cNvPr id="101" name="Рисунок 100">
            <a:extLst>
              <a:ext uri="{FF2B5EF4-FFF2-40B4-BE49-F238E27FC236}">
                <a16:creationId xmlns:a16="http://schemas.microsoft.com/office/drawing/2014/main" id="{E554A8D3-87A6-404F-A2B3-9A50105CAE91}"/>
              </a:ext>
            </a:extLst>
          </p:cNvPr>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9147869" y="2427592"/>
            <a:ext cx="252000" cy="252000"/>
          </a:xfrm>
          <a:prstGeom prst="rect">
            <a:avLst/>
          </a:prstGeom>
        </p:spPr>
      </p:pic>
      <p:pic>
        <p:nvPicPr>
          <p:cNvPr id="103" name="Рисунок 102">
            <a:extLst>
              <a:ext uri="{FF2B5EF4-FFF2-40B4-BE49-F238E27FC236}">
                <a16:creationId xmlns:a16="http://schemas.microsoft.com/office/drawing/2014/main" id="{3A40A430-192D-A042-86C8-4FEA2976ABB0}"/>
              </a:ext>
            </a:extLst>
          </p:cNvPr>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9748557" y="2427592"/>
            <a:ext cx="252000" cy="252000"/>
          </a:xfrm>
          <a:prstGeom prst="rect">
            <a:avLst/>
          </a:prstGeom>
        </p:spPr>
      </p:pic>
      <p:pic>
        <p:nvPicPr>
          <p:cNvPr id="105" name="Рисунок 104">
            <a:extLst>
              <a:ext uri="{FF2B5EF4-FFF2-40B4-BE49-F238E27FC236}">
                <a16:creationId xmlns:a16="http://schemas.microsoft.com/office/drawing/2014/main" id="{9F0E4785-3727-E34F-B612-F9B5E19B34CB}"/>
              </a:ext>
            </a:extLst>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1795627" y="2988210"/>
            <a:ext cx="252000" cy="252000"/>
          </a:xfrm>
          <a:prstGeom prst="rect">
            <a:avLst/>
          </a:prstGeom>
        </p:spPr>
      </p:pic>
      <p:pic>
        <p:nvPicPr>
          <p:cNvPr id="107" name="Рисунок 106">
            <a:extLst>
              <a:ext uri="{FF2B5EF4-FFF2-40B4-BE49-F238E27FC236}">
                <a16:creationId xmlns:a16="http://schemas.microsoft.com/office/drawing/2014/main" id="{32E6F79E-B557-9A41-97CF-C85929DAD980}"/>
              </a:ext>
            </a:extLst>
          </p:cNvPr>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2388527" y="2988210"/>
            <a:ext cx="252000" cy="252000"/>
          </a:xfrm>
          <a:prstGeom prst="rect">
            <a:avLst/>
          </a:prstGeom>
        </p:spPr>
      </p:pic>
      <p:pic>
        <p:nvPicPr>
          <p:cNvPr id="109" name="Рисунок 108">
            <a:extLst>
              <a:ext uri="{FF2B5EF4-FFF2-40B4-BE49-F238E27FC236}">
                <a16:creationId xmlns:a16="http://schemas.microsoft.com/office/drawing/2014/main" id="{7CC5F1BB-42D6-0249-B0F8-2B90E1DE6527}"/>
              </a:ext>
            </a:extLst>
          </p:cNvPr>
          <p:cNvPicPr>
            <a:picLocks noChangeAspect="1"/>
          </p:cNvPicPr>
          <p:nvPr/>
        </p:nvPicPr>
        <p:blipFill>
          <a:blip r:embed="rId90">
            <a:extLst>
              <a:ext uri="{96DAC541-7B7A-43D3-8B79-37D633B846F1}">
                <asvg:svgBlip xmlns:asvg="http://schemas.microsoft.com/office/drawing/2016/SVG/main" r:embed="rId91"/>
              </a:ext>
            </a:extLst>
          </a:blip>
          <a:stretch>
            <a:fillRect/>
          </a:stretch>
        </p:blipFill>
        <p:spPr>
          <a:xfrm>
            <a:off x="3015636" y="2988210"/>
            <a:ext cx="252000" cy="252000"/>
          </a:xfrm>
          <a:prstGeom prst="rect">
            <a:avLst/>
          </a:prstGeom>
        </p:spPr>
      </p:pic>
      <p:pic>
        <p:nvPicPr>
          <p:cNvPr id="111" name="Рисунок 110">
            <a:extLst>
              <a:ext uri="{FF2B5EF4-FFF2-40B4-BE49-F238E27FC236}">
                <a16:creationId xmlns:a16="http://schemas.microsoft.com/office/drawing/2014/main" id="{C22EAC92-8610-D341-85ED-09EE3C3D15CF}"/>
              </a:ext>
            </a:extLst>
          </p:cNvPr>
          <p:cNvPicPr>
            <a:picLocks noChangeAspect="1"/>
          </p:cNvPicPr>
          <p:nvPr/>
        </p:nvPicPr>
        <p:blipFill>
          <a:blip r:embed="rId92">
            <a:extLst>
              <a:ext uri="{96DAC541-7B7A-43D3-8B79-37D633B846F1}">
                <asvg:svgBlip xmlns:asvg="http://schemas.microsoft.com/office/drawing/2016/SVG/main" r:embed="rId93"/>
              </a:ext>
            </a:extLst>
          </a:blip>
          <a:stretch>
            <a:fillRect/>
          </a:stretch>
        </p:blipFill>
        <p:spPr>
          <a:xfrm>
            <a:off x="3607892" y="2988210"/>
            <a:ext cx="252000" cy="252000"/>
          </a:xfrm>
          <a:prstGeom prst="rect">
            <a:avLst/>
          </a:prstGeom>
        </p:spPr>
      </p:pic>
      <p:pic>
        <p:nvPicPr>
          <p:cNvPr id="113" name="Рисунок 112">
            <a:extLst>
              <a:ext uri="{FF2B5EF4-FFF2-40B4-BE49-F238E27FC236}">
                <a16:creationId xmlns:a16="http://schemas.microsoft.com/office/drawing/2014/main" id="{3EBF2446-2BC7-9944-8E2D-6595448F8714}"/>
              </a:ext>
            </a:extLst>
          </p:cNvPr>
          <p:cNvPicPr>
            <a:picLocks noChangeAspect="1"/>
          </p:cNvPicPr>
          <p:nvPr/>
        </p:nvPicPr>
        <p:blipFill>
          <a:blip r:embed="rId94">
            <a:extLst>
              <a:ext uri="{96DAC541-7B7A-43D3-8B79-37D633B846F1}">
                <asvg:svgBlip xmlns:asvg="http://schemas.microsoft.com/office/drawing/2016/SVG/main" r:embed="rId95"/>
              </a:ext>
            </a:extLst>
          </a:blip>
          <a:stretch>
            <a:fillRect/>
          </a:stretch>
        </p:blipFill>
        <p:spPr>
          <a:xfrm>
            <a:off x="4223445" y="2988210"/>
            <a:ext cx="252000" cy="252000"/>
          </a:xfrm>
          <a:prstGeom prst="rect">
            <a:avLst/>
          </a:prstGeom>
        </p:spPr>
      </p:pic>
      <p:pic>
        <p:nvPicPr>
          <p:cNvPr id="115" name="Рисунок 114">
            <a:extLst>
              <a:ext uri="{FF2B5EF4-FFF2-40B4-BE49-F238E27FC236}">
                <a16:creationId xmlns:a16="http://schemas.microsoft.com/office/drawing/2014/main" id="{07589F1C-A987-BE45-B24D-9F640B183F11}"/>
              </a:ext>
            </a:extLst>
          </p:cNvPr>
          <p:cNvPicPr>
            <a:picLocks noChangeAspect="1"/>
          </p:cNvPicPr>
          <p:nvPr/>
        </p:nvPicPr>
        <p:blipFill>
          <a:blip r:embed="rId96">
            <a:extLst>
              <a:ext uri="{96DAC541-7B7A-43D3-8B79-37D633B846F1}">
                <asvg:svgBlip xmlns:asvg="http://schemas.microsoft.com/office/drawing/2016/SVG/main" r:embed="rId97"/>
              </a:ext>
            </a:extLst>
          </a:blip>
          <a:stretch>
            <a:fillRect/>
          </a:stretch>
        </p:blipFill>
        <p:spPr>
          <a:xfrm>
            <a:off x="4838998" y="2988210"/>
            <a:ext cx="252000" cy="252000"/>
          </a:xfrm>
          <a:prstGeom prst="rect">
            <a:avLst/>
          </a:prstGeom>
        </p:spPr>
      </p:pic>
      <p:pic>
        <p:nvPicPr>
          <p:cNvPr id="117" name="Рисунок 116">
            <a:extLst>
              <a:ext uri="{FF2B5EF4-FFF2-40B4-BE49-F238E27FC236}">
                <a16:creationId xmlns:a16="http://schemas.microsoft.com/office/drawing/2014/main" id="{FBDDC698-FA66-444E-87C6-90F97F023974}"/>
              </a:ext>
            </a:extLst>
          </p:cNvPr>
          <p:cNvPicPr>
            <a:picLocks noChangeAspect="1"/>
          </p:cNvPicPr>
          <p:nvPr/>
        </p:nvPicPr>
        <p:blipFill>
          <a:blip r:embed="rId98">
            <a:extLst>
              <a:ext uri="{96DAC541-7B7A-43D3-8B79-37D633B846F1}">
                <asvg:svgBlip xmlns:asvg="http://schemas.microsoft.com/office/drawing/2016/SVG/main" r:embed="rId99"/>
              </a:ext>
            </a:extLst>
          </a:blip>
          <a:stretch>
            <a:fillRect/>
          </a:stretch>
        </p:blipFill>
        <p:spPr>
          <a:xfrm>
            <a:off x="5454551" y="2988210"/>
            <a:ext cx="252000" cy="252000"/>
          </a:xfrm>
          <a:prstGeom prst="rect">
            <a:avLst/>
          </a:prstGeom>
        </p:spPr>
      </p:pic>
      <p:pic>
        <p:nvPicPr>
          <p:cNvPr id="119" name="Рисунок 118">
            <a:extLst>
              <a:ext uri="{FF2B5EF4-FFF2-40B4-BE49-F238E27FC236}">
                <a16:creationId xmlns:a16="http://schemas.microsoft.com/office/drawing/2014/main" id="{EECBAADE-A092-6B40-A279-71146F24A65D}"/>
              </a:ext>
            </a:extLst>
          </p:cNvPr>
          <p:cNvPicPr>
            <a:picLocks noChangeAspect="1"/>
          </p:cNvPicPr>
          <p:nvPr/>
        </p:nvPicPr>
        <p:blipFill>
          <a:blip r:embed="rId100">
            <a:extLst>
              <a:ext uri="{96DAC541-7B7A-43D3-8B79-37D633B846F1}">
                <asvg:svgBlip xmlns:asvg="http://schemas.microsoft.com/office/drawing/2016/SVG/main" r:embed="rId101"/>
              </a:ext>
            </a:extLst>
          </a:blip>
          <a:stretch>
            <a:fillRect/>
          </a:stretch>
        </p:blipFill>
        <p:spPr>
          <a:xfrm>
            <a:off x="6070104" y="2988210"/>
            <a:ext cx="252000" cy="252000"/>
          </a:xfrm>
          <a:prstGeom prst="rect">
            <a:avLst/>
          </a:prstGeom>
        </p:spPr>
      </p:pic>
      <p:pic>
        <p:nvPicPr>
          <p:cNvPr id="121" name="Рисунок 120">
            <a:extLst>
              <a:ext uri="{FF2B5EF4-FFF2-40B4-BE49-F238E27FC236}">
                <a16:creationId xmlns:a16="http://schemas.microsoft.com/office/drawing/2014/main" id="{0733BBF6-A938-2F40-9BB2-657F00E36226}"/>
              </a:ext>
            </a:extLst>
          </p:cNvPr>
          <p:cNvPicPr>
            <a:picLocks noChangeAspect="1"/>
          </p:cNvPicPr>
          <p:nvPr/>
        </p:nvPicPr>
        <p:blipFill>
          <a:blip r:embed="rId102">
            <a:extLst>
              <a:ext uri="{96DAC541-7B7A-43D3-8B79-37D633B846F1}">
                <asvg:svgBlip xmlns:asvg="http://schemas.microsoft.com/office/drawing/2016/SVG/main" r:embed="rId103"/>
              </a:ext>
            </a:extLst>
          </a:blip>
          <a:stretch>
            <a:fillRect/>
          </a:stretch>
        </p:blipFill>
        <p:spPr>
          <a:xfrm>
            <a:off x="6685657" y="2988210"/>
            <a:ext cx="252000" cy="252000"/>
          </a:xfrm>
          <a:prstGeom prst="rect">
            <a:avLst/>
          </a:prstGeom>
        </p:spPr>
      </p:pic>
      <p:pic>
        <p:nvPicPr>
          <p:cNvPr id="123" name="Рисунок 122">
            <a:extLst>
              <a:ext uri="{FF2B5EF4-FFF2-40B4-BE49-F238E27FC236}">
                <a16:creationId xmlns:a16="http://schemas.microsoft.com/office/drawing/2014/main" id="{4E0A0D94-567E-DC4C-B9A6-2542EB43C90F}"/>
              </a:ext>
            </a:extLst>
          </p:cNvPr>
          <p:cNvPicPr>
            <a:picLocks noChangeAspect="1"/>
          </p:cNvPicPr>
          <p:nvPr/>
        </p:nvPicPr>
        <p:blipFill>
          <a:blip r:embed="rId104">
            <a:extLst>
              <a:ext uri="{96DAC541-7B7A-43D3-8B79-37D633B846F1}">
                <asvg:svgBlip xmlns:asvg="http://schemas.microsoft.com/office/drawing/2016/SVG/main" r:embed="rId105"/>
              </a:ext>
            </a:extLst>
          </a:blip>
          <a:stretch>
            <a:fillRect/>
          </a:stretch>
        </p:blipFill>
        <p:spPr>
          <a:xfrm>
            <a:off x="7309623" y="2988210"/>
            <a:ext cx="252000" cy="252000"/>
          </a:xfrm>
          <a:prstGeom prst="rect">
            <a:avLst/>
          </a:prstGeom>
        </p:spPr>
      </p:pic>
      <p:pic>
        <p:nvPicPr>
          <p:cNvPr id="127" name="Рисунок 126">
            <a:extLst>
              <a:ext uri="{FF2B5EF4-FFF2-40B4-BE49-F238E27FC236}">
                <a16:creationId xmlns:a16="http://schemas.microsoft.com/office/drawing/2014/main" id="{DF9397CA-04A8-3443-8826-5C537C29BE06}"/>
              </a:ext>
            </a:extLst>
          </p:cNvPr>
          <p:cNvPicPr>
            <a:picLocks noChangeAspect="1"/>
          </p:cNvPicPr>
          <p:nvPr/>
        </p:nvPicPr>
        <p:blipFill>
          <a:blip r:embed="rId106">
            <a:extLst>
              <a:ext uri="{96DAC541-7B7A-43D3-8B79-37D633B846F1}">
                <asvg:svgBlip xmlns:asvg="http://schemas.microsoft.com/office/drawing/2016/SVG/main" r:embed="rId107"/>
              </a:ext>
            </a:extLst>
          </a:blip>
          <a:stretch>
            <a:fillRect/>
          </a:stretch>
        </p:blipFill>
        <p:spPr>
          <a:xfrm>
            <a:off x="8546184" y="2988210"/>
            <a:ext cx="252000" cy="252000"/>
          </a:xfrm>
          <a:prstGeom prst="rect">
            <a:avLst/>
          </a:prstGeom>
        </p:spPr>
      </p:pic>
      <p:pic>
        <p:nvPicPr>
          <p:cNvPr id="129" name="Рисунок 128">
            <a:extLst>
              <a:ext uri="{FF2B5EF4-FFF2-40B4-BE49-F238E27FC236}">
                <a16:creationId xmlns:a16="http://schemas.microsoft.com/office/drawing/2014/main" id="{13879844-1D51-7747-8D7F-76ABBDB11AA3}"/>
              </a:ext>
            </a:extLst>
          </p:cNvPr>
          <p:cNvPicPr>
            <a:picLocks noChangeAspect="1"/>
          </p:cNvPicPr>
          <p:nvPr/>
        </p:nvPicPr>
        <p:blipFill>
          <a:blip r:embed="rId108">
            <a:extLst>
              <a:ext uri="{96DAC541-7B7A-43D3-8B79-37D633B846F1}">
                <asvg:svgBlip xmlns:asvg="http://schemas.microsoft.com/office/drawing/2016/SVG/main" r:embed="rId109"/>
              </a:ext>
            </a:extLst>
          </a:blip>
          <a:stretch>
            <a:fillRect/>
          </a:stretch>
        </p:blipFill>
        <p:spPr>
          <a:xfrm>
            <a:off x="9147869" y="2988210"/>
            <a:ext cx="252000" cy="252000"/>
          </a:xfrm>
          <a:prstGeom prst="rect">
            <a:avLst/>
          </a:prstGeom>
        </p:spPr>
      </p:pic>
      <p:pic>
        <p:nvPicPr>
          <p:cNvPr id="131" name="Рисунок 130">
            <a:extLst>
              <a:ext uri="{FF2B5EF4-FFF2-40B4-BE49-F238E27FC236}">
                <a16:creationId xmlns:a16="http://schemas.microsoft.com/office/drawing/2014/main" id="{25E84A63-5FB2-354F-9829-7B4703AFC6A4}"/>
              </a:ext>
            </a:extLst>
          </p:cNvPr>
          <p:cNvPicPr>
            <a:picLocks noChangeAspect="1"/>
          </p:cNvPicPr>
          <p:nvPr/>
        </p:nvPicPr>
        <p:blipFill>
          <a:blip r:embed="rId110">
            <a:extLst>
              <a:ext uri="{96DAC541-7B7A-43D3-8B79-37D633B846F1}">
                <asvg:svgBlip xmlns:asvg="http://schemas.microsoft.com/office/drawing/2016/SVG/main" r:embed="rId111"/>
              </a:ext>
            </a:extLst>
          </a:blip>
          <a:stretch>
            <a:fillRect/>
          </a:stretch>
        </p:blipFill>
        <p:spPr>
          <a:xfrm>
            <a:off x="9748557" y="2988210"/>
            <a:ext cx="252000" cy="252000"/>
          </a:xfrm>
          <a:prstGeom prst="rect">
            <a:avLst/>
          </a:prstGeom>
        </p:spPr>
      </p:pic>
      <p:pic>
        <p:nvPicPr>
          <p:cNvPr id="133" name="Рисунок 132">
            <a:extLst>
              <a:ext uri="{FF2B5EF4-FFF2-40B4-BE49-F238E27FC236}">
                <a16:creationId xmlns:a16="http://schemas.microsoft.com/office/drawing/2014/main" id="{9A703665-CD99-6B4B-A416-147E1A5BFE6E}"/>
              </a:ext>
            </a:extLst>
          </p:cNvPr>
          <p:cNvPicPr>
            <a:picLocks noChangeAspect="1"/>
          </p:cNvPicPr>
          <p:nvPr/>
        </p:nvPicPr>
        <p:blipFill>
          <a:blip r:embed="rId112">
            <a:extLst>
              <a:ext uri="{96DAC541-7B7A-43D3-8B79-37D633B846F1}">
                <asvg:svgBlip xmlns:asvg="http://schemas.microsoft.com/office/drawing/2016/SVG/main" r:embed="rId113"/>
              </a:ext>
            </a:extLst>
          </a:blip>
          <a:stretch>
            <a:fillRect/>
          </a:stretch>
        </p:blipFill>
        <p:spPr>
          <a:xfrm>
            <a:off x="1795627" y="3548828"/>
            <a:ext cx="252000" cy="252000"/>
          </a:xfrm>
          <a:prstGeom prst="rect">
            <a:avLst/>
          </a:prstGeom>
        </p:spPr>
      </p:pic>
      <p:pic>
        <p:nvPicPr>
          <p:cNvPr id="135" name="Рисунок 134">
            <a:extLst>
              <a:ext uri="{FF2B5EF4-FFF2-40B4-BE49-F238E27FC236}">
                <a16:creationId xmlns:a16="http://schemas.microsoft.com/office/drawing/2014/main" id="{CF003B62-11F5-1944-81F8-67E725C47C91}"/>
              </a:ext>
            </a:extLst>
          </p:cNvPr>
          <p:cNvPicPr>
            <a:picLocks noChangeAspect="1"/>
          </p:cNvPicPr>
          <p:nvPr/>
        </p:nvPicPr>
        <p:blipFill>
          <a:blip r:embed="rId114">
            <a:extLst>
              <a:ext uri="{96DAC541-7B7A-43D3-8B79-37D633B846F1}">
                <asvg:svgBlip xmlns:asvg="http://schemas.microsoft.com/office/drawing/2016/SVG/main" r:embed="rId115"/>
              </a:ext>
            </a:extLst>
          </a:blip>
          <a:stretch>
            <a:fillRect/>
          </a:stretch>
        </p:blipFill>
        <p:spPr>
          <a:xfrm>
            <a:off x="2388527" y="3548828"/>
            <a:ext cx="252000" cy="252000"/>
          </a:xfrm>
          <a:prstGeom prst="rect">
            <a:avLst/>
          </a:prstGeom>
        </p:spPr>
      </p:pic>
      <p:pic>
        <p:nvPicPr>
          <p:cNvPr id="137" name="Рисунок 136">
            <a:extLst>
              <a:ext uri="{FF2B5EF4-FFF2-40B4-BE49-F238E27FC236}">
                <a16:creationId xmlns:a16="http://schemas.microsoft.com/office/drawing/2014/main" id="{E3883FC1-F5E7-454E-B859-CE66CFCE40CB}"/>
              </a:ext>
            </a:extLst>
          </p:cNvPr>
          <p:cNvPicPr>
            <a:picLocks noChangeAspect="1"/>
          </p:cNvPicPr>
          <p:nvPr/>
        </p:nvPicPr>
        <p:blipFill>
          <a:blip r:embed="rId116">
            <a:extLst>
              <a:ext uri="{96DAC541-7B7A-43D3-8B79-37D633B846F1}">
                <asvg:svgBlip xmlns:asvg="http://schemas.microsoft.com/office/drawing/2016/SVG/main" r:embed="rId117"/>
              </a:ext>
            </a:extLst>
          </a:blip>
          <a:stretch>
            <a:fillRect/>
          </a:stretch>
        </p:blipFill>
        <p:spPr>
          <a:xfrm>
            <a:off x="3015636" y="3548828"/>
            <a:ext cx="252000" cy="252000"/>
          </a:xfrm>
          <a:prstGeom prst="rect">
            <a:avLst/>
          </a:prstGeom>
        </p:spPr>
      </p:pic>
      <p:pic>
        <p:nvPicPr>
          <p:cNvPr id="139" name="Рисунок 138">
            <a:extLst>
              <a:ext uri="{FF2B5EF4-FFF2-40B4-BE49-F238E27FC236}">
                <a16:creationId xmlns:a16="http://schemas.microsoft.com/office/drawing/2014/main" id="{75FDEB20-4401-334E-A367-CFB09303AB50}"/>
              </a:ext>
            </a:extLst>
          </p:cNvPr>
          <p:cNvPicPr>
            <a:picLocks noChangeAspect="1"/>
          </p:cNvPicPr>
          <p:nvPr/>
        </p:nvPicPr>
        <p:blipFill>
          <a:blip r:embed="rId118">
            <a:extLst>
              <a:ext uri="{96DAC541-7B7A-43D3-8B79-37D633B846F1}">
                <asvg:svgBlip xmlns:asvg="http://schemas.microsoft.com/office/drawing/2016/SVG/main" r:embed="rId119"/>
              </a:ext>
            </a:extLst>
          </a:blip>
          <a:stretch>
            <a:fillRect/>
          </a:stretch>
        </p:blipFill>
        <p:spPr>
          <a:xfrm>
            <a:off x="3607892" y="3548828"/>
            <a:ext cx="252000" cy="252000"/>
          </a:xfrm>
          <a:prstGeom prst="rect">
            <a:avLst/>
          </a:prstGeom>
        </p:spPr>
      </p:pic>
      <p:pic>
        <p:nvPicPr>
          <p:cNvPr id="141" name="Рисунок 140">
            <a:extLst>
              <a:ext uri="{FF2B5EF4-FFF2-40B4-BE49-F238E27FC236}">
                <a16:creationId xmlns:a16="http://schemas.microsoft.com/office/drawing/2014/main" id="{FECC3A87-88DB-4440-96B6-6C7094602C65}"/>
              </a:ext>
            </a:extLst>
          </p:cNvPr>
          <p:cNvPicPr>
            <a:picLocks noChangeAspect="1"/>
          </p:cNvPicPr>
          <p:nvPr/>
        </p:nvPicPr>
        <p:blipFill>
          <a:blip r:embed="rId120">
            <a:extLst>
              <a:ext uri="{96DAC541-7B7A-43D3-8B79-37D633B846F1}">
                <asvg:svgBlip xmlns:asvg="http://schemas.microsoft.com/office/drawing/2016/SVG/main" r:embed="rId121"/>
              </a:ext>
            </a:extLst>
          </a:blip>
          <a:stretch>
            <a:fillRect/>
          </a:stretch>
        </p:blipFill>
        <p:spPr>
          <a:xfrm>
            <a:off x="4223445" y="3548828"/>
            <a:ext cx="252000" cy="252000"/>
          </a:xfrm>
          <a:prstGeom prst="rect">
            <a:avLst/>
          </a:prstGeom>
        </p:spPr>
      </p:pic>
      <p:pic>
        <p:nvPicPr>
          <p:cNvPr id="143" name="Рисунок 142">
            <a:extLst>
              <a:ext uri="{FF2B5EF4-FFF2-40B4-BE49-F238E27FC236}">
                <a16:creationId xmlns:a16="http://schemas.microsoft.com/office/drawing/2014/main" id="{57059767-6D24-5644-850A-E801775C774A}"/>
              </a:ext>
            </a:extLst>
          </p:cNvPr>
          <p:cNvPicPr>
            <a:picLocks noChangeAspect="1"/>
          </p:cNvPicPr>
          <p:nvPr/>
        </p:nvPicPr>
        <p:blipFill>
          <a:blip r:embed="rId122">
            <a:extLst>
              <a:ext uri="{96DAC541-7B7A-43D3-8B79-37D633B846F1}">
                <asvg:svgBlip xmlns:asvg="http://schemas.microsoft.com/office/drawing/2016/SVG/main" r:embed="rId123"/>
              </a:ext>
            </a:extLst>
          </a:blip>
          <a:stretch>
            <a:fillRect/>
          </a:stretch>
        </p:blipFill>
        <p:spPr>
          <a:xfrm>
            <a:off x="5454551" y="3548828"/>
            <a:ext cx="252000" cy="252000"/>
          </a:xfrm>
          <a:prstGeom prst="rect">
            <a:avLst/>
          </a:prstGeom>
        </p:spPr>
      </p:pic>
      <p:pic>
        <p:nvPicPr>
          <p:cNvPr id="145" name="Рисунок 144">
            <a:extLst>
              <a:ext uri="{FF2B5EF4-FFF2-40B4-BE49-F238E27FC236}">
                <a16:creationId xmlns:a16="http://schemas.microsoft.com/office/drawing/2014/main" id="{8A3373E3-4DD2-DD41-8A75-56F1CFDB29A4}"/>
              </a:ext>
            </a:extLst>
          </p:cNvPr>
          <p:cNvPicPr>
            <a:picLocks noChangeAspect="1"/>
          </p:cNvPicPr>
          <p:nvPr/>
        </p:nvPicPr>
        <p:blipFill>
          <a:blip r:embed="rId124">
            <a:extLst>
              <a:ext uri="{96DAC541-7B7A-43D3-8B79-37D633B846F1}">
                <asvg:svgBlip xmlns:asvg="http://schemas.microsoft.com/office/drawing/2016/SVG/main" r:embed="rId125"/>
              </a:ext>
            </a:extLst>
          </a:blip>
          <a:stretch>
            <a:fillRect/>
          </a:stretch>
        </p:blipFill>
        <p:spPr>
          <a:xfrm>
            <a:off x="4838998" y="3548828"/>
            <a:ext cx="252000" cy="252000"/>
          </a:xfrm>
          <a:prstGeom prst="rect">
            <a:avLst/>
          </a:prstGeom>
        </p:spPr>
      </p:pic>
      <p:pic>
        <p:nvPicPr>
          <p:cNvPr id="147" name="Рисунок 146">
            <a:extLst>
              <a:ext uri="{FF2B5EF4-FFF2-40B4-BE49-F238E27FC236}">
                <a16:creationId xmlns:a16="http://schemas.microsoft.com/office/drawing/2014/main" id="{72480E5B-A751-BD42-A1BA-115D7504F223}"/>
              </a:ext>
            </a:extLst>
          </p:cNvPr>
          <p:cNvPicPr>
            <a:picLocks noChangeAspect="1"/>
          </p:cNvPicPr>
          <p:nvPr/>
        </p:nvPicPr>
        <p:blipFill>
          <a:blip r:embed="rId126">
            <a:extLst>
              <a:ext uri="{96DAC541-7B7A-43D3-8B79-37D633B846F1}">
                <asvg:svgBlip xmlns:asvg="http://schemas.microsoft.com/office/drawing/2016/SVG/main" r:embed="rId127"/>
              </a:ext>
            </a:extLst>
          </a:blip>
          <a:stretch>
            <a:fillRect/>
          </a:stretch>
        </p:blipFill>
        <p:spPr>
          <a:xfrm>
            <a:off x="1795627" y="4109446"/>
            <a:ext cx="252000" cy="252000"/>
          </a:xfrm>
          <a:prstGeom prst="rect">
            <a:avLst/>
          </a:prstGeom>
        </p:spPr>
      </p:pic>
      <p:pic>
        <p:nvPicPr>
          <p:cNvPr id="149" name="Рисунок 148">
            <a:extLst>
              <a:ext uri="{FF2B5EF4-FFF2-40B4-BE49-F238E27FC236}">
                <a16:creationId xmlns:a16="http://schemas.microsoft.com/office/drawing/2014/main" id="{147EC821-9EC6-0C42-9D88-A17D62C7BFA9}"/>
              </a:ext>
            </a:extLst>
          </p:cNvPr>
          <p:cNvPicPr>
            <a:picLocks noChangeAspect="1"/>
          </p:cNvPicPr>
          <p:nvPr/>
        </p:nvPicPr>
        <p:blipFill>
          <a:blip r:embed="rId128">
            <a:extLst>
              <a:ext uri="{96DAC541-7B7A-43D3-8B79-37D633B846F1}">
                <asvg:svgBlip xmlns:asvg="http://schemas.microsoft.com/office/drawing/2016/SVG/main" r:embed="rId129"/>
              </a:ext>
            </a:extLst>
          </a:blip>
          <a:stretch>
            <a:fillRect/>
          </a:stretch>
        </p:blipFill>
        <p:spPr>
          <a:xfrm>
            <a:off x="6685657" y="3548828"/>
            <a:ext cx="252000" cy="252000"/>
          </a:xfrm>
          <a:prstGeom prst="rect">
            <a:avLst/>
          </a:prstGeom>
        </p:spPr>
      </p:pic>
      <p:pic>
        <p:nvPicPr>
          <p:cNvPr id="151" name="Рисунок 150">
            <a:extLst>
              <a:ext uri="{FF2B5EF4-FFF2-40B4-BE49-F238E27FC236}">
                <a16:creationId xmlns:a16="http://schemas.microsoft.com/office/drawing/2014/main" id="{F612EDBE-DAC7-774A-8B8D-E0D53DC02906}"/>
              </a:ext>
            </a:extLst>
          </p:cNvPr>
          <p:cNvPicPr>
            <a:picLocks noChangeAspect="1"/>
          </p:cNvPicPr>
          <p:nvPr/>
        </p:nvPicPr>
        <p:blipFill>
          <a:blip r:embed="rId130">
            <a:extLst>
              <a:ext uri="{96DAC541-7B7A-43D3-8B79-37D633B846F1}">
                <asvg:svgBlip xmlns:asvg="http://schemas.microsoft.com/office/drawing/2016/SVG/main" r:embed="rId131"/>
              </a:ext>
            </a:extLst>
          </a:blip>
          <a:stretch>
            <a:fillRect/>
          </a:stretch>
        </p:blipFill>
        <p:spPr>
          <a:xfrm>
            <a:off x="7309623" y="3548828"/>
            <a:ext cx="252000" cy="252000"/>
          </a:xfrm>
          <a:prstGeom prst="rect">
            <a:avLst/>
          </a:prstGeom>
        </p:spPr>
      </p:pic>
      <p:pic>
        <p:nvPicPr>
          <p:cNvPr id="153" name="Рисунок 152">
            <a:extLst>
              <a:ext uri="{FF2B5EF4-FFF2-40B4-BE49-F238E27FC236}">
                <a16:creationId xmlns:a16="http://schemas.microsoft.com/office/drawing/2014/main" id="{F73D2AEB-CD7C-6E46-9086-88D54144C41E}"/>
              </a:ext>
            </a:extLst>
          </p:cNvPr>
          <p:cNvPicPr>
            <a:picLocks noChangeAspect="1"/>
          </p:cNvPicPr>
          <p:nvPr/>
        </p:nvPicPr>
        <p:blipFill>
          <a:blip r:embed="rId132">
            <a:extLst>
              <a:ext uri="{96DAC541-7B7A-43D3-8B79-37D633B846F1}">
                <asvg:svgBlip xmlns:asvg="http://schemas.microsoft.com/office/drawing/2016/SVG/main" r:embed="rId133"/>
              </a:ext>
            </a:extLst>
          </a:blip>
          <a:stretch>
            <a:fillRect/>
          </a:stretch>
        </p:blipFill>
        <p:spPr>
          <a:xfrm>
            <a:off x="7935005" y="3548828"/>
            <a:ext cx="252000" cy="252000"/>
          </a:xfrm>
          <a:prstGeom prst="rect">
            <a:avLst/>
          </a:prstGeom>
        </p:spPr>
      </p:pic>
      <p:pic>
        <p:nvPicPr>
          <p:cNvPr id="155" name="Рисунок 154">
            <a:extLst>
              <a:ext uri="{FF2B5EF4-FFF2-40B4-BE49-F238E27FC236}">
                <a16:creationId xmlns:a16="http://schemas.microsoft.com/office/drawing/2014/main" id="{06D54CF3-ADBF-5240-9851-A1938AD06707}"/>
              </a:ext>
            </a:extLst>
          </p:cNvPr>
          <p:cNvPicPr>
            <a:picLocks noChangeAspect="1"/>
          </p:cNvPicPr>
          <p:nvPr/>
        </p:nvPicPr>
        <p:blipFill>
          <a:blip r:embed="rId134">
            <a:extLst>
              <a:ext uri="{96DAC541-7B7A-43D3-8B79-37D633B846F1}">
                <asvg:svgBlip xmlns:asvg="http://schemas.microsoft.com/office/drawing/2016/SVG/main" r:embed="rId135"/>
              </a:ext>
            </a:extLst>
          </a:blip>
          <a:stretch>
            <a:fillRect/>
          </a:stretch>
        </p:blipFill>
        <p:spPr>
          <a:xfrm>
            <a:off x="8546184" y="3548828"/>
            <a:ext cx="252000" cy="252000"/>
          </a:xfrm>
          <a:prstGeom prst="rect">
            <a:avLst/>
          </a:prstGeom>
        </p:spPr>
      </p:pic>
      <p:pic>
        <p:nvPicPr>
          <p:cNvPr id="157" name="Рисунок 156">
            <a:extLst>
              <a:ext uri="{FF2B5EF4-FFF2-40B4-BE49-F238E27FC236}">
                <a16:creationId xmlns:a16="http://schemas.microsoft.com/office/drawing/2014/main" id="{DA76C78B-ECF3-8B49-993D-11FE2CBAC733}"/>
              </a:ext>
            </a:extLst>
          </p:cNvPr>
          <p:cNvPicPr>
            <a:picLocks noChangeAspect="1"/>
          </p:cNvPicPr>
          <p:nvPr/>
        </p:nvPicPr>
        <p:blipFill>
          <a:blip r:embed="rId136">
            <a:extLst>
              <a:ext uri="{96DAC541-7B7A-43D3-8B79-37D633B846F1}">
                <asvg:svgBlip xmlns:asvg="http://schemas.microsoft.com/office/drawing/2016/SVG/main" r:embed="rId137"/>
              </a:ext>
            </a:extLst>
          </a:blip>
          <a:stretch>
            <a:fillRect/>
          </a:stretch>
        </p:blipFill>
        <p:spPr>
          <a:xfrm>
            <a:off x="9147869" y="3548828"/>
            <a:ext cx="252000" cy="252000"/>
          </a:xfrm>
          <a:prstGeom prst="rect">
            <a:avLst/>
          </a:prstGeom>
        </p:spPr>
      </p:pic>
      <p:pic>
        <p:nvPicPr>
          <p:cNvPr id="159" name="Рисунок 158">
            <a:extLst>
              <a:ext uri="{FF2B5EF4-FFF2-40B4-BE49-F238E27FC236}">
                <a16:creationId xmlns:a16="http://schemas.microsoft.com/office/drawing/2014/main" id="{75F997AD-0B0F-A142-B7AA-8809ACED798C}"/>
              </a:ext>
            </a:extLst>
          </p:cNvPr>
          <p:cNvPicPr>
            <a:picLocks noChangeAspect="1"/>
          </p:cNvPicPr>
          <p:nvPr/>
        </p:nvPicPr>
        <p:blipFill>
          <a:blip r:embed="rId138">
            <a:extLst>
              <a:ext uri="{96DAC541-7B7A-43D3-8B79-37D633B846F1}">
                <asvg:svgBlip xmlns:asvg="http://schemas.microsoft.com/office/drawing/2016/SVG/main" r:embed="rId139"/>
              </a:ext>
            </a:extLst>
          </a:blip>
          <a:stretch>
            <a:fillRect/>
          </a:stretch>
        </p:blipFill>
        <p:spPr>
          <a:xfrm>
            <a:off x="9748557" y="3548828"/>
            <a:ext cx="252000" cy="252000"/>
          </a:xfrm>
          <a:prstGeom prst="rect">
            <a:avLst/>
          </a:prstGeom>
        </p:spPr>
      </p:pic>
      <p:pic>
        <p:nvPicPr>
          <p:cNvPr id="161" name="Рисунок 160">
            <a:extLst>
              <a:ext uri="{FF2B5EF4-FFF2-40B4-BE49-F238E27FC236}">
                <a16:creationId xmlns:a16="http://schemas.microsoft.com/office/drawing/2014/main" id="{3C28E638-6445-9F4B-9704-760DEF41DC60}"/>
              </a:ext>
            </a:extLst>
          </p:cNvPr>
          <p:cNvPicPr>
            <a:picLocks noChangeAspect="1"/>
          </p:cNvPicPr>
          <p:nvPr/>
        </p:nvPicPr>
        <p:blipFill>
          <a:blip r:embed="rId140">
            <a:extLst>
              <a:ext uri="{96DAC541-7B7A-43D3-8B79-37D633B846F1}">
                <asvg:svgBlip xmlns:asvg="http://schemas.microsoft.com/office/drawing/2016/SVG/main" r:embed="rId141"/>
              </a:ext>
            </a:extLst>
          </a:blip>
          <a:stretch>
            <a:fillRect/>
          </a:stretch>
        </p:blipFill>
        <p:spPr>
          <a:xfrm>
            <a:off x="6070104" y="3548828"/>
            <a:ext cx="252000" cy="252000"/>
          </a:xfrm>
          <a:prstGeom prst="rect">
            <a:avLst/>
          </a:prstGeom>
        </p:spPr>
      </p:pic>
      <p:pic>
        <p:nvPicPr>
          <p:cNvPr id="163" name="Рисунок 162">
            <a:extLst>
              <a:ext uri="{FF2B5EF4-FFF2-40B4-BE49-F238E27FC236}">
                <a16:creationId xmlns:a16="http://schemas.microsoft.com/office/drawing/2014/main" id="{A3D91E90-8AEC-D441-82C7-02C9DEC72006}"/>
              </a:ext>
            </a:extLst>
          </p:cNvPr>
          <p:cNvPicPr>
            <a:picLocks noChangeAspect="1"/>
          </p:cNvPicPr>
          <p:nvPr/>
        </p:nvPicPr>
        <p:blipFill>
          <a:blip r:embed="rId142">
            <a:extLst>
              <a:ext uri="{96DAC541-7B7A-43D3-8B79-37D633B846F1}">
                <asvg:svgBlip xmlns:asvg="http://schemas.microsoft.com/office/drawing/2016/SVG/main" r:embed="rId143"/>
              </a:ext>
            </a:extLst>
          </a:blip>
          <a:stretch>
            <a:fillRect/>
          </a:stretch>
        </p:blipFill>
        <p:spPr>
          <a:xfrm>
            <a:off x="3015636" y="4109446"/>
            <a:ext cx="252000" cy="252000"/>
          </a:xfrm>
          <a:prstGeom prst="rect">
            <a:avLst/>
          </a:prstGeom>
        </p:spPr>
      </p:pic>
      <p:pic>
        <p:nvPicPr>
          <p:cNvPr id="165" name="Рисунок 164">
            <a:extLst>
              <a:ext uri="{FF2B5EF4-FFF2-40B4-BE49-F238E27FC236}">
                <a16:creationId xmlns:a16="http://schemas.microsoft.com/office/drawing/2014/main" id="{7EEA7887-68EC-5747-8AEB-01129CDC4C11}"/>
              </a:ext>
            </a:extLst>
          </p:cNvPr>
          <p:cNvPicPr>
            <a:picLocks noChangeAspect="1"/>
          </p:cNvPicPr>
          <p:nvPr/>
        </p:nvPicPr>
        <p:blipFill>
          <a:blip r:embed="rId144">
            <a:extLst>
              <a:ext uri="{96DAC541-7B7A-43D3-8B79-37D633B846F1}">
                <asvg:svgBlip xmlns:asvg="http://schemas.microsoft.com/office/drawing/2016/SVG/main" r:embed="rId145"/>
              </a:ext>
            </a:extLst>
          </a:blip>
          <a:stretch>
            <a:fillRect/>
          </a:stretch>
        </p:blipFill>
        <p:spPr>
          <a:xfrm>
            <a:off x="2388527" y="4109446"/>
            <a:ext cx="252000" cy="252000"/>
          </a:xfrm>
          <a:prstGeom prst="rect">
            <a:avLst/>
          </a:prstGeom>
        </p:spPr>
      </p:pic>
      <p:pic>
        <p:nvPicPr>
          <p:cNvPr id="167" name="Рисунок 166">
            <a:extLst>
              <a:ext uri="{FF2B5EF4-FFF2-40B4-BE49-F238E27FC236}">
                <a16:creationId xmlns:a16="http://schemas.microsoft.com/office/drawing/2014/main" id="{6398086A-6FBD-3443-A100-CC5869A63F2B}"/>
              </a:ext>
            </a:extLst>
          </p:cNvPr>
          <p:cNvPicPr>
            <a:picLocks noChangeAspect="1"/>
          </p:cNvPicPr>
          <p:nvPr/>
        </p:nvPicPr>
        <p:blipFill>
          <a:blip r:embed="rId146">
            <a:extLst>
              <a:ext uri="{96DAC541-7B7A-43D3-8B79-37D633B846F1}">
                <asvg:svgBlip xmlns:asvg="http://schemas.microsoft.com/office/drawing/2016/SVG/main" r:embed="rId147"/>
              </a:ext>
            </a:extLst>
          </a:blip>
          <a:stretch>
            <a:fillRect/>
          </a:stretch>
        </p:blipFill>
        <p:spPr>
          <a:xfrm>
            <a:off x="3607892" y="4109446"/>
            <a:ext cx="252000" cy="252000"/>
          </a:xfrm>
          <a:prstGeom prst="rect">
            <a:avLst/>
          </a:prstGeom>
        </p:spPr>
      </p:pic>
      <p:pic>
        <p:nvPicPr>
          <p:cNvPr id="169" name="Рисунок 168">
            <a:extLst>
              <a:ext uri="{FF2B5EF4-FFF2-40B4-BE49-F238E27FC236}">
                <a16:creationId xmlns:a16="http://schemas.microsoft.com/office/drawing/2014/main" id="{4C6FD568-7C6F-E044-8CCD-A42D8A73E926}"/>
              </a:ext>
            </a:extLst>
          </p:cNvPr>
          <p:cNvPicPr>
            <a:picLocks noChangeAspect="1"/>
          </p:cNvPicPr>
          <p:nvPr/>
        </p:nvPicPr>
        <p:blipFill>
          <a:blip r:embed="rId148">
            <a:extLst>
              <a:ext uri="{96DAC541-7B7A-43D3-8B79-37D633B846F1}">
                <asvg:svgBlip xmlns:asvg="http://schemas.microsoft.com/office/drawing/2016/SVG/main" r:embed="rId149"/>
              </a:ext>
            </a:extLst>
          </a:blip>
          <a:stretch>
            <a:fillRect/>
          </a:stretch>
        </p:blipFill>
        <p:spPr>
          <a:xfrm>
            <a:off x="4223445" y="4109446"/>
            <a:ext cx="252000" cy="252000"/>
          </a:xfrm>
          <a:prstGeom prst="rect">
            <a:avLst/>
          </a:prstGeom>
        </p:spPr>
      </p:pic>
      <p:pic>
        <p:nvPicPr>
          <p:cNvPr id="171" name="Рисунок 170">
            <a:extLst>
              <a:ext uri="{FF2B5EF4-FFF2-40B4-BE49-F238E27FC236}">
                <a16:creationId xmlns:a16="http://schemas.microsoft.com/office/drawing/2014/main" id="{985C870C-5771-4C41-B3DA-BCE575B33982}"/>
              </a:ext>
            </a:extLst>
          </p:cNvPr>
          <p:cNvPicPr>
            <a:picLocks noChangeAspect="1"/>
          </p:cNvPicPr>
          <p:nvPr/>
        </p:nvPicPr>
        <p:blipFill>
          <a:blip r:embed="rId150">
            <a:extLst>
              <a:ext uri="{96DAC541-7B7A-43D3-8B79-37D633B846F1}">
                <asvg:svgBlip xmlns:asvg="http://schemas.microsoft.com/office/drawing/2016/SVG/main" r:embed="rId151"/>
              </a:ext>
            </a:extLst>
          </a:blip>
          <a:stretch>
            <a:fillRect/>
          </a:stretch>
        </p:blipFill>
        <p:spPr>
          <a:xfrm>
            <a:off x="4838998" y="4109446"/>
            <a:ext cx="252000" cy="252000"/>
          </a:xfrm>
          <a:prstGeom prst="rect">
            <a:avLst/>
          </a:prstGeom>
        </p:spPr>
      </p:pic>
      <p:pic>
        <p:nvPicPr>
          <p:cNvPr id="173" name="Рисунок 172">
            <a:extLst>
              <a:ext uri="{FF2B5EF4-FFF2-40B4-BE49-F238E27FC236}">
                <a16:creationId xmlns:a16="http://schemas.microsoft.com/office/drawing/2014/main" id="{759B242E-4289-1648-8802-DE81DA5B7C2D}"/>
              </a:ext>
            </a:extLst>
          </p:cNvPr>
          <p:cNvPicPr>
            <a:picLocks noChangeAspect="1"/>
          </p:cNvPicPr>
          <p:nvPr/>
        </p:nvPicPr>
        <p:blipFill>
          <a:blip r:embed="rId152">
            <a:extLst>
              <a:ext uri="{96DAC541-7B7A-43D3-8B79-37D633B846F1}">
                <asvg:svgBlip xmlns:asvg="http://schemas.microsoft.com/office/drawing/2016/SVG/main" r:embed="rId153"/>
              </a:ext>
            </a:extLst>
          </a:blip>
          <a:stretch>
            <a:fillRect/>
          </a:stretch>
        </p:blipFill>
        <p:spPr>
          <a:xfrm>
            <a:off x="5454551" y="4109446"/>
            <a:ext cx="252000" cy="252000"/>
          </a:xfrm>
          <a:prstGeom prst="rect">
            <a:avLst/>
          </a:prstGeom>
        </p:spPr>
      </p:pic>
      <p:pic>
        <p:nvPicPr>
          <p:cNvPr id="175" name="Рисунок 174">
            <a:extLst>
              <a:ext uri="{FF2B5EF4-FFF2-40B4-BE49-F238E27FC236}">
                <a16:creationId xmlns:a16="http://schemas.microsoft.com/office/drawing/2014/main" id="{CDAF4B31-0038-B84E-AD4F-FCB35472E87C}"/>
              </a:ext>
            </a:extLst>
          </p:cNvPr>
          <p:cNvPicPr>
            <a:picLocks noChangeAspect="1"/>
          </p:cNvPicPr>
          <p:nvPr/>
        </p:nvPicPr>
        <p:blipFill>
          <a:blip r:embed="rId154">
            <a:extLst>
              <a:ext uri="{96DAC541-7B7A-43D3-8B79-37D633B846F1}">
                <asvg:svgBlip xmlns:asvg="http://schemas.microsoft.com/office/drawing/2016/SVG/main" r:embed="rId155"/>
              </a:ext>
            </a:extLst>
          </a:blip>
          <a:stretch>
            <a:fillRect/>
          </a:stretch>
        </p:blipFill>
        <p:spPr>
          <a:xfrm>
            <a:off x="6070104" y="4109446"/>
            <a:ext cx="252000" cy="252000"/>
          </a:xfrm>
          <a:prstGeom prst="rect">
            <a:avLst/>
          </a:prstGeom>
        </p:spPr>
      </p:pic>
      <p:pic>
        <p:nvPicPr>
          <p:cNvPr id="177" name="Рисунок 176">
            <a:extLst>
              <a:ext uri="{FF2B5EF4-FFF2-40B4-BE49-F238E27FC236}">
                <a16:creationId xmlns:a16="http://schemas.microsoft.com/office/drawing/2014/main" id="{4909C696-D01C-6748-9E48-EDDBB75B03B5}"/>
              </a:ext>
            </a:extLst>
          </p:cNvPr>
          <p:cNvPicPr>
            <a:picLocks noChangeAspect="1"/>
          </p:cNvPicPr>
          <p:nvPr/>
        </p:nvPicPr>
        <p:blipFill>
          <a:blip r:embed="rId156">
            <a:extLst>
              <a:ext uri="{96DAC541-7B7A-43D3-8B79-37D633B846F1}">
                <asvg:svgBlip xmlns:asvg="http://schemas.microsoft.com/office/drawing/2016/SVG/main" r:embed="rId157"/>
              </a:ext>
            </a:extLst>
          </a:blip>
          <a:stretch>
            <a:fillRect/>
          </a:stretch>
        </p:blipFill>
        <p:spPr>
          <a:xfrm>
            <a:off x="6685657" y="4109446"/>
            <a:ext cx="252000" cy="252000"/>
          </a:xfrm>
          <a:prstGeom prst="rect">
            <a:avLst/>
          </a:prstGeom>
        </p:spPr>
      </p:pic>
      <p:pic>
        <p:nvPicPr>
          <p:cNvPr id="179" name="Рисунок 178">
            <a:extLst>
              <a:ext uri="{FF2B5EF4-FFF2-40B4-BE49-F238E27FC236}">
                <a16:creationId xmlns:a16="http://schemas.microsoft.com/office/drawing/2014/main" id="{719C66DA-43CC-8544-884D-510DD5C85A7E}"/>
              </a:ext>
            </a:extLst>
          </p:cNvPr>
          <p:cNvPicPr>
            <a:picLocks noChangeAspect="1"/>
          </p:cNvPicPr>
          <p:nvPr/>
        </p:nvPicPr>
        <p:blipFill>
          <a:blip r:embed="rId158">
            <a:extLst>
              <a:ext uri="{96DAC541-7B7A-43D3-8B79-37D633B846F1}">
                <asvg:svgBlip xmlns:asvg="http://schemas.microsoft.com/office/drawing/2016/SVG/main" r:embed="rId159"/>
              </a:ext>
            </a:extLst>
          </a:blip>
          <a:stretch>
            <a:fillRect/>
          </a:stretch>
        </p:blipFill>
        <p:spPr>
          <a:xfrm>
            <a:off x="7309623" y="4109446"/>
            <a:ext cx="252000" cy="252000"/>
          </a:xfrm>
          <a:prstGeom prst="rect">
            <a:avLst/>
          </a:prstGeom>
        </p:spPr>
      </p:pic>
      <p:pic>
        <p:nvPicPr>
          <p:cNvPr id="181" name="Рисунок 180">
            <a:extLst>
              <a:ext uri="{FF2B5EF4-FFF2-40B4-BE49-F238E27FC236}">
                <a16:creationId xmlns:a16="http://schemas.microsoft.com/office/drawing/2014/main" id="{F5DB8BA0-FAD6-2642-9B3B-02D2C6461D04}"/>
              </a:ext>
            </a:extLst>
          </p:cNvPr>
          <p:cNvPicPr>
            <a:picLocks noChangeAspect="1"/>
          </p:cNvPicPr>
          <p:nvPr/>
        </p:nvPicPr>
        <p:blipFill>
          <a:blip r:embed="rId160">
            <a:extLst>
              <a:ext uri="{96DAC541-7B7A-43D3-8B79-37D633B846F1}">
                <asvg:svgBlip xmlns:asvg="http://schemas.microsoft.com/office/drawing/2016/SVG/main" r:embed="rId161"/>
              </a:ext>
            </a:extLst>
          </a:blip>
          <a:stretch>
            <a:fillRect/>
          </a:stretch>
        </p:blipFill>
        <p:spPr>
          <a:xfrm>
            <a:off x="7935005" y="4109446"/>
            <a:ext cx="252000" cy="252000"/>
          </a:xfrm>
          <a:prstGeom prst="rect">
            <a:avLst/>
          </a:prstGeom>
        </p:spPr>
      </p:pic>
      <p:pic>
        <p:nvPicPr>
          <p:cNvPr id="183" name="Рисунок 182">
            <a:extLst>
              <a:ext uri="{FF2B5EF4-FFF2-40B4-BE49-F238E27FC236}">
                <a16:creationId xmlns:a16="http://schemas.microsoft.com/office/drawing/2014/main" id="{82203D65-6A37-FF40-9761-4754C30B7B88}"/>
              </a:ext>
            </a:extLst>
          </p:cNvPr>
          <p:cNvPicPr>
            <a:picLocks noChangeAspect="1"/>
          </p:cNvPicPr>
          <p:nvPr/>
        </p:nvPicPr>
        <p:blipFill>
          <a:blip r:embed="rId162">
            <a:extLst>
              <a:ext uri="{96DAC541-7B7A-43D3-8B79-37D633B846F1}">
                <asvg:svgBlip xmlns:asvg="http://schemas.microsoft.com/office/drawing/2016/SVG/main" r:embed="rId163"/>
              </a:ext>
            </a:extLst>
          </a:blip>
          <a:stretch>
            <a:fillRect/>
          </a:stretch>
        </p:blipFill>
        <p:spPr>
          <a:xfrm>
            <a:off x="8546184" y="4109446"/>
            <a:ext cx="252000" cy="252000"/>
          </a:xfrm>
          <a:prstGeom prst="rect">
            <a:avLst/>
          </a:prstGeom>
        </p:spPr>
      </p:pic>
      <p:pic>
        <p:nvPicPr>
          <p:cNvPr id="185" name="Рисунок 184">
            <a:extLst>
              <a:ext uri="{FF2B5EF4-FFF2-40B4-BE49-F238E27FC236}">
                <a16:creationId xmlns:a16="http://schemas.microsoft.com/office/drawing/2014/main" id="{792D789E-A0A4-8341-A27A-0A2C3C56AEB1}"/>
              </a:ext>
            </a:extLst>
          </p:cNvPr>
          <p:cNvPicPr>
            <a:picLocks noChangeAspect="1"/>
          </p:cNvPicPr>
          <p:nvPr/>
        </p:nvPicPr>
        <p:blipFill>
          <a:blip r:embed="rId164">
            <a:extLst>
              <a:ext uri="{96DAC541-7B7A-43D3-8B79-37D633B846F1}">
                <asvg:svgBlip xmlns:asvg="http://schemas.microsoft.com/office/drawing/2016/SVG/main" r:embed="rId165"/>
              </a:ext>
            </a:extLst>
          </a:blip>
          <a:stretch>
            <a:fillRect/>
          </a:stretch>
        </p:blipFill>
        <p:spPr>
          <a:xfrm>
            <a:off x="9147869" y="4109446"/>
            <a:ext cx="252000" cy="252000"/>
          </a:xfrm>
          <a:prstGeom prst="rect">
            <a:avLst/>
          </a:prstGeom>
        </p:spPr>
      </p:pic>
      <p:pic>
        <p:nvPicPr>
          <p:cNvPr id="187" name="Рисунок 186">
            <a:extLst>
              <a:ext uri="{FF2B5EF4-FFF2-40B4-BE49-F238E27FC236}">
                <a16:creationId xmlns:a16="http://schemas.microsoft.com/office/drawing/2014/main" id="{BF44BCEA-C335-844C-92F8-F23E25892221}"/>
              </a:ext>
            </a:extLst>
          </p:cNvPr>
          <p:cNvPicPr>
            <a:picLocks noChangeAspect="1"/>
          </p:cNvPicPr>
          <p:nvPr/>
        </p:nvPicPr>
        <p:blipFill>
          <a:blip r:embed="rId166">
            <a:extLst>
              <a:ext uri="{96DAC541-7B7A-43D3-8B79-37D633B846F1}">
                <asvg:svgBlip xmlns:asvg="http://schemas.microsoft.com/office/drawing/2016/SVG/main" r:embed="rId167"/>
              </a:ext>
            </a:extLst>
          </a:blip>
          <a:stretch>
            <a:fillRect/>
          </a:stretch>
        </p:blipFill>
        <p:spPr>
          <a:xfrm>
            <a:off x="9748557" y="4109446"/>
            <a:ext cx="252000" cy="252000"/>
          </a:xfrm>
          <a:prstGeom prst="rect">
            <a:avLst/>
          </a:prstGeom>
        </p:spPr>
      </p:pic>
      <p:pic>
        <p:nvPicPr>
          <p:cNvPr id="189" name="Рисунок 188">
            <a:extLst>
              <a:ext uri="{FF2B5EF4-FFF2-40B4-BE49-F238E27FC236}">
                <a16:creationId xmlns:a16="http://schemas.microsoft.com/office/drawing/2014/main" id="{030EFBCB-8863-D145-B476-7648416508DE}"/>
              </a:ext>
            </a:extLst>
          </p:cNvPr>
          <p:cNvPicPr>
            <a:picLocks noChangeAspect="1"/>
          </p:cNvPicPr>
          <p:nvPr/>
        </p:nvPicPr>
        <p:blipFill>
          <a:blip r:embed="rId168">
            <a:extLst>
              <a:ext uri="{96DAC541-7B7A-43D3-8B79-37D633B846F1}">
                <asvg:svgBlip xmlns:asvg="http://schemas.microsoft.com/office/drawing/2016/SVG/main" r:embed="rId169"/>
              </a:ext>
            </a:extLst>
          </a:blip>
          <a:stretch>
            <a:fillRect/>
          </a:stretch>
        </p:blipFill>
        <p:spPr>
          <a:xfrm>
            <a:off x="9748557" y="4670064"/>
            <a:ext cx="252000" cy="252000"/>
          </a:xfrm>
          <a:prstGeom prst="rect">
            <a:avLst/>
          </a:prstGeom>
        </p:spPr>
      </p:pic>
      <p:pic>
        <p:nvPicPr>
          <p:cNvPr id="193" name="Рисунок 192">
            <a:extLst>
              <a:ext uri="{FF2B5EF4-FFF2-40B4-BE49-F238E27FC236}">
                <a16:creationId xmlns:a16="http://schemas.microsoft.com/office/drawing/2014/main" id="{27D894EA-197E-D940-8632-EAA532601DEC}"/>
              </a:ext>
            </a:extLst>
          </p:cNvPr>
          <p:cNvPicPr>
            <a:picLocks noChangeAspect="1"/>
          </p:cNvPicPr>
          <p:nvPr/>
        </p:nvPicPr>
        <p:blipFill>
          <a:blip r:embed="rId170">
            <a:extLst>
              <a:ext uri="{96DAC541-7B7A-43D3-8B79-37D633B846F1}">
                <asvg:svgBlip xmlns:asvg="http://schemas.microsoft.com/office/drawing/2016/SVG/main" r:embed="rId171"/>
              </a:ext>
            </a:extLst>
          </a:blip>
          <a:stretch>
            <a:fillRect/>
          </a:stretch>
        </p:blipFill>
        <p:spPr>
          <a:xfrm>
            <a:off x="2388527" y="4670064"/>
            <a:ext cx="252000" cy="252000"/>
          </a:xfrm>
          <a:prstGeom prst="rect">
            <a:avLst/>
          </a:prstGeom>
        </p:spPr>
      </p:pic>
      <p:pic>
        <p:nvPicPr>
          <p:cNvPr id="195" name="Рисунок 194">
            <a:extLst>
              <a:ext uri="{FF2B5EF4-FFF2-40B4-BE49-F238E27FC236}">
                <a16:creationId xmlns:a16="http://schemas.microsoft.com/office/drawing/2014/main" id="{ADF1CE83-B91A-1C40-BD4D-7BA3AD501092}"/>
              </a:ext>
            </a:extLst>
          </p:cNvPr>
          <p:cNvPicPr>
            <a:picLocks noChangeAspect="1"/>
          </p:cNvPicPr>
          <p:nvPr/>
        </p:nvPicPr>
        <p:blipFill>
          <a:blip r:embed="rId172">
            <a:extLst>
              <a:ext uri="{96DAC541-7B7A-43D3-8B79-37D633B846F1}">
                <asvg:svgBlip xmlns:asvg="http://schemas.microsoft.com/office/drawing/2016/SVG/main" r:embed="rId173"/>
              </a:ext>
            </a:extLst>
          </a:blip>
          <a:stretch>
            <a:fillRect/>
          </a:stretch>
        </p:blipFill>
        <p:spPr>
          <a:xfrm>
            <a:off x="3015636" y="4670064"/>
            <a:ext cx="252000" cy="252000"/>
          </a:xfrm>
          <a:prstGeom prst="rect">
            <a:avLst/>
          </a:prstGeom>
        </p:spPr>
      </p:pic>
      <p:pic>
        <p:nvPicPr>
          <p:cNvPr id="199" name="Рисунок 198">
            <a:extLst>
              <a:ext uri="{FF2B5EF4-FFF2-40B4-BE49-F238E27FC236}">
                <a16:creationId xmlns:a16="http://schemas.microsoft.com/office/drawing/2014/main" id="{B757BEEE-3521-1D4C-AE7D-341E78F0D400}"/>
              </a:ext>
            </a:extLst>
          </p:cNvPr>
          <p:cNvPicPr>
            <a:picLocks noChangeAspect="1"/>
          </p:cNvPicPr>
          <p:nvPr/>
        </p:nvPicPr>
        <p:blipFill>
          <a:blip r:embed="rId174">
            <a:extLst>
              <a:ext uri="{96DAC541-7B7A-43D3-8B79-37D633B846F1}">
                <asvg:svgBlip xmlns:asvg="http://schemas.microsoft.com/office/drawing/2016/SVG/main" r:embed="rId175"/>
              </a:ext>
            </a:extLst>
          </a:blip>
          <a:stretch>
            <a:fillRect/>
          </a:stretch>
        </p:blipFill>
        <p:spPr>
          <a:xfrm>
            <a:off x="4223445" y="4670064"/>
            <a:ext cx="252000" cy="252000"/>
          </a:xfrm>
          <a:prstGeom prst="rect">
            <a:avLst/>
          </a:prstGeom>
        </p:spPr>
      </p:pic>
      <p:pic>
        <p:nvPicPr>
          <p:cNvPr id="203" name="Рисунок 202">
            <a:extLst>
              <a:ext uri="{FF2B5EF4-FFF2-40B4-BE49-F238E27FC236}">
                <a16:creationId xmlns:a16="http://schemas.microsoft.com/office/drawing/2014/main" id="{65CA6F6E-F05A-7A4C-B572-173ED36EB6E6}"/>
              </a:ext>
            </a:extLst>
          </p:cNvPr>
          <p:cNvPicPr>
            <a:picLocks noChangeAspect="1"/>
          </p:cNvPicPr>
          <p:nvPr/>
        </p:nvPicPr>
        <p:blipFill>
          <a:blip r:embed="rId176">
            <a:extLst>
              <a:ext uri="{96DAC541-7B7A-43D3-8B79-37D633B846F1}">
                <asvg:svgBlip xmlns:asvg="http://schemas.microsoft.com/office/drawing/2016/SVG/main" r:embed="rId177"/>
              </a:ext>
            </a:extLst>
          </a:blip>
          <a:stretch>
            <a:fillRect/>
          </a:stretch>
        </p:blipFill>
        <p:spPr>
          <a:xfrm>
            <a:off x="5454551" y="4670064"/>
            <a:ext cx="252000" cy="252000"/>
          </a:xfrm>
          <a:prstGeom prst="rect">
            <a:avLst/>
          </a:prstGeom>
        </p:spPr>
      </p:pic>
      <p:pic>
        <p:nvPicPr>
          <p:cNvPr id="205" name="Рисунок 204">
            <a:extLst>
              <a:ext uri="{FF2B5EF4-FFF2-40B4-BE49-F238E27FC236}">
                <a16:creationId xmlns:a16="http://schemas.microsoft.com/office/drawing/2014/main" id="{286B1432-BC39-9B42-8328-756C909DD82A}"/>
              </a:ext>
            </a:extLst>
          </p:cNvPr>
          <p:cNvPicPr>
            <a:picLocks noChangeAspect="1"/>
          </p:cNvPicPr>
          <p:nvPr/>
        </p:nvPicPr>
        <p:blipFill>
          <a:blip r:embed="rId178">
            <a:extLst>
              <a:ext uri="{96DAC541-7B7A-43D3-8B79-37D633B846F1}">
                <asvg:svgBlip xmlns:asvg="http://schemas.microsoft.com/office/drawing/2016/SVG/main" r:embed="rId179"/>
              </a:ext>
            </a:extLst>
          </a:blip>
          <a:stretch>
            <a:fillRect/>
          </a:stretch>
        </p:blipFill>
        <p:spPr>
          <a:xfrm>
            <a:off x="6070104" y="4670064"/>
            <a:ext cx="252000" cy="252000"/>
          </a:xfrm>
          <a:prstGeom prst="rect">
            <a:avLst/>
          </a:prstGeom>
        </p:spPr>
      </p:pic>
      <p:pic>
        <p:nvPicPr>
          <p:cNvPr id="207" name="Рисунок 206">
            <a:extLst>
              <a:ext uri="{FF2B5EF4-FFF2-40B4-BE49-F238E27FC236}">
                <a16:creationId xmlns:a16="http://schemas.microsoft.com/office/drawing/2014/main" id="{6D88D8A2-0BFF-4C40-BC4C-B3B24891DD9F}"/>
              </a:ext>
            </a:extLst>
          </p:cNvPr>
          <p:cNvPicPr>
            <a:picLocks noChangeAspect="1"/>
          </p:cNvPicPr>
          <p:nvPr/>
        </p:nvPicPr>
        <p:blipFill>
          <a:blip r:embed="rId180">
            <a:extLst>
              <a:ext uri="{96DAC541-7B7A-43D3-8B79-37D633B846F1}">
                <asvg:svgBlip xmlns:asvg="http://schemas.microsoft.com/office/drawing/2016/SVG/main" r:embed="rId181"/>
              </a:ext>
            </a:extLst>
          </a:blip>
          <a:stretch>
            <a:fillRect/>
          </a:stretch>
        </p:blipFill>
        <p:spPr>
          <a:xfrm>
            <a:off x="6685657" y="4670064"/>
            <a:ext cx="252000" cy="252000"/>
          </a:xfrm>
          <a:prstGeom prst="rect">
            <a:avLst/>
          </a:prstGeom>
        </p:spPr>
      </p:pic>
      <p:pic>
        <p:nvPicPr>
          <p:cNvPr id="209" name="Рисунок 208">
            <a:extLst>
              <a:ext uri="{FF2B5EF4-FFF2-40B4-BE49-F238E27FC236}">
                <a16:creationId xmlns:a16="http://schemas.microsoft.com/office/drawing/2014/main" id="{852C86B1-321E-9047-9005-7B1535C533C6}"/>
              </a:ext>
            </a:extLst>
          </p:cNvPr>
          <p:cNvPicPr>
            <a:picLocks noChangeAspect="1"/>
          </p:cNvPicPr>
          <p:nvPr/>
        </p:nvPicPr>
        <p:blipFill>
          <a:blip r:embed="rId182">
            <a:extLst>
              <a:ext uri="{96DAC541-7B7A-43D3-8B79-37D633B846F1}">
                <asvg:svgBlip xmlns:asvg="http://schemas.microsoft.com/office/drawing/2016/SVG/main" r:embed="rId183"/>
              </a:ext>
            </a:extLst>
          </a:blip>
          <a:stretch>
            <a:fillRect/>
          </a:stretch>
        </p:blipFill>
        <p:spPr>
          <a:xfrm>
            <a:off x="7309623" y="4670064"/>
            <a:ext cx="252000" cy="252000"/>
          </a:xfrm>
          <a:prstGeom prst="rect">
            <a:avLst/>
          </a:prstGeom>
        </p:spPr>
      </p:pic>
      <p:pic>
        <p:nvPicPr>
          <p:cNvPr id="211" name="Рисунок 210">
            <a:extLst>
              <a:ext uri="{FF2B5EF4-FFF2-40B4-BE49-F238E27FC236}">
                <a16:creationId xmlns:a16="http://schemas.microsoft.com/office/drawing/2014/main" id="{08218AE9-3B3E-B24C-B7D3-F2A32A9BB7CE}"/>
              </a:ext>
            </a:extLst>
          </p:cNvPr>
          <p:cNvPicPr>
            <a:picLocks noChangeAspect="1"/>
          </p:cNvPicPr>
          <p:nvPr/>
        </p:nvPicPr>
        <p:blipFill>
          <a:blip r:embed="rId184">
            <a:extLst>
              <a:ext uri="{96DAC541-7B7A-43D3-8B79-37D633B846F1}">
                <asvg:svgBlip xmlns:asvg="http://schemas.microsoft.com/office/drawing/2016/SVG/main" r:embed="rId185"/>
              </a:ext>
            </a:extLst>
          </a:blip>
          <a:stretch>
            <a:fillRect/>
          </a:stretch>
        </p:blipFill>
        <p:spPr>
          <a:xfrm>
            <a:off x="7935005" y="4670064"/>
            <a:ext cx="252000" cy="252000"/>
          </a:xfrm>
          <a:prstGeom prst="rect">
            <a:avLst/>
          </a:prstGeom>
        </p:spPr>
      </p:pic>
      <p:pic>
        <p:nvPicPr>
          <p:cNvPr id="213" name="Рисунок 212">
            <a:extLst>
              <a:ext uri="{FF2B5EF4-FFF2-40B4-BE49-F238E27FC236}">
                <a16:creationId xmlns:a16="http://schemas.microsoft.com/office/drawing/2014/main" id="{9B4F5B41-6CA0-BC4C-B5AC-C9ED9BAB4C8D}"/>
              </a:ext>
            </a:extLst>
          </p:cNvPr>
          <p:cNvPicPr>
            <a:picLocks noChangeAspect="1"/>
          </p:cNvPicPr>
          <p:nvPr/>
        </p:nvPicPr>
        <p:blipFill>
          <a:blip r:embed="rId186">
            <a:extLst>
              <a:ext uri="{96DAC541-7B7A-43D3-8B79-37D633B846F1}">
                <asvg:svgBlip xmlns:asvg="http://schemas.microsoft.com/office/drawing/2016/SVG/main" r:embed="rId187"/>
              </a:ext>
            </a:extLst>
          </a:blip>
          <a:stretch>
            <a:fillRect/>
          </a:stretch>
        </p:blipFill>
        <p:spPr>
          <a:xfrm>
            <a:off x="8546184" y="4670064"/>
            <a:ext cx="252000" cy="252000"/>
          </a:xfrm>
          <a:prstGeom prst="rect">
            <a:avLst/>
          </a:prstGeom>
        </p:spPr>
      </p:pic>
      <p:pic>
        <p:nvPicPr>
          <p:cNvPr id="215" name="Рисунок 214">
            <a:extLst>
              <a:ext uri="{FF2B5EF4-FFF2-40B4-BE49-F238E27FC236}">
                <a16:creationId xmlns:a16="http://schemas.microsoft.com/office/drawing/2014/main" id="{73A92E1D-4101-0040-8BB4-0B68FB97A6BA}"/>
              </a:ext>
            </a:extLst>
          </p:cNvPr>
          <p:cNvPicPr>
            <a:picLocks noChangeAspect="1"/>
          </p:cNvPicPr>
          <p:nvPr/>
        </p:nvPicPr>
        <p:blipFill>
          <a:blip r:embed="rId188">
            <a:extLst>
              <a:ext uri="{96DAC541-7B7A-43D3-8B79-37D633B846F1}">
                <asvg:svgBlip xmlns:asvg="http://schemas.microsoft.com/office/drawing/2016/SVG/main" r:embed="rId189"/>
              </a:ext>
            </a:extLst>
          </a:blip>
          <a:stretch>
            <a:fillRect/>
          </a:stretch>
        </p:blipFill>
        <p:spPr>
          <a:xfrm>
            <a:off x="9147869" y="4670064"/>
            <a:ext cx="252000" cy="252000"/>
          </a:xfrm>
          <a:prstGeom prst="rect">
            <a:avLst/>
          </a:prstGeom>
        </p:spPr>
      </p:pic>
      <p:pic>
        <p:nvPicPr>
          <p:cNvPr id="6" name="Рисунок 5">
            <a:extLst>
              <a:ext uri="{FF2B5EF4-FFF2-40B4-BE49-F238E27FC236}">
                <a16:creationId xmlns:a16="http://schemas.microsoft.com/office/drawing/2014/main" id="{E0909B75-9917-4A4A-98CB-3070A3B9D465}"/>
              </a:ext>
            </a:extLst>
          </p:cNvPr>
          <p:cNvPicPr>
            <a:picLocks noChangeAspect="1"/>
          </p:cNvPicPr>
          <p:nvPr/>
        </p:nvPicPr>
        <p:blipFill>
          <a:blip r:embed="rId190">
            <a:extLst>
              <a:ext uri="{96DAC541-7B7A-43D3-8B79-37D633B846F1}">
                <asvg:svgBlip xmlns:asvg="http://schemas.microsoft.com/office/drawing/2016/SVG/main" r:embed="rId191"/>
              </a:ext>
            </a:extLst>
          </a:blip>
          <a:stretch>
            <a:fillRect/>
          </a:stretch>
        </p:blipFill>
        <p:spPr>
          <a:xfrm>
            <a:off x="3607892" y="4670064"/>
            <a:ext cx="252000" cy="252000"/>
          </a:xfrm>
          <a:prstGeom prst="rect">
            <a:avLst/>
          </a:prstGeom>
        </p:spPr>
      </p:pic>
      <p:pic>
        <p:nvPicPr>
          <p:cNvPr id="8" name="Рисунок 7">
            <a:extLst>
              <a:ext uri="{FF2B5EF4-FFF2-40B4-BE49-F238E27FC236}">
                <a16:creationId xmlns:a16="http://schemas.microsoft.com/office/drawing/2014/main" id="{9D41AE77-6D91-CD49-B547-77470CE0E6BF}"/>
              </a:ext>
            </a:extLst>
          </p:cNvPr>
          <p:cNvPicPr>
            <a:picLocks noChangeAspect="1"/>
          </p:cNvPicPr>
          <p:nvPr/>
        </p:nvPicPr>
        <p:blipFill>
          <a:blip r:embed="rId192">
            <a:extLst>
              <a:ext uri="{96DAC541-7B7A-43D3-8B79-37D633B846F1}">
                <asvg:svgBlip xmlns:asvg="http://schemas.microsoft.com/office/drawing/2016/SVG/main" r:embed="rId193"/>
              </a:ext>
            </a:extLst>
          </a:blip>
          <a:stretch>
            <a:fillRect/>
          </a:stretch>
        </p:blipFill>
        <p:spPr>
          <a:xfrm>
            <a:off x="9748557" y="5230682"/>
            <a:ext cx="252000" cy="252000"/>
          </a:xfrm>
          <a:prstGeom prst="rect">
            <a:avLst/>
          </a:prstGeom>
        </p:spPr>
      </p:pic>
      <p:pic>
        <p:nvPicPr>
          <p:cNvPr id="11" name="Рисунок 10">
            <a:extLst>
              <a:ext uri="{FF2B5EF4-FFF2-40B4-BE49-F238E27FC236}">
                <a16:creationId xmlns:a16="http://schemas.microsoft.com/office/drawing/2014/main" id="{C5D7E280-4ADF-B049-9340-5D83866F753E}"/>
              </a:ext>
            </a:extLst>
          </p:cNvPr>
          <p:cNvPicPr>
            <a:picLocks noChangeAspect="1"/>
          </p:cNvPicPr>
          <p:nvPr/>
        </p:nvPicPr>
        <p:blipFill>
          <a:blip r:embed="rId194">
            <a:extLst>
              <a:ext uri="{96DAC541-7B7A-43D3-8B79-37D633B846F1}">
                <asvg:svgBlip xmlns:asvg="http://schemas.microsoft.com/office/drawing/2016/SVG/main" r:embed="rId195"/>
              </a:ext>
            </a:extLst>
          </a:blip>
          <a:stretch>
            <a:fillRect/>
          </a:stretch>
        </p:blipFill>
        <p:spPr>
          <a:xfrm>
            <a:off x="9147370" y="5230682"/>
            <a:ext cx="252000" cy="252000"/>
          </a:xfrm>
          <a:prstGeom prst="rect">
            <a:avLst/>
          </a:prstGeom>
        </p:spPr>
      </p:pic>
      <p:pic>
        <p:nvPicPr>
          <p:cNvPr id="13" name="Рисунок 12">
            <a:extLst>
              <a:ext uri="{FF2B5EF4-FFF2-40B4-BE49-F238E27FC236}">
                <a16:creationId xmlns:a16="http://schemas.microsoft.com/office/drawing/2014/main" id="{AFB881F1-CCF1-6345-842E-4254C2F2B071}"/>
              </a:ext>
            </a:extLst>
          </p:cNvPr>
          <p:cNvPicPr>
            <a:picLocks noChangeAspect="1"/>
          </p:cNvPicPr>
          <p:nvPr/>
        </p:nvPicPr>
        <p:blipFill>
          <a:blip r:embed="rId196">
            <a:extLst>
              <a:ext uri="{96DAC541-7B7A-43D3-8B79-37D633B846F1}">
                <asvg:svgBlip xmlns:asvg="http://schemas.microsoft.com/office/drawing/2016/SVG/main" r:embed="rId197"/>
              </a:ext>
            </a:extLst>
          </a:blip>
          <a:stretch>
            <a:fillRect/>
          </a:stretch>
        </p:blipFill>
        <p:spPr>
          <a:xfrm>
            <a:off x="8541877" y="5230682"/>
            <a:ext cx="252000" cy="252000"/>
          </a:xfrm>
          <a:prstGeom prst="rect">
            <a:avLst/>
          </a:prstGeom>
        </p:spPr>
      </p:pic>
      <p:pic>
        <p:nvPicPr>
          <p:cNvPr id="15" name="Рисунок 14">
            <a:extLst>
              <a:ext uri="{FF2B5EF4-FFF2-40B4-BE49-F238E27FC236}">
                <a16:creationId xmlns:a16="http://schemas.microsoft.com/office/drawing/2014/main" id="{B58B0710-CDA3-0D47-8076-0C1D58B6B882}"/>
              </a:ext>
            </a:extLst>
          </p:cNvPr>
          <p:cNvPicPr>
            <a:picLocks noChangeAspect="1"/>
          </p:cNvPicPr>
          <p:nvPr/>
        </p:nvPicPr>
        <p:blipFill>
          <a:blip r:embed="rId198">
            <a:extLst>
              <a:ext uri="{96DAC541-7B7A-43D3-8B79-37D633B846F1}">
                <asvg:svgBlip xmlns:asvg="http://schemas.microsoft.com/office/drawing/2016/SVG/main" r:embed="rId199"/>
              </a:ext>
            </a:extLst>
          </a:blip>
          <a:stretch>
            <a:fillRect/>
          </a:stretch>
        </p:blipFill>
        <p:spPr>
          <a:xfrm>
            <a:off x="7935005" y="5229421"/>
            <a:ext cx="252000" cy="252000"/>
          </a:xfrm>
          <a:prstGeom prst="rect">
            <a:avLst/>
          </a:prstGeom>
        </p:spPr>
      </p:pic>
      <p:pic>
        <p:nvPicPr>
          <p:cNvPr id="55" name="Рисунок 54">
            <a:extLst>
              <a:ext uri="{FF2B5EF4-FFF2-40B4-BE49-F238E27FC236}">
                <a16:creationId xmlns:a16="http://schemas.microsoft.com/office/drawing/2014/main" id="{717837C2-8DF8-1140-99C5-2300AE53F004}"/>
              </a:ext>
            </a:extLst>
          </p:cNvPr>
          <p:cNvPicPr>
            <a:picLocks noChangeAspect="1"/>
          </p:cNvPicPr>
          <p:nvPr/>
        </p:nvPicPr>
        <p:blipFill>
          <a:blip r:embed="rId200">
            <a:extLst>
              <a:ext uri="{96DAC541-7B7A-43D3-8B79-37D633B846F1}">
                <asvg:svgBlip xmlns:asvg="http://schemas.microsoft.com/office/drawing/2016/SVG/main" r:embed="rId201"/>
              </a:ext>
            </a:extLst>
          </a:blip>
          <a:stretch>
            <a:fillRect/>
          </a:stretch>
        </p:blipFill>
        <p:spPr>
          <a:xfrm>
            <a:off x="7935005" y="2986949"/>
            <a:ext cx="252000" cy="252000"/>
          </a:xfrm>
          <a:prstGeom prst="rect">
            <a:avLst/>
          </a:prstGeom>
        </p:spPr>
      </p:pic>
      <p:pic>
        <p:nvPicPr>
          <p:cNvPr id="59" name="Рисунок 58">
            <a:extLst>
              <a:ext uri="{FF2B5EF4-FFF2-40B4-BE49-F238E27FC236}">
                <a16:creationId xmlns:a16="http://schemas.microsoft.com/office/drawing/2014/main" id="{EB0C46CE-926A-064A-88A0-945A8B913FAB}"/>
              </a:ext>
            </a:extLst>
          </p:cNvPr>
          <p:cNvPicPr>
            <a:picLocks noChangeAspect="1"/>
          </p:cNvPicPr>
          <p:nvPr/>
        </p:nvPicPr>
        <p:blipFill>
          <a:blip r:embed="rId202">
            <a:extLst>
              <a:ext uri="{96DAC541-7B7A-43D3-8B79-37D633B846F1}">
                <asvg:svgBlip xmlns:asvg="http://schemas.microsoft.com/office/drawing/2016/SVG/main" r:embed="rId203"/>
              </a:ext>
            </a:extLst>
          </a:blip>
          <a:stretch>
            <a:fillRect/>
          </a:stretch>
        </p:blipFill>
        <p:spPr>
          <a:xfrm>
            <a:off x="4844332" y="4668803"/>
            <a:ext cx="252000" cy="252000"/>
          </a:xfrm>
          <a:prstGeom prst="rect">
            <a:avLst/>
          </a:prstGeom>
        </p:spPr>
      </p:pic>
      <p:pic>
        <p:nvPicPr>
          <p:cNvPr id="12" name="Рисунок 11">
            <a:extLst>
              <a:ext uri="{FF2B5EF4-FFF2-40B4-BE49-F238E27FC236}">
                <a16:creationId xmlns:a16="http://schemas.microsoft.com/office/drawing/2014/main" id="{D3910A8A-FF8E-4A43-B710-DEFB7D5BA091}"/>
              </a:ext>
            </a:extLst>
          </p:cNvPr>
          <p:cNvPicPr>
            <a:picLocks noChangeAspect="1"/>
          </p:cNvPicPr>
          <p:nvPr/>
        </p:nvPicPr>
        <p:blipFill>
          <a:blip r:embed="rId204">
            <a:extLst>
              <a:ext uri="{96DAC541-7B7A-43D3-8B79-37D633B846F1}">
                <asvg:svgBlip xmlns:asvg="http://schemas.microsoft.com/office/drawing/2016/SVG/main" r:embed="rId205"/>
              </a:ext>
            </a:extLst>
          </a:blip>
          <a:stretch>
            <a:fillRect/>
          </a:stretch>
        </p:blipFill>
        <p:spPr>
          <a:xfrm>
            <a:off x="1784530" y="4668803"/>
            <a:ext cx="252000" cy="252000"/>
          </a:xfrm>
          <a:prstGeom prst="rect">
            <a:avLst/>
          </a:prstGeom>
        </p:spPr>
      </p:pic>
      <p:pic>
        <p:nvPicPr>
          <p:cNvPr id="53" name="Рисунок 52">
            <a:extLst>
              <a:ext uri="{FF2B5EF4-FFF2-40B4-BE49-F238E27FC236}">
                <a16:creationId xmlns:a16="http://schemas.microsoft.com/office/drawing/2014/main" id="{E4BBDDB8-CE20-F646-B9E7-CB0F886BAF47}"/>
              </a:ext>
            </a:extLst>
          </p:cNvPr>
          <p:cNvPicPr>
            <a:picLocks noChangeAspect="1"/>
          </p:cNvPicPr>
          <p:nvPr/>
        </p:nvPicPr>
        <p:blipFill>
          <a:blip r:embed="rId206">
            <a:extLst>
              <a:ext uri="{96DAC541-7B7A-43D3-8B79-37D633B846F1}">
                <asvg:svgBlip xmlns:asvg="http://schemas.microsoft.com/office/drawing/2016/SVG/main" r:embed="rId207"/>
              </a:ext>
            </a:extLst>
          </a:blip>
          <a:stretch>
            <a:fillRect/>
          </a:stretch>
        </p:blipFill>
        <p:spPr>
          <a:xfrm>
            <a:off x="1795627" y="5228160"/>
            <a:ext cx="252000" cy="252000"/>
          </a:xfrm>
          <a:prstGeom prst="rect">
            <a:avLst/>
          </a:prstGeom>
        </p:spPr>
      </p:pic>
      <p:pic>
        <p:nvPicPr>
          <p:cNvPr id="61" name="Рисунок 60">
            <a:extLst>
              <a:ext uri="{FF2B5EF4-FFF2-40B4-BE49-F238E27FC236}">
                <a16:creationId xmlns:a16="http://schemas.microsoft.com/office/drawing/2014/main" id="{AF8A4283-75CA-BC4F-A632-83B56BA0D2CE}"/>
              </a:ext>
            </a:extLst>
          </p:cNvPr>
          <p:cNvPicPr>
            <a:picLocks noChangeAspect="1"/>
          </p:cNvPicPr>
          <p:nvPr/>
        </p:nvPicPr>
        <p:blipFill>
          <a:blip r:embed="rId208">
            <a:extLst>
              <a:ext uri="{96DAC541-7B7A-43D3-8B79-37D633B846F1}">
                <asvg:svgBlip xmlns:asvg="http://schemas.microsoft.com/office/drawing/2016/SVG/main" r:embed="rId209"/>
              </a:ext>
            </a:extLst>
          </a:blip>
          <a:stretch>
            <a:fillRect/>
          </a:stretch>
        </p:blipFill>
        <p:spPr>
          <a:xfrm>
            <a:off x="2396021" y="5228160"/>
            <a:ext cx="252000" cy="252000"/>
          </a:xfrm>
          <a:prstGeom prst="rect">
            <a:avLst/>
          </a:prstGeom>
        </p:spPr>
      </p:pic>
      <p:pic>
        <p:nvPicPr>
          <p:cNvPr id="69" name="Рисунок 68">
            <a:extLst>
              <a:ext uri="{FF2B5EF4-FFF2-40B4-BE49-F238E27FC236}">
                <a16:creationId xmlns:a16="http://schemas.microsoft.com/office/drawing/2014/main" id="{392C2977-1204-4741-9B4F-F70602F85876}"/>
              </a:ext>
            </a:extLst>
          </p:cNvPr>
          <p:cNvPicPr>
            <a:picLocks noChangeAspect="1"/>
          </p:cNvPicPr>
          <p:nvPr/>
        </p:nvPicPr>
        <p:blipFill>
          <a:blip r:embed="rId210">
            <a:extLst>
              <a:ext uri="{96DAC541-7B7A-43D3-8B79-37D633B846F1}">
                <asvg:svgBlip xmlns:asvg="http://schemas.microsoft.com/office/drawing/2016/SVG/main" r:embed="rId211"/>
              </a:ext>
            </a:extLst>
          </a:blip>
          <a:stretch>
            <a:fillRect/>
          </a:stretch>
        </p:blipFill>
        <p:spPr>
          <a:xfrm>
            <a:off x="6684457" y="5228160"/>
            <a:ext cx="252000" cy="252000"/>
          </a:xfrm>
          <a:prstGeom prst="rect">
            <a:avLst/>
          </a:prstGeom>
        </p:spPr>
      </p:pic>
      <p:pic>
        <p:nvPicPr>
          <p:cNvPr id="73" name="Рисунок 72">
            <a:extLst>
              <a:ext uri="{FF2B5EF4-FFF2-40B4-BE49-F238E27FC236}">
                <a16:creationId xmlns:a16="http://schemas.microsoft.com/office/drawing/2014/main" id="{632BB1ED-3B0E-FA41-B066-F0B937E2847B}"/>
              </a:ext>
            </a:extLst>
          </p:cNvPr>
          <p:cNvPicPr>
            <a:picLocks noChangeAspect="1"/>
          </p:cNvPicPr>
          <p:nvPr/>
        </p:nvPicPr>
        <p:blipFill>
          <a:blip r:embed="rId212">
            <a:extLst>
              <a:ext uri="{96DAC541-7B7A-43D3-8B79-37D633B846F1}">
                <asvg:svgBlip xmlns:asvg="http://schemas.microsoft.com/office/drawing/2016/SVG/main" r:embed="rId213"/>
              </a:ext>
            </a:extLst>
          </a:blip>
          <a:stretch>
            <a:fillRect/>
          </a:stretch>
        </p:blipFill>
        <p:spPr>
          <a:xfrm>
            <a:off x="7307652" y="5228160"/>
            <a:ext cx="252000" cy="252000"/>
          </a:xfrm>
          <a:prstGeom prst="rect">
            <a:avLst/>
          </a:prstGeom>
        </p:spPr>
      </p:pic>
      <p:pic>
        <p:nvPicPr>
          <p:cNvPr id="75" name="Рисунок 74">
            <a:extLst>
              <a:ext uri="{FF2B5EF4-FFF2-40B4-BE49-F238E27FC236}">
                <a16:creationId xmlns:a16="http://schemas.microsoft.com/office/drawing/2014/main" id="{DB86DAC0-BFDB-F947-A69D-1D159F865E2D}"/>
              </a:ext>
            </a:extLst>
          </p:cNvPr>
          <p:cNvPicPr>
            <a:picLocks noChangeAspect="1"/>
          </p:cNvPicPr>
          <p:nvPr/>
        </p:nvPicPr>
        <p:blipFill>
          <a:blip r:embed="rId214">
            <a:extLst>
              <a:ext uri="{96DAC541-7B7A-43D3-8B79-37D633B846F1}">
                <asvg:svgBlip xmlns:asvg="http://schemas.microsoft.com/office/drawing/2016/SVG/main" r:embed="rId215"/>
              </a:ext>
            </a:extLst>
          </a:blip>
          <a:stretch>
            <a:fillRect/>
          </a:stretch>
        </p:blipFill>
        <p:spPr>
          <a:xfrm>
            <a:off x="2986128" y="5228160"/>
            <a:ext cx="252000" cy="252000"/>
          </a:xfrm>
          <a:prstGeom prst="rect">
            <a:avLst/>
          </a:prstGeom>
        </p:spPr>
      </p:pic>
      <p:pic>
        <p:nvPicPr>
          <p:cNvPr id="78" name="Рисунок 77">
            <a:extLst>
              <a:ext uri="{FF2B5EF4-FFF2-40B4-BE49-F238E27FC236}">
                <a16:creationId xmlns:a16="http://schemas.microsoft.com/office/drawing/2014/main" id="{1CF8D218-6CF0-B945-BA0A-9FA9F1AF7271}"/>
              </a:ext>
            </a:extLst>
          </p:cNvPr>
          <p:cNvPicPr>
            <a:picLocks noChangeAspect="1"/>
          </p:cNvPicPr>
          <p:nvPr/>
        </p:nvPicPr>
        <p:blipFill>
          <a:blip r:embed="rId216">
            <a:extLst>
              <a:ext uri="{96DAC541-7B7A-43D3-8B79-37D633B846F1}">
                <asvg:svgBlip xmlns:asvg="http://schemas.microsoft.com/office/drawing/2016/SVG/main" r:embed="rId217"/>
              </a:ext>
            </a:extLst>
          </a:blip>
          <a:stretch>
            <a:fillRect/>
          </a:stretch>
        </p:blipFill>
        <p:spPr>
          <a:xfrm>
            <a:off x="3585824" y="5228160"/>
            <a:ext cx="252000" cy="252000"/>
          </a:xfrm>
          <a:prstGeom prst="rect">
            <a:avLst/>
          </a:prstGeom>
        </p:spPr>
      </p:pic>
      <p:pic>
        <p:nvPicPr>
          <p:cNvPr id="82" name="Рисунок 81">
            <a:extLst>
              <a:ext uri="{FF2B5EF4-FFF2-40B4-BE49-F238E27FC236}">
                <a16:creationId xmlns:a16="http://schemas.microsoft.com/office/drawing/2014/main" id="{79E9A55A-3DA9-0849-AED3-E2B9F3CE4003}"/>
              </a:ext>
            </a:extLst>
          </p:cNvPr>
          <p:cNvPicPr>
            <a:picLocks noChangeAspect="1"/>
          </p:cNvPicPr>
          <p:nvPr/>
        </p:nvPicPr>
        <p:blipFill>
          <a:blip r:embed="rId218">
            <a:extLst>
              <a:ext uri="{96DAC541-7B7A-43D3-8B79-37D633B846F1}">
                <asvg:svgBlip xmlns:asvg="http://schemas.microsoft.com/office/drawing/2016/SVG/main" r:embed="rId219"/>
              </a:ext>
            </a:extLst>
          </a:blip>
          <a:stretch>
            <a:fillRect/>
          </a:stretch>
        </p:blipFill>
        <p:spPr>
          <a:xfrm>
            <a:off x="4185520" y="5228160"/>
            <a:ext cx="252000" cy="252000"/>
          </a:xfrm>
          <a:prstGeom prst="rect">
            <a:avLst/>
          </a:prstGeom>
        </p:spPr>
      </p:pic>
      <p:pic>
        <p:nvPicPr>
          <p:cNvPr id="86" name="Рисунок 85">
            <a:extLst>
              <a:ext uri="{FF2B5EF4-FFF2-40B4-BE49-F238E27FC236}">
                <a16:creationId xmlns:a16="http://schemas.microsoft.com/office/drawing/2014/main" id="{974B0D91-23F2-9B42-B7CA-6EC4B9E5B48B}"/>
              </a:ext>
            </a:extLst>
          </p:cNvPr>
          <p:cNvPicPr>
            <a:picLocks noChangeAspect="1"/>
          </p:cNvPicPr>
          <p:nvPr/>
        </p:nvPicPr>
        <p:blipFill>
          <a:blip r:embed="rId220">
            <a:extLst>
              <a:ext uri="{96DAC541-7B7A-43D3-8B79-37D633B846F1}">
                <asvg:svgBlip xmlns:asvg="http://schemas.microsoft.com/office/drawing/2016/SVG/main" r:embed="rId221"/>
              </a:ext>
            </a:extLst>
          </a:blip>
          <a:stretch>
            <a:fillRect/>
          </a:stretch>
        </p:blipFill>
        <p:spPr>
          <a:xfrm>
            <a:off x="6070104" y="5226998"/>
            <a:ext cx="252000" cy="252000"/>
          </a:xfrm>
          <a:prstGeom prst="rect">
            <a:avLst/>
          </a:prstGeom>
        </p:spPr>
      </p:pic>
      <p:pic>
        <p:nvPicPr>
          <p:cNvPr id="90" name="Рисунок 89">
            <a:extLst>
              <a:ext uri="{FF2B5EF4-FFF2-40B4-BE49-F238E27FC236}">
                <a16:creationId xmlns:a16="http://schemas.microsoft.com/office/drawing/2014/main" id="{66B830A5-AC5A-364A-9633-499531EC6D83}"/>
              </a:ext>
            </a:extLst>
          </p:cNvPr>
          <p:cNvPicPr>
            <a:picLocks noChangeAspect="1"/>
          </p:cNvPicPr>
          <p:nvPr/>
        </p:nvPicPr>
        <p:blipFill>
          <a:blip r:embed="rId222">
            <a:extLst>
              <a:ext uri="{96DAC541-7B7A-43D3-8B79-37D633B846F1}">
                <asvg:svgBlip xmlns:asvg="http://schemas.microsoft.com/office/drawing/2016/SVG/main" r:embed="rId223"/>
              </a:ext>
            </a:extLst>
          </a:blip>
          <a:stretch>
            <a:fillRect/>
          </a:stretch>
        </p:blipFill>
        <p:spPr>
          <a:xfrm>
            <a:off x="5449491" y="5226998"/>
            <a:ext cx="252000" cy="252000"/>
          </a:xfrm>
          <a:prstGeom prst="rect">
            <a:avLst/>
          </a:prstGeom>
        </p:spPr>
      </p:pic>
      <p:pic>
        <p:nvPicPr>
          <p:cNvPr id="94" name="Рисунок 93">
            <a:extLst>
              <a:ext uri="{FF2B5EF4-FFF2-40B4-BE49-F238E27FC236}">
                <a16:creationId xmlns:a16="http://schemas.microsoft.com/office/drawing/2014/main" id="{A49F2895-90E7-7848-B50D-DF7785F3D9A5}"/>
              </a:ext>
            </a:extLst>
          </p:cNvPr>
          <p:cNvPicPr>
            <a:picLocks noChangeAspect="1"/>
          </p:cNvPicPr>
          <p:nvPr/>
        </p:nvPicPr>
        <p:blipFill>
          <a:blip r:embed="rId224">
            <a:extLst>
              <a:ext uri="{96DAC541-7B7A-43D3-8B79-37D633B846F1}">
                <asvg:svgBlip xmlns:asvg="http://schemas.microsoft.com/office/drawing/2016/SVG/main" r:embed="rId225"/>
              </a:ext>
            </a:extLst>
          </a:blip>
          <a:stretch>
            <a:fillRect/>
          </a:stretch>
        </p:blipFill>
        <p:spPr>
          <a:xfrm>
            <a:off x="4839826" y="5226998"/>
            <a:ext cx="252000" cy="252000"/>
          </a:xfrm>
          <a:prstGeom prst="rect">
            <a:avLst/>
          </a:prstGeom>
        </p:spPr>
      </p:pic>
      <p:sp>
        <p:nvSpPr>
          <p:cNvPr id="114" name="Прямоугольник 113">
            <a:extLst>
              <a:ext uri="{FF2B5EF4-FFF2-40B4-BE49-F238E27FC236}">
                <a16:creationId xmlns:a16="http://schemas.microsoft.com/office/drawing/2014/main" id="{6A1273F2-701A-4528-84C7-ACCFF281B155}"/>
              </a:ext>
            </a:extLst>
          </p:cNvPr>
          <p:cNvSpPr/>
          <p:nvPr/>
        </p:nvSpPr>
        <p:spPr>
          <a:xfrm>
            <a:off x="1790997" y="5905112"/>
            <a:ext cx="8209559" cy="543610"/>
          </a:xfrm>
          <a:prstGeom prst="rect">
            <a:avLst/>
          </a:prstGeom>
        </p:spPr>
        <p:txBody>
          <a:bodyPr wrap="square">
            <a:spAutoFit/>
          </a:bodyPr>
          <a:lstStyle/>
          <a:p>
            <a:pPr>
              <a:lnSpc>
                <a:spcPct val="120000"/>
              </a:lnSpc>
            </a:pPr>
            <a:r>
              <a:rPr lang="ru-RU" sz="1400" dirty="0">
                <a:solidFill>
                  <a:schemeClr val="bg1"/>
                </a:solidFill>
                <a:latin typeface="Stapel Medium" panose="020B0604020202020204" pitchFamily="34" charset="-52"/>
              </a:rPr>
              <a:t>Индустриальные иконки </a:t>
            </a:r>
            <a:r>
              <a:rPr lang="ru-RU" sz="1100" dirty="0">
                <a:solidFill>
                  <a:schemeClr val="bg1"/>
                </a:solidFill>
              </a:rPr>
              <a:t>доступны в презентации на </a:t>
            </a:r>
            <a:r>
              <a:rPr lang="ru-RU" sz="1100" dirty="0" err="1">
                <a:solidFill>
                  <a:schemeClr val="bg1"/>
                </a:solidFill>
              </a:rPr>
              <a:t>Я.диске</a:t>
            </a:r>
            <a:r>
              <a:rPr lang="ru-RU" sz="1100" dirty="0">
                <a:solidFill>
                  <a:schemeClr val="bg1"/>
                </a:solidFill>
              </a:rPr>
              <a:t> (</a:t>
            </a:r>
            <a:r>
              <a:rPr lang="ru-RU" sz="1100" dirty="0">
                <a:solidFill>
                  <a:schemeClr val="bg1"/>
                </a:solidFill>
                <a:hlinkClick r:id="rId226">
                  <a:extLst>
                    <a:ext uri="{A12FA001-AC4F-418D-AE19-62706E023703}">
                      <ahyp:hlinkClr xmlns:ahyp="http://schemas.microsoft.com/office/drawing/2018/hyperlinkcolor" val="tx"/>
                    </a:ext>
                  </a:extLst>
                </a:hlinkClick>
              </a:rPr>
              <a:t>ссылка</a:t>
            </a:r>
            <a:r>
              <a:rPr lang="ru-RU" sz="1100" dirty="0">
                <a:solidFill>
                  <a:schemeClr val="bg1"/>
                </a:solidFill>
              </a:rPr>
              <a:t>). Если не нашли нужную иконку, можете использовать сервис </a:t>
            </a:r>
            <a:r>
              <a:rPr lang="en-US" sz="1100" dirty="0">
                <a:solidFill>
                  <a:schemeClr val="bg1"/>
                </a:solidFill>
                <a:hlinkClick r:id="rId227">
                  <a:extLst>
                    <a:ext uri="{A12FA001-AC4F-418D-AE19-62706E023703}">
                      <ahyp:hlinkClr xmlns:ahyp="http://schemas.microsoft.com/office/drawing/2018/hyperlinkcolor" val="tx"/>
                    </a:ext>
                  </a:extLst>
                </a:hlinkClick>
              </a:rPr>
              <a:t> https://www.flaticon.com/</a:t>
            </a:r>
            <a:r>
              <a:rPr lang="ru-RU" sz="1100" dirty="0">
                <a:solidFill>
                  <a:schemeClr val="bg1"/>
                </a:solidFill>
              </a:rPr>
              <a:t>, но строго придерживаясь единой стилистики иконок</a:t>
            </a:r>
            <a:endParaRPr lang="ru-RU" sz="400" dirty="0">
              <a:solidFill>
                <a:schemeClr val="bg1"/>
              </a:solidFill>
            </a:endParaRPr>
          </a:p>
        </p:txBody>
      </p:sp>
    </p:spTree>
    <p:extLst>
      <p:ext uri="{BB962C8B-B14F-4D97-AF65-F5344CB8AC3E}">
        <p14:creationId xmlns:p14="http://schemas.microsoft.com/office/powerpoint/2010/main" val="2769572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176E4-B71F-EC0A-2D42-E09F274D2E1A}"/>
            </a:ext>
          </a:extLst>
        </p:cNvPr>
        <p:cNvGrpSpPr/>
        <p:nvPr/>
      </p:nvGrpSpPr>
      <p:grpSpPr>
        <a:xfrm>
          <a:off x="0" y="0"/>
          <a:ext cx="0" cy="0"/>
          <a:chOff x="0" y="0"/>
          <a:chExt cx="0" cy="0"/>
        </a:xfrm>
      </p:grpSpPr>
      <p:pic>
        <p:nvPicPr>
          <p:cNvPr id="27" name="Рисунок 26">
            <a:extLst>
              <a:ext uri="{FF2B5EF4-FFF2-40B4-BE49-F238E27FC236}">
                <a16:creationId xmlns:a16="http://schemas.microsoft.com/office/drawing/2014/main" id="{B8CE255F-45B2-B0A2-AC37-B010011BB8A7}"/>
              </a:ext>
            </a:extLst>
          </p:cNvPr>
          <p:cNvPicPr>
            <a:picLocks noGrp="1" noChangeAspect="1"/>
          </p:cNvPicPr>
          <p:nvPr>
            <p:ph type="pic" sz="quarter" idx="11"/>
          </p:nvPr>
        </p:nvPicPr>
        <p:blipFill>
          <a:blip r:embed="rId2" cstate="screen">
            <a:extLst>
              <a:ext uri="{28A0092B-C50C-407E-A947-70E740481C1C}">
                <a14:useLocalDpi xmlns:a14="http://schemas.microsoft.com/office/drawing/2010/main"/>
              </a:ext>
            </a:extLst>
          </a:blip>
          <a:srcRect/>
          <a:stretch/>
        </p:blipFill>
        <p:spPr>
          <a:xfrm>
            <a:off x="6096000" y="0"/>
            <a:ext cx="6096000" cy="6858000"/>
          </a:xfrm>
        </p:spPr>
      </p:pic>
      <p:sp>
        <p:nvSpPr>
          <p:cNvPr id="13" name="Подзаголовок 12">
            <a:extLst>
              <a:ext uri="{FF2B5EF4-FFF2-40B4-BE49-F238E27FC236}">
                <a16:creationId xmlns:a16="http://schemas.microsoft.com/office/drawing/2014/main" id="{2B514A0F-E224-F724-FB19-1E8A2159A179}"/>
              </a:ext>
            </a:extLst>
          </p:cNvPr>
          <p:cNvSpPr>
            <a:spLocks noGrp="1"/>
          </p:cNvSpPr>
          <p:nvPr>
            <p:ph type="subTitle" idx="1"/>
          </p:nvPr>
        </p:nvSpPr>
        <p:spPr>
          <a:xfrm>
            <a:off x="355599" y="3510968"/>
            <a:ext cx="5469438" cy="1962150"/>
          </a:xfrm>
        </p:spPr>
        <p:txBody>
          <a:bodyPr/>
          <a:lstStyle/>
          <a:p>
            <a:r>
              <a:rPr lang="ru-RU" dirty="0"/>
              <a:t>Здесь должен быть подзаголовок </a:t>
            </a:r>
            <a:br>
              <a:rPr lang="ru-RU" dirty="0"/>
            </a:br>
            <a:r>
              <a:rPr lang="ru-RU" dirty="0"/>
              <a:t>в одну или несколько строк</a:t>
            </a:r>
          </a:p>
        </p:txBody>
      </p:sp>
      <p:sp>
        <p:nvSpPr>
          <p:cNvPr id="15" name="Текст 14">
            <a:extLst>
              <a:ext uri="{FF2B5EF4-FFF2-40B4-BE49-F238E27FC236}">
                <a16:creationId xmlns:a16="http://schemas.microsoft.com/office/drawing/2014/main" id="{A2DE4BCA-E513-5C4E-3576-60C752CDCC01}"/>
              </a:ext>
            </a:extLst>
          </p:cNvPr>
          <p:cNvSpPr>
            <a:spLocks noGrp="1"/>
          </p:cNvSpPr>
          <p:nvPr>
            <p:ph type="body" sz="quarter" idx="12"/>
          </p:nvPr>
        </p:nvSpPr>
        <p:spPr>
          <a:xfrm>
            <a:off x="355600" y="5581068"/>
            <a:ext cx="5469767" cy="936625"/>
          </a:xfrm>
        </p:spPr>
        <p:txBody>
          <a:bodyPr/>
          <a:lstStyle/>
          <a:p>
            <a:r>
              <a:rPr lang="ru-RU" dirty="0"/>
              <a:t>Месяц и год</a:t>
            </a:r>
          </a:p>
        </p:txBody>
      </p:sp>
      <p:sp>
        <p:nvSpPr>
          <p:cNvPr id="3" name="Текст 2">
            <a:extLst>
              <a:ext uri="{FF2B5EF4-FFF2-40B4-BE49-F238E27FC236}">
                <a16:creationId xmlns:a16="http://schemas.microsoft.com/office/drawing/2014/main" id="{947CCF2A-E121-5CCA-B60C-7CB4EF4F40E2}"/>
              </a:ext>
            </a:extLst>
          </p:cNvPr>
          <p:cNvSpPr>
            <a:spLocks noGrp="1"/>
          </p:cNvSpPr>
          <p:nvPr>
            <p:ph type="body" sz="quarter" idx="13"/>
          </p:nvPr>
        </p:nvSpPr>
        <p:spPr>
          <a:xfrm>
            <a:off x="355600" y="1460500"/>
            <a:ext cx="5470525" cy="1274836"/>
          </a:xfrm>
        </p:spPr>
        <p:txBody>
          <a:bodyPr/>
          <a:lstStyle/>
          <a:p>
            <a:r>
              <a:rPr lang="ru-RU" dirty="0"/>
              <a:t>Здесь должен быть заголовок в одну или несколько строк</a:t>
            </a:r>
          </a:p>
        </p:txBody>
      </p:sp>
    </p:spTree>
    <p:extLst>
      <p:ext uri="{BB962C8B-B14F-4D97-AF65-F5344CB8AC3E}">
        <p14:creationId xmlns:p14="http://schemas.microsoft.com/office/powerpoint/2010/main" val="3285236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a:extLst>
              <a:ext uri="{FF2B5EF4-FFF2-40B4-BE49-F238E27FC236}">
                <a16:creationId xmlns:a16="http://schemas.microsoft.com/office/drawing/2014/main" id="{40E88974-AF03-C680-CC56-20487CB07435}"/>
              </a:ext>
            </a:extLst>
          </p:cNvPr>
          <p:cNvPicPr>
            <a:picLocks noGrp="1" noChangeAspect="1"/>
          </p:cNvPicPr>
          <p:nvPr>
            <p:ph type="pic" sz="quarter" idx="11"/>
          </p:nvPr>
        </p:nvPicPr>
        <p:blipFill>
          <a:blip r:embed="rId2" cstate="screen">
            <a:extLst>
              <a:ext uri="{28A0092B-C50C-407E-A947-70E740481C1C}">
                <a14:useLocalDpi xmlns:a14="http://schemas.microsoft.com/office/drawing/2010/main"/>
              </a:ext>
            </a:extLst>
          </a:blip>
          <a:srcRect/>
          <a:stretch>
            <a:fillRect/>
          </a:stretch>
        </p:blipFill>
        <p:spPr/>
      </p:pic>
      <p:sp>
        <p:nvSpPr>
          <p:cNvPr id="4" name="Подзаголовок 3">
            <a:extLst>
              <a:ext uri="{FF2B5EF4-FFF2-40B4-BE49-F238E27FC236}">
                <a16:creationId xmlns:a16="http://schemas.microsoft.com/office/drawing/2014/main" id="{14CF155C-2D39-C414-3EB4-7ACFD32C7E0B}"/>
              </a:ext>
            </a:extLst>
          </p:cNvPr>
          <p:cNvSpPr>
            <a:spLocks noGrp="1"/>
          </p:cNvSpPr>
          <p:nvPr>
            <p:ph type="subTitle" idx="1"/>
          </p:nvPr>
        </p:nvSpPr>
        <p:spPr>
          <a:xfrm>
            <a:off x="355599" y="3510968"/>
            <a:ext cx="5469438" cy="1962150"/>
          </a:xfrm>
        </p:spPr>
        <p:txBody>
          <a:bodyPr/>
          <a:lstStyle/>
          <a:p>
            <a:r>
              <a:rPr lang="ru-RU" dirty="0"/>
              <a:t>Здесь должен быть подзаголовок </a:t>
            </a:r>
            <a:br>
              <a:rPr lang="ru-RU" dirty="0"/>
            </a:br>
            <a:r>
              <a:rPr lang="ru-RU" dirty="0"/>
              <a:t>в одну или несколько строк</a:t>
            </a:r>
          </a:p>
        </p:txBody>
      </p:sp>
      <p:sp>
        <p:nvSpPr>
          <p:cNvPr id="19" name="Текст 18">
            <a:extLst>
              <a:ext uri="{FF2B5EF4-FFF2-40B4-BE49-F238E27FC236}">
                <a16:creationId xmlns:a16="http://schemas.microsoft.com/office/drawing/2014/main" id="{BD3C1A8A-76B8-F85F-6507-5A9EB82DA0FC}"/>
              </a:ext>
            </a:extLst>
          </p:cNvPr>
          <p:cNvSpPr>
            <a:spLocks noGrp="1"/>
          </p:cNvSpPr>
          <p:nvPr>
            <p:ph type="body" sz="quarter" idx="12"/>
          </p:nvPr>
        </p:nvSpPr>
        <p:spPr/>
        <p:txBody>
          <a:bodyPr/>
          <a:lstStyle/>
          <a:p>
            <a:r>
              <a:rPr lang="ru-RU" dirty="0"/>
              <a:t>Месяц и год</a:t>
            </a:r>
          </a:p>
        </p:txBody>
      </p:sp>
      <p:sp>
        <p:nvSpPr>
          <p:cNvPr id="3" name="Текст 2">
            <a:extLst>
              <a:ext uri="{FF2B5EF4-FFF2-40B4-BE49-F238E27FC236}">
                <a16:creationId xmlns:a16="http://schemas.microsoft.com/office/drawing/2014/main" id="{3B164C50-3985-A334-0A30-A8508FF0B86C}"/>
              </a:ext>
            </a:extLst>
          </p:cNvPr>
          <p:cNvSpPr>
            <a:spLocks noGrp="1"/>
          </p:cNvSpPr>
          <p:nvPr>
            <p:ph type="body" sz="quarter" idx="13"/>
          </p:nvPr>
        </p:nvSpPr>
        <p:spPr>
          <a:xfrm>
            <a:off x="355600" y="1460500"/>
            <a:ext cx="5470525" cy="1274836"/>
          </a:xfrm>
        </p:spPr>
        <p:txBody>
          <a:bodyPr/>
          <a:lstStyle/>
          <a:p>
            <a:r>
              <a:rPr lang="ru-RU" dirty="0"/>
              <a:t>Здесь должен быть заголовок в одну или несколько строк</a:t>
            </a:r>
          </a:p>
        </p:txBody>
      </p:sp>
    </p:spTree>
    <p:extLst>
      <p:ext uri="{BB962C8B-B14F-4D97-AF65-F5344CB8AC3E}">
        <p14:creationId xmlns:p14="http://schemas.microsoft.com/office/powerpoint/2010/main" val="3673099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одзаголовок 1">
            <a:extLst>
              <a:ext uri="{FF2B5EF4-FFF2-40B4-BE49-F238E27FC236}">
                <a16:creationId xmlns:a16="http://schemas.microsoft.com/office/drawing/2014/main" id="{FABA24FD-BEBE-EC95-C597-1E15B5BE079F}"/>
              </a:ext>
            </a:extLst>
          </p:cNvPr>
          <p:cNvSpPr>
            <a:spLocks noGrp="1"/>
          </p:cNvSpPr>
          <p:nvPr>
            <p:ph type="subTitle" idx="1"/>
          </p:nvPr>
        </p:nvSpPr>
        <p:spPr>
          <a:xfrm>
            <a:off x="364930" y="1559772"/>
            <a:ext cx="7454123" cy="3836820"/>
          </a:xfrm>
        </p:spPr>
        <p:txBody>
          <a:bodyPr/>
          <a:lstStyle/>
          <a:p>
            <a:r>
              <a:rPr lang="ru-RU" dirty="0">
                <a:latin typeface="+mn-lt"/>
              </a:rPr>
              <a:t>Настоящее</a:t>
            </a:r>
            <a:r>
              <a:rPr lang="en-US" dirty="0">
                <a:latin typeface="+mn-lt"/>
              </a:rPr>
              <a:t> </a:t>
            </a:r>
            <a:r>
              <a:rPr lang="ru-RU" dirty="0">
                <a:latin typeface="+mn-lt"/>
              </a:rPr>
              <a:t>предложение</a:t>
            </a:r>
            <a:r>
              <a:rPr lang="en-US" dirty="0">
                <a:latin typeface="+mn-lt"/>
              </a:rPr>
              <a:t> </a:t>
            </a:r>
            <a:r>
              <a:rPr lang="ru-RU" dirty="0">
                <a:latin typeface="+mn-lt"/>
              </a:rPr>
              <a:t>содержит</a:t>
            </a:r>
            <a:r>
              <a:rPr lang="en-US" dirty="0">
                <a:latin typeface="+mn-lt"/>
              </a:rPr>
              <a:t> </a:t>
            </a:r>
            <a:r>
              <a:rPr lang="ru-RU" dirty="0">
                <a:latin typeface="+mn-lt"/>
              </a:rPr>
              <a:t>конфиденциальную</a:t>
            </a:r>
            <a:r>
              <a:rPr lang="en-US" dirty="0">
                <a:latin typeface="+mn-lt"/>
              </a:rPr>
              <a:t> </a:t>
            </a:r>
            <a:r>
              <a:rPr lang="ru-RU" dirty="0">
                <a:latin typeface="+mn-lt"/>
              </a:rPr>
              <a:t>информацию </a:t>
            </a:r>
            <a:r>
              <a:rPr lang="ru-RU" dirty="0">
                <a:solidFill>
                  <a:srgbClr val="C00000"/>
                </a:solidFill>
                <a:latin typeface="+mn-lt"/>
              </a:rPr>
              <a:t>Рексофт</a:t>
            </a:r>
            <a:r>
              <a:rPr lang="en-US" dirty="0">
                <a:solidFill>
                  <a:srgbClr val="C00000"/>
                </a:solidFill>
                <a:latin typeface="+mn-lt"/>
              </a:rPr>
              <a:t>/Рексофт </a:t>
            </a:r>
            <a:r>
              <a:rPr lang="ru-RU" dirty="0">
                <a:solidFill>
                  <a:srgbClr val="C00000"/>
                </a:solidFill>
                <a:latin typeface="+mn-lt"/>
              </a:rPr>
              <a:t>Консалтинг </a:t>
            </a:r>
            <a:r>
              <a:rPr lang="ru-RU" dirty="0">
                <a:latin typeface="+mn-lt"/>
              </a:rPr>
              <a:t>далее</a:t>
            </a:r>
            <a:r>
              <a:rPr lang="en-US" dirty="0">
                <a:latin typeface="+mn-lt"/>
              </a:rPr>
              <a:t> </a:t>
            </a:r>
            <a:r>
              <a:rPr lang="ru-RU" dirty="0">
                <a:latin typeface="+mn-lt"/>
              </a:rPr>
              <a:t>именуемый</a:t>
            </a:r>
            <a:r>
              <a:rPr lang="en-US" dirty="0">
                <a:latin typeface="+mn-lt"/>
              </a:rPr>
              <a:t> «</a:t>
            </a:r>
            <a:r>
              <a:rPr lang="en-US" dirty="0" err="1">
                <a:latin typeface="+mn-lt"/>
              </a:rPr>
              <a:t>Рексофт</a:t>
            </a:r>
            <a:r>
              <a:rPr lang="en-US" dirty="0">
                <a:latin typeface="+mn-lt"/>
              </a:rPr>
              <a:t>», а </a:t>
            </a:r>
            <a:r>
              <a:rPr lang="ru-RU" dirty="0">
                <a:latin typeface="+mn-lt"/>
              </a:rPr>
              <a:t>также</a:t>
            </a:r>
            <a:r>
              <a:rPr lang="en-US" dirty="0">
                <a:latin typeface="+mn-lt"/>
              </a:rPr>
              <a:t> </a:t>
            </a:r>
            <a:r>
              <a:rPr lang="ru-RU" dirty="0">
                <a:latin typeface="+mn-lt"/>
              </a:rPr>
              <a:t>компаний</a:t>
            </a:r>
            <a:r>
              <a:rPr lang="en-US" dirty="0">
                <a:latin typeface="+mn-lt"/>
              </a:rPr>
              <a:t> </a:t>
            </a:r>
            <a:r>
              <a:rPr lang="ru-RU" dirty="0">
                <a:latin typeface="+mn-lt"/>
              </a:rPr>
              <a:t>Группы</a:t>
            </a:r>
            <a:r>
              <a:rPr lang="en-US" dirty="0">
                <a:latin typeface="+mn-lt"/>
              </a:rPr>
              <a:t> </a:t>
            </a:r>
            <a:r>
              <a:rPr lang="en-US" dirty="0" err="1">
                <a:latin typeface="+mn-lt"/>
              </a:rPr>
              <a:t>Рексофт</a:t>
            </a:r>
            <a:r>
              <a:rPr lang="en-US" dirty="0">
                <a:latin typeface="+mn-lt"/>
              </a:rPr>
              <a:t> (</a:t>
            </a:r>
            <a:r>
              <a:rPr lang="ru-RU" dirty="0">
                <a:latin typeface="+mn-lt"/>
              </a:rPr>
              <a:t>компании</a:t>
            </a:r>
            <a:r>
              <a:rPr lang="en-US" dirty="0">
                <a:latin typeface="+mn-lt"/>
              </a:rPr>
              <a:t>, </a:t>
            </a:r>
            <a:r>
              <a:rPr lang="ru-RU" dirty="0">
                <a:latin typeface="+mn-lt"/>
              </a:rPr>
              <a:t>входящие</a:t>
            </a:r>
            <a:r>
              <a:rPr lang="en-US" dirty="0">
                <a:latin typeface="+mn-lt"/>
              </a:rPr>
              <a:t> в </a:t>
            </a:r>
            <a:r>
              <a:rPr lang="ru-RU" dirty="0">
                <a:latin typeface="+mn-lt"/>
              </a:rPr>
              <a:t>одну группу лиц </a:t>
            </a:r>
            <a:r>
              <a:rPr lang="en-US" dirty="0">
                <a:latin typeface="+mn-lt"/>
              </a:rPr>
              <a:t>с </a:t>
            </a:r>
            <a:r>
              <a:rPr lang="ru-RU" dirty="0">
                <a:latin typeface="+mn-lt"/>
              </a:rPr>
              <a:t>Филиалом</a:t>
            </a:r>
            <a:r>
              <a:rPr lang="en-US" dirty="0">
                <a:latin typeface="+mn-lt"/>
              </a:rPr>
              <a:t> №1 ООО «</a:t>
            </a:r>
            <a:r>
              <a:rPr lang="en-US" dirty="0" err="1">
                <a:latin typeface="+mn-lt"/>
              </a:rPr>
              <a:t>Рексофт</a:t>
            </a:r>
            <a:r>
              <a:rPr lang="en-US" dirty="0">
                <a:latin typeface="+mn-lt"/>
              </a:rPr>
              <a:t>» в г. </a:t>
            </a:r>
            <a:r>
              <a:rPr lang="ru-RU" dirty="0">
                <a:latin typeface="+mn-lt"/>
              </a:rPr>
              <a:t>Москве</a:t>
            </a:r>
            <a:r>
              <a:rPr lang="en-US" dirty="0">
                <a:latin typeface="+mn-lt"/>
              </a:rPr>
              <a:t> – «</a:t>
            </a:r>
            <a:r>
              <a:rPr lang="en-US" dirty="0" err="1">
                <a:latin typeface="+mn-lt"/>
              </a:rPr>
              <a:t>Рексофт.Консалтинг</a:t>
            </a:r>
            <a:r>
              <a:rPr lang="en-US" dirty="0">
                <a:latin typeface="+mn-lt"/>
              </a:rPr>
              <a:t>», </a:t>
            </a:r>
            <a:r>
              <a:rPr lang="ru-RU" dirty="0">
                <a:latin typeface="+mn-lt"/>
              </a:rPr>
              <a:t>как этот как термин</a:t>
            </a:r>
            <a:r>
              <a:rPr lang="en-US" dirty="0">
                <a:latin typeface="+mn-lt"/>
              </a:rPr>
              <a:t> </a:t>
            </a:r>
            <a:r>
              <a:rPr lang="ru-RU" dirty="0">
                <a:latin typeface="+mn-lt"/>
              </a:rPr>
              <a:t>определен</a:t>
            </a:r>
            <a:r>
              <a:rPr lang="en-US" dirty="0">
                <a:latin typeface="+mn-lt"/>
              </a:rPr>
              <a:t> в </a:t>
            </a:r>
            <a:r>
              <a:rPr lang="ru-RU" dirty="0" err="1">
                <a:latin typeface="+mn-lt"/>
              </a:rPr>
              <a:t>ст</a:t>
            </a:r>
            <a:r>
              <a:rPr lang="en-US" dirty="0">
                <a:latin typeface="+mn-lt"/>
              </a:rPr>
              <a:t>. 9 ФЗ </a:t>
            </a:r>
            <a:r>
              <a:rPr lang="ru-RU" dirty="0">
                <a:latin typeface="+mn-lt"/>
              </a:rPr>
              <a:t>от</a:t>
            </a:r>
            <a:r>
              <a:rPr lang="en-US" dirty="0">
                <a:latin typeface="+mn-lt"/>
              </a:rPr>
              <a:t> 26.07.2006 № 135-ФЗ «О </a:t>
            </a:r>
            <a:r>
              <a:rPr lang="ru-RU" dirty="0">
                <a:latin typeface="+mn-lt"/>
              </a:rPr>
              <a:t>защите</a:t>
            </a:r>
            <a:r>
              <a:rPr lang="en-US" dirty="0">
                <a:latin typeface="+mn-lt"/>
              </a:rPr>
              <a:t> </a:t>
            </a:r>
            <a:r>
              <a:rPr lang="ru-RU" dirty="0">
                <a:latin typeface="+mn-lt"/>
              </a:rPr>
              <a:t>конкуренции</a:t>
            </a:r>
            <a:r>
              <a:rPr lang="en-US" dirty="0">
                <a:latin typeface="+mn-lt"/>
              </a:rPr>
              <a:t>»).</a:t>
            </a:r>
            <a:endParaRPr lang="ru-RU" dirty="0">
              <a:latin typeface="+mn-lt"/>
            </a:endParaRPr>
          </a:p>
          <a:p>
            <a:endParaRPr lang="en-US" dirty="0">
              <a:latin typeface="+mn-lt"/>
            </a:endParaRPr>
          </a:p>
          <a:p>
            <a:r>
              <a:rPr lang="ru-RU" dirty="0">
                <a:latin typeface="+mn-lt"/>
              </a:rPr>
              <a:t>Предложение</a:t>
            </a:r>
            <a:r>
              <a:rPr lang="en-US" dirty="0">
                <a:latin typeface="+mn-lt"/>
              </a:rPr>
              <a:t> и </a:t>
            </a:r>
            <a:r>
              <a:rPr lang="ru-RU" dirty="0">
                <a:latin typeface="+mn-lt"/>
              </a:rPr>
              <a:t>содержащаяся</a:t>
            </a:r>
            <a:r>
              <a:rPr lang="en-US" dirty="0">
                <a:latin typeface="+mn-lt"/>
              </a:rPr>
              <a:t> в </a:t>
            </a:r>
            <a:r>
              <a:rPr lang="ru-RU" dirty="0">
                <a:latin typeface="+mn-lt"/>
              </a:rPr>
              <a:t>нем</a:t>
            </a:r>
            <a:r>
              <a:rPr lang="en-US" dirty="0">
                <a:latin typeface="+mn-lt"/>
              </a:rPr>
              <a:t> </a:t>
            </a:r>
            <a:r>
              <a:rPr lang="ru-RU" dirty="0">
                <a:latin typeface="+mn-lt"/>
              </a:rPr>
              <a:t>информация</a:t>
            </a:r>
            <a:r>
              <a:rPr lang="en-US" dirty="0">
                <a:latin typeface="+mn-lt"/>
              </a:rPr>
              <a:t> </a:t>
            </a:r>
            <a:r>
              <a:rPr lang="ru-RU" dirty="0">
                <a:latin typeface="+mn-lt"/>
              </a:rPr>
              <a:t>предназначены</a:t>
            </a:r>
            <a:r>
              <a:rPr lang="en-US" dirty="0">
                <a:latin typeface="+mn-lt"/>
              </a:rPr>
              <a:t> </a:t>
            </a:r>
            <a:r>
              <a:rPr lang="ru-RU" dirty="0">
                <a:latin typeface="+mn-lt"/>
              </a:rPr>
              <a:t>исключительно</a:t>
            </a:r>
            <a:r>
              <a:rPr lang="en-US" dirty="0">
                <a:latin typeface="+mn-lt"/>
              </a:rPr>
              <a:t> </a:t>
            </a:r>
            <a:r>
              <a:rPr lang="ru-RU" dirty="0">
                <a:latin typeface="+mn-lt"/>
              </a:rPr>
              <a:t>для</a:t>
            </a:r>
            <a:r>
              <a:rPr lang="en-US" dirty="0">
                <a:latin typeface="+mn-lt"/>
              </a:rPr>
              <a:t> </a:t>
            </a:r>
            <a:r>
              <a:rPr lang="ru-RU" dirty="0">
                <a:latin typeface="+mn-lt"/>
              </a:rPr>
              <a:t>использования</a:t>
            </a:r>
            <a:r>
              <a:rPr lang="en-US" dirty="0">
                <a:latin typeface="+mn-lt"/>
              </a:rPr>
              <a:t> </a:t>
            </a:r>
            <a:r>
              <a:rPr lang="ru-RU" dirty="0">
                <a:solidFill>
                  <a:schemeClr val="tx2"/>
                </a:solidFill>
                <a:latin typeface="+mn-lt"/>
              </a:rPr>
              <a:t>Компания</a:t>
            </a:r>
            <a:r>
              <a:rPr lang="en-US" dirty="0">
                <a:solidFill>
                  <a:schemeClr val="tx2"/>
                </a:solidFill>
                <a:latin typeface="+mn-lt"/>
              </a:rPr>
              <a:t> Х (</a:t>
            </a:r>
            <a:r>
              <a:rPr lang="ru-RU" dirty="0">
                <a:solidFill>
                  <a:schemeClr val="tx2"/>
                </a:solidFill>
                <a:latin typeface="+mn-lt"/>
              </a:rPr>
              <a:t>далее</a:t>
            </a:r>
            <a:r>
              <a:rPr lang="en-US" dirty="0">
                <a:solidFill>
                  <a:schemeClr val="tx2"/>
                </a:solidFill>
                <a:latin typeface="+mn-lt"/>
              </a:rPr>
              <a:t> </a:t>
            </a:r>
            <a:r>
              <a:rPr lang="ru-RU" dirty="0">
                <a:solidFill>
                  <a:schemeClr val="tx2"/>
                </a:solidFill>
                <a:latin typeface="+mn-lt"/>
              </a:rPr>
              <a:t>заказчик</a:t>
            </a:r>
            <a:r>
              <a:rPr lang="en-US" dirty="0">
                <a:solidFill>
                  <a:schemeClr val="tx2"/>
                </a:solidFill>
                <a:latin typeface="+mn-lt"/>
              </a:rPr>
              <a:t>) </a:t>
            </a:r>
            <a:r>
              <a:rPr lang="en-US" dirty="0">
                <a:latin typeface="+mn-lt"/>
              </a:rPr>
              <a:t>и </a:t>
            </a:r>
            <a:r>
              <a:rPr lang="ru-RU" dirty="0">
                <a:latin typeface="+mn-lt"/>
              </a:rPr>
              <a:t>предоставляются</a:t>
            </a:r>
            <a:r>
              <a:rPr lang="en-US" dirty="0">
                <a:latin typeface="+mn-lt"/>
              </a:rPr>
              <a:t> </a:t>
            </a:r>
            <a:r>
              <a:rPr lang="ru-RU" dirty="0">
                <a:solidFill>
                  <a:schemeClr val="tx2"/>
                </a:solidFill>
                <a:latin typeface="+mn-lt"/>
              </a:rPr>
              <a:t>Заказчику</a:t>
            </a:r>
            <a:r>
              <a:rPr lang="en-US" dirty="0">
                <a:latin typeface="+mn-lt"/>
              </a:rPr>
              <a:t> </a:t>
            </a:r>
            <a:r>
              <a:rPr lang="ru-RU" dirty="0">
                <a:latin typeface="+mn-lt"/>
              </a:rPr>
              <a:t>только</a:t>
            </a:r>
            <a:r>
              <a:rPr lang="en-US" dirty="0">
                <a:latin typeface="+mn-lt"/>
              </a:rPr>
              <a:t> </a:t>
            </a:r>
            <a:r>
              <a:rPr lang="ru-RU" dirty="0">
                <a:latin typeface="+mn-lt"/>
              </a:rPr>
              <a:t>для</a:t>
            </a:r>
            <a:r>
              <a:rPr lang="en-US" dirty="0">
                <a:latin typeface="+mn-lt"/>
              </a:rPr>
              <a:t> </a:t>
            </a:r>
            <a:r>
              <a:rPr lang="ru-RU" dirty="0">
                <a:latin typeface="+mn-lt"/>
              </a:rPr>
              <a:t>оценки</a:t>
            </a:r>
            <a:r>
              <a:rPr lang="en-US" dirty="0">
                <a:latin typeface="+mn-lt"/>
              </a:rPr>
              <a:t> </a:t>
            </a:r>
            <a:r>
              <a:rPr lang="ru-RU" dirty="0">
                <a:latin typeface="+mn-lt"/>
              </a:rPr>
              <a:t>возможностей</a:t>
            </a:r>
            <a:r>
              <a:rPr lang="en-US" dirty="0">
                <a:latin typeface="+mn-lt"/>
              </a:rPr>
              <a:t> </a:t>
            </a:r>
            <a:r>
              <a:rPr lang="en-US" dirty="0" err="1">
                <a:latin typeface="+mn-lt"/>
              </a:rPr>
              <a:t>Рексофт</a:t>
            </a:r>
            <a:r>
              <a:rPr lang="en-US" dirty="0">
                <a:latin typeface="+mn-lt"/>
              </a:rPr>
              <a:t> </a:t>
            </a:r>
            <a:r>
              <a:rPr lang="ru-RU" dirty="0">
                <a:latin typeface="+mn-lt"/>
              </a:rPr>
              <a:t>по</a:t>
            </a:r>
            <a:r>
              <a:rPr lang="en-US" dirty="0">
                <a:latin typeface="+mn-lt"/>
              </a:rPr>
              <a:t> </a:t>
            </a:r>
            <a:r>
              <a:rPr lang="ru-RU" dirty="0">
                <a:latin typeface="+mn-lt"/>
              </a:rPr>
              <a:t>оказанию</a:t>
            </a:r>
            <a:r>
              <a:rPr lang="en-US" dirty="0">
                <a:latin typeface="+mn-lt"/>
              </a:rPr>
              <a:t> </a:t>
            </a:r>
            <a:r>
              <a:rPr lang="ru-RU" dirty="0">
                <a:latin typeface="+mn-lt"/>
              </a:rPr>
              <a:t>описанных</a:t>
            </a:r>
            <a:r>
              <a:rPr lang="en-US" dirty="0">
                <a:latin typeface="+mn-lt"/>
              </a:rPr>
              <a:t> в </a:t>
            </a:r>
            <a:r>
              <a:rPr lang="ru-RU" dirty="0">
                <a:latin typeface="+mn-lt"/>
              </a:rPr>
              <a:t>нем</a:t>
            </a:r>
            <a:r>
              <a:rPr lang="en-US" dirty="0">
                <a:latin typeface="+mn-lt"/>
              </a:rPr>
              <a:t> </a:t>
            </a:r>
            <a:r>
              <a:rPr lang="ru-RU" dirty="0">
                <a:latin typeface="+mn-lt"/>
              </a:rPr>
              <a:t>услуг</a:t>
            </a:r>
            <a:r>
              <a:rPr lang="en-US" dirty="0">
                <a:latin typeface="+mn-lt"/>
              </a:rPr>
              <a:t>. </a:t>
            </a:r>
            <a:r>
              <a:rPr lang="ru-RU" dirty="0">
                <a:latin typeface="+mn-lt"/>
              </a:rPr>
              <a:t>Настоящее</a:t>
            </a:r>
            <a:r>
              <a:rPr lang="en-US" dirty="0">
                <a:latin typeface="+mn-lt"/>
              </a:rPr>
              <a:t> </a:t>
            </a:r>
            <a:r>
              <a:rPr lang="ru-RU" dirty="0">
                <a:latin typeface="+mn-lt"/>
              </a:rPr>
              <a:t>предложение</a:t>
            </a:r>
            <a:r>
              <a:rPr lang="en-US" dirty="0">
                <a:latin typeface="+mn-lt"/>
              </a:rPr>
              <a:t> и</a:t>
            </a:r>
            <a:r>
              <a:rPr lang="ru-RU" dirty="0">
                <a:latin typeface="+mn-lt"/>
              </a:rPr>
              <a:t> содержащаяся</a:t>
            </a:r>
            <a:r>
              <a:rPr lang="en-US" dirty="0">
                <a:latin typeface="+mn-lt"/>
              </a:rPr>
              <a:t> в </a:t>
            </a:r>
            <a:r>
              <a:rPr lang="ru-RU" dirty="0">
                <a:latin typeface="+mn-lt"/>
              </a:rPr>
              <a:t>нем</a:t>
            </a:r>
            <a:r>
              <a:rPr lang="en-US" dirty="0">
                <a:latin typeface="+mn-lt"/>
              </a:rPr>
              <a:t> </a:t>
            </a:r>
            <a:r>
              <a:rPr lang="ru-RU" dirty="0">
                <a:latin typeface="+mn-lt"/>
              </a:rPr>
              <a:t>информация</a:t>
            </a:r>
            <a:r>
              <a:rPr lang="en-US" dirty="0">
                <a:latin typeface="+mn-lt"/>
              </a:rPr>
              <a:t> </a:t>
            </a:r>
            <a:r>
              <a:rPr lang="ru-RU" dirty="0">
                <a:latin typeface="+mn-lt"/>
              </a:rPr>
              <a:t>не</a:t>
            </a:r>
            <a:r>
              <a:rPr lang="en-US" dirty="0">
                <a:latin typeface="+mn-lt"/>
              </a:rPr>
              <a:t> </a:t>
            </a:r>
            <a:r>
              <a:rPr lang="ru-RU" dirty="0">
                <a:latin typeface="+mn-lt"/>
              </a:rPr>
              <a:t>могут</a:t>
            </a:r>
            <a:r>
              <a:rPr lang="en-US" dirty="0">
                <a:latin typeface="+mn-lt"/>
              </a:rPr>
              <a:t> </a:t>
            </a:r>
            <a:r>
              <a:rPr lang="ru-RU" dirty="0">
                <a:latin typeface="+mn-lt"/>
              </a:rPr>
              <a:t>передаваться</a:t>
            </a:r>
            <a:r>
              <a:rPr lang="en-US" dirty="0">
                <a:latin typeface="+mn-lt"/>
              </a:rPr>
              <a:t> и </a:t>
            </a:r>
            <a:r>
              <a:rPr lang="ru-RU" dirty="0">
                <a:latin typeface="+mn-lt"/>
              </a:rPr>
              <a:t>раскрываться</a:t>
            </a:r>
            <a:r>
              <a:rPr lang="en-US" dirty="0">
                <a:latin typeface="+mn-lt"/>
              </a:rPr>
              <a:t> </a:t>
            </a:r>
            <a:r>
              <a:rPr lang="ru-RU" dirty="0">
                <a:latin typeface="+mn-lt"/>
              </a:rPr>
              <a:t>третьим</a:t>
            </a:r>
            <a:r>
              <a:rPr lang="en-US" dirty="0">
                <a:latin typeface="+mn-lt"/>
              </a:rPr>
              <a:t> </a:t>
            </a:r>
            <a:r>
              <a:rPr lang="ru-RU" dirty="0">
                <a:latin typeface="+mn-lt"/>
              </a:rPr>
              <a:t>лицам</a:t>
            </a:r>
            <a:r>
              <a:rPr lang="en-US" dirty="0">
                <a:latin typeface="+mn-lt"/>
              </a:rPr>
              <a:t> и/</a:t>
            </a:r>
            <a:r>
              <a:rPr lang="ru-RU" dirty="0">
                <a:latin typeface="+mn-lt"/>
              </a:rPr>
              <a:t>или</a:t>
            </a:r>
            <a:r>
              <a:rPr lang="en-US" dirty="0">
                <a:latin typeface="+mn-lt"/>
              </a:rPr>
              <a:t> </a:t>
            </a:r>
            <a:r>
              <a:rPr lang="ru-RU" dirty="0">
                <a:latin typeface="+mn-lt"/>
              </a:rPr>
              <a:t>использоваться</a:t>
            </a:r>
            <a:r>
              <a:rPr lang="en-US" dirty="0">
                <a:latin typeface="+mn-lt"/>
              </a:rPr>
              <a:t> </a:t>
            </a:r>
            <a:r>
              <a:rPr lang="ru-RU" dirty="0">
                <a:latin typeface="+mn-lt"/>
              </a:rPr>
              <a:t>для</a:t>
            </a:r>
            <a:r>
              <a:rPr lang="en-US" dirty="0">
                <a:latin typeface="+mn-lt"/>
              </a:rPr>
              <a:t> </a:t>
            </a:r>
            <a:r>
              <a:rPr lang="ru-RU" dirty="0">
                <a:latin typeface="+mn-lt"/>
              </a:rPr>
              <a:t>иных</a:t>
            </a:r>
            <a:r>
              <a:rPr lang="en-US" dirty="0">
                <a:latin typeface="+mn-lt"/>
              </a:rPr>
              <a:t> </a:t>
            </a:r>
            <a:r>
              <a:rPr lang="ru-RU" dirty="0">
                <a:latin typeface="+mn-lt"/>
              </a:rPr>
              <a:t>целей</a:t>
            </a:r>
            <a:r>
              <a:rPr lang="en-US" dirty="0">
                <a:latin typeface="+mn-lt"/>
              </a:rPr>
              <a:t>, </a:t>
            </a:r>
            <a:r>
              <a:rPr lang="ru-RU" dirty="0">
                <a:latin typeface="+mn-lt"/>
              </a:rPr>
              <a:t>чем</a:t>
            </a:r>
            <a:r>
              <a:rPr lang="en-US" dirty="0">
                <a:latin typeface="+mn-lt"/>
              </a:rPr>
              <a:t> </a:t>
            </a:r>
            <a:r>
              <a:rPr lang="ru-RU" dirty="0">
                <a:latin typeface="+mn-lt"/>
              </a:rPr>
              <a:t>указано</a:t>
            </a:r>
            <a:r>
              <a:rPr lang="en-US" dirty="0">
                <a:latin typeface="+mn-lt"/>
              </a:rPr>
              <a:t> </a:t>
            </a:r>
            <a:r>
              <a:rPr lang="ru-RU" dirty="0">
                <a:latin typeface="+mn-lt"/>
              </a:rPr>
              <a:t>выше</a:t>
            </a:r>
            <a:r>
              <a:rPr lang="en-US" dirty="0">
                <a:latin typeface="+mn-lt"/>
              </a:rPr>
              <a:t>. </a:t>
            </a:r>
          </a:p>
          <a:p>
            <a:r>
              <a:rPr lang="en-US" dirty="0">
                <a:latin typeface="+mn-lt"/>
              </a:rPr>
              <a:t> </a:t>
            </a:r>
          </a:p>
          <a:p>
            <a:r>
              <a:rPr lang="ru-RU" dirty="0">
                <a:latin typeface="+mn-lt"/>
              </a:rPr>
              <a:t>Настоящее</a:t>
            </a:r>
            <a:r>
              <a:rPr lang="en-US" dirty="0">
                <a:latin typeface="+mn-lt"/>
              </a:rPr>
              <a:t> </a:t>
            </a:r>
            <a:r>
              <a:rPr lang="ru-RU" dirty="0">
                <a:latin typeface="+mn-lt"/>
              </a:rPr>
              <a:t>предложение</a:t>
            </a:r>
            <a:r>
              <a:rPr lang="en-US" dirty="0">
                <a:latin typeface="+mn-lt"/>
              </a:rPr>
              <a:t> </a:t>
            </a:r>
            <a:r>
              <a:rPr lang="ru-RU" dirty="0">
                <a:latin typeface="+mn-lt"/>
              </a:rPr>
              <a:t>не</a:t>
            </a:r>
            <a:r>
              <a:rPr lang="en-US" dirty="0">
                <a:latin typeface="+mn-lt"/>
              </a:rPr>
              <a:t> </a:t>
            </a:r>
            <a:r>
              <a:rPr lang="ru-RU" dirty="0">
                <a:latin typeface="+mn-lt"/>
              </a:rPr>
              <a:t>является</a:t>
            </a:r>
            <a:r>
              <a:rPr lang="en-US" dirty="0">
                <a:latin typeface="+mn-lt"/>
              </a:rPr>
              <a:t> </a:t>
            </a:r>
            <a:r>
              <a:rPr lang="ru-RU" dirty="0">
                <a:latin typeface="+mn-lt"/>
              </a:rPr>
              <a:t>юридически</a:t>
            </a:r>
            <a:r>
              <a:rPr lang="en-US" dirty="0">
                <a:latin typeface="+mn-lt"/>
              </a:rPr>
              <a:t> </a:t>
            </a:r>
            <a:r>
              <a:rPr lang="ru-RU" dirty="0">
                <a:latin typeface="+mn-lt"/>
              </a:rPr>
              <a:t>обязательным</a:t>
            </a:r>
            <a:r>
              <a:rPr lang="en-US" dirty="0">
                <a:latin typeface="+mn-lt"/>
              </a:rPr>
              <a:t> </a:t>
            </a:r>
            <a:r>
              <a:rPr lang="ru-RU" dirty="0">
                <a:latin typeface="+mn-lt"/>
              </a:rPr>
              <a:t>для</a:t>
            </a:r>
            <a:r>
              <a:rPr lang="en-US" dirty="0">
                <a:latin typeface="+mn-lt"/>
              </a:rPr>
              <a:t> </a:t>
            </a:r>
            <a:r>
              <a:rPr lang="en-US" dirty="0" err="1">
                <a:latin typeface="+mn-lt"/>
              </a:rPr>
              <a:t>Рексофт</a:t>
            </a:r>
            <a:r>
              <a:rPr lang="en-US" dirty="0">
                <a:latin typeface="+mn-lt"/>
              </a:rPr>
              <a:t> и </a:t>
            </a:r>
            <a:r>
              <a:rPr lang="ru-RU" dirty="0">
                <a:solidFill>
                  <a:schemeClr val="tx2"/>
                </a:solidFill>
                <a:latin typeface="+mn-lt"/>
              </a:rPr>
              <a:t>Заказчика</a:t>
            </a:r>
            <a:r>
              <a:rPr lang="en-US" dirty="0">
                <a:latin typeface="+mn-lt"/>
              </a:rPr>
              <a:t> и </a:t>
            </a:r>
            <a:r>
              <a:rPr lang="ru-RU" dirty="0">
                <a:latin typeface="+mn-lt"/>
              </a:rPr>
              <a:t>не</a:t>
            </a:r>
            <a:r>
              <a:rPr lang="en-US" dirty="0">
                <a:latin typeface="+mn-lt"/>
              </a:rPr>
              <a:t> </a:t>
            </a:r>
            <a:r>
              <a:rPr lang="ru-RU" dirty="0">
                <a:latin typeface="+mn-lt"/>
              </a:rPr>
              <a:t>является</a:t>
            </a:r>
            <a:r>
              <a:rPr lang="en-US" dirty="0">
                <a:latin typeface="+mn-lt"/>
              </a:rPr>
              <a:t> </a:t>
            </a:r>
            <a:r>
              <a:rPr lang="ru-RU" dirty="0">
                <a:latin typeface="+mn-lt"/>
              </a:rPr>
              <a:t>офертой</a:t>
            </a:r>
            <a:r>
              <a:rPr lang="en-US" dirty="0">
                <a:latin typeface="+mn-lt"/>
              </a:rPr>
              <a:t> </a:t>
            </a:r>
            <a:r>
              <a:rPr lang="ru-RU" dirty="0">
                <a:latin typeface="+mn-lt"/>
              </a:rPr>
              <a:t>по</a:t>
            </a:r>
            <a:r>
              <a:rPr lang="en-US" dirty="0">
                <a:latin typeface="+mn-lt"/>
              </a:rPr>
              <a:t> </a:t>
            </a:r>
            <a:r>
              <a:rPr lang="ru-RU" dirty="0">
                <a:latin typeface="+mn-lt"/>
              </a:rPr>
              <a:t>российскому</a:t>
            </a:r>
            <a:r>
              <a:rPr lang="en-US" dirty="0">
                <a:latin typeface="+mn-lt"/>
              </a:rPr>
              <a:t> </a:t>
            </a:r>
            <a:r>
              <a:rPr lang="ru-RU" dirty="0">
                <a:latin typeface="+mn-lt"/>
              </a:rPr>
              <a:t>законодательству</a:t>
            </a:r>
            <a:r>
              <a:rPr lang="en-US" dirty="0">
                <a:latin typeface="+mn-lt"/>
              </a:rPr>
              <a:t>. </a:t>
            </a:r>
            <a:r>
              <a:rPr lang="ru-RU" dirty="0">
                <a:latin typeface="+mn-lt"/>
              </a:rPr>
              <a:t>Если</a:t>
            </a:r>
            <a:r>
              <a:rPr lang="en-US" dirty="0">
                <a:latin typeface="+mn-lt"/>
              </a:rPr>
              <a:t> </a:t>
            </a:r>
            <a:r>
              <a:rPr lang="en-US" dirty="0" err="1">
                <a:latin typeface="+mn-lt"/>
              </a:rPr>
              <a:t>Рексофт</a:t>
            </a:r>
            <a:r>
              <a:rPr lang="en-US" dirty="0">
                <a:latin typeface="+mn-lt"/>
              </a:rPr>
              <a:t> </a:t>
            </a:r>
            <a:r>
              <a:rPr lang="ru-RU" dirty="0">
                <a:latin typeface="+mn-lt"/>
              </a:rPr>
              <a:t>будет</a:t>
            </a:r>
            <a:r>
              <a:rPr lang="en-US" dirty="0">
                <a:latin typeface="+mn-lt"/>
              </a:rPr>
              <a:t> </a:t>
            </a:r>
            <a:r>
              <a:rPr lang="ru-RU" dirty="0">
                <a:latin typeface="+mn-lt"/>
              </a:rPr>
              <a:t>выбрана</a:t>
            </a:r>
            <a:r>
              <a:rPr lang="en-US" dirty="0">
                <a:latin typeface="+mn-lt"/>
              </a:rPr>
              <a:t> </a:t>
            </a:r>
            <a:r>
              <a:rPr lang="ru-RU" dirty="0">
                <a:latin typeface="+mn-lt"/>
              </a:rPr>
              <a:t>для</a:t>
            </a:r>
            <a:r>
              <a:rPr lang="en-US" dirty="0">
                <a:latin typeface="+mn-lt"/>
              </a:rPr>
              <a:t> </a:t>
            </a:r>
            <a:r>
              <a:rPr lang="ru-RU" dirty="0">
                <a:latin typeface="+mn-lt"/>
              </a:rPr>
              <a:t>оказания</a:t>
            </a:r>
            <a:r>
              <a:rPr lang="en-US" dirty="0">
                <a:latin typeface="+mn-lt"/>
              </a:rPr>
              <a:t> </a:t>
            </a:r>
            <a:r>
              <a:rPr lang="ru-RU" dirty="0">
                <a:latin typeface="+mn-lt"/>
              </a:rPr>
              <a:t>услуг</a:t>
            </a:r>
            <a:r>
              <a:rPr lang="en-US" dirty="0">
                <a:latin typeface="+mn-lt"/>
              </a:rPr>
              <a:t>, </a:t>
            </a:r>
            <a:r>
              <a:rPr lang="ru-RU" dirty="0">
                <a:latin typeface="+mn-lt"/>
              </a:rPr>
              <a:t>описанных</a:t>
            </a:r>
            <a:r>
              <a:rPr lang="en-US" dirty="0">
                <a:latin typeface="+mn-lt"/>
              </a:rPr>
              <a:t> в </a:t>
            </a:r>
            <a:r>
              <a:rPr lang="ru-RU" dirty="0">
                <a:latin typeface="+mn-lt"/>
              </a:rPr>
              <a:t>данном</a:t>
            </a:r>
            <a:r>
              <a:rPr lang="en-US" dirty="0">
                <a:latin typeface="+mn-lt"/>
              </a:rPr>
              <a:t> </a:t>
            </a:r>
            <a:r>
              <a:rPr lang="ru-RU" dirty="0">
                <a:latin typeface="+mn-lt"/>
              </a:rPr>
              <a:t>документе</a:t>
            </a:r>
            <a:r>
              <a:rPr lang="en-US" dirty="0">
                <a:latin typeface="+mn-lt"/>
              </a:rPr>
              <a:t>, </a:t>
            </a:r>
            <a:r>
              <a:rPr lang="en-US" dirty="0" err="1">
                <a:latin typeface="+mn-lt"/>
              </a:rPr>
              <a:t>Рексофт</a:t>
            </a:r>
            <a:r>
              <a:rPr lang="en-US" dirty="0">
                <a:latin typeface="+mn-lt"/>
              </a:rPr>
              <a:t> и </a:t>
            </a:r>
            <a:r>
              <a:rPr lang="ru-RU" dirty="0">
                <a:solidFill>
                  <a:schemeClr val="tx2"/>
                </a:solidFill>
                <a:latin typeface="+mn-lt"/>
              </a:rPr>
              <a:t>Компания</a:t>
            </a:r>
            <a:r>
              <a:rPr lang="en-US" dirty="0">
                <a:solidFill>
                  <a:schemeClr val="tx2"/>
                </a:solidFill>
                <a:latin typeface="+mn-lt"/>
              </a:rPr>
              <a:t> Х </a:t>
            </a:r>
            <a:r>
              <a:rPr lang="ru-RU" dirty="0">
                <a:latin typeface="+mn-lt"/>
              </a:rPr>
              <a:t>незамедлительно</a:t>
            </a:r>
            <a:r>
              <a:rPr lang="en-US" dirty="0">
                <a:latin typeface="+mn-lt"/>
              </a:rPr>
              <a:t> и </a:t>
            </a:r>
            <a:r>
              <a:rPr lang="ru-RU" dirty="0">
                <a:latin typeface="+mn-lt"/>
              </a:rPr>
              <a:t>добросовестно</a:t>
            </a:r>
            <a:r>
              <a:rPr lang="en-US" dirty="0">
                <a:latin typeface="+mn-lt"/>
              </a:rPr>
              <a:t> </a:t>
            </a:r>
            <a:r>
              <a:rPr lang="ru-RU" dirty="0">
                <a:latin typeface="+mn-lt"/>
              </a:rPr>
              <a:t>начнут</a:t>
            </a:r>
            <a:r>
              <a:rPr lang="en-US" dirty="0">
                <a:latin typeface="+mn-lt"/>
              </a:rPr>
              <a:t> </a:t>
            </a:r>
            <a:r>
              <a:rPr lang="ru-RU" dirty="0">
                <a:latin typeface="+mn-lt"/>
              </a:rPr>
              <a:t>переговоры</a:t>
            </a:r>
            <a:r>
              <a:rPr lang="en-US" dirty="0">
                <a:latin typeface="+mn-lt"/>
              </a:rPr>
              <a:t> </a:t>
            </a:r>
            <a:r>
              <a:rPr lang="ru-RU" dirty="0">
                <a:latin typeface="+mn-lt"/>
              </a:rPr>
              <a:t>по</a:t>
            </a:r>
            <a:r>
              <a:rPr lang="en-US" dirty="0">
                <a:latin typeface="+mn-lt"/>
              </a:rPr>
              <a:t> </a:t>
            </a:r>
            <a:r>
              <a:rPr lang="ru-RU" dirty="0">
                <a:latin typeface="+mn-lt"/>
              </a:rPr>
              <a:t>поводу</a:t>
            </a:r>
            <a:r>
              <a:rPr lang="en-US" dirty="0">
                <a:latin typeface="+mn-lt"/>
              </a:rPr>
              <a:t> </a:t>
            </a:r>
            <a:r>
              <a:rPr lang="ru-RU" dirty="0">
                <a:latin typeface="+mn-lt"/>
              </a:rPr>
              <a:t>заключения</a:t>
            </a:r>
            <a:r>
              <a:rPr lang="en-US" dirty="0">
                <a:latin typeface="+mn-lt"/>
              </a:rPr>
              <a:t> </a:t>
            </a:r>
            <a:r>
              <a:rPr lang="ru-RU" dirty="0">
                <a:latin typeface="+mn-lt"/>
              </a:rPr>
              <a:t>соответствующего</a:t>
            </a:r>
            <a:r>
              <a:rPr lang="en-US" dirty="0">
                <a:latin typeface="+mn-lt"/>
              </a:rPr>
              <a:t> </a:t>
            </a:r>
            <a:r>
              <a:rPr lang="ru-RU" dirty="0">
                <a:latin typeface="+mn-lt"/>
              </a:rPr>
              <a:t>договора</a:t>
            </a:r>
            <a:r>
              <a:rPr lang="en-US" dirty="0">
                <a:latin typeface="+mn-lt"/>
              </a:rPr>
              <a:t>. </a:t>
            </a:r>
          </a:p>
          <a:p>
            <a:r>
              <a:rPr lang="en-US" dirty="0">
                <a:latin typeface="+mn-lt"/>
              </a:rPr>
              <a:t> </a:t>
            </a:r>
          </a:p>
          <a:p>
            <a:r>
              <a:rPr lang="ru-RU" dirty="0">
                <a:latin typeface="+mn-lt"/>
              </a:rPr>
              <a:t>Все</a:t>
            </a:r>
            <a:r>
              <a:rPr lang="en-US" dirty="0">
                <a:latin typeface="+mn-lt"/>
              </a:rPr>
              <a:t> </a:t>
            </a:r>
            <a:r>
              <a:rPr lang="ru-RU" dirty="0">
                <a:latin typeface="+mn-lt"/>
              </a:rPr>
              <a:t>упомянутые</a:t>
            </a:r>
            <a:r>
              <a:rPr lang="en-US" dirty="0">
                <a:latin typeface="+mn-lt"/>
              </a:rPr>
              <a:t> в </a:t>
            </a:r>
            <a:r>
              <a:rPr lang="ru-RU" dirty="0">
                <a:latin typeface="+mn-lt"/>
              </a:rPr>
              <a:t>настоящем</a:t>
            </a:r>
            <a:r>
              <a:rPr lang="en-US" dirty="0">
                <a:latin typeface="+mn-lt"/>
              </a:rPr>
              <a:t> </a:t>
            </a:r>
            <a:r>
              <a:rPr lang="ru-RU" dirty="0">
                <a:latin typeface="+mn-lt"/>
              </a:rPr>
              <a:t>предложении</a:t>
            </a:r>
            <a:r>
              <a:rPr lang="en-US" dirty="0">
                <a:latin typeface="+mn-lt"/>
              </a:rPr>
              <a:t> </a:t>
            </a:r>
            <a:r>
              <a:rPr lang="ru-RU" dirty="0">
                <a:latin typeface="+mn-lt"/>
              </a:rPr>
              <a:t>торговые</a:t>
            </a:r>
            <a:r>
              <a:rPr lang="en-US" dirty="0">
                <a:latin typeface="+mn-lt"/>
              </a:rPr>
              <a:t> </a:t>
            </a:r>
            <a:r>
              <a:rPr lang="ru-RU" dirty="0">
                <a:latin typeface="+mn-lt"/>
              </a:rPr>
              <a:t>наименования</a:t>
            </a:r>
            <a:r>
              <a:rPr lang="en-US" dirty="0">
                <a:latin typeface="+mn-lt"/>
              </a:rPr>
              <a:t>, </a:t>
            </a:r>
            <a:r>
              <a:rPr lang="ru-RU" dirty="0">
                <a:latin typeface="+mn-lt"/>
              </a:rPr>
              <a:t>логотипы</a:t>
            </a:r>
            <a:r>
              <a:rPr lang="en-US" dirty="0">
                <a:latin typeface="+mn-lt"/>
              </a:rPr>
              <a:t>, </a:t>
            </a:r>
            <a:r>
              <a:rPr lang="ru-RU" dirty="0">
                <a:latin typeface="+mn-lt"/>
              </a:rPr>
              <a:t>включая</a:t>
            </a:r>
            <a:r>
              <a:rPr lang="en-US" dirty="0">
                <a:latin typeface="+mn-lt"/>
              </a:rPr>
              <a:t> </a:t>
            </a:r>
            <a:r>
              <a:rPr lang="ru-RU" dirty="0">
                <a:latin typeface="+mn-lt"/>
              </a:rPr>
              <a:t>фирменное</a:t>
            </a:r>
            <a:r>
              <a:rPr lang="en-US" dirty="0">
                <a:latin typeface="+mn-lt"/>
              </a:rPr>
              <a:t> </a:t>
            </a:r>
            <a:r>
              <a:rPr lang="ru-RU" dirty="0">
                <a:latin typeface="+mn-lt"/>
              </a:rPr>
              <a:t>наименование</a:t>
            </a:r>
            <a:r>
              <a:rPr lang="en-US" dirty="0">
                <a:latin typeface="+mn-lt"/>
              </a:rPr>
              <a:t> </a:t>
            </a:r>
            <a:r>
              <a:rPr lang="en-US" dirty="0" err="1">
                <a:latin typeface="+mn-lt"/>
              </a:rPr>
              <a:t>Рексофт</a:t>
            </a:r>
            <a:r>
              <a:rPr lang="en-US" dirty="0">
                <a:latin typeface="+mn-lt"/>
              </a:rPr>
              <a:t>, </a:t>
            </a:r>
            <a:r>
              <a:rPr lang="ru-RU" dirty="0">
                <a:latin typeface="+mn-lt"/>
              </a:rPr>
              <a:t>не</a:t>
            </a:r>
            <a:r>
              <a:rPr lang="en-US" dirty="0">
                <a:latin typeface="+mn-lt"/>
              </a:rPr>
              <a:t> </a:t>
            </a:r>
            <a:r>
              <a:rPr lang="ru-RU" dirty="0">
                <a:latin typeface="+mn-lt"/>
              </a:rPr>
              <a:t>могут</a:t>
            </a:r>
            <a:r>
              <a:rPr lang="en-US" dirty="0">
                <a:latin typeface="+mn-lt"/>
              </a:rPr>
              <a:t> </a:t>
            </a:r>
            <a:r>
              <a:rPr lang="ru-RU" dirty="0">
                <a:latin typeface="+mn-lt"/>
              </a:rPr>
              <a:t>использоваться</a:t>
            </a:r>
            <a:r>
              <a:rPr lang="en-US" dirty="0">
                <a:latin typeface="+mn-lt"/>
              </a:rPr>
              <a:t> </a:t>
            </a:r>
            <a:r>
              <a:rPr lang="ru-RU" dirty="0">
                <a:latin typeface="+mn-lt"/>
              </a:rPr>
              <a:t>без</a:t>
            </a:r>
            <a:r>
              <a:rPr lang="en-US" dirty="0">
                <a:latin typeface="+mn-lt"/>
              </a:rPr>
              <a:t> </a:t>
            </a:r>
            <a:r>
              <a:rPr lang="ru-RU" dirty="0">
                <a:latin typeface="+mn-lt"/>
              </a:rPr>
              <a:t>получения</a:t>
            </a:r>
            <a:r>
              <a:rPr lang="en-US" dirty="0">
                <a:latin typeface="+mn-lt"/>
              </a:rPr>
              <a:t> </a:t>
            </a:r>
            <a:r>
              <a:rPr lang="ru-RU" dirty="0">
                <a:latin typeface="+mn-lt"/>
              </a:rPr>
              <a:t>предварительного</a:t>
            </a:r>
            <a:r>
              <a:rPr lang="en-US" dirty="0">
                <a:latin typeface="+mn-lt"/>
              </a:rPr>
              <a:t> </a:t>
            </a:r>
            <a:r>
              <a:rPr lang="ru-RU" dirty="0">
                <a:latin typeface="+mn-lt"/>
              </a:rPr>
              <a:t>согласия</a:t>
            </a:r>
            <a:r>
              <a:rPr lang="en-US" dirty="0">
                <a:latin typeface="+mn-lt"/>
              </a:rPr>
              <a:t> </a:t>
            </a:r>
            <a:r>
              <a:rPr lang="en-US" dirty="0" err="1">
                <a:latin typeface="+mn-lt"/>
              </a:rPr>
              <a:t>Рексофт</a:t>
            </a:r>
            <a:r>
              <a:rPr lang="en-US" dirty="0">
                <a:latin typeface="+mn-lt"/>
              </a:rPr>
              <a:t>. </a:t>
            </a:r>
            <a:r>
              <a:rPr lang="ru-RU" dirty="0">
                <a:solidFill>
                  <a:schemeClr val="tx2"/>
                </a:solidFill>
                <a:latin typeface="+mn-lt"/>
              </a:rPr>
              <a:t>Заказчик</a:t>
            </a:r>
            <a:r>
              <a:rPr lang="en-US" dirty="0">
                <a:latin typeface="+mn-lt"/>
              </a:rPr>
              <a:t> </a:t>
            </a:r>
            <a:r>
              <a:rPr lang="ru-RU" dirty="0">
                <a:latin typeface="+mn-lt"/>
              </a:rPr>
              <a:t>вправе</a:t>
            </a:r>
            <a:r>
              <a:rPr lang="en-US" dirty="0">
                <a:latin typeface="+mn-lt"/>
              </a:rPr>
              <a:t> </a:t>
            </a:r>
            <a:r>
              <a:rPr lang="ru-RU" dirty="0">
                <a:latin typeface="+mn-lt"/>
              </a:rPr>
              <a:t>обращаться</a:t>
            </a:r>
            <a:r>
              <a:rPr lang="en-US" dirty="0">
                <a:latin typeface="+mn-lt"/>
              </a:rPr>
              <a:t> к </a:t>
            </a:r>
            <a:r>
              <a:rPr lang="ru-RU" dirty="0">
                <a:latin typeface="+mn-lt"/>
              </a:rPr>
              <a:t>клиентам</a:t>
            </a:r>
            <a:r>
              <a:rPr lang="en-US" dirty="0">
                <a:latin typeface="+mn-lt"/>
              </a:rPr>
              <a:t> </a:t>
            </a:r>
            <a:r>
              <a:rPr lang="en-US" dirty="0" err="1">
                <a:latin typeface="+mn-lt"/>
              </a:rPr>
              <a:t>Рексофт</a:t>
            </a:r>
            <a:r>
              <a:rPr lang="en-US" dirty="0">
                <a:latin typeface="+mn-lt"/>
              </a:rPr>
              <a:t>, </a:t>
            </a:r>
            <a:r>
              <a:rPr lang="ru-RU" dirty="0">
                <a:latin typeface="+mn-lt"/>
              </a:rPr>
              <a:t>упомянутые</a:t>
            </a:r>
            <a:r>
              <a:rPr lang="en-US" dirty="0">
                <a:latin typeface="+mn-lt"/>
              </a:rPr>
              <a:t> в </a:t>
            </a:r>
            <a:r>
              <a:rPr lang="ru-RU" dirty="0">
                <a:latin typeface="+mn-lt"/>
              </a:rPr>
              <a:t>настоящем</a:t>
            </a:r>
            <a:r>
              <a:rPr lang="en-US" dirty="0">
                <a:latin typeface="+mn-lt"/>
              </a:rPr>
              <a:t> </a:t>
            </a:r>
            <a:r>
              <a:rPr lang="ru-RU" dirty="0">
                <a:latin typeface="+mn-lt"/>
              </a:rPr>
              <a:t>предложении</a:t>
            </a:r>
            <a:r>
              <a:rPr lang="en-US" dirty="0">
                <a:latin typeface="+mn-lt"/>
              </a:rPr>
              <a:t>, </a:t>
            </a:r>
            <a:r>
              <a:rPr lang="ru-RU" dirty="0">
                <a:latin typeface="+mn-lt"/>
              </a:rPr>
              <a:t>только</a:t>
            </a:r>
            <a:r>
              <a:rPr lang="en-US" dirty="0">
                <a:latin typeface="+mn-lt"/>
              </a:rPr>
              <a:t> </a:t>
            </a:r>
            <a:r>
              <a:rPr lang="ru-RU" dirty="0">
                <a:latin typeface="+mn-lt"/>
              </a:rPr>
              <a:t>после</a:t>
            </a:r>
            <a:r>
              <a:rPr lang="en-US" dirty="0">
                <a:latin typeface="+mn-lt"/>
              </a:rPr>
              <a:t> </a:t>
            </a:r>
            <a:r>
              <a:rPr lang="ru-RU" dirty="0">
                <a:latin typeface="+mn-lt"/>
              </a:rPr>
              <a:t>получения</a:t>
            </a:r>
            <a:r>
              <a:rPr lang="en-US" dirty="0">
                <a:latin typeface="+mn-lt"/>
              </a:rPr>
              <a:t> </a:t>
            </a:r>
            <a:r>
              <a:rPr lang="ru-RU" dirty="0">
                <a:latin typeface="+mn-lt"/>
              </a:rPr>
              <a:t>предварительного</a:t>
            </a:r>
            <a:r>
              <a:rPr lang="en-US" dirty="0">
                <a:latin typeface="+mn-lt"/>
              </a:rPr>
              <a:t> </a:t>
            </a:r>
            <a:r>
              <a:rPr lang="ru-RU" dirty="0">
                <a:latin typeface="+mn-lt"/>
              </a:rPr>
              <a:t>согласия</a:t>
            </a:r>
            <a:r>
              <a:rPr lang="en-US" dirty="0">
                <a:latin typeface="+mn-lt"/>
              </a:rPr>
              <a:t> </a:t>
            </a:r>
            <a:r>
              <a:rPr lang="en-US" dirty="0" err="1">
                <a:latin typeface="+mn-lt"/>
              </a:rPr>
              <a:t>Рексофт</a:t>
            </a:r>
            <a:r>
              <a:rPr lang="en-US" dirty="0">
                <a:latin typeface="+mn-lt"/>
              </a:rPr>
              <a:t>.</a:t>
            </a:r>
          </a:p>
          <a:p>
            <a:r>
              <a:rPr lang="en-US" dirty="0">
                <a:latin typeface="+mn-lt"/>
              </a:rPr>
              <a:t> </a:t>
            </a:r>
          </a:p>
          <a:p>
            <a:r>
              <a:rPr lang="en-US" dirty="0" err="1">
                <a:latin typeface="+mn-lt"/>
              </a:rPr>
              <a:t>Рексофт</a:t>
            </a:r>
            <a:r>
              <a:rPr lang="en-US" dirty="0">
                <a:latin typeface="+mn-lt"/>
              </a:rPr>
              <a:t> </a:t>
            </a:r>
            <a:r>
              <a:rPr lang="ru-RU" dirty="0">
                <a:latin typeface="+mn-lt"/>
              </a:rPr>
              <a:t>не</a:t>
            </a:r>
            <a:r>
              <a:rPr lang="en-US" dirty="0">
                <a:latin typeface="+mn-lt"/>
              </a:rPr>
              <a:t> </a:t>
            </a:r>
            <a:r>
              <a:rPr lang="ru-RU" dirty="0">
                <a:latin typeface="+mn-lt"/>
              </a:rPr>
              <a:t>оказывает</a:t>
            </a:r>
            <a:r>
              <a:rPr lang="en-US" dirty="0">
                <a:latin typeface="+mn-lt"/>
              </a:rPr>
              <a:t> </a:t>
            </a:r>
            <a:r>
              <a:rPr lang="ru-RU" dirty="0">
                <a:latin typeface="+mn-lt"/>
              </a:rPr>
              <a:t>услуги</a:t>
            </a:r>
            <a:r>
              <a:rPr lang="en-US" dirty="0">
                <a:latin typeface="+mn-lt"/>
              </a:rPr>
              <a:t> </a:t>
            </a:r>
            <a:r>
              <a:rPr lang="ru-RU" dirty="0">
                <a:latin typeface="+mn-lt"/>
              </a:rPr>
              <a:t>по</a:t>
            </a:r>
            <a:r>
              <a:rPr lang="en-US" dirty="0">
                <a:latin typeface="+mn-lt"/>
              </a:rPr>
              <a:t> </a:t>
            </a:r>
            <a:r>
              <a:rPr lang="ru-RU" dirty="0">
                <a:latin typeface="+mn-lt"/>
              </a:rPr>
              <a:t>налоговому</a:t>
            </a:r>
            <a:r>
              <a:rPr lang="en-US" dirty="0">
                <a:latin typeface="+mn-lt"/>
              </a:rPr>
              <a:t>, </a:t>
            </a:r>
            <a:r>
              <a:rPr lang="ru-RU" dirty="0">
                <a:latin typeface="+mn-lt"/>
              </a:rPr>
              <a:t>бухгалтерскому</a:t>
            </a:r>
            <a:r>
              <a:rPr lang="en-US" dirty="0">
                <a:latin typeface="+mn-lt"/>
              </a:rPr>
              <a:t> и </a:t>
            </a:r>
            <a:r>
              <a:rPr lang="ru-RU" dirty="0">
                <a:latin typeface="+mn-lt"/>
              </a:rPr>
              <a:t>юридическому</a:t>
            </a:r>
            <a:r>
              <a:rPr lang="en-US" dirty="0">
                <a:latin typeface="+mn-lt"/>
              </a:rPr>
              <a:t> </a:t>
            </a:r>
            <a:r>
              <a:rPr lang="ru-RU" dirty="0">
                <a:latin typeface="+mn-lt"/>
              </a:rPr>
              <a:t>консультированию</a:t>
            </a:r>
            <a:r>
              <a:rPr lang="en-US" dirty="0">
                <a:latin typeface="+mn-lt"/>
              </a:rPr>
              <a:t>, а </a:t>
            </a:r>
            <a:r>
              <a:rPr lang="ru-RU" dirty="0">
                <a:latin typeface="+mn-lt"/>
              </a:rPr>
              <a:t>также</a:t>
            </a:r>
            <a:r>
              <a:rPr lang="en-US" dirty="0">
                <a:latin typeface="+mn-lt"/>
              </a:rPr>
              <a:t> в </a:t>
            </a:r>
            <a:r>
              <a:rPr lang="ru-RU" dirty="0">
                <a:latin typeface="+mn-lt"/>
              </a:rPr>
              <a:t>области</a:t>
            </a:r>
            <a:r>
              <a:rPr lang="en-US" dirty="0">
                <a:latin typeface="+mn-lt"/>
              </a:rPr>
              <a:t> </a:t>
            </a:r>
            <a:r>
              <a:rPr lang="ru-RU" dirty="0">
                <a:latin typeface="+mn-lt"/>
              </a:rPr>
              <a:t>оценочной</a:t>
            </a:r>
            <a:r>
              <a:rPr lang="en-US" dirty="0">
                <a:latin typeface="+mn-lt"/>
              </a:rPr>
              <a:t> </a:t>
            </a:r>
            <a:r>
              <a:rPr lang="ru-RU" dirty="0">
                <a:latin typeface="+mn-lt"/>
              </a:rPr>
              <a:t>деятельности</a:t>
            </a:r>
            <a:r>
              <a:rPr lang="en-US" dirty="0">
                <a:latin typeface="+mn-lt"/>
              </a:rPr>
              <a:t>, </a:t>
            </a:r>
            <a:r>
              <a:rPr lang="ru-RU" dirty="0">
                <a:latin typeface="+mn-lt"/>
              </a:rPr>
              <a:t>аудита</a:t>
            </a:r>
            <a:r>
              <a:rPr lang="en-US" dirty="0">
                <a:latin typeface="+mn-lt"/>
              </a:rPr>
              <a:t> и </a:t>
            </a:r>
            <a:r>
              <a:rPr lang="ru-RU" dirty="0">
                <a:latin typeface="+mn-lt"/>
              </a:rPr>
              <a:t>образования</a:t>
            </a:r>
            <a:r>
              <a:rPr lang="en-US" dirty="0">
                <a:latin typeface="+mn-lt"/>
              </a:rPr>
              <a:t>*. </a:t>
            </a:r>
            <a:endParaRPr lang="ru-RU" dirty="0">
              <a:latin typeface="+mn-lt"/>
            </a:endParaRPr>
          </a:p>
        </p:txBody>
      </p:sp>
      <p:sp>
        <p:nvSpPr>
          <p:cNvPr id="3" name="Номер слайда 2">
            <a:extLst>
              <a:ext uri="{FF2B5EF4-FFF2-40B4-BE49-F238E27FC236}">
                <a16:creationId xmlns:a16="http://schemas.microsoft.com/office/drawing/2014/main" id="{588F0F29-0A9D-8845-DA7B-78B3BBC00D33}"/>
              </a:ext>
            </a:extLst>
          </p:cNvPr>
          <p:cNvSpPr>
            <a:spLocks noGrp="1"/>
          </p:cNvSpPr>
          <p:nvPr>
            <p:ph type="sldNum" sz="quarter" idx="4"/>
          </p:nvPr>
        </p:nvSpPr>
        <p:spPr/>
        <p:txBody>
          <a:bodyPr/>
          <a:lstStyle/>
          <a:p>
            <a:fld id="{13FB4C0F-BB20-4298-B11D-AEB97E17A107}" type="slidenum">
              <a:rPr lang="ru-RU" smtClean="0"/>
              <a:pPr/>
              <a:t>9</a:t>
            </a:fld>
            <a:endParaRPr lang="ru-RU" dirty="0"/>
          </a:p>
        </p:txBody>
      </p:sp>
      <p:sp>
        <p:nvSpPr>
          <p:cNvPr id="5" name="Текст 4">
            <a:extLst>
              <a:ext uri="{FF2B5EF4-FFF2-40B4-BE49-F238E27FC236}">
                <a16:creationId xmlns:a16="http://schemas.microsoft.com/office/drawing/2014/main" id="{44C75447-50E1-A40D-93D4-04D1243B9AAA}"/>
              </a:ext>
            </a:extLst>
          </p:cNvPr>
          <p:cNvSpPr>
            <a:spLocks noGrp="1"/>
          </p:cNvSpPr>
          <p:nvPr>
            <p:ph type="body" sz="quarter" idx="10"/>
          </p:nvPr>
        </p:nvSpPr>
        <p:spPr>
          <a:xfrm>
            <a:off x="9283700" y="1560513"/>
            <a:ext cx="2412000" cy="3588034"/>
          </a:xfrm>
        </p:spPr>
        <p:txBody>
          <a:bodyPr/>
          <a:lstStyle/>
          <a:p>
            <a:r>
              <a:rPr lang="ru-RU" dirty="0"/>
              <a:t>Термин </a:t>
            </a:r>
            <a:r>
              <a:rPr lang="ru-RU" dirty="0">
                <a:solidFill>
                  <a:srgbClr val="000000"/>
                </a:solidFill>
              </a:rPr>
              <a:t>«оценка» </a:t>
            </a:r>
            <a:r>
              <a:rPr lang="ru-RU" dirty="0"/>
              <a:t>(и его производные)</a:t>
            </a:r>
          </a:p>
          <a:p>
            <a:r>
              <a:rPr lang="ru-RU" dirty="0"/>
              <a:t>по тексту настоящего документа не подразумевает оценочную деятельность в соответствии с ФЗ «Об оценочной деятельности». </a:t>
            </a:r>
          </a:p>
          <a:p>
            <a:endParaRPr lang="ru-RU" dirty="0"/>
          </a:p>
          <a:p>
            <a:r>
              <a:rPr lang="ru-RU" dirty="0"/>
              <a:t>Термин </a:t>
            </a:r>
            <a:r>
              <a:rPr lang="ru-RU" dirty="0">
                <a:solidFill>
                  <a:srgbClr val="000000"/>
                </a:solidFill>
              </a:rPr>
              <a:t>«аудит» </a:t>
            </a:r>
            <a:r>
              <a:rPr lang="ru-RU" dirty="0"/>
              <a:t>(и его производные) по тексту настоящего документа не подразумевает аудиторскую деятельность в соответствии с ФЗ «Об аудиторской деятельности». </a:t>
            </a:r>
          </a:p>
          <a:p>
            <a:endParaRPr lang="ru-RU" dirty="0"/>
          </a:p>
          <a:p>
            <a:r>
              <a:rPr lang="ru-RU" dirty="0"/>
              <a:t>Термин </a:t>
            </a:r>
            <a:r>
              <a:rPr lang="ru-RU" dirty="0">
                <a:solidFill>
                  <a:srgbClr val="000000"/>
                </a:solidFill>
              </a:rPr>
              <a:t>«обучение» </a:t>
            </a:r>
            <a:r>
              <a:rPr lang="ru-RU" dirty="0"/>
              <a:t>(и его производные)</a:t>
            </a:r>
          </a:p>
          <a:p>
            <a:r>
              <a:rPr lang="ru-RU" dirty="0"/>
              <a:t>по тексту настоящего документа не подразумевает деятельность по обучению в соответствии с ФЗ «Об образовательной деятельности» и включает только оказание справочных и информационно- консультационных услуг. </a:t>
            </a:r>
          </a:p>
          <a:p>
            <a:endParaRPr lang="ru-RU" dirty="0"/>
          </a:p>
          <a:p>
            <a:r>
              <a:rPr lang="ru-RU" dirty="0"/>
              <a:t>Термины </a:t>
            </a:r>
            <a:r>
              <a:rPr lang="ru-RU" dirty="0">
                <a:solidFill>
                  <a:srgbClr val="000000"/>
                </a:solidFill>
              </a:rPr>
              <a:t>«эксперт», «экспертиза» </a:t>
            </a:r>
          </a:p>
          <a:p>
            <a:r>
              <a:rPr lang="ru-RU" dirty="0"/>
              <a:t>(и их производные) по тексту настоящего документа должны пониматься исключительно как профессиональный опыт консалтинговой компании и ее персонала, не требующей  получения специальных разрешений, лицензий или специальную квалификацию в терминах законодательства Российской Федерации.</a:t>
            </a:r>
          </a:p>
        </p:txBody>
      </p:sp>
      <p:sp>
        <p:nvSpPr>
          <p:cNvPr id="7" name="Заголовок 6">
            <a:extLst>
              <a:ext uri="{FF2B5EF4-FFF2-40B4-BE49-F238E27FC236}">
                <a16:creationId xmlns:a16="http://schemas.microsoft.com/office/drawing/2014/main" id="{5D48EDA3-7907-D66C-A930-9FDD9E9FAF21}"/>
              </a:ext>
            </a:extLst>
          </p:cNvPr>
          <p:cNvSpPr>
            <a:spLocks noGrp="1"/>
          </p:cNvSpPr>
          <p:nvPr>
            <p:ph type="title"/>
          </p:nvPr>
        </p:nvSpPr>
        <p:spPr/>
        <p:txBody>
          <a:bodyPr/>
          <a:lstStyle/>
          <a:p>
            <a:r>
              <a:rPr lang="ru-RU" dirty="0"/>
              <a:t>Конфиденциальность и характер документа</a:t>
            </a:r>
          </a:p>
        </p:txBody>
      </p:sp>
    </p:spTree>
    <p:extLst>
      <p:ext uri="{BB962C8B-B14F-4D97-AF65-F5344CB8AC3E}">
        <p14:creationId xmlns:p14="http://schemas.microsoft.com/office/powerpoint/2010/main" val="1339996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A62B1-4960-D49D-0BD6-A55792122CBA}"/>
            </a:ext>
          </a:extLst>
        </p:cNvPr>
        <p:cNvGrpSpPr/>
        <p:nvPr/>
      </p:nvGrpSpPr>
      <p:grpSpPr>
        <a:xfrm>
          <a:off x="0" y="0"/>
          <a:ext cx="0" cy="0"/>
          <a:chOff x="0" y="0"/>
          <a:chExt cx="0" cy="0"/>
        </a:xfrm>
      </p:grpSpPr>
      <p:pic>
        <p:nvPicPr>
          <p:cNvPr id="46" name="Image 1">
            <a:extLst>
              <a:ext uri="{FF2B5EF4-FFF2-40B4-BE49-F238E27FC236}">
                <a16:creationId xmlns:a16="http://schemas.microsoft.com/office/drawing/2014/main" id="{CA549CFA-B801-78BA-BD27-20F0626D5FA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6096350" y="447"/>
            <a:ext cx="6095206" cy="6857107"/>
          </a:xfrm>
          <a:prstGeom prst="rect">
            <a:avLst/>
          </a:prstGeom>
        </p:spPr>
      </p:pic>
      <p:graphicFrame>
        <p:nvGraphicFramePr>
          <p:cNvPr id="10" name="Таблица 9">
            <a:extLst>
              <a:ext uri="{FF2B5EF4-FFF2-40B4-BE49-F238E27FC236}">
                <a16:creationId xmlns:a16="http://schemas.microsoft.com/office/drawing/2014/main" id="{BEB79746-BCEA-D3F5-6F9D-36B102FE3DC5}"/>
              </a:ext>
            </a:extLst>
          </p:cNvPr>
          <p:cNvGraphicFramePr>
            <a:graphicFrameLocks noGrp="1"/>
          </p:cNvGraphicFramePr>
          <p:nvPr/>
        </p:nvGraphicFramePr>
        <p:xfrm>
          <a:off x="355599" y="2441751"/>
          <a:ext cx="5384772" cy="2729645"/>
        </p:xfrm>
        <a:graphic>
          <a:graphicData uri="http://schemas.openxmlformats.org/drawingml/2006/table">
            <a:tbl>
              <a:tblPr>
                <a:tableStyleId>{5C22544A-7EE6-4342-B048-85BDC9FD1C3A}</a:tableStyleId>
              </a:tblPr>
              <a:tblGrid>
                <a:gridCol w="258838">
                  <a:extLst>
                    <a:ext uri="{9D8B030D-6E8A-4147-A177-3AD203B41FA5}">
                      <a16:colId xmlns:a16="http://schemas.microsoft.com/office/drawing/2014/main" val="3650137310"/>
                    </a:ext>
                  </a:extLst>
                </a:gridCol>
                <a:gridCol w="3927476">
                  <a:extLst>
                    <a:ext uri="{9D8B030D-6E8A-4147-A177-3AD203B41FA5}">
                      <a16:colId xmlns:a16="http://schemas.microsoft.com/office/drawing/2014/main" val="2624241063"/>
                    </a:ext>
                  </a:extLst>
                </a:gridCol>
                <a:gridCol w="1198458">
                  <a:extLst>
                    <a:ext uri="{9D8B030D-6E8A-4147-A177-3AD203B41FA5}">
                      <a16:colId xmlns:a16="http://schemas.microsoft.com/office/drawing/2014/main" val="1068498310"/>
                    </a:ext>
                  </a:extLst>
                </a:gridCol>
              </a:tblGrid>
              <a:tr h="545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rgbClr val="8C8C8C"/>
                          </a:solidFill>
                        </a:rPr>
                        <a:t>01</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dirty="0"/>
                        <a:t>Цели, задачи и объем проекта</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000" dirty="0">
                          <a:solidFill>
                            <a:schemeClr val="tx2"/>
                          </a:solidFill>
                        </a:rPr>
                        <a:t>4 — 0</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7481150"/>
                  </a:ext>
                </a:extLst>
              </a:tr>
              <a:tr h="545929">
                <a:tc>
                  <a:txBody>
                    <a:bodyPr/>
                    <a:lstStyle/>
                    <a:p>
                      <a:r>
                        <a:rPr lang="ru-RU" sz="1000" dirty="0">
                          <a:solidFill>
                            <a:srgbClr val="8C8C8C"/>
                          </a:solidFill>
                        </a:rPr>
                        <a:t>02</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t>Общий подход к реализации проекта</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000" dirty="0">
                          <a:solidFill>
                            <a:schemeClr val="tx2"/>
                          </a:solidFill>
                        </a:rPr>
                        <a:t>11 - 16</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622551"/>
                  </a:ext>
                </a:extLst>
              </a:tr>
              <a:tr h="545929">
                <a:tc>
                  <a:txBody>
                    <a:bodyPr/>
                    <a:lstStyle/>
                    <a:p>
                      <a:r>
                        <a:rPr lang="ru-RU" sz="1000" dirty="0">
                          <a:solidFill>
                            <a:srgbClr val="8C8C8C"/>
                          </a:solidFill>
                        </a:rPr>
                        <a:t>03</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t>Описание подходов к выполнению</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000" dirty="0">
                          <a:solidFill>
                            <a:schemeClr val="tx2"/>
                          </a:solidFill>
                        </a:rPr>
                        <a:t>17 - 22</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8412705"/>
                  </a:ext>
                </a:extLst>
              </a:tr>
              <a:tr h="545929">
                <a:tc>
                  <a:txBody>
                    <a:bodyPr/>
                    <a:lstStyle/>
                    <a:p>
                      <a:r>
                        <a:rPr lang="ru-RU" sz="1000" dirty="0">
                          <a:solidFill>
                            <a:srgbClr val="8C8C8C"/>
                          </a:solidFill>
                        </a:rPr>
                        <a:t>04</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t>Структура команды и стоимость реализации проекта</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000" dirty="0">
                          <a:solidFill>
                            <a:schemeClr val="tx2"/>
                          </a:solidFill>
                        </a:rPr>
                        <a:t>23 - 27</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485321"/>
                  </a:ext>
                </a:extLst>
              </a:tr>
              <a:tr h="545929">
                <a:tc>
                  <a:txBody>
                    <a:bodyPr/>
                    <a:lstStyle/>
                    <a:p>
                      <a:r>
                        <a:rPr lang="ru-RU" sz="1000" dirty="0">
                          <a:solidFill>
                            <a:srgbClr val="8C8C8C"/>
                          </a:solidFill>
                        </a:rPr>
                        <a:t>05</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t>Проектный опыт</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000" dirty="0">
                          <a:solidFill>
                            <a:schemeClr val="tx2"/>
                          </a:solidFill>
                        </a:rPr>
                        <a:t>28- 32</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5606816"/>
                  </a:ext>
                </a:extLst>
              </a:tr>
            </a:tbl>
          </a:graphicData>
        </a:graphic>
      </p:graphicFrame>
      <p:pic>
        <p:nvPicPr>
          <p:cNvPr id="12" name="Рисунок 11">
            <a:extLst>
              <a:ext uri="{FF2B5EF4-FFF2-40B4-BE49-F238E27FC236}">
                <a16:creationId xmlns:a16="http://schemas.microsoft.com/office/drawing/2014/main" id="{B232AEA5-07D9-051A-9781-A1B15F901B52}"/>
              </a:ext>
            </a:extLst>
          </p:cNvPr>
          <p:cNvPicPr>
            <a:picLocks noGrp="1" noChangeAspect="1"/>
          </p:cNvPicPr>
          <p:nvPr>
            <p:ph type="pic" sz="quarter" idx="11"/>
          </p:nvPr>
        </p:nvPicPr>
        <p:blipFill>
          <a:blip r:embed="rId2" cstate="screen">
            <a:extLst>
              <a:ext uri="{28A0092B-C50C-407E-A947-70E740481C1C}">
                <a14:useLocalDpi xmlns:a14="http://schemas.microsoft.com/office/drawing/2010/main"/>
              </a:ext>
            </a:extLst>
          </a:blip>
          <a:srcRect/>
          <a:stretch>
            <a:fillRect/>
          </a:stretch>
        </p:blipFill>
        <p:spPr/>
      </p:pic>
      <p:sp>
        <p:nvSpPr>
          <p:cNvPr id="3" name="Заголовок 2">
            <a:extLst>
              <a:ext uri="{FF2B5EF4-FFF2-40B4-BE49-F238E27FC236}">
                <a16:creationId xmlns:a16="http://schemas.microsoft.com/office/drawing/2014/main" id="{73C4583B-0DE4-33F0-1CE8-08F360E747A1}"/>
              </a:ext>
            </a:extLst>
          </p:cNvPr>
          <p:cNvSpPr>
            <a:spLocks noGrp="1"/>
          </p:cNvSpPr>
          <p:nvPr>
            <p:ph type="title"/>
          </p:nvPr>
        </p:nvSpPr>
        <p:spPr/>
        <p:txBody>
          <a:bodyPr/>
          <a:lstStyle/>
          <a:p>
            <a:r>
              <a:rPr lang="ru-RU" dirty="0"/>
              <a:t>Содержание</a:t>
            </a:r>
          </a:p>
        </p:txBody>
      </p:sp>
    </p:spTree>
    <p:extLst>
      <p:ext uri="{BB962C8B-B14F-4D97-AF65-F5344CB8AC3E}">
        <p14:creationId xmlns:p14="http://schemas.microsoft.com/office/powerpoint/2010/main" val="3039968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Таблица 16">
            <a:extLst>
              <a:ext uri="{FF2B5EF4-FFF2-40B4-BE49-F238E27FC236}">
                <a16:creationId xmlns:a16="http://schemas.microsoft.com/office/drawing/2014/main" id="{F7B7EAE5-B544-1D95-D362-7CA5333B207C}"/>
              </a:ext>
            </a:extLst>
          </p:cNvPr>
          <p:cNvGraphicFramePr>
            <a:graphicFrameLocks noGrp="1"/>
          </p:cNvGraphicFramePr>
          <p:nvPr>
            <p:extLst>
              <p:ext uri="{D42A27DB-BD31-4B8C-83A1-F6EECF244321}">
                <p14:modId xmlns:p14="http://schemas.microsoft.com/office/powerpoint/2010/main" val="2713888514"/>
              </p:ext>
            </p:extLst>
          </p:nvPr>
        </p:nvGraphicFramePr>
        <p:xfrm>
          <a:off x="353771" y="1399343"/>
          <a:ext cx="5384772" cy="3275574"/>
        </p:xfrm>
        <a:graphic>
          <a:graphicData uri="http://schemas.openxmlformats.org/drawingml/2006/table">
            <a:tbl>
              <a:tblPr>
                <a:tableStyleId>{5C22544A-7EE6-4342-B048-85BDC9FD1C3A}</a:tableStyleId>
              </a:tblPr>
              <a:tblGrid>
                <a:gridCol w="258838">
                  <a:extLst>
                    <a:ext uri="{9D8B030D-6E8A-4147-A177-3AD203B41FA5}">
                      <a16:colId xmlns:a16="http://schemas.microsoft.com/office/drawing/2014/main" val="3650137310"/>
                    </a:ext>
                  </a:extLst>
                </a:gridCol>
                <a:gridCol w="3927476">
                  <a:extLst>
                    <a:ext uri="{9D8B030D-6E8A-4147-A177-3AD203B41FA5}">
                      <a16:colId xmlns:a16="http://schemas.microsoft.com/office/drawing/2014/main" val="2624241063"/>
                    </a:ext>
                  </a:extLst>
                </a:gridCol>
                <a:gridCol w="1198458">
                  <a:extLst>
                    <a:ext uri="{9D8B030D-6E8A-4147-A177-3AD203B41FA5}">
                      <a16:colId xmlns:a16="http://schemas.microsoft.com/office/drawing/2014/main" val="1068498310"/>
                    </a:ext>
                  </a:extLst>
                </a:gridCol>
              </a:tblGrid>
              <a:tr h="545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rgbClr val="8C8C8C"/>
                          </a:solidFill>
                        </a:rPr>
                        <a:t>01</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dirty="0"/>
                        <a:t>Название</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000" dirty="0">
                          <a:solidFill>
                            <a:schemeClr val="tx2"/>
                          </a:solidFill>
                        </a:rPr>
                        <a:t>4 — 10</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7481150"/>
                  </a:ext>
                </a:extLst>
              </a:tr>
              <a:tr h="545929">
                <a:tc>
                  <a:txBody>
                    <a:bodyPr/>
                    <a:lstStyle/>
                    <a:p>
                      <a:r>
                        <a:rPr lang="ru-RU" sz="1000" dirty="0">
                          <a:solidFill>
                            <a:srgbClr val="8C8C8C"/>
                          </a:solidFill>
                        </a:rPr>
                        <a:t>02</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t>Название</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000" dirty="0">
                          <a:solidFill>
                            <a:schemeClr val="tx2"/>
                          </a:solidFill>
                        </a:rPr>
                        <a:t>11 - 16</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622551"/>
                  </a:ext>
                </a:extLst>
              </a:tr>
              <a:tr h="545929">
                <a:tc>
                  <a:txBody>
                    <a:bodyPr/>
                    <a:lstStyle/>
                    <a:p>
                      <a:r>
                        <a:rPr lang="ru-RU" sz="1000" dirty="0">
                          <a:solidFill>
                            <a:srgbClr val="8C8C8C"/>
                          </a:solidFill>
                        </a:rPr>
                        <a:t>03</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t>Название</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000" dirty="0">
                          <a:solidFill>
                            <a:schemeClr val="tx2"/>
                          </a:solidFill>
                        </a:rPr>
                        <a:t>17 - 22</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8412705"/>
                  </a:ext>
                </a:extLst>
              </a:tr>
              <a:tr h="545929">
                <a:tc>
                  <a:txBody>
                    <a:bodyPr/>
                    <a:lstStyle/>
                    <a:p>
                      <a:r>
                        <a:rPr lang="ru-RU" sz="1000" dirty="0">
                          <a:solidFill>
                            <a:srgbClr val="8C8C8C"/>
                          </a:solidFill>
                        </a:rPr>
                        <a:t>04</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t>Название</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000" dirty="0">
                          <a:solidFill>
                            <a:schemeClr val="tx2"/>
                          </a:solidFill>
                        </a:rPr>
                        <a:t>23 - 27</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485321"/>
                  </a:ext>
                </a:extLst>
              </a:tr>
              <a:tr h="545929">
                <a:tc>
                  <a:txBody>
                    <a:bodyPr/>
                    <a:lstStyle/>
                    <a:p>
                      <a:r>
                        <a:rPr lang="ru-RU" sz="1000" dirty="0">
                          <a:solidFill>
                            <a:srgbClr val="8C8C8C"/>
                          </a:solidFill>
                        </a:rPr>
                        <a:t>05</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t>Название</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000" dirty="0">
                          <a:solidFill>
                            <a:schemeClr val="tx2"/>
                          </a:solidFill>
                        </a:rPr>
                        <a:t>28- 32</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5606816"/>
                  </a:ext>
                </a:extLst>
              </a:tr>
              <a:tr h="545929">
                <a:tc>
                  <a:txBody>
                    <a:bodyPr/>
                    <a:lstStyle/>
                    <a:p>
                      <a:r>
                        <a:rPr lang="ru-RU" sz="1000" dirty="0">
                          <a:solidFill>
                            <a:srgbClr val="8C8C8C"/>
                          </a:solidFill>
                        </a:rPr>
                        <a:t>06</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ru-RU" sz="1000" dirty="0"/>
                        <a:t>Название</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a:r>
                        <a:rPr lang="ru-RU" sz="1000" dirty="0">
                          <a:solidFill>
                            <a:schemeClr val="tx2"/>
                          </a:solidFill>
                        </a:rPr>
                        <a:t>39- 40</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13727612"/>
                  </a:ext>
                </a:extLst>
              </a:tr>
            </a:tbl>
          </a:graphicData>
        </a:graphic>
      </p:graphicFrame>
      <p:graphicFrame>
        <p:nvGraphicFramePr>
          <p:cNvPr id="18" name="Таблица 17">
            <a:extLst>
              <a:ext uri="{FF2B5EF4-FFF2-40B4-BE49-F238E27FC236}">
                <a16:creationId xmlns:a16="http://schemas.microsoft.com/office/drawing/2014/main" id="{6B60505E-9C1E-23E0-A24E-5B872C5B8DAF}"/>
              </a:ext>
            </a:extLst>
          </p:cNvPr>
          <p:cNvGraphicFramePr>
            <a:graphicFrameLocks noGrp="1"/>
          </p:cNvGraphicFramePr>
          <p:nvPr>
            <p:extLst>
              <p:ext uri="{D42A27DB-BD31-4B8C-83A1-F6EECF244321}">
                <p14:modId xmlns:p14="http://schemas.microsoft.com/office/powerpoint/2010/main" val="3643032568"/>
              </p:ext>
            </p:extLst>
          </p:nvPr>
        </p:nvGraphicFramePr>
        <p:xfrm>
          <a:off x="6455813" y="1399343"/>
          <a:ext cx="5384772" cy="2729645"/>
        </p:xfrm>
        <a:graphic>
          <a:graphicData uri="http://schemas.openxmlformats.org/drawingml/2006/table">
            <a:tbl>
              <a:tblPr>
                <a:tableStyleId>{5C22544A-7EE6-4342-B048-85BDC9FD1C3A}</a:tableStyleId>
              </a:tblPr>
              <a:tblGrid>
                <a:gridCol w="258838">
                  <a:extLst>
                    <a:ext uri="{9D8B030D-6E8A-4147-A177-3AD203B41FA5}">
                      <a16:colId xmlns:a16="http://schemas.microsoft.com/office/drawing/2014/main" val="3650137310"/>
                    </a:ext>
                  </a:extLst>
                </a:gridCol>
                <a:gridCol w="3927476">
                  <a:extLst>
                    <a:ext uri="{9D8B030D-6E8A-4147-A177-3AD203B41FA5}">
                      <a16:colId xmlns:a16="http://schemas.microsoft.com/office/drawing/2014/main" val="2624241063"/>
                    </a:ext>
                  </a:extLst>
                </a:gridCol>
                <a:gridCol w="1198458">
                  <a:extLst>
                    <a:ext uri="{9D8B030D-6E8A-4147-A177-3AD203B41FA5}">
                      <a16:colId xmlns:a16="http://schemas.microsoft.com/office/drawing/2014/main" val="1068498310"/>
                    </a:ext>
                  </a:extLst>
                </a:gridCol>
              </a:tblGrid>
              <a:tr h="545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dirty="0">
                          <a:solidFill>
                            <a:srgbClr val="8C8C8C"/>
                          </a:solidFill>
                        </a:rPr>
                        <a:t>07</a:t>
                      </a:r>
                      <a:endParaRPr lang="en-US" sz="1000" dirty="0">
                        <a:solidFill>
                          <a:srgbClr val="8C8C8C"/>
                        </a:solidFill>
                      </a:endParaRP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dirty="0"/>
                        <a:t>Название</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000" dirty="0">
                          <a:solidFill>
                            <a:schemeClr val="tx2"/>
                          </a:solidFill>
                        </a:rPr>
                        <a:t>4 - 10</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7481150"/>
                  </a:ext>
                </a:extLst>
              </a:tr>
              <a:tr h="545929">
                <a:tc>
                  <a:txBody>
                    <a:bodyPr/>
                    <a:lstStyle/>
                    <a:p>
                      <a:r>
                        <a:rPr lang="ru-RU" sz="1000" dirty="0">
                          <a:solidFill>
                            <a:srgbClr val="8C8C8C"/>
                          </a:solidFill>
                        </a:rPr>
                        <a:t>08</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t>Название</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000" dirty="0">
                          <a:solidFill>
                            <a:schemeClr val="tx2"/>
                          </a:solidFill>
                        </a:rPr>
                        <a:t>11 - 16</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622551"/>
                  </a:ext>
                </a:extLst>
              </a:tr>
              <a:tr h="545929">
                <a:tc>
                  <a:txBody>
                    <a:bodyPr/>
                    <a:lstStyle/>
                    <a:p>
                      <a:r>
                        <a:rPr lang="ru-RU" sz="1000" dirty="0">
                          <a:solidFill>
                            <a:srgbClr val="8C8C8C"/>
                          </a:solidFill>
                        </a:rPr>
                        <a:t>09</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t>Название</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000" dirty="0">
                          <a:solidFill>
                            <a:schemeClr val="tx2"/>
                          </a:solidFill>
                        </a:rPr>
                        <a:t>17 - 22</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8412705"/>
                  </a:ext>
                </a:extLst>
              </a:tr>
              <a:tr h="545929">
                <a:tc>
                  <a:txBody>
                    <a:bodyPr/>
                    <a:lstStyle/>
                    <a:p>
                      <a:r>
                        <a:rPr lang="ru-RU" sz="1000" dirty="0">
                          <a:solidFill>
                            <a:srgbClr val="8C8C8C"/>
                          </a:solidFill>
                        </a:rPr>
                        <a:t>10</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t>Название</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000" dirty="0">
                          <a:solidFill>
                            <a:schemeClr val="tx2"/>
                          </a:solidFill>
                        </a:rPr>
                        <a:t>23 - 27</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485321"/>
                  </a:ext>
                </a:extLst>
              </a:tr>
              <a:tr h="545929">
                <a:tc>
                  <a:txBody>
                    <a:bodyPr/>
                    <a:lstStyle/>
                    <a:p>
                      <a:r>
                        <a:rPr lang="ru-RU" sz="1000" dirty="0">
                          <a:solidFill>
                            <a:srgbClr val="8C8C8C"/>
                          </a:solidFill>
                        </a:rPr>
                        <a:t>11</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t>Название</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000" dirty="0">
                          <a:solidFill>
                            <a:schemeClr val="tx2"/>
                          </a:solidFill>
                        </a:rPr>
                        <a:t>28- 32</a:t>
                      </a:r>
                    </a:p>
                  </a:txBody>
                  <a:tcPr marL="0" marR="0" marT="143981" marB="143981">
                    <a:lnL w="12700" cmpd="sng">
                      <a:noFill/>
                    </a:lnL>
                    <a:lnR w="12700" cmpd="sng">
                      <a:noFill/>
                    </a:lnR>
                    <a:lnT w="12700"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5606816"/>
                  </a:ext>
                </a:extLst>
              </a:tr>
            </a:tbl>
          </a:graphicData>
        </a:graphic>
      </p:graphicFrame>
      <p:sp>
        <p:nvSpPr>
          <p:cNvPr id="6" name="Номер слайда 2">
            <a:extLst>
              <a:ext uri="{FF2B5EF4-FFF2-40B4-BE49-F238E27FC236}">
                <a16:creationId xmlns:a16="http://schemas.microsoft.com/office/drawing/2014/main" id="{BC3D3294-A168-935E-F0AB-AC77CE319119}"/>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11</a:t>
            </a:fld>
            <a:endParaRPr lang="ru-RU" dirty="0"/>
          </a:p>
        </p:txBody>
      </p:sp>
      <p:sp>
        <p:nvSpPr>
          <p:cNvPr id="4" name="Заголовок 3">
            <a:extLst>
              <a:ext uri="{FF2B5EF4-FFF2-40B4-BE49-F238E27FC236}">
                <a16:creationId xmlns:a16="http://schemas.microsoft.com/office/drawing/2014/main" id="{6833165B-B446-4CB5-3B89-F08E6906C76E}"/>
              </a:ext>
            </a:extLst>
          </p:cNvPr>
          <p:cNvSpPr>
            <a:spLocks noGrp="1"/>
          </p:cNvSpPr>
          <p:nvPr>
            <p:ph type="title"/>
          </p:nvPr>
        </p:nvSpPr>
        <p:spPr/>
        <p:txBody>
          <a:bodyPr/>
          <a:lstStyle/>
          <a:p>
            <a:r>
              <a:rPr lang="ru-RU" dirty="0"/>
              <a:t>Содержание</a:t>
            </a:r>
          </a:p>
        </p:txBody>
      </p:sp>
    </p:spTree>
    <p:extLst>
      <p:ext uri="{BB962C8B-B14F-4D97-AF65-F5344CB8AC3E}">
        <p14:creationId xmlns:p14="http://schemas.microsoft.com/office/powerpoint/2010/main" val="3250482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1511340F-98E9-3E9B-63FF-180A59261377}"/>
              </a:ext>
            </a:extLst>
          </p:cNvPr>
          <p:cNvSpPr>
            <a:spLocks noGrp="1"/>
          </p:cNvSpPr>
          <p:nvPr>
            <p:ph type="title"/>
          </p:nvPr>
        </p:nvSpPr>
        <p:spPr>
          <a:xfrm>
            <a:off x="355598" y="5758528"/>
            <a:ext cx="5740402" cy="810863"/>
          </a:xfrm>
        </p:spPr>
        <p:txBody>
          <a:bodyPr/>
          <a:lstStyle/>
          <a:p>
            <a:r>
              <a:rPr lang="ru-RU" dirty="0"/>
              <a:t>Разделительный</a:t>
            </a:r>
            <a:br>
              <a:rPr lang="ru-RU" dirty="0"/>
            </a:br>
            <a:r>
              <a:rPr lang="ru-RU" dirty="0"/>
              <a:t>слайд</a:t>
            </a:r>
          </a:p>
        </p:txBody>
      </p:sp>
      <p:sp>
        <p:nvSpPr>
          <p:cNvPr id="7" name="Текст 6">
            <a:extLst>
              <a:ext uri="{FF2B5EF4-FFF2-40B4-BE49-F238E27FC236}">
                <a16:creationId xmlns:a16="http://schemas.microsoft.com/office/drawing/2014/main" id="{4542571D-6ED0-C73E-6E17-A61DE13CC7AC}"/>
              </a:ext>
            </a:extLst>
          </p:cNvPr>
          <p:cNvSpPr>
            <a:spLocks noGrp="1"/>
          </p:cNvSpPr>
          <p:nvPr>
            <p:ph type="body" sz="quarter" idx="10"/>
          </p:nvPr>
        </p:nvSpPr>
        <p:spPr>
          <a:xfrm>
            <a:off x="9056304" y="299294"/>
            <a:ext cx="2766219" cy="423065"/>
          </a:xfrm>
        </p:spPr>
        <p:txBody>
          <a:bodyPr/>
          <a:lstStyle/>
          <a:p>
            <a:r>
              <a:rPr lang="ru-RU" dirty="0"/>
              <a:t>01</a:t>
            </a:r>
          </a:p>
        </p:txBody>
      </p:sp>
    </p:spTree>
    <p:extLst>
      <p:ext uri="{BB962C8B-B14F-4D97-AF65-F5344CB8AC3E}">
        <p14:creationId xmlns:p14="http://schemas.microsoft.com/office/powerpoint/2010/main" val="2653827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a:extLst>
              <a:ext uri="{FF2B5EF4-FFF2-40B4-BE49-F238E27FC236}">
                <a16:creationId xmlns:a16="http://schemas.microsoft.com/office/drawing/2014/main" id="{8A4B910E-639D-6DCB-663E-872098A548AE}"/>
              </a:ext>
            </a:extLst>
          </p:cNvPr>
          <p:cNvPicPr>
            <a:picLocks noGrp="1" noChangeAspect="1"/>
          </p:cNvPicPr>
          <p:nvPr>
            <p:ph type="pic" sz="quarter" idx="11"/>
          </p:nvPr>
        </p:nvPicPr>
        <p:blipFill>
          <a:blip r:embed="rId2" cstate="screen">
            <a:extLst>
              <a:ext uri="{28A0092B-C50C-407E-A947-70E740481C1C}">
                <a14:useLocalDpi xmlns:a14="http://schemas.microsoft.com/office/drawing/2010/main"/>
              </a:ext>
            </a:extLst>
          </a:blip>
          <a:srcRect/>
          <a:stretch/>
        </p:blipFill>
        <p:spPr>
          <a:xfrm>
            <a:off x="6096000" y="0"/>
            <a:ext cx="6096000" cy="6858000"/>
          </a:xfrm>
        </p:spPr>
      </p:pic>
      <p:sp>
        <p:nvSpPr>
          <p:cNvPr id="3" name="Текст 2">
            <a:extLst>
              <a:ext uri="{FF2B5EF4-FFF2-40B4-BE49-F238E27FC236}">
                <a16:creationId xmlns:a16="http://schemas.microsoft.com/office/drawing/2014/main" id="{EBB30405-E7AE-2B94-E1FA-77EF23F858C7}"/>
              </a:ext>
            </a:extLst>
          </p:cNvPr>
          <p:cNvSpPr>
            <a:spLocks noGrp="1"/>
          </p:cNvSpPr>
          <p:nvPr>
            <p:ph type="body" sz="quarter" idx="12"/>
          </p:nvPr>
        </p:nvSpPr>
        <p:spPr>
          <a:xfrm>
            <a:off x="355600" y="5161809"/>
            <a:ext cx="5469767" cy="1355884"/>
          </a:xfrm>
        </p:spPr>
        <p:txBody>
          <a:bodyPr/>
          <a:lstStyle/>
          <a:p>
            <a:r>
              <a:rPr lang="ru-RU" dirty="0">
                <a:solidFill>
                  <a:schemeClr val="tx2"/>
                </a:solidFill>
              </a:rPr>
              <a:t>Николай Ланцев</a:t>
            </a:r>
          </a:p>
          <a:p>
            <a:r>
              <a:rPr lang="ru-RU" dirty="0"/>
              <a:t>руководитель практики </a:t>
            </a:r>
            <a:br>
              <a:rPr lang="ru-RU" dirty="0"/>
            </a:br>
            <a:r>
              <a:rPr lang="ru-RU" dirty="0"/>
              <a:t>«Государственных</a:t>
            </a:r>
            <a:br>
              <a:rPr lang="ru-RU" dirty="0"/>
            </a:br>
            <a:r>
              <a:rPr lang="ru-RU" dirty="0"/>
              <a:t>и социальных инициатив» </a:t>
            </a:r>
            <a:br>
              <a:rPr lang="ru-RU" dirty="0"/>
            </a:br>
            <a:r>
              <a:rPr lang="ru-RU" dirty="0"/>
              <a:t>Рексофт Консалтинг</a:t>
            </a:r>
          </a:p>
        </p:txBody>
      </p:sp>
      <p:sp>
        <p:nvSpPr>
          <p:cNvPr id="4" name="Текст 3">
            <a:extLst>
              <a:ext uri="{FF2B5EF4-FFF2-40B4-BE49-F238E27FC236}">
                <a16:creationId xmlns:a16="http://schemas.microsoft.com/office/drawing/2014/main" id="{72E0CE72-9A01-AB77-D5DC-517FF9F5C044}"/>
              </a:ext>
            </a:extLst>
          </p:cNvPr>
          <p:cNvSpPr>
            <a:spLocks noGrp="1"/>
          </p:cNvSpPr>
          <p:nvPr>
            <p:ph type="body" sz="quarter" idx="13"/>
          </p:nvPr>
        </p:nvSpPr>
        <p:spPr>
          <a:xfrm>
            <a:off x="355600" y="1460500"/>
            <a:ext cx="5470525" cy="859338"/>
          </a:xfrm>
        </p:spPr>
        <p:txBody>
          <a:bodyPr/>
          <a:lstStyle/>
          <a:p>
            <a:r>
              <a:rPr lang="ru-RU" dirty="0"/>
              <a:t>Разделительный слайд</a:t>
            </a:r>
            <a:br>
              <a:rPr lang="ru-RU" dirty="0"/>
            </a:br>
            <a:r>
              <a:rPr lang="ru-RU" dirty="0"/>
              <a:t>с фотографией</a:t>
            </a:r>
          </a:p>
        </p:txBody>
      </p:sp>
    </p:spTree>
    <p:extLst>
      <p:ext uri="{BB962C8B-B14F-4D97-AF65-F5344CB8AC3E}">
        <p14:creationId xmlns:p14="http://schemas.microsoft.com/office/powerpoint/2010/main" val="2549557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a:extLst>
              <a:ext uri="{FF2B5EF4-FFF2-40B4-BE49-F238E27FC236}">
                <a16:creationId xmlns:a16="http://schemas.microsoft.com/office/drawing/2014/main" id="{58C41A1E-C154-88B8-0A3F-564D69405AD8}"/>
              </a:ext>
            </a:extLst>
          </p:cNvPr>
          <p:cNvPicPr>
            <a:picLocks noGrp="1" noChangeAspect="1"/>
          </p:cNvPicPr>
          <p:nvPr>
            <p:ph type="pic" sz="quarter" idx="11"/>
          </p:nvPr>
        </p:nvPicPr>
        <p:blipFill>
          <a:blip r:embed="rId2" cstate="screen">
            <a:extLst>
              <a:ext uri="{28A0092B-C50C-407E-A947-70E740481C1C}">
                <a14:useLocalDpi xmlns:a14="http://schemas.microsoft.com/office/drawing/2010/main"/>
              </a:ext>
            </a:extLst>
          </a:blip>
          <a:srcRect l="51" r="51"/>
          <a:stretch/>
        </p:blipFill>
        <p:spPr>
          <a:xfrm>
            <a:off x="8077158" y="2439194"/>
            <a:ext cx="3759181" cy="4050506"/>
          </a:xfrm>
        </p:spPr>
      </p:pic>
      <p:sp>
        <p:nvSpPr>
          <p:cNvPr id="5" name="Текст 4">
            <a:extLst>
              <a:ext uri="{FF2B5EF4-FFF2-40B4-BE49-F238E27FC236}">
                <a16:creationId xmlns:a16="http://schemas.microsoft.com/office/drawing/2014/main" id="{21004293-1D2F-0B10-B0EE-FBBF97910BB8}"/>
              </a:ext>
            </a:extLst>
          </p:cNvPr>
          <p:cNvSpPr>
            <a:spLocks noGrp="1"/>
          </p:cNvSpPr>
          <p:nvPr>
            <p:ph type="body" sz="quarter" idx="12"/>
          </p:nvPr>
        </p:nvSpPr>
        <p:spPr>
          <a:xfrm>
            <a:off x="355600" y="5161809"/>
            <a:ext cx="5469767" cy="1355884"/>
          </a:xfrm>
        </p:spPr>
        <p:txBody>
          <a:bodyPr/>
          <a:lstStyle/>
          <a:p>
            <a:r>
              <a:rPr lang="ru-RU" dirty="0">
                <a:solidFill>
                  <a:schemeClr val="tx2"/>
                </a:solidFill>
              </a:rPr>
              <a:t>Николай Ланцев</a:t>
            </a:r>
          </a:p>
          <a:p>
            <a:r>
              <a:rPr lang="ru-RU" dirty="0"/>
              <a:t>руководитель практики </a:t>
            </a:r>
            <a:br>
              <a:rPr lang="ru-RU" dirty="0"/>
            </a:br>
            <a:r>
              <a:rPr lang="ru-RU" dirty="0"/>
              <a:t>«Государственных</a:t>
            </a:r>
            <a:br>
              <a:rPr lang="ru-RU" dirty="0"/>
            </a:br>
            <a:r>
              <a:rPr lang="ru-RU" dirty="0"/>
              <a:t>и социальных инициатив» </a:t>
            </a:r>
            <a:br>
              <a:rPr lang="ru-RU" dirty="0"/>
            </a:br>
            <a:r>
              <a:rPr lang="ru-RU" dirty="0"/>
              <a:t>Рексофт Консалтинг</a:t>
            </a:r>
          </a:p>
        </p:txBody>
      </p:sp>
      <p:sp>
        <p:nvSpPr>
          <p:cNvPr id="3" name="Текст 2">
            <a:extLst>
              <a:ext uri="{FF2B5EF4-FFF2-40B4-BE49-F238E27FC236}">
                <a16:creationId xmlns:a16="http://schemas.microsoft.com/office/drawing/2014/main" id="{A559A93C-1E66-182B-B8E2-D727C44F6231}"/>
              </a:ext>
            </a:extLst>
          </p:cNvPr>
          <p:cNvSpPr>
            <a:spLocks noGrp="1"/>
          </p:cNvSpPr>
          <p:nvPr>
            <p:ph type="body" sz="quarter" idx="13"/>
          </p:nvPr>
        </p:nvSpPr>
        <p:spPr>
          <a:xfrm>
            <a:off x="355600" y="1460500"/>
            <a:ext cx="6657975" cy="859338"/>
          </a:xfrm>
        </p:spPr>
        <p:txBody>
          <a:bodyPr/>
          <a:lstStyle/>
          <a:p>
            <a:r>
              <a:rPr lang="ru-RU" dirty="0"/>
              <a:t>Разделительный слайд</a:t>
            </a:r>
            <a:br>
              <a:rPr lang="ru-RU" dirty="0"/>
            </a:br>
            <a:r>
              <a:rPr lang="ru-RU" dirty="0"/>
              <a:t>с маленькой фотографией</a:t>
            </a:r>
          </a:p>
        </p:txBody>
      </p:sp>
    </p:spTree>
    <p:extLst>
      <p:ext uri="{BB962C8B-B14F-4D97-AF65-F5344CB8AC3E}">
        <p14:creationId xmlns:p14="http://schemas.microsoft.com/office/powerpoint/2010/main" val="610694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F37E9F1F-6DC8-D993-8017-5256C0E39E10}"/>
              </a:ext>
            </a:extLst>
          </p:cNvPr>
          <p:cNvSpPr>
            <a:spLocks noGrp="1"/>
          </p:cNvSpPr>
          <p:nvPr>
            <p:ph type="body" sz="quarter" idx="19"/>
          </p:nvPr>
        </p:nvSpPr>
        <p:spPr/>
        <p:txBody>
          <a:bodyPr/>
          <a:lstStyle/>
          <a:p>
            <a:r>
              <a:rPr lang="ru-RU" dirty="0"/>
              <a:t>Заголовок в одну </a:t>
            </a:r>
            <a:br>
              <a:rPr lang="ru-RU" dirty="0"/>
            </a:br>
            <a:r>
              <a:rPr lang="ru-RU" dirty="0"/>
              <a:t>или несколько строк</a:t>
            </a:r>
          </a:p>
        </p:txBody>
      </p:sp>
      <p:sp>
        <p:nvSpPr>
          <p:cNvPr id="3" name="Текст 2">
            <a:extLst>
              <a:ext uri="{FF2B5EF4-FFF2-40B4-BE49-F238E27FC236}">
                <a16:creationId xmlns:a16="http://schemas.microsoft.com/office/drawing/2014/main" id="{2AA3F4F4-2B81-F8A4-AC1D-1C70D97C50DC}"/>
              </a:ext>
            </a:extLst>
          </p:cNvPr>
          <p:cNvSpPr>
            <a:spLocks noGrp="1"/>
          </p:cNvSpPr>
          <p:nvPr>
            <p:ph type="body" sz="quarter" idx="28"/>
          </p:nvPr>
        </p:nvSpPr>
        <p:spPr>
          <a:xfrm>
            <a:off x="4214660" y="4285396"/>
            <a:ext cx="6746790" cy="371897"/>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a:t>
            </a:r>
            <a:endParaRPr lang="ru-RU" dirty="0"/>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a:t>
            </a:r>
            <a:endParaRPr lang="ru-RU" dirty="0"/>
          </a:p>
        </p:txBody>
      </p:sp>
      <p:sp>
        <p:nvSpPr>
          <p:cNvPr id="4" name="Текст 3">
            <a:extLst>
              <a:ext uri="{FF2B5EF4-FFF2-40B4-BE49-F238E27FC236}">
                <a16:creationId xmlns:a16="http://schemas.microsoft.com/office/drawing/2014/main" id="{E4E3EE2D-668C-F00D-9A6E-F276A91B8BC4}"/>
              </a:ext>
            </a:extLst>
          </p:cNvPr>
          <p:cNvSpPr>
            <a:spLocks noGrp="1"/>
          </p:cNvSpPr>
          <p:nvPr>
            <p:ph type="body" sz="quarter" idx="29"/>
          </p:nvPr>
        </p:nvSpPr>
        <p:spPr>
          <a:xfrm>
            <a:off x="4214660" y="2163089"/>
            <a:ext cx="6746790" cy="371897"/>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a:t>
            </a:r>
            <a:endParaRPr lang="ru-RU" dirty="0"/>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a:t>
            </a:r>
            <a:endParaRPr lang="ru-RU" dirty="0"/>
          </a:p>
        </p:txBody>
      </p:sp>
      <p:sp>
        <p:nvSpPr>
          <p:cNvPr id="6" name="Текст 5">
            <a:extLst>
              <a:ext uri="{FF2B5EF4-FFF2-40B4-BE49-F238E27FC236}">
                <a16:creationId xmlns:a16="http://schemas.microsoft.com/office/drawing/2014/main" id="{38E638E7-9326-0884-3E61-55093188E7F8}"/>
              </a:ext>
            </a:extLst>
          </p:cNvPr>
          <p:cNvSpPr>
            <a:spLocks noGrp="1"/>
          </p:cNvSpPr>
          <p:nvPr>
            <p:ph type="body" sz="quarter" idx="30"/>
          </p:nvPr>
        </p:nvSpPr>
        <p:spPr>
          <a:xfrm>
            <a:off x="4216400" y="1656186"/>
            <a:ext cx="6689725" cy="307777"/>
          </a:xfrm>
        </p:spPr>
        <p:txBody>
          <a:bodyPr/>
          <a:lstStyle/>
          <a:p>
            <a:r>
              <a:rPr lang="ru-RU" dirty="0"/>
              <a:t>Цели и задачи</a:t>
            </a:r>
          </a:p>
        </p:txBody>
      </p:sp>
      <p:sp>
        <p:nvSpPr>
          <p:cNvPr id="7" name="Текст 6">
            <a:extLst>
              <a:ext uri="{FF2B5EF4-FFF2-40B4-BE49-F238E27FC236}">
                <a16:creationId xmlns:a16="http://schemas.microsoft.com/office/drawing/2014/main" id="{1002F395-196D-76D0-8E92-2A5F3A494F42}"/>
              </a:ext>
            </a:extLst>
          </p:cNvPr>
          <p:cNvSpPr>
            <a:spLocks noGrp="1"/>
          </p:cNvSpPr>
          <p:nvPr>
            <p:ph type="body" sz="quarter" idx="31"/>
          </p:nvPr>
        </p:nvSpPr>
        <p:spPr/>
        <p:txBody>
          <a:bodyPr/>
          <a:lstStyle/>
          <a:p>
            <a:r>
              <a:rPr lang="ru-RU" dirty="0"/>
              <a:t>Наш подход</a:t>
            </a:r>
          </a:p>
        </p:txBody>
      </p:sp>
      <p:sp>
        <p:nvSpPr>
          <p:cNvPr id="8" name="Текст 7">
            <a:extLst>
              <a:ext uri="{FF2B5EF4-FFF2-40B4-BE49-F238E27FC236}">
                <a16:creationId xmlns:a16="http://schemas.microsoft.com/office/drawing/2014/main" id="{2E868DC6-D946-357C-E118-C0A789D63206}"/>
              </a:ext>
            </a:extLst>
          </p:cNvPr>
          <p:cNvSpPr>
            <a:spLocks noGrp="1"/>
          </p:cNvSpPr>
          <p:nvPr>
            <p:ph type="body" sz="quarter" idx="32"/>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p>
        </p:txBody>
      </p:sp>
      <p:sp>
        <p:nvSpPr>
          <p:cNvPr id="9" name="Номер слайда 8">
            <a:extLst>
              <a:ext uri="{FF2B5EF4-FFF2-40B4-BE49-F238E27FC236}">
                <a16:creationId xmlns:a16="http://schemas.microsoft.com/office/drawing/2014/main" id="{662A11C7-1588-6926-CF13-F2B259B6CFF2}"/>
              </a:ext>
            </a:extLst>
          </p:cNvPr>
          <p:cNvSpPr>
            <a:spLocks noGrp="1"/>
          </p:cNvSpPr>
          <p:nvPr>
            <p:ph type="sldNum" sz="quarter" idx="4"/>
          </p:nvPr>
        </p:nvSpPr>
        <p:spPr/>
        <p:txBody>
          <a:bodyPr/>
          <a:lstStyle/>
          <a:p>
            <a:fld id="{13FB4C0F-BB20-4298-B11D-AEB97E17A107}" type="slidenum">
              <a:rPr lang="ru-RU" smtClean="0"/>
              <a:pPr/>
              <a:t>15</a:t>
            </a:fld>
            <a:endParaRPr lang="ru-RU" dirty="0"/>
          </a:p>
        </p:txBody>
      </p:sp>
      <p:sp>
        <p:nvSpPr>
          <p:cNvPr id="11" name="Заголовок 10">
            <a:extLst>
              <a:ext uri="{FF2B5EF4-FFF2-40B4-BE49-F238E27FC236}">
                <a16:creationId xmlns:a16="http://schemas.microsoft.com/office/drawing/2014/main" id="{B84D1E9E-197E-C914-FF5C-A740A5F1D957}"/>
              </a:ext>
            </a:extLst>
          </p:cNvPr>
          <p:cNvSpPr>
            <a:spLocks noGrp="1"/>
          </p:cNvSpPr>
          <p:nvPr>
            <p:ph type="title"/>
          </p:nvPr>
        </p:nvSpPr>
        <p:spPr/>
        <p:txBody>
          <a:bodyPr/>
          <a:lstStyle/>
          <a:p>
            <a:r>
              <a:rPr lang="ru-RU" dirty="0"/>
              <a:t>Предпосылки проекта и подход к реализации</a:t>
            </a:r>
          </a:p>
        </p:txBody>
      </p:sp>
    </p:spTree>
    <p:extLst>
      <p:ext uri="{BB962C8B-B14F-4D97-AF65-F5344CB8AC3E}">
        <p14:creationId xmlns:p14="http://schemas.microsoft.com/office/powerpoint/2010/main" val="3140283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694FF85E-D6B2-567D-2475-DACA17D20894}"/>
              </a:ext>
            </a:extLst>
          </p:cNvPr>
          <p:cNvSpPr>
            <a:spLocks noGrp="1"/>
          </p:cNvSpPr>
          <p:nvPr>
            <p:ph type="body" sz="quarter" idx="30"/>
          </p:nvPr>
        </p:nvSpPr>
        <p:spPr/>
        <p:txBody>
          <a:bodyPr/>
          <a:lstStyle/>
          <a:p>
            <a:r>
              <a:rPr lang="ru-RU" dirty="0"/>
              <a:t>Цели и задачи</a:t>
            </a:r>
          </a:p>
        </p:txBody>
      </p:sp>
      <p:sp>
        <p:nvSpPr>
          <p:cNvPr id="4" name="Текст 3">
            <a:extLst>
              <a:ext uri="{FF2B5EF4-FFF2-40B4-BE49-F238E27FC236}">
                <a16:creationId xmlns:a16="http://schemas.microsoft.com/office/drawing/2014/main" id="{9DBF3582-DDB6-CDF9-FF54-B8626AFDB0D9}"/>
              </a:ext>
            </a:extLst>
          </p:cNvPr>
          <p:cNvSpPr>
            <a:spLocks noGrp="1"/>
          </p:cNvSpPr>
          <p:nvPr>
            <p:ph type="body" sz="quarter" idx="31"/>
          </p:nvPr>
        </p:nvSpPr>
        <p:spPr/>
        <p:txBody>
          <a:bodyPr/>
          <a:lstStyle/>
          <a:p>
            <a:r>
              <a:rPr lang="ru-RU" dirty="0"/>
              <a:t>Наш подход</a:t>
            </a:r>
          </a:p>
        </p:txBody>
      </p:sp>
      <p:sp>
        <p:nvSpPr>
          <p:cNvPr id="5" name="Текст 4">
            <a:extLst>
              <a:ext uri="{FF2B5EF4-FFF2-40B4-BE49-F238E27FC236}">
                <a16:creationId xmlns:a16="http://schemas.microsoft.com/office/drawing/2014/main" id="{2E42ABDB-C8FE-5079-2531-0B43BCA9D33B}"/>
              </a:ext>
            </a:extLst>
          </p:cNvPr>
          <p:cNvSpPr>
            <a:spLocks noGrp="1"/>
          </p:cNvSpPr>
          <p:nvPr>
            <p:ph type="body" sz="quarter" idx="19"/>
          </p:nvPr>
        </p:nvSpPr>
        <p:spPr/>
        <p:txBody>
          <a:bodyPr/>
          <a:lstStyle/>
          <a:p>
            <a:r>
              <a:rPr lang="ru-RU" dirty="0"/>
              <a:t>Заголовок в одну </a:t>
            </a:r>
            <a:br>
              <a:rPr lang="ru-RU" dirty="0"/>
            </a:br>
            <a:r>
              <a:rPr lang="ru-RU" dirty="0"/>
              <a:t>или несколько строк</a:t>
            </a:r>
          </a:p>
        </p:txBody>
      </p:sp>
      <p:sp>
        <p:nvSpPr>
          <p:cNvPr id="6" name="Текст 5">
            <a:extLst>
              <a:ext uri="{FF2B5EF4-FFF2-40B4-BE49-F238E27FC236}">
                <a16:creationId xmlns:a16="http://schemas.microsoft.com/office/drawing/2014/main" id="{028EF147-05D4-233C-F430-F6A42470F585}"/>
              </a:ext>
            </a:extLst>
          </p:cNvPr>
          <p:cNvSpPr>
            <a:spLocks noGrp="1"/>
          </p:cNvSpPr>
          <p:nvPr>
            <p:ph type="body" sz="quarter" idx="32"/>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p>
        </p:txBody>
      </p:sp>
      <p:sp>
        <p:nvSpPr>
          <p:cNvPr id="7" name="Текст 6">
            <a:extLst>
              <a:ext uri="{FF2B5EF4-FFF2-40B4-BE49-F238E27FC236}">
                <a16:creationId xmlns:a16="http://schemas.microsoft.com/office/drawing/2014/main" id="{8010D8E2-30CE-1BC4-B67F-8268C41AF159}"/>
              </a:ext>
            </a:extLst>
          </p:cNvPr>
          <p:cNvSpPr>
            <a:spLocks noGrp="1"/>
          </p:cNvSpPr>
          <p:nvPr>
            <p:ph type="body" sz="quarter" idx="29"/>
          </p:nvPr>
        </p:nvSpPr>
        <p:spPr>
          <a:xfrm>
            <a:off x="4214660" y="2163089"/>
            <a:ext cx="6746790" cy="769441"/>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p>
        </p:txBody>
      </p:sp>
      <p:sp>
        <p:nvSpPr>
          <p:cNvPr id="8" name="Текст 7">
            <a:extLst>
              <a:ext uri="{FF2B5EF4-FFF2-40B4-BE49-F238E27FC236}">
                <a16:creationId xmlns:a16="http://schemas.microsoft.com/office/drawing/2014/main" id="{581F9F7E-18B6-367D-5FF7-B99C2320D49F}"/>
              </a:ext>
            </a:extLst>
          </p:cNvPr>
          <p:cNvSpPr>
            <a:spLocks noGrp="1"/>
          </p:cNvSpPr>
          <p:nvPr>
            <p:ph type="body" sz="quarter" idx="33"/>
          </p:nvPr>
        </p:nvSpPr>
        <p:spPr>
          <a:xfrm>
            <a:off x="8032944" y="3916669"/>
            <a:ext cx="3527684" cy="461665"/>
          </a:xfrm>
        </p:spPr>
        <p:txBody>
          <a:bodyPr/>
          <a:lstStyle/>
          <a:p>
            <a:r>
              <a:rPr lang="ru-RU" dirty="0"/>
              <a:t>Маркированный список</a:t>
            </a:r>
          </a:p>
          <a:p>
            <a:r>
              <a:rPr lang="ru-RU" dirty="0"/>
              <a:t>Маркированный список</a:t>
            </a:r>
          </a:p>
          <a:p>
            <a:r>
              <a:rPr lang="ru-RU" dirty="0"/>
              <a:t>Маркированный список</a:t>
            </a:r>
          </a:p>
        </p:txBody>
      </p:sp>
      <p:sp>
        <p:nvSpPr>
          <p:cNvPr id="9" name="Текст 8">
            <a:extLst>
              <a:ext uri="{FF2B5EF4-FFF2-40B4-BE49-F238E27FC236}">
                <a16:creationId xmlns:a16="http://schemas.microsoft.com/office/drawing/2014/main" id="{1368E14F-A3C5-4DDA-115E-57691B73A2B3}"/>
              </a:ext>
            </a:extLst>
          </p:cNvPr>
          <p:cNvSpPr>
            <a:spLocks noGrp="1"/>
          </p:cNvSpPr>
          <p:nvPr>
            <p:ph type="body" sz="quarter" idx="34"/>
          </p:nvPr>
        </p:nvSpPr>
        <p:spPr/>
        <p:txBody>
          <a:bodyPr/>
          <a:lstStyle/>
          <a:p>
            <a:r>
              <a:rPr lang="ru-RU" dirty="0"/>
              <a:t>Маркированный список</a:t>
            </a:r>
          </a:p>
          <a:p>
            <a:r>
              <a:rPr lang="ru-RU" dirty="0"/>
              <a:t>Маркированный список</a:t>
            </a:r>
          </a:p>
          <a:p>
            <a:r>
              <a:rPr lang="ru-RU" dirty="0"/>
              <a:t>Маркированный список</a:t>
            </a:r>
          </a:p>
        </p:txBody>
      </p:sp>
      <p:sp>
        <p:nvSpPr>
          <p:cNvPr id="10" name="Текст 9">
            <a:extLst>
              <a:ext uri="{FF2B5EF4-FFF2-40B4-BE49-F238E27FC236}">
                <a16:creationId xmlns:a16="http://schemas.microsoft.com/office/drawing/2014/main" id="{5A13A4B5-FF82-6ED4-32F9-0C90C2BA4533}"/>
              </a:ext>
            </a:extLst>
          </p:cNvPr>
          <p:cNvSpPr>
            <a:spLocks noGrp="1"/>
          </p:cNvSpPr>
          <p:nvPr>
            <p:ph type="body" sz="quarter" idx="35"/>
          </p:nvPr>
        </p:nvSpPr>
        <p:spPr/>
        <p:txBody>
          <a:bodyPr/>
          <a:lstStyle/>
          <a:p>
            <a:r>
              <a:rPr lang="ru-RU" dirty="0"/>
              <a:t>Этап 01</a:t>
            </a:r>
          </a:p>
        </p:txBody>
      </p:sp>
      <p:sp>
        <p:nvSpPr>
          <p:cNvPr id="11" name="Текст 10">
            <a:extLst>
              <a:ext uri="{FF2B5EF4-FFF2-40B4-BE49-F238E27FC236}">
                <a16:creationId xmlns:a16="http://schemas.microsoft.com/office/drawing/2014/main" id="{918F15C2-00EA-9679-E2F8-369F76784C48}"/>
              </a:ext>
            </a:extLst>
          </p:cNvPr>
          <p:cNvSpPr>
            <a:spLocks noGrp="1"/>
          </p:cNvSpPr>
          <p:nvPr>
            <p:ph type="body" sz="quarter" idx="36"/>
          </p:nvPr>
        </p:nvSpPr>
        <p:spPr/>
        <p:txBody>
          <a:bodyPr/>
          <a:lstStyle/>
          <a:p>
            <a:r>
              <a:rPr lang="ru-RU" dirty="0"/>
              <a:t>Текст…</a:t>
            </a:r>
          </a:p>
        </p:txBody>
      </p:sp>
      <p:sp>
        <p:nvSpPr>
          <p:cNvPr id="12" name="Текст 11">
            <a:extLst>
              <a:ext uri="{FF2B5EF4-FFF2-40B4-BE49-F238E27FC236}">
                <a16:creationId xmlns:a16="http://schemas.microsoft.com/office/drawing/2014/main" id="{4E77C8BC-F0D7-8EB2-71CB-A13C15DD88A2}"/>
              </a:ext>
            </a:extLst>
          </p:cNvPr>
          <p:cNvSpPr>
            <a:spLocks noGrp="1"/>
          </p:cNvSpPr>
          <p:nvPr>
            <p:ph type="body" sz="quarter" idx="37"/>
          </p:nvPr>
        </p:nvSpPr>
        <p:spPr/>
        <p:txBody>
          <a:bodyPr/>
          <a:lstStyle/>
          <a:p>
            <a:r>
              <a:rPr lang="ru-RU" dirty="0"/>
              <a:t>Этап 02</a:t>
            </a:r>
          </a:p>
        </p:txBody>
      </p:sp>
      <p:sp>
        <p:nvSpPr>
          <p:cNvPr id="13" name="Текст 12">
            <a:extLst>
              <a:ext uri="{FF2B5EF4-FFF2-40B4-BE49-F238E27FC236}">
                <a16:creationId xmlns:a16="http://schemas.microsoft.com/office/drawing/2014/main" id="{B44F8645-0F40-6777-5367-B15E499E65FF}"/>
              </a:ext>
            </a:extLst>
          </p:cNvPr>
          <p:cNvSpPr>
            <a:spLocks noGrp="1"/>
          </p:cNvSpPr>
          <p:nvPr>
            <p:ph type="body" sz="quarter" idx="38"/>
          </p:nvPr>
        </p:nvSpPr>
        <p:spPr/>
        <p:txBody>
          <a:bodyPr/>
          <a:lstStyle/>
          <a:p>
            <a:r>
              <a:rPr lang="ru-RU" dirty="0"/>
              <a:t>Текст…</a:t>
            </a:r>
          </a:p>
        </p:txBody>
      </p:sp>
      <p:sp>
        <p:nvSpPr>
          <p:cNvPr id="14" name="Текст 13">
            <a:extLst>
              <a:ext uri="{FF2B5EF4-FFF2-40B4-BE49-F238E27FC236}">
                <a16:creationId xmlns:a16="http://schemas.microsoft.com/office/drawing/2014/main" id="{FBFF448D-F615-84FF-0B60-01F0CEA35E22}"/>
              </a:ext>
            </a:extLst>
          </p:cNvPr>
          <p:cNvSpPr>
            <a:spLocks noGrp="1"/>
          </p:cNvSpPr>
          <p:nvPr>
            <p:ph type="body" sz="quarter" idx="39"/>
          </p:nvPr>
        </p:nvSpPr>
        <p:spPr/>
        <p:txBody>
          <a:bodyPr/>
          <a:lstStyle/>
          <a:p>
            <a:r>
              <a:rPr lang="ru-RU" dirty="0"/>
              <a:t>6 месяцев</a:t>
            </a:r>
          </a:p>
        </p:txBody>
      </p:sp>
      <p:sp>
        <p:nvSpPr>
          <p:cNvPr id="15" name="Текст 14">
            <a:extLst>
              <a:ext uri="{FF2B5EF4-FFF2-40B4-BE49-F238E27FC236}">
                <a16:creationId xmlns:a16="http://schemas.microsoft.com/office/drawing/2014/main" id="{6BD45018-94FB-95A5-ECDF-B7F5F83C7A1F}"/>
              </a:ext>
            </a:extLst>
          </p:cNvPr>
          <p:cNvSpPr>
            <a:spLocks noGrp="1"/>
          </p:cNvSpPr>
          <p:nvPr>
            <p:ph type="body" sz="quarter" idx="40"/>
          </p:nvPr>
        </p:nvSpPr>
        <p:spPr/>
        <p:txBody>
          <a:bodyPr/>
          <a:lstStyle/>
          <a:p>
            <a:r>
              <a:rPr lang="ru-RU" dirty="0"/>
              <a:t>12 месяцев</a:t>
            </a:r>
          </a:p>
        </p:txBody>
      </p:sp>
      <p:sp>
        <p:nvSpPr>
          <p:cNvPr id="16" name="Номер слайда 15">
            <a:extLst>
              <a:ext uri="{FF2B5EF4-FFF2-40B4-BE49-F238E27FC236}">
                <a16:creationId xmlns:a16="http://schemas.microsoft.com/office/drawing/2014/main" id="{208ACFD0-71BC-875C-5171-377EC23455CB}"/>
              </a:ext>
            </a:extLst>
          </p:cNvPr>
          <p:cNvSpPr>
            <a:spLocks noGrp="1"/>
          </p:cNvSpPr>
          <p:nvPr>
            <p:ph type="sldNum" sz="quarter" idx="4"/>
          </p:nvPr>
        </p:nvSpPr>
        <p:spPr/>
        <p:txBody>
          <a:bodyPr/>
          <a:lstStyle/>
          <a:p>
            <a:fld id="{13FB4C0F-BB20-4298-B11D-AEB97E17A107}" type="slidenum">
              <a:rPr lang="ru-RU" smtClean="0"/>
              <a:pPr/>
              <a:t>16</a:t>
            </a:fld>
            <a:endParaRPr lang="ru-RU" dirty="0"/>
          </a:p>
        </p:txBody>
      </p:sp>
      <p:sp>
        <p:nvSpPr>
          <p:cNvPr id="18" name="Заголовок 17">
            <a:extLst>
              <a:ext uri="{FF2B5EF4-FFF2-40B4-BE49-F238E27FC236}">
                <a16:creationId xmlns:a16="http://schemas.microsoft.com/office/drawing/2014/main" id="{AE016369-0F04-ECF5-6248-46B1711834D5}"/>
              </a:ext>
            </a:extLst>
          </p:cNvPr>
          <p:cNvSpPr>
            <a:spLocks noGrp="1"/>
          </p:cNvSpPr>
          <p:nvPr>
            <p:ph type="title"/>
          </p:nvPr>
        </p:nvSpPr>
        <p:spPr/>
        <p:txBody>
          <a:bodyPr/>
          <a:lstStyle/>
          <a:p>
            <a:r>
              <a:rPr lang="ru-RU" dirty="0"/>
              <a:t>Предпосылки проекта и подход к реализации</a:t>
            </a:r>
          </a:p>
        </p:txBody>
      </p:sp>
    </p:spTree>
    <p:extLst>
      <p:ext uri="{BB962C8B-B14F-4D97-AF65-F5344CB8AC3E}">
        <p14:creationId xmlns:p14="http://schemas.microsoft.com/office/powerpoint/2010/main" val="4290526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145FBBED-1743-5024-143C-5A9BEC7D3562}"/>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17</a:t>
            </a:fld>
            <a:endParaRPr lang="ru-RU" dirty="0"/>
          </a:p>
        </p:txBody>
      </p:sp>
      <p:sp>
        <p:nvSpPr>
          <p:cNvPr id="15" name="Заголовок 14">
            <a:extLst>
              <a:ext uri="{FF2B5EF4-FFF2-40B4-BE49-F238E27FC236}">
                <a16:creationId xmlns:a16="http://schemas.microsoft.com/office/drawing/2014/main" id="{29E6C876-D13A-8F34-9F42-D82DB33B9B17}"/>
              </a:ext>
            </a:extLst>
          </p:cNvPr>
          <p:cNvSpPr>
            <a:spLocks noGrp="1"/>
          </p:cNvSpPr>
          <p:nvPr>
            <p:ph type="title"/>
          </p:nvPr>
        </p:nvSpPr>
        <p:spPr>
          <a:xfrm>
            <a:off x="360000" y="252000"/>
            <a:ext cx="9533300" cy="393698"/>
          </a:xfrm>
        </p:spPr>
        <p:txBody>
          <a:bodyPr/>
          <a:lstStyle/>
          <a:p>
            <a:r>
              <a:rPr lang="ru-RU" dirty="0"/>
              <a:t>Предпосылки проекта и подход к реализации</a:t>
            </a:r>
          </a:p>
        </p:txBody>
      </p:sp>
      <p:sp>
        <p:nvSpPr>
          <p:cNvPr id="4" name="Текст 3">
            <a:extLst>
              <a:ext uri="{FF2B5EF4-FFF2-40B4-BE49-F238E27FC236}">
                <a16:creationId xmlns:a16="http://schemas.microsoft.com/office/drawing/2014/main" id="{0457AFBD-7FBD-DD7D-8693-BE1917A9FBE4}"/>
              </a:ext>
            </a:extLst>
          </p:cNvPr>
          <p:cNvSpPr>
            <a:spLocks noGrp="1"/>
          </p:cNvSpPr>
          <p:nvPr>
            <p:ph type="body" sz="quarter" idx="32"/>
          </p:nvPr>
        </p:nvSpPr>
        <p:spPr>
          <a:xfrm>
            <a:off x="8277686" y="2823635"/>
            <a:ext cx="3384000" cy="1538883"/>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endParaRPr lang="ru-RU" dirty="0"/>
          </a:p>
        </p:txBody>
      </p:sp>
      <p:sp>
        <p:nvSpPr>
          <p:cNvPr id="5" name="Текст 4">
            <a:extLst>
              <a:ext uri="{FF2B5EF4-FFF2-40B4-BE49-F238E27FC236}">
                <a16:creationId xmlns:a16="http://schemas.microsoft.com/office/drawing/2014/main" id="{771621CC-3F10-92E8-0193-685FA6EFB1F6}"/>
              </a:ext>
            </a:extLst>
          </p:cNvPr>
          <p:cNvSpPr>
            <a:spLocks noGrp="1"/>
          </p:cNvSpPr>
          <p:nvPr>
            <p:ph type="body" sz="quarter" idx="31"/>
          </p:nvPr>
        </p:nvSpPr>
        <p:spPr>
          <a:xfrm>
            <a:off x="8278413" y="1708063"/>
            <a:ext cx="2737287" cy="224933"/>
          </a:xfrm>
        </p:spPr>
        <p:txBody>
          <a:bodyPr/>
          <a:lstStyle/>
          <a:p>
            <a:r>
              <a:rPr lang="ru-RU" dirty="0"/>
              <a:t>Периметр проекта</a:t>
            </a:r>
          </a:p>
        </p:txBody>
      </p:sp>
      <p:sp>
        <p:nvSpPr>
          <p:cNvPr id="6" name="Текст 5">
            <a:extLst>
              <a:ext uri="{FF2B5EF4-FFF2-40B4-BE49-F238E27FC236}">
                <a16:creationId xmlns:a16="http://schemas.microsoft.com/office/drawing/2014/main" id="{02290E06-E4F2-642D-CD6B-9224B55579E1}"/>
              </a:ext>
            </a:extLst>
          </p:cNvPr>
          <p:cNvSpPr>
            <a:spLocks noGrp="1"/>
          </p:cNvSpPr>
          <p:nvPr>
            <p:ph type="body" sz="quarter" idx="33"/>
          </p:nvPr>
        </p:nvSpPr>
        <p:spPr>
          <a:xfrm>
            <a:off x="4216400" y="1656186"/>
            <a:ext cx="2928263" cy="307777"/>
          </a:xfrm>
        </p:spPr>
        <p:txBody>
          <a:bodyPr/>
          <a:lstStyle/>
          <a:p>
            <a:r>
              <a:rPr lang="ru-RU" dirty="0"/>
              <a:t>Проблематика</a:t>
            </a:r>
          </a:p>
        </p:txBody>
      </p:sp>
      <p:sp>
        <p:nvSpPr>
          <p:cNvPr id="7" name="Текст 6">
            <a:extLst>
              <a:ext uri="{FF2B5EF4-FFF2-40B4-BE49-F238E27FC236}">
                <a16:creationId xmlns:a16="http://schemas.microsoft.com/office/drawing/2014/main" id="{F67249CF-184F-6B7A-D23F-D82D9099D190}"/>
              </a:ext>
            </a:extLst>
          </p:cNvPr>
          <p:cNvSpPr>
            <a:spLocks noGrp="1"/>
          </p:cNvSpPr>
          <p:nvPr>
            <p:ph type="body" sz="quarter" idx="34"/>
          </p:nvPr>
        </p:nvSpPr>
        <p:spPr>
          <a:xfrm>
            <a:off x="352685" y="1656186"/>
            <a:ext cx="2928263" cy="307777"/>
          </a:xfrm>
        </p:spPr>
        <p:txBody>
          <a:bodyPr/>
          <a:lstStyle/>
          <a:p>
            <a:r>
              <a:rPr lang="ru-RU" dirty="0"/>
              <a:t>Бизнес-контекст</a:t>
            </a:r>
          </a:p>
        </p:txBody>
      </p:sp>
      <p:sp>
        <p:nvSpPr>
          <p:cNvPr id="8" name="Текст 7">
            <a:extLst>
              <a:ext uri="{FF2B5EF4-FFF2-40B4-BE49-F238E27FC236}">
                <a16:creationId xmlns:a16="http://schemas.microsoft.com/office/drawing/2014/main" id="{80F7139A-F4B1-FD95-65F0-30371FF7FE84}"/>
              </a:ext>
            </a:extLst>
          </p:cNvPr>
          <p:cNvSpPr>
            <a:spLocks noGrp="1"/>
          </p:cNvSpPr>
          <p:nvPr>
            <p:ph type="body" sz="quarter" idx="35"/>
          </p:nvPr>
        </p:nvSpPr>
        <p:spPr>
          <a:xfrm>
            <a:off x="4214660" y="2104569"/>
            <a:ext cx="2930003" cy="769441"/>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a:t>
            </a:r>
            <a:endParaRPr lang="ru-RU" dirty="0"/>
          </a:p>
        </p:txBody>
      </p:sp>
      <p:sp>
        <p:nvSpPr>
          <p:cNvPr id="9" name="Текст 8">
            <a:extLst>
              <a:ext uri="{FF2B5EF4-FFF2-40B4-BE49-F238E27FC236}">
                <a16:creationId xmlns:a16="http://schemas.microsoft.com/office/drawing/2014/main" id="{26833612-7DAB-BDDE-03F5-16315530178B}"/>
              </a:ext>
            </a:extLst>
          </p:cNvPr>
          <p:cNvSpPr>
            <a:spLocks noGrp="1"/>
          </p:cNvSpPr>
          <p:nvPr>
            <p:ph type="body" sz="quarter" idx="36"/>
          </p:nvPr>
        </p:nvSpPr>
        <p:spPr>
          <a:xfrm>
            <a:off x="352529" y="2104569"/>
            <a:ext cx="2930003" cy="769441"/>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a:t>
            </a:r>
            <a:endParaRPr lang="ru-RU" dirty="0"/>
          </a:p>
        </p:txBody>
      </p:sp>
      <p:sp>
        <p:nvSpPr>
          <p:cNvPr id="10" name="Текст 9">
            <a:extLst>
              <a:ext uri="{FF2B5EF4-FFF2-40B4-BE49-F238E27FC236}">
                <a16:creationId xmlns:a16="http://schemas.microsoft.com/office/drawing/2014/main" id="{1FA68911-0AB8-4E50-2E5E-B57130124B02}"/>
              </a:ext>
            </a:extLst>
          </p:cNvPr>
          <p:cNvSpPr>
            <a:spLocks noGrp="1"/>
          </p:cNvSpPr>
          <p:nvPr>
            <p:ph type="body" sz="quarter" idx="37"/>
          </p:nvPr>
        </p:nvSpPr>
        <p:spPr>
          <a:xfrm>
            <a:off x="352685" y="3190769"/>
            <a:ext cx="2928263" cy="307777"/>
          </a:xfrm>
        </p:spPr>
        <p:txBody>
          <a:bodyPr/>
          <a:lstStyle/>
          <a:p>
            <a:r>
              <a:rPr lang="ru-RU" dirty="0"/>
              <a:t>Цели проекта</a:t>
            </a:r>
          </a:p>
        </p:txBody>
      </p:sp>
      <p:sp>
        <p:nvSpPr>
          <p:cNvPr id="12" name="Текст 11">
            <a:extLst>
              <a:ext uri="{FF2B5EF4-FFF2-40B4-BE49-F238E27FC236}">
                <a16:creationId xmlns:a16="http://schemas.microsoft.com/office/drawing/2014/main" id="{A5DE5A87-FD84-AD50-1B7C-246F697FF0DA}"/>
              </a:ext>
            </a:extLst>
          </p:cNvPr>
          <p:cNvSpPr>
            <a:spLocks noGrp="1"/>
          </p:cNvSpPr>
          <p:nvPr>
            <p:ph type="body" sz="quarter" idx="38"/>
          </p:nvPr>
        </p:nvSpPr>
        <p:spPr>
          <a:xfrm>
            <a:off x="352685" y="4726960"/>
            <a:ext cx="2928263" cy="307777"/>
          </a:xfrm>
        </p:spPr>
        <p:txBody>
          <a:bodyPr/>
          <a:lstStyle/>
          <a:p>
            <a:r>
              <a:rPr lang="ru-RU" dirty="0"/>
              <a:t>Результат</a:t>
            </a:r>
          </a:p>
        </p:txBody>
      </p:sp>
      <p:sp>
        <p:nvSpPr>
          <p:cNvPr id="13" name="Текст 12">
            <a:extLst>
              <a:ext uri="{FF2B5EF4-FFF2-40B4-BE49-F238E27FC236}">
                <a16:creationId xmlns:a16="http://schemas.microsoft.com/office/drawing/2014/main" id="{6132F845-D5FF-8C17-76A6-FA4C4794E38F}"/>
              </a:ext>
            </a:extLst>
          </p:cNvPr>
          <p:cNvSpPr>
            <a:spLocks noGrp="1"/>
          </p:cNvSpPr>
          <p:nvPr>
            <p:ph type="body" sz="quarter" idx="39"/>
          </p:nvPr>
        </p:nvSpPr>
        <p:spPr>
          <a:xfrm>
            <a:off x="353983" y="5191581"/>
            <a:ext cx="6690555" cy="769441"/>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endParaRPr lang="ru-RU" dirty="0"/>
          </a:p>
        </p:txBody>
      </p:sp>
      <p:sp>
        <p:nvSpPr>
          <p:cNvPr id="27" name="Текст 26">
            <a:extLst>
              <a:ext uri="{FF2B5EF4-FFF2-40B4-BE49-F238E27FC236}">
                <a16:creationId xmlns:a16="http://schemas.microsoft.com/office/drawing/2014/main" id="{4C6778E1-07BD-CD12-17EF-C5DC65516649}"/>
              </a:ext>
            </a:extLst>
          </p:cNvPr>
          <p:cNvSpPr>
            <a:spLocks noGrp="1"/>
          </p:cNvSpPr>
          <p:nvPr>
            <p:ph type="body" sz="quarter" idx="40"/>
          </p:nvPr>
        </p:nvSpPr>
        <p:spPr>
          <a:xfrm>
            <a:off x="352685" y="3670020"/>
            <a:ext cx="5760000" cy="589905"/>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marL="0" indent="0">
              <a:buNone/>
            </a:pPr>
            <a:endParaRPr lang="ru-RU" dirty="0"/>
          </a:p>
        </p:txBody>
      </p:sp>
    </p:spTree>
    <p:extLst>
      <p:ext uri="{BB962C8B-B14F-4D97-AF65-F5344CB8AC3E}">
        <p14:creationId xmlns:p14="http://schemas.microsoft.com/office/powerpoint/2010/main" val="757834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C288-2A69-352B-BD7B-52EFB55557D6}"/>
            </a:ext>
          </a:extLst>
        </p:cNvPr>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3BF8358-5628-CD4D-6A81-6A0B22B80094}"/>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18</a:t>
            </a:fld>
            <a:endParaRPr lang="ru-RU" dirty="0"/>
          </a:p>
        </p:txBody>
      </p:sp>
      <p:sp>
        <p:nvSpPr>
          <p:cNvPr id="4" name="Текст 3">
            <a:extLst>
              <a:ext uri="{FF2B5EF4-FFF2-40B4-BE49-F238E27FC236}">
                <a16:creationId xmlns:a16="http://schemas.microsoft.com/office/drawing/2014/main" id="{2E475DA9-6293-A60E-209D-3F8463C2B2A2}"/>
              </a:ext>
            </a:extLst>
          </p:cNvPr>
          <p:cNvSpPr>
            <a:spLocks noGrp="1"/>
          </p:cNvSpPr>
          <p:nvPr>
            <p:ph type="body" sz="quarter" idx="34"/>
          </p:nvPr>
        </p:nvSpPr>
        <p:spPr>
          <a:xfrm>
            <a:off x="352685" y="1656186"/>
            <a:ext cx="2928263" cy="307777"/>
          </a:xfrm>
        </p:spPr>
        <p:txBody>
          <a:bodyPr/>
          <a:lstStyle/>
          <a:p>
            <a:r>
              <a:rPr lang="ru-RU" dirty="0"/>
              <a:t>Бизнес-контекст</a:t>
            </a:r>
          </a:p>
        </p:txBody>
      </p:sp>
      <p:sp>
        <p:nvSpPr>
          <p:cNvPr id="5" name="Текст 4">
            <a:extLst>
              <a:ext uri="{FF2B5EF4-FFF2-40B4-BE49-F238E27FC236}">
                <a16:creationId xmlns:a16="http://schemas.microsoft.com/office/drawing/2014/main" id="{3FCFA889-C31F-9EF7-1031-15F467DB4589}"/>
              </a:ext>
            </a:extLst>
          </p:cNvPr>
          <p:cNvSpPr>
            <a:spLocks noGrp="1"/>
          </p:cNvSpPr>
          <p:nvPr>
            <p:ph type="body" sz="quarter" idx="37"/>
          </p:nvPr>
        </p:nvSpPr>
        <p:spPr>
          <a:xfrm>
            <a:off x="352685" y="3190769"/>
            <a:ext cx="2928263" cy="307777"/>
          </a:xfrm>
        </p:spPr>
        <p:txBody>
          <a:bodyPr/>
          <a:lstStyle/>
          <a:p>
            <a:r>
              <a:rPr lang="ru-RU" dirty="0"/>
              <a:t>Цели</a:t>
            </a:r>
          </a:p>
        </p:txBody>
      </p:sp>
      <p:sp>
        <p:nvSpPr>
          <p:cNvPr id="6" name="Текст 5">
            <a:extLst>
              <a:ext uri="{FF2B5EF4-FFF2-40B4-BE49-F238E27FC236}">
                <a16:creationId xmlns:a16="http://schemas.microsoft.com/office/drawing/2014/main" id="{2FFC0129-9B1D-1ED3-D115-F227084401B1}"/>
              </a:ext>
            </a:extLst>
          </p:cNvPr>
          <p:cNvSpPr>
            <a:spLocks noGrp="1"/>
          </p:cNvSpPr>
          <p:nvPr>
            <p:ph type="body" sz="quarter" idx="36"/>
          </p:nvPr>
        </p:nvSpPr>
        <p:spPr>
          <a:xfrm>
            <a:off x="352529" y="2104569"/>
            <a:ext cx="5760000" cy="461665"/>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8" name="Текст 7">
            <a:extLst>
              <a:ext uri="{FF2B5EF4-FFF2-40B4-BE49-F238E27FC236}">
                <a16:creationId xmlns:a16="http://schemas.microsoft.com/office/drawing/2014/main" id="{FFE79116-A19B-E989-79D6-6688F977DF03}"/>
              </a:ext>
            </a:extLst>
          </p:cNvPr>
          <p:cNvSpPr>
            <a:spLocks noGrp="1"/>
          </p:cNvSpPr>
          <p:nvPr>
            <p:ph type="body" sz="quarter" idx="39"/>
          </p:nvPr>
        </p:nvSpPr>
        <p:spPr>
          <a:xfrm>
            <a:off x="352685" y="4726960"/>
            <a:ext cx="2928263" cy="307777"/>
          </a:xfrm>
        </p:spPr>
        <p:txBody>
          <a:bodyPr/>
          <a:lstStyle/>
          <a:p>
            <a:r>
              <a:rPr lang="ru-RU" dirty="0"/>
              <a:t>Задачи</a:t>
            </a:r>
          </a:p>
        </p:txBody>
      </p:sp>
      <p:sp>
        <p:nvSpPr>
          <p:cNvPr id="9" name="Текст 8">
            <a:extLst>
              <a:ext uri="{FF2B5EF4-FFF2-40B4-BE49-F238E27FC236}">
                <a16:creationId xmlns:a16="http://schemas.microsoft.com/office/drawing/2014/main" id="{A04F1D76-FC02-9AD8-E429-D413D0097C92}"/>
              </a:ext>
            </a:extLst>
          </p:cNvPr>
          <p:cNvSpPr>
            <a:spLocks noGrp="1"/>
          </p:cNvSpPr>
          <p:nvPr>
            <p:ph type="body" sz="quarter" idx="40"/>
          </p:nvPr>
        </p:nvSpPr>
        <p:spPr>
          <a:xfrm>
            <a:off x="353982" y="5191581"/>
            <a:ext cx="5760000" cy="923330"/>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endParaRPr lang="ru-RU" dirty="0"/>
          </a:p>
        </p:txBody>
      </p:sp>
      <p:sp>
        <p:nvSpPr>
          <p:cNvPr id="10" name="Текст 9">
            <a:extLst>
              <a:ext uri="{FF2B5EF4-FFF2-40B4-BE49-F238E27FC236}">
                <a16:creationId xmlns:a16="http://schemas.microsoft.com/office/drawing/2014/main" id="{38C68EB1-A55B-695A-D20B-310FF39DB567}"/>
              </a:ext>
            </a:extLst>
          </p:cNvPr>
          <p:cNvSpPr>
            <a:spLocks noGrp="1"/>
          </p:cNvSpPr>
          <p:nvPr>
            <p:ph type="body" sz="quarter" idx="31"/>
          </p:nvPr>
        </p:nvSpPr>
        <p:spPr>
          <a:xfrm>
            <a:off x="7314017" y="1708063"/>
            <a:ext cx="2737287" cy="446532"/>
          </a:xfrm>
        </p:spPr>
        <p:txBody>
          <a:bodyPr/>
          <a:lstStyle/>
          <a:p>
            <a:r>
              <a:rPr lang="ru-RU" dirty="0"/>
              <a:t>Периметр проекта / Потенциальные эффекты</a:t>
            </a:r>
          </a:p>
        </p:txBody>
      </p:sp>
      <p:sp>
        <p:nvSpPr>
          <p:cNvPr id="11" name="Текст 10">
            <a:extLst>
              <a:ext uri="{FF2B5EF4-FFF2-40B4-BE49-F238E27FC236}">
                <a16:creationId xmlns:a16="http://schemas.microsoft.com/office/drawing/2014/main" id="{959C1B19-E0D4-B9D1-94BC-143CD1B62166}"/>
              </a:ext>
            </a:extLst>
          </p:cNvPr>
          <p:cNvSpPr>
            <a:spLocks noGrp="1"/>
          </p:cNvSpPr>
          <p:nvPr>
            <p:ph type="body" sz="quarter" idx="32"/>
          </p:nvPr>
        </p:nvSpPr>
        <p:spPr>
          <a:xfrm>
            <a:off x="7314016" y="2823635"/>
            <a:ext cx="4320000" cy="1885131"/>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br>
              <a:rPr lang="ru-RU" dirty="0"/>
            </a:br>
            <a:endParaRPr lang="ru-RU" dirty="0"/>
          </a:p>
          <a:p>
            <a:pPr marL="171450" indent="-171450">
              <a:buFont typeface="Arial" panose="020B0604020202020204" pitchFamily="34" charset="0"/>
              <a:buChar char="•"/>
            </a:pPr>
            <a:r>
              <a:rPr lang="ru-RU" dirty="0"/>
              <a:t>Маркированный список</a:t>
            </a:r>
          </a:p>
          <a:p>
            <a:pPr marL="171450" indent="-171450">
              <a:buFont typeface="Arial" panose="020B0604020202020204" pitchFamily="34" charset="0"/>
              <a:buChar char="•"/>
            </a:pPr>
            <a:r>
              <a:rPr lang="ru-RU" dirty="0"/>
              <a:t>Маркированный список</a:t>
            </a:r>
          </a:p>
          <a:p>
            <a:pPr marL="171450" indent="-171450">
              <a:buFont typeface="Arial" panose="020B0604020202020204" pitchFamily="34" charset="0"/>
              <a:buChar char="•"/>
            </a:pPr>
            <a:r>
              <a:rPr lang="ru-RU" dirty="0"/>
              <a:t>Маркированный список</a:t>
            </a:r>
          </a:p>
        </p:txBody>
      </p:sp>
      <p:sp>
        <p:nvSpPr>
          <p:cNvPr id="13" name="Заголовок 12">
            <a:extLst>
              <a:ext uri="{FF2B5EF4-FFF2-40B4-BE49-F238E27FC236}">
                <a16:creationId xmlns:a16="http://schemas.microsoft.com/office/drawing/2014/main" id="{488F70A9-1BC0-203D-3047-4A8805350F4E}"/>
              </a:ext>
            </a:extLst>
          </p:cNvPr>
          <p:cNvSpPr>
            <a:spLocks noGrp="1"/>
          </p:cNvSpPr>
          <p:nvPr>
            <p:ph type="title"/>
          </p:nvPr>
        </p:nvSpPr>
        <p:spPr/>
        <p:txBody>
          <a:bodyPr/>
          <a:lstStyle/>
          <a:p>
            <a:r>
              <a:rPr lang="ru-RU" dirty="0"/>
              <a:t>Предпосылки проекта и подход к реализации</a:t>
            </a:r>
          </a:p>
        </p:txBody>
      </p:sp>
      <p:sp>
        <p:nvSpPr>
          <p:cNvPr id="15" name="Текст 14">
            <a:extLst>
              <a:ext uri="{FF2B5EF4-FFF2-40B4-BE49-F238E27FC236}">
                <a16:creationId xmlns:a16="http://schemas.microsoft.com/office/drawing/2014/main" id="{F6458760-789F-6078-93B8-3118E674DC3C}"/>
              </a:ext>
            </a:extLst>
          </p:cNvPr>
          <p:cNvSpPr>
            <a:spLocks noGrp="1"/>
          </p:cNvSpPr>
          <p:nvPr>
            <p:ph type="body" sz="quarter" idx="38"/>
          </p:nvPr>
        </p:nvSpPr>
        <p:spPr>
          <a:xfrm>
            <a:off x="352685" y="3670020"/>
            <a:ext cx="5760000" cy="589905"/>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pPr marL="0" indent="0">
              <a:buNone/>
            </a:pPr>
            <a:endParaRPr lang="ru-RU" dirty="0"/>
          </a:p>
        </p:txBody>
      </p:sp>
    </p:spTree>
    <p:extLst>
      <p:ext uri="{BB962C8B-B14F-4D97-AF65-F5344CB8AC3E}">
        <p14:creationId xmlns:p14="http://schemas.microsoft.com/office/powerpoint/2010/main" val="4263780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0065B47F-DA6C-9B22-AACE-D81210F6C347}"/>
              </a:ext>
            </a:extLst>
          </p:cNvPr>
          <p:cNvSpPr>
            <a:spLocks noGrp="1"/>
          </p:cNvSpPr>
          <p:nvPr>
            <p:ph type="sldNum" sz="quarter" idx="4"/>
          </p:nvPr>
        </p:nvSpPr>
        <p:spPr/>
        <p:txBody>
          <a:bodyPr/>
          <a:lstStyle/>
          <a:p>
            <a:fld id="{13FB4C0F-BB20-4298-B11D-AEB97E17A107}" type="slidenum">
              <a:rPr lang="ru-RU" smtClean="0"/>
              <a:pPr/>
              <a:t>19</a:t>
            </a:fld>
            <a:endParaRPr lang="ru-RU" dirty="0"/>
          </a:p>
        </p:txBody>
      </p:sp>
      <p:sp>
        <p:nvSpPr>
          <p:cNvPr id="4" name="Текст 3">
            <a:extLst>
              <a:ext uri="{FF2B5EF4-FFF2-40B4-BE49-F238E27FC236}">
                <a16:creationId xmlns:a16="http://schemas.microsoft.com/office/drawing/2014/main" id="{78FBC593-6532-87CA-15EC-A2B4384DED14}"/>
              </a:ext>
            </a:extLst>
          </p:cNvPr>
          <p:cNvSpPr>
            <a:spLocks noGrp="1"/>
          </p:cNvSpPr>
          <p:nvPr>
            <p:ph type="body" sz="quarter" idx="34"/>
          </p:nvPr>
        </p:nvSpPr>
        <p:spPr/>
        <p:txBody>
          <a:bodyPr/>
          <a:lstStyle/>
          <a:p>
            <a:r>
              <a:rPr lang="ru-RU" dirty="0"/>
              <a:t>Заголовок</a:t>
            </a:r>
          </a:p>
        </p:txBody>
      </p:sp>
      <p:sp>
        <p:nvSpPr>
          <p:cNvPr id="5" name="Текст 4">
            <a:extLst>
              <a:ext uri="{FF2B5EF4-FFF2-40B4-BE49-F238E27FC236}">
                <a16:creationId xmlns:a16="http://schemas.microsoft.com/office/drawing/2014/main" id="{27501AEB-09C9-03C3-0784-CB89F5825B6D}"/>
              </a:ext>
            </a:extLst>
          </p:cNvPr>
          <p:cNvSpPr>
            <a:spLocks noGrp="1"/>
          </p:cNvSpPr>
          <p:nvPr>
            <p:ph type="body" sz="quarter" idx="35"/>
          </p:nvPr>
        </p:nvSpPr>
        <p:spPr/>
        <p:txBody>
          <a:bodyPr/>
          <a:lstStyle/>
          <a:p>
            <a:r>
              <a:rPr lang="ru-RU" dirty="0"/>
              <a:t>Заголовок</a:t>
            </a:r>
          </a:p>
        </p:txBody>
      </p:sp>
      <p:sp>
        <p:nvSpPr>
          <p:cNvPr id="6" name="Текст 5">
            <a:extLst>
              <a:ext uri="{FF2B5EF4-FFF2-40B4-BE49-F238E27FC236}">
                <a16:creationId xmlns:a16="http://schemas.microsoft.com/office/drawing/2014/main" id="{FB4BE654-8FEA-8D90-3510-8D9E76B61F5A}"/>
              </a:ext>
            </a:extLst>
          </p:cNvPr>
          <p:cNvSpPr>
            <a:spLocks noGrp="1"/>
          </p:cNvSpPr>
          <p:nvPr>
            <p:ph type="body" sz="quarter" idx="36"/>
          </p:nvPr>
        </p:nvSpPr>
        <p:spPr/>
        <p:txBody>
          <a:bodyPr/>
          <a:lstStyle/>
          <a:p>
            <a:r>
              <a:rPr lang="ru-RU" dirty="0"/>
              <a:t>Подзаголовок</a:t>
            </a:r>
          </a:p>
        </p:txBody>
      </p:sp>
      <p:sp>
        <p:nvSpPr>
          <p:cNvPr id="7" name="Текст 6">
            <a:extLst>
              <a:ext uri="{FF2B5EF4-FFF2-40B4-BE49-F238E27FC236}">
                <a16:creationId xmlns:a16="http://schemas.microsoft.com/office/drawing/2014/main" id="{96566F64-B980-F2BC-9479-7FDCC8478AC4}"/>
              </a:ext>
            </a:extLst>
          </p:cNvPr>
          <p:cNvSpPr>
            <a:spLocks noGrp="1"/>
          </p:cNvSpPr>
          <p:nvPr>
            <p:ph type="body" sz="quarter" idx="37"/>
          </p:nvPr>
        </p:nvSpPr>
        <p:spPr/>
        <p:txBody>
          <a:bodyPr/>
          <a:lstStyle/>
          <a:p>
            <a:r>
              <a:rPr lang="ru-RU" dirty="0"/>
              <a:t>Подзаголовок</a:t>
            </a:r>
          </a:p>
        </p:txBody>
      </p:sp>
      <p:sp>
        <p:nvSpPr>
          <p:cNvPr id="8" name="Текст 7">
            <a:extLst>
              <a:ext uri="{FF2B5EF4-FFF2-40B4-BE49-F238E27FC236}">
                <a16:creationId xmlns:a16="http://schemas.microsoft.com/office/drawing/2014/main" id="{19DE33D3-6C6D-5C99-E000-68E75D3A2D8C}"/>
              </a:ext>
            </a:extLst>
          </p:cNvPr>
          <p:cNvSpPr>
            <a:spLocks noGrp="1"/>
          </p:cNvSpPr>
          <p:nvPr>
            <p:ph type="body" sz="quarter" idx="38"/>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9" name="Текст 8">
            <a:extLst>
              <a:ext uri="{FF2B5EF4-FFF2-40B4-BE49-F238E27FC236}">
                <a16:creationId xmlns:a16="http://schemas.microsoft.com/office/drawing/2014/main" id="{4D2DD8E8-03C0-70FB-B5B7-E0F985C5BAF7}"/>
              </a:ext>
            </a:extLst>
          </p:cNvPr>
          <p:cNvSpPr>
            <a:spLocks noGrp="1"/>
          </p:cNvSpPr>
          <p:nvPr>
            <p:ph type="body" sz="quarter" idx="39"/>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10" name="Текст 9">
            <a:extLst>
              <a:ext uri="{FF2B5EF4-FFF2-40B4-BE49-F238E27FC236}">
                <a16:creationId xmlns:a16="http://schemas.microsoft.com/office/drawing/2014/main" id="{8780CD9F-F727-1DB6-B1D7-3117304E5B28}"/>
              </a:ext>
            </a:extLst>
          </p:cNvPr>
          <p:cNvSpPr>
            <a:spLocks noGrp="1"/>
          </p:cNvSpPr>
          <p:nvPr>
            <p:ph type="body" sz="quarter" idx="40"/>
          </p:nvPr>
        </p:nvSpPr>
        <p:spPr/>
        <p:txBody>
          <a:bodyPr/>
          <a:lstStyle/>
          <a:p>
            <a:r>
              <a:rPr lang="ru-RU" dirty="0"/>
              <a:t>Подзаголовок</a:t>
            </a:r>
          </a:p>
        </p:txBody>
      </p:sp>
      <p:sp>
        <p:nvSpPr>
          <p:cNvPr id="11" name="Текст 10">
            <a:extLst>
              <a:ext uri="{FF2B5EF4-FFF2-40B4-BE49-F238E27FC236}">
                <a16:creationId xmlns:a16="http://schemas.microsoft.com/office/drawing/2014/main" id="{80C1EA91-1EEA-1623-A078-A70E1B1F11EB}"/>
              </a:ext>
            </a:extLst>
          </p:cNvPr>
          <p:cNvSpPr>
            <a:spLocks noGrp="1"/>
          </p:cNvSpPr>
          <p:nvPr>
            <p:ph type="body" sz="quarter" idx="41"/>
          </p:nvPr>
        </p:nvSpPr>
        <p:spPr/>
        <p:txBody>
          <a:bodyPr/>
          <a:lstStyle/>
          <a:p>
            <a:r>
              <a:rPr lang="ru-RU" dirty="0"/>
              <a:t>Подзаголовок</a:t>
            </a:r>
          </a:p>
        </p:txBody>
      </p:sp>
      <p:sp>
        <p:nvSpPr>
          <p:cNvPr id="12" name="Текст 11">
            <a:extLst>
              <a:ext uri="{FF2B5EF4-FFF2-40B4-BE49-F238E27FC236}">
                <a16:creationId xmlns:a16="http://schemas.microsoft.com/office/drawing/2014/main" id="{409CDBDE-6454-E180-3BA5-8EB99BCF680E}"/>
              </a:ext>
            </a:extLst>
          </p:cNvPr>
          <p:cNvSpPr>
            <a:spLocks noGrp="1"/>
          </p:cNvSpPr>
          <p:nvPr>
            <p:ph type="body" sz="quarter" idx="42"/>
          </p:nvPr>
        </p:nvSpPr>
        <p:spPr>
          <a:xfrm>
            <a:off x="352529" y="3784398"/>
            <a:ext cx="4788000" cy="1423467"/>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endParaRPr lang="ru-RU" dirty="0"/>
          </a:p>
          <a:p>
            <a:pPr marL="171450" indent="-171450">
              <a:buFont typeface="Arial" panose="020B0604020202020204" pitchFamily="34" charset="0"/>
              <a:buChar char="•"/>
            </a:pPr>
            <a:r>
              <a:rPr lang="ru-RU" dirty="0"/>
              <a:t>Маркированный список</a:t>
            </a:r>
          </a:p>
          <a:p>
            <a:pPr marL="171450" indent="-171450">
              <a:buFont typeface="Arial" panose="020B0604020202020204" pitchFamily="34" charset="0"/>
              <a:buChar char="•"/>
            </a:pPr>
            <a:r>
              <a:rPr lang="ru-RU" dirty="0"/>
              <a:t>Маркированный список</a:t>
            </a:r>
          </a:p>
          <a:p>
            <a:pPr marL="171450" indent="-171450">
              <a:buFont typeface="Arial" panose="020B0604020202020204" pitchFamily="34" charset="0"/>
              <a:buChar char="•"/>
            </a:pPr>
            <a:r>
              <a:rPr lang="ru-RU" dirty="0"/>
              <a:t>Маркированный список</a:t>
            </a:r>
            <a:endParaRPr lang="ru-RU" dirty="0">
              <a:effectLst/>
            </a:endParaRPr>
          </a:p>
        </p:txBody>
      </p:sp>
      <p:sp>
        <p:nvSpPr>
          <p:cNvPr id="13" name="Текст 12">
            <a:extLst>
              <a:ext uri="{FF2B5EF4-FFF2-40B4-BE49-F238E27FC236}">
                <a16:creationId xmlns:a16="http://schemas.microsoft.com/office/drawing/2014/main" id="{5CD858F8-A0F4-9C2A-22DE-56BC00D906AB}"/>
              </a:ext>
            </a:extLst>
          </p:cNvPr>
          <p:cNvSpPr>
            <a:spLocks noGrp="1"/>
          </p:cNvSpPr>
          <p:nvPr>
            <p:ph type="body" sz="quarter" idx="43"/>
          </p:nvPr>
        </p:nvSpPr>
        <p:spPr>
          <a:xfrm>
            <a:off x="6146768" y="3784398"/>
            <a:ext cx="4788000" cy="1423467"/>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endParaRPr lang="ru-RU" dirty="0"/>
          </a:p>
          <a:p>
            <a:pPr marL="171450" indent="-171450">
              <a:buFont typeface="Arial" panose="020B0604020202020204" pitchFamily="34" charset="0"/>
              <a:buChar char="•"/>
            </a:pPr>
            <a:r>
              <a:rPr lang="ru-RU" dirty="0"/>
              <a:t>Маркированный список</a:t>
            </a:r>
          </a:p>
          <a:p>
            <a:pPr marL="171450" indent="-171450">
              <a:buFont typeface="Arial" panose="020B0604020202020204" pitchFamily="34" charset="0"/>
              <a:buChar char="•"/>
            </a:pPr>
            <a:r>
              <a:rPr lang="ru-RU" dirty="0"/>
              <a:t>Маркированный список</a:t>
            </a:r>
          </a:p>
          <a:p>
            <a:pPr marL="171450" indent="-171450">
              <a:buFont typeface="Arial" panose="020B0604020202020204" pitchFamily="34" charset="0"/>
              <a:buChar char="•"/>
            </a:pPr>
            <a:r>
              <a:rPr lang="ru-RU" dirty="0"/>
              <a:t>Маркированный список</a:t>
            </a:r>
          </a:p>
        </p:txBody>
      </p:sp>
      <p:sp>
        <p:nvSpPr>
          <p:cNvPr id="15" name="Заголовок 14">
            <a:extLst>
              <a:ext uri="{FF2B5EF4-FFF2-40B4-BE49-F238E27FC236}">
                <a16:creationId xmlns:a16="http://schemas.microsoft.com/office/drawing/2014/main" id="{8DE69B7A-B262-086B-C396-D1451C0E6A25}"/>
              </a:ext>
            </a:extLst>
          </p:cNvPr>
          <p:cNvSpPr>
            <a:spLocks noGrp="1"/>
          </p:cNvSpPr>
          <p:nvPr>
            <p:ph type="title"/>
          </p:nvPr>
        </p:nvSpPr>
        <p:spPr/>
        <p:txBody>
          <a:bodyPr/>
          <a:lstStyle/>
          <a:p>
            <a:r>
              <a:rPr lang="ru-RU" dirty="0"/>
              <a:t>Текстовый слайд с 2 колонками и списками</a:t>
            </a:r>
          </a:p>
        </p:txBody>
      </p:sp>
    </p:spTree>
    <p:extLst>
      <p:ext uri="{BB962C8B-B14F-4D97-AF65-F5344CB8AC3E}">
        <p14:creationId xmlns:p14="http://schemas.microsoft.com/office/powerpoint/2010/main" val="4122677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985F9D4C-58B6-42E8-D953-7647C23E50C9}"/>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20</a:t>
            </a:fld>
            <a:endParaRPr lang="ru-RU" dirty="0"/>
          </a:p>
        </p:txBody>
      </p:sp>
      <p:sp>
        <p:nvSpPr>
          <p:cNvPr id="4" name="Текст 3">
            <a:extLst>
              <a:ext uri="{FF2B5EF4-FFF2-40B4-BE49-F238E27FC236}">
                <a16:creationId xmlns:a16="http://schemas.microsoft.com/office/drawing/2014/main" id="{D7485055-FC83-CDE6-41ED-1AF77B7C9116}"/>
              </a:ext>
            </a:extLst>
          </p:cNvPr>
          <p:cNvSpPr>
            <a:spLocks noGrp="1"/>
          </p:cNvSpPr>
          <p:nvPr>
            <p:ph type="body" sz="quarter" idx="41"/>
          </p:nvPr>
        </p:nvSpPr>
        <p:spPr>
          <a:xfrm>
            <a:off x="352684" y="1656186"/>
            <a:ext cx="3600000" cy="307777"/>
          </a:xfrm>
        </p:spPr>
        <p:txBody>
          <a:bodyPr/>
          <a:lstStyle/>
          <a:p>
            <a:r>
              <a:rPr lang="ru-RU" dirty="0"/>
              <a:t>Заголовок</a:t>
            </a:r>
          </a:p>
        </p:txBody>
      </p:sp>
      <p:sp>
        <p:nvSpPr>
          <p:cNvPr id="5" name="Текст 4">
            <a:extLst>
              <a:ext uri="{FF2B5EF4-FFF2-40B4-BE49-F238E27FC236}">
                <a16:creationId xmlns:a16="http://schemas.microsoft.com/office/drawing/2014/main" id="{4F5B7FA8-6A7E-9F6E-0D1C-D1C9BE035F42}"/>
              </a:ext>
            </a:extLst>
          </p:cNvPr>
          <p:cNvSpPr>
            <a:spLocks noGrp="1"/>
          </p:cNvSpPr>
          <p:nvPr>
            <p:ph type="body" sz="quarter" idx="42"/>
          </p:nvPr>
        </p:nvSpPr>
        <p:spPr>
          <a:xfrm>
            <a:off x="350668" y="2270782"/>
            <a:ext cx="3600000" cy="179536"/>
          </a:xfrm>
        </p:spPr>
        <p:txBody>
          <a:bodyPr/>
          <a:lstStyle/>
          <a:p>
            <a:r>
              <a:rPr lang="ru-RU" dirty="0"/>
              <a:t>Подзаголовок</a:t>
            </a:r>
          </a:p>
        </p:txBody>
      </p:sp>
      <p:sp>
        <p:nvSpPr>
          <p:cNvPr id="30" name="Текст 29">
            <a:extLst>
              <a:ext uri="{FF2B5EF4-FFF2-40B4-BE49-F238E27FC236}">
                <a16:creationId xmlns:a16="http://schemas.microsoft.com/office/drawing/2014/main" id="{2D3FD474-E6E4-4186-04CB-1401867CF241}"/>
              </a:ext>
            </a:extLst>
          </p:cNvPr>
          <p:cNvSpPr>
            <a:spLocks noGrp="1"/>
          </p:cNvSpPr>
          <p:nvPr>
            <p:ph type="body" sz="quarter" idx="43"/>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7" name="Текст 6">
            <a:extLst>
              <a:ext uri="{FF2B5EF4-FFF2-40B4-BE49-F238E27FC236}">
                <a16:creationId xmlns:a16="http://schemas.microsoft.com/office/drawing/2014/main" id="{618AC63E-E1CE-A085-F4C4-4D70E41DB0F5}"/>
              </a:ext>
            </a:extLst>
          </p:cNvPr>
          <p:cNvSpPr>
            <a:spLocks noGrp="1"/>
          </p:cNvSpPr>
          <p:nvPr>
            <p:ph type="body" sz="quarter" idx="44"/>
          </p:nvPr>
        </p:nvSpPr>
        <p:spPr>
          <a:xfrm>
            <a:off x="350668" y="3651925"/>
            <a:ext cx="3600000" cy="179536"/>
          </a:xfrm>
        </p:spPr>
        <p:txBody>
          <a:bodyPr/>
          <a:lstStyle/>
          <a:p>
            <a:r>
              <a:rPr lang="ru-RU" dirty="0"/>
              <a:t>Подзаголовок</a:t>
            </a:r>
          </a:p>
        </p:txBody>
      </p:sp>
      <p:sp>
        <p:nvSpPr>
          <p:cNvPr id="31" name="Текст 30">
            <a:extLst>
              <a:ext uri="{FF2B5EF4-FFF2-40B4-BE49-F238E27FC236}">
                <a16:creationId xmlns:a16="http://schemas.microsoft.com/office/drawing/2014/main" id="{B3C44A0B-9C99-8E68-7A42-7E866D96CE1E}"/>
              </a:ext>
            </a:extLst>
          </p:cNvPr>
          <p:cNvSpPr>
            <a:spLocks noGrp="1"/>
          </p:cNvSpPr>
          <p:nvPr>
            <p:ph type="body" sz="quarter" idx="45"/>
          </p:nvPr>
        </p:nvSpPr>
        <p:spPr>
          <a:xfrm>
            <a:off x="352529" y="3952558"/>
            <a:ext cx="3600000" cy="1577355"/>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endParaRPr lang="ru-RU" dirty="0"/>
          </a:p>
          <a:p>
            <a:pPr marL="171450" indent="-171450">
              <a:buFont typeface="Arial" panose="020B0604020202020204" pitchFamily="34" charset="0"/>
              <a:buChar char="•"/>
            </a:pPr>
            <a:r>
              <a:rPr lang="ru-RU" dirty="0"/>
              <a:t>Маркированный список</a:t>
            </a:r>
          </a:p>
          <a:p>
            <a:pPr marL="171450" indent="-171450">
              <a:buFont typeface="Arial" panose="020B0604020202020204" pitchFamily="34" charset="0"/>
              <a:buChar char="•"/>
            </a:pPr>
            <a:r>
              <a:rPr lang="ru-RU" dirty="0"/>
              <a:t>Маркированный список</a:t>
            </a:r>
          </a:p>
          <a:p>
            <a:pPr marL="171450" indent="-171450">
              <a:buFont typeface="Arial" panose="020B0604020202020204" pitchFamily="34" charset="0"/>
              <a:buChar char="•"/>
            </a:pPr>
            <a:r>
              <a:rPr lang="ru-RU" dirty="0"/>
              <a:t>Маркированный список</a:t>
            </a:r>
          </a:p>
        </p:txBody>
      </p:sp>
      <p:sp>
        <p:nvSpPr>
          <p:cNvPr id="9" name="Текст 8">
            <a:extLst>
              <a:ext uri="{FF2B5EF4-FFF2-40B4-BE49-F238E27FC236}">
                <a16:creationId xmlns:a16="http://schemas.microsoft.com/office/drawing/2014/main" id="{70593FB2-4EED-0999-D32F-4328C0B6554D}"/>
              </a:ext>
            </a:extLst>
          </p:cNvPr>
          <p:cNvSpPr>
            <a:spLocks noGrp="1"/>
          </p:cNvSpPr>
          <p:nvPr>
            <p:ph type="body" sz="quarter" idx="46"/>
          </p:nvPr>
        </p:nvSpPr>
        <p:spPr>
          <a:xfrm>
            <a:off x="4218394" y="1656186"/>
            <a:ext cx="3600000" cy="307777"/>
          </a:xfrm>
        </p:spPr>
        <p:txBody>
          <a:bodyPr/>
          <a:lstStyle/>
          <a:p>
            <a:r>
              <a:rPr lang="ru-RU" dirty="0"/>
              <a:t>Заголовок</a:t>
            </a:r>
          </a:p>
        </p:txBody>
      </p:sp>
      <p:sp>
        <p:nvSpPr>
          <p:cNvPr id="10" name="Текст 9">
            <a:extLst>
              <a:ext uri="{FF2B5EF4-FFF2-40B4-BE49-F238E27FC236}">
                <a16:creationId xmlns:a16="http://schemas.microsoft.com/office/drawing/2014/main" id="{71DFDF1A-BA21-E065-CC01-27FBC6A5B0C3}"/>
              </a:ext>
            </a:extLst>
          </p:cNvPr>
          <p:cNvSpPr>
            <a:spLocks noGrp="1"/>
          </p:cNvSpPr>
          <p:nvPr>
            <p:ph type="body" sz="quarter" idx="47"/>
          </p:nvPr>
        </p:nvSpPr>
        <p:spPr>
          <a:xfrm>
            <a:off x="4216378" y="2270782"/>
            <a:ext cx="3600000" cy="179536"/>
          </a:xfrm>
        </p:spPr>
        <p:txBody>
          <a:bodyPr/>
          <a:lstStyle/>
          <a:p>
            <a:r>
              <a:rPr lang="ru-RU" dirty="0"/>
              <a:t>Подзаголовок</a:t>
            </a:r>
          </a:p>
        </p:txBody>
      </p:sp>
      <p:sp>
        <p:nvSpPr>
          <p:cNvPr id="32" name="Текст 31">
            <a:extLst>
              <a:ext uri="{FF2B5EF4-FFF2-40B4-BE49-F238E27FC236}">
                <a16:creationId xmlns:a16="http://schemas.microsoft.com/office/drawing/2014/main" id="{F5C9EE34-62EA-A640-CD99-6FE0C11CE619}"/>
              </a:ext>
            </a:extLst>
          </p:cNvPr>
          <p:cNvSpPr>
            <a:spLocks noGrp="1"/>
          </p:cNvSpPr>
          <p:nvPr>
            <p:ph type="body" sz="quarter" idx="48"/>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12" name="Текст 11">
            <a:extLst>
              <a:ext uri="{FF2B5EF4-FFF2-40B4-BE49-F238E27FC236}">
                <a16:creationId xmlns:a16="http://schemas.microsoft.com/office/drawing/2014/main" id="{0B7C95EB-7F7A-9310-CED4-6A6FC1D7BC1C}"/>
              </a:ext>
            </a:extLst>
          </p:cNvPr>
          <p:cNvSpPr>
            <a:spLocks noGrp="1"/>
          </p:cNvSpPr>
          <p:nvPr>
            <p:ph type="body" sz="quarter" idx="49"/>
          </p:nvPr>
        </p:nvSpPr>
        <p:spPr>
          <a:xfrm>
            <a:off x="4216378" y="3651925"/>
            <a:ext cx="3600000" cy="179536"/>
          </a:xfrm>
        </p:spPr>
        <p:txBody>
          <a:bodyPr/>
          <a:lstStyle/>
          <a:p>
            <a:r>
              <a:rPr lang="ru-RU" dirty="0"/>
              <a:t>Подзаголовок</a:t>
            </a:r>
          </a:p>
        </p:txBody>
      </p:sp>
      <p:sp>
        <p:nvSpPr>
          <p:cNvPr id="33" name="Текст 32">
            <a:extLst>
              <a:ext uri="{FF2B5EF4-FFF2-40B4-BE49-F238E27FC236}">
                <a16:creationId xmlns:a16="http://schemas.microsoft.com/office/drawing/2014/main" id="{3956DFBD-F5D4-3AE9-40B3-7256BFD6EEE4}"/>
              </a:ext>
            </a:extLst>
          </p:cNvPr>
          <p:cNvSpPr>
            <a:spLocks noGrp="1"/>
          </p:cNvSpPr>
          <p:nvPr>
            <p:ph type="body" sz="quarter" idx="50"/>
          </p:nvPr>
        </p:nvSpPr>
        <p:spPr>
          <a:xfrm>
            <a:off x="4218239" y="3952558"/>
            <a:ext cx="3600000" cy="1577355"/>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endParaRPr lang="ru-RU" dirty="0"/>
          </a:p>
          <a:p>
            <a:pPr marL="171450" indent="-171450">
              <a:buFont typeface="Arial" panose="020B0604020202020204" pitchFamily="34" charset="0"/>
              <a:buChar char="•"/>
            </a:pPr>
            <a:r>
              <a:rPr lang="ru-RU" dirty="0"/>
              <a:t>Маркированный список</a:t>
            </a:r>
          </a:p>
          <a:p>
            <a:pPr marL="171450" indent="-171450">
              <a:buFont typeface="Arial" panose="020B0604020202020204" pitchFamily="34" charset="0"/>
              <a:buChar char="•"/>
            </a:pPr>
            <a:r>
              <a:rPr lang="ru-RU" dirty="0"/>
              <a:t>Маркированный список</a:t>
            </a:r>
          </a:p>
          <a:p>
            <a:pPr marL="171450" indent="-171450">
              <a:buFont typeface="Arial" panose="020B0604020202020204" pitchFamily="34" charset="0"/>
              <a:buChar char="•"/>
            </a:pPr>
            <a:r>
              <a:rPr lang="ru-RU" dirty="0"/>
              <a:t>Маркированный список</a:t>
            </a:r>
          </a:p>
        </p:txBody>
      </p:sp>
      <p:sp>
        <p:nvSpPr>
          <p:cNvPr id="14" name="Текст 13">
            <a:extLst>
              <a:ext uri="{FF2B5EF4-FFF2-40B4-BE49-F238E27FC236}">
                <a16:creationId xmlns:a16="http://schemas.microsoft.com/office/drawing/2014/main" id="{88F4BCD5-D0E8-AFB9-D04C-55BC5311428C}"/>
              </a:ext>
            </a:extLst>
          </p:cNvPr>
          <p:cNvSpPr>
            <a:spLocks noGrp="1"/>
          </p:cNvSpPr>
          <p:nvPr>
            <p:ph type="body" sz="quarter" idx="51"/>
          </p:nvPr>
        </p:nvSpPr>
        <p:spPr>
          <a:xfrm>
            <a:off x="8077158" y="1656186"/>
            <a:ext cx="3600000" cy="307777"/>
          </a:xfrm>
        </p:spPr>
        <p:txBody>
          <a:bodyPr/>
          <a:lstStyle/>
          <a:p>
            <a:r>
              <a:rPr lang="ru-RU" dirty="0"/>
              <a:t>Заголовок</a:t>
            </a:r>
          </a:p>
        </p:txBody>
      </p:sp>
      <p:sp>
        <p:nvSpPr>
          <p:cNvPr id="15" name="Текст 14">
            <a:extLst>
              <a:ext uri="{FF2B5EF4-FFF2-40B4-BE49-F238E27FC236}">
                <a16:creationId xmlns:a16="http://schemas.microsoft.com/office/drawing/2014/main" id="{4367E42B-2E5C-20F0-486B-E1B52D13DFD1}"/>
              </a:ext>
            </a:extLst>
          </p:cNvPr>
          <p:cNvSpPr>
            <a:spLocks noGrp="1"/>
          </p:cNvSpPr>
          <p:nvPr>
            <p:ph type="body" sz="quarter" idx="52"/>
          </p:nvPr>
        </p:nvSpPr>
        <p:spPr>
          <a:xfrm>
            <a:off x="8075142" y="2270782"/>
            <a:ext cx="3600000" cy="179536"/>
          </a:xfrm>
        </p:spPr>
        <p:txBody>
          <a:bodyPr/>
          <a:lstStyle/>
          <a:p>
            <a:r>
              <a:rPr lang="ru-RU" dirty="0"/>
              <a:t>Подзаголовок</a:t>
            </a:r>
          </a:p>
        </p:txBody>
      </p:sp>
      <p:sp>
        <p:nvSpPr>
          <p:cNvPr id="34" name="Текст 33">
            <a:extLst>
              <a:ext uri="{FF2B5EF4-FFF2-40B4-BE49-F238E27FC236}">
                <a16:creationId xmlns:a16="http://schemas.microsoft.com/office/drawing/2014/main" id="{8B9E6E67-8AC1-72C2-0488-745B8461091C}"/>
              </a:ext>
            </a:extLst>
          </p:cNvPr>
          <p:cNvSpPr>
            <a:spLocks noGrp="1"/>
          </p:cNvSpPr>
          <p:nvPr>
            <p:ph type="body" sz="quarter" idx="53"/>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17" name="Текст 16">
            <a:extLst>
              <a:ext uri="{FF2B5EF4-FFF2-40B4-BE49-F238E27FC236}">
                <a16:creationId xmlns:a16="http://schemas.microsoft.com/office/drawing/2014/main" id="{5F7B27CF-2A4F-28F2-29EE-84612DDDA687}"/>
              </a:ext>
            </a:extLst>
          </p:cNvPr>
          <p:cNvSpPr>
            <a:spLocks noGrp="1"/>
          </p:cNvSpPr>
          <p:nvPr>
            <p:ph type="body" sz="quarter" idx="54"/>
          </p:nvPr>
        </p:nvSpPr>
        <p:spPr>
          <a:xfrm>
            <a:off x="8075142" y="3651925"/>
            <a:ext cx="3600000" cy="179536"/>
          </a:xfrm>
        </p:spPr>
        <p:txBody>
          <a:bodyPr/>
          <a:lstStyle/>
          <a:p>
            <a:r>
              <a:rPr lang="ru-RU" dirty="0"/>
              <a:t>Подзаголовок</a:t>
            </a:r>
          </a:p>
        </p:txBody>
      </p:sp>
      <p:sp>
        <p:nvSpPr>
          <p:cNvPr id="35" name="Текст 34">
            <a:extLst>
              <a:ext uri="{FF2B5EF4-FFF2-40B4-BE49-F238E27FC236}">
                <a16:creationId xmlns:a16="http://schemas.microsoft.com/office/drawing/2014/main" id="{0EC28320-4523-3DE5-32F8-4D2082EC2052}"/>
              </a:ext>
            </a:extLst>
          </p:cNvPr>
          <p:cNvSpPr>
            <a:spLocks noGrp="1"/>
          </p:cNvSpPr>
          <p:nvPr>
            <p:ph type="body" sz="quarter" idx="55"/>
          </p:nvPr>
        </p:nvSpPr>
        <p:spPr>
          <a:xfrm>
            <a:off x="8077003" y="3952558"/>
            <a:ext cx="3600000" cy="1577355"/>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endParaRPr lang="ru-RU" dirty="0"/>
          </a:p>
          <a:p>
            <a:pPr marL="171450" indent="-171450">
              <a:buFont typeface="Arial" panose="020B0604020202020204" pitchFamily="34" charset="0"/>
              <a:buChar char="•"/>
            </a:pPr>
            <a:r>
              <a:rPr lang="ru-RU" dirty="0"/>
              <a:t>Маркированный список</a:t>
            </a:r>
          </a:p>
          <a:p>
            <a:pPr marL="171450" indent="-171450">
              <a:buFont typeface="Arial" panose="020B0604020202020204" pitchFamily="34" charset="0"/>
              <a:buChar char="•"/>
            </a:pPr>
            <a:r>
              <a:rPr lang="ru-RU" dirty="0"/>
              <a:t>Маркированный список</a:t>
            </a:r>
          </a:p>
          <a:p>
            <a:pPr marL="171450" indent="-171450">
              <a:buFont typeface="Arial" panose="020B0604020202020204" pitchFamily="34" charset="0"/>
              <a:buChar char="•"/>
            </a:pPr>
            <a:r>
              <a:rPr lang="ru-RU" dirty="0"/>
              <a:t>Маркированный список</a:t>
            </a:r>
          </a:p>
        </p:txBody>
      </p:sp>
      <p:sp>
        <p:nvSpPr>
          <p:cNvPr id="8" name="Заголовок 7">
            <a:extLst>
              <a:ext uri="{FF2B5EF4-FFF2-40B4-BE49-F238E27FC236}">
                <a16:creationId xmlns:a16="http://schemas.microsoft.com/office/drawing/2014/main" id="{58474268-8811-BF49-FF7F-9C1CEEC26D7E}"/>
              </a:ext>
            </a:extLst>
          </p:cNvPr>
          <p:cNvSpPr>
            <a:spLocks noGrp="1"/>
          </p:cNvSpPr>
          <p:nvPr>
            <p:ph type="title"/>
          </p:nvPr>
        </p:nvSpPr>
        <p:spPr/>
        <p:txBody>
          <a:bodyPr/>
          <a:lstStyle/>
          <a:p>
            <a:r>
              <a:rPr lang="ru-RU" dirty="0"/>
              <a:t>Текстовый слайд с 3 колонками и списками</a:t>
            </a:r>
          </a:p>
        </p:txBody>
      </p:sp>
    </p:spTree>
    <p:extLst>
      <p:ext uri="{BB962C8B-B14F-4D97-AF65-F5344CB8AC3E}">
        <p14:creationId xmlns:p14="http://schemas.microsoft.com/office/powerpoint/2010/main" val="1605681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E1596DFC-91F5-594C-5536-4A3B4ADFF6C5}"/>
              </a:ext>
            </a:extLst>
          </p:cNvPr>
          <p:cNvSpPr>
            <a:spLocks noGrp="1"/>
          </p:cNvSpPr>
          <p:nvPr>
            <p:ph type="sldNum" sz="quarter" idx="4"/>
          </p:nvPr>
        </p:nvSpPr>
        <p:spPr/>
        <p:txBody>
          <a:bodyPr/>
          <a:lstStyle/>
          <a:p>
            <a:fld id="{13FB4C0F-BB20-4298-B11D-AEB97E17A107}" type="slidenum">
              <a:rPr lang="ru-RU" smtClean="0"/>
              <a:pPr/>
              <a:t>21</a:t>
            </a:fld>
            <a:endParaRPr lang="ru-RU" dirty="0"/>
          </a:p>
        </p:txBody>
      </p:sp>
      <p:sp>
        <p:nvSpPr>
          <p:cNvPr id="3" name="Текст 2">
            <a:extLst>
              <a:ext uri="{FF2B5EF4-FFF2-40B4-BE49-F238E27FC236}">
                <a16:creationId xmlns:a16="http://schemas.microsoft.com/office/drawing/2014/main" id="{50D7A848-FCD0-9AED-E74D-AAB1840727F2}"/>
              </a:ext>
            </a:extLst>
          </p:cNvPr>
          <p:cNvSpPr>
            <a:spLocks noGrp="1"/>
          </p:cNvSpPr>
          <p:nvPr>
            <p:ph type="body" sz="quarter" idx="41"/>
          </p:nvPr>
        </p:nvSpPr>
        <p:spPr/>
        <p:txBody>
          <a:bodyPr/>
          <a:lstStyle/>
          <a:p>
            <a:r>
              <a:rPr lang="ru-RU" dirty="0"/>
              <a:t>Заголовок</a:t>
            </a:r>
          </a:p>
        </p:txBody>
      </p:sp>
      <p:sp>
        <p:nvSpPr>
          <p:cNvPr id="4" name="Текст 3">
            <a:extLst>
              <a:ext uri="{FF2B5EF4-FFF2-40B4-BE49-F238E27FC236}">
                <a16:creationId xmlns:a16="http://schemas.microsoft.com/office/drawing/2014/main" id="{19062EB0-E425-54C8-5E15-D8C8C83173FF}"/>
              </a:ext>
            </a:extLst>
          </p:cNvPr>
          <p:cNvSpPr>
            <a:spLocks noGrp="1"/>
          </p:cNvSpPr>
          <p:nvPr>
            <p:ph type="body" sz="quarter" idx="42"/>
          </p:nvPr>
        </p:nvSpPr>
        <p:spPr/>
        <p:txBody>
          <a:bodyPr/>
          <a:lstStyle/>
          <a:p>
            <a:r>
              <a:rPr lang="ru-RU" dirty="0"/>
              <a:t>Подзаголовок</a:t>
            </a:r>
          </a:p>
        </p:txBody>
      </p:sp>
      <p:sp>
        <p:nvSpPr>
          <p:cNvPr id="5" name="Текст 4">
            <a:extLst>
              <a:ext uri="{FF2B5EF4-FFF2-40B4-BE49-F238E27FC236}">
                <a16:creationId xmlns:a16="http://schemas.microsoft.com/office/drawing/2014/main" id="{00747A88-977D-6DAA-C7FF-501EAC059DAC}"/>
              </a:ext>
            </a:extLst>
          </p:cNvPr>
          <p:cNvSpPr>
            <a:spLocks noGrp="1"/>
          </p:cNvSpPr>
          <p:nvPr>
            <p:ph type="body" sz="quarter" idx="43"/>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6" name="Текст 5">
            <a:extLst>
              <a:ext uri="{FF2B5EF4-FFF2-40B4-BE49-F238E27FC236}">
                <a16:creationId xmlns:a16="http://schemas.microsoft.com/office/drawing/2014/main" id="{B54A15E3-E176-F9DA-23C8-9A2E08EB1FC9}"/>
              </a:ext>
            </a:extLst>
          </p:cNvPr>
          <p:cNvSpPr>
            <a:spLocks noGrp="1"/>
          </p:cNvSpPr>
          <p:nvPr>
            <p:ph type="body" sz="quarter" idx="46"/>
          </p:nvPr>
        </p:nvSpPr>
        <p:spPr/>
        <p:txBody>
          <a:bodyPr/>
          <a:lstStyle/>
          <a:p>
            <a:r>
              <a:rPr lang="ru-RU" dirty="0"/>
              <a:t>Заголовок</a:t>
            </a:r>
          </a:p>
        </p:txBody>
      </p:sp>
      <p:sp>
        <p:nvSpPr>
          <p:cNvPr id="7" name="Текст 6">
            <a:extLst>
              <a:ext uri="{FF2B5EF4-FFF2-40B4-BE49-F238E27FC236}">
                <a16:creationId xmlns:a16="http://schemas.microsoft.com/office/drawing/2014/main" id="{684057FB-60B3-47D7-599A-96C5DB83EFD1}"/>
              </a:ext>
            </a:extLst>
          </p:cNvPr>
          <p:cNvSpPr>
            <a:spLocks noGrp="1"/>
          </p:cNvSpPr>
          <p:nvPr>
            <p:ph type="body" sz="quarter" idx="47"/>
          </p:nvPr>
        </p:nvSpPr>
        <p:spPr/>
        <p:txBody>
          <a:bodyPr/>
          <a:lstStyle/>
          <a:p>
            <a:r>
              <a:rPr lang="ru-RU" dirty="0"/>
              <a:t>Подзаголовок</a:t>
            </a:r>
          </a:p>
        </p:txBody>
      </p:sp>
      <p:sp>
        <p:nvSpPr>
          <p:cNvPr id="8" name="Текст 7">
            <a:extLst>
              <a:ext uri="{FF2B5EF4-FFF2-40B4-BE49-F238E27FC236}">
                <a16:creationId xmlns:a16="http://schemas.microsoft.com/office/drawing/2014/main" id="{A7F5BCB1-9C46-14D4-664C-129D001773B4}"/>
              </a:ext>
            </a:extLst>
          </p:cNvPr>
          <p:cNvSpPr>
            <a:spLocks noGrp="1"/>
          </p:cNvSpPr>
          <p:nvPr>
            <p:ph type="body" sz="quarter" idx="48"/>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9" name="Текст 8">
            <a:extLst>
              <a:ext uri="{FF2B5EF4-FFF2-40B4-BE49-F238E27FC236}">
                <a16:creationId xmlns:a16="http://schemas.microsoft.com/office/drawing/2014/main" id="{FA68DD4D-327F-786D-FA33-28636C7D3BEF}"/>
              </a:ext>
            </a:extLst>
          </p:cNvPr>
          <p:cNvSpPr>
            <a:spLocks noGrp="1"/>
          </p:cNvSpPr>
          <p:nvPr>
            <p:ph type="body" sz="quarter" idx="51"/>
          </p:nvPr>
        </p:nvSpPr>
        <p:spPr/>
        <p:txBody>
          <a:bodyPr/>
          <a:lstStyle/>
          <a:p>
            <a:r>
              <a:rPr lang="ru-RU" dirty="0"/>
              <a:t>Заголовок</a:t>
            </a:r>
          </a:p>
        </p:txBody>
      </p:sp>
      <p:sp>
        <p:nvSpPr>
          <p:cNvPr id="10" name="Текст 9">
            <a:extLst>
              <a:ext uri="{FF2B5EF4-FFF2-40B4-BE49-F238E27FC236}">
                <a16:creationId xmlns:a16="http://schemas.microsoft.com/office/drawing/2014/main" id="{BDE8D142-3CB7-34B4-EF15-819F3B687D90}"/>
              </a:ext>
            </a:extLst>
          </p:cNvPr>
          <p:cNvSpPr>
            <a:spLocks noGrp="1"/>
          </p:cNvSpPr>
          <p:nvPr>
            <p:ph type="body" sz="quarter" idx="52"/>
          </p:nvPr>
        </p:nvSpPr>
        <p:spPr/>
        <p:txBody>
          <a:bodyPr/>
          <a:lstStyle/>
          <a:p>
            <a:r>
              <a:rPr lang="ru-RU" dirty="0"/>
              <a:t>Подзаголовок</a:t>
            </a:r>
          </a:p>
        </p:txBody>
      </p:sp>
      <p:sp>
        <p:nvSpPr>
          <p:cNvPr id="11" name="Текст 10">
            <a:extLst>
              <a:ext uri="{FF2B5EF4-FFF2-40B4-BE49-F238E27FC236}">
                <a16:creationId xmlns:a16="http://schemas.microsoft.com/office/drawing/2014/main" id="{EF52E858-6657-4510-5DDE-A493A6D9A845}"/>
              </a:ext>
            </a:extLst>
          </p:cNvPr>
          <p:cNvSpPr>
            <a:spLocks noGrp="1"/>
          </p:cNvSpPr>
          <p:nvPr>
            <p:ph type="body" sz="quarter" idx="53"/>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14" name="Заголовок 13">
            <a:extLst>
              <a:ext uri="{FF2B5EF4-FFF2-40B4-BE49-F238E27FC236}">
                <a16:creationId xmlns:a16="http://schemas.microsoft.com/office/drawing/2014/main" id="{FF5E0D2F-48EB-0E45-A384-8A140BB57DBA}"/>
              </a:ext>
            </a:extLst>
          </p:cNvPr>
          <p:cNvSpPr>
            <a:spLocks noGrp="1"/>
          </p:cNvSpPr>
          <p:nvPr>
            <p:ph type="title"/>
          </p:nvPr>
        </p:nvSpPr>
        <p:spPr/>
        <p:txBody>
          <a:bodyPr/>
          <a:lstStyle/>
          <a:p>
            <a:r>
              <a:rPr lang="ru-RU" dirty="0"/>
              <a:t>Текстовый слайд с 3 колонками и рисунком</a:t>
            </a:r>
          </a:p>
        </p:txBody>
      </p:sp>
    </p:spTree>
    <p:extLst>
      <p:ext uri="{BB962C8B-B14F-4D97-AF65-F5344CB8AC3E}">
        <p14:creationId xmlns:p14="http://schemas.microsoft.com/office/powerpoint/2010/main" val="351123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69793-2AAF-E40D-F985-0816FDF0D3F9}"/>
            </a:ext>
          </a:extLst>
        </p:cNvPr>
        <p:cNvGrpSpPr/>
        <p:nvPr/>
      </p:nvGrpSpPr>
      <p:grpSpPr>
        <a:xfrm>
          <a:off x="0" y="0"/>
          <a:ext cx="0" cy="0"/>
          <a:chOff x="0" y="0"/>
          <a:chExt cx="0" cy="0"/>
        </a:xfrm>
      </p:grpSpPr>
      <p:sp>
        <p:nvSpPr>
          <p:cNvPr id="3" name="Text 368">
            <a:extLst>
              <a:ext uri="{FF2B5EF4-FFF2-40B4-BE49-F238E27FC236}">
                <a16:creationId xmlns:a16="http://schemas.microsoft.com/office/drawing/2014/main" id="{350A36FE-70A6-655F-7F00-F8FA96325F9F}"/>
              </a:ext>
            </a:extLst>
          </p:cNvPr>
          <p:cNvSpPr/>
          <p:nvPr/>
        </p:nvSpPr>
        <p:spPr>
          <a:xfrm>
            <a:off x="355599" y="6603587"/>
            <a:ext cx="1849957" cy="154496"/>
          </a:xfrm>
          <a:prstGeom prst="rect">
            <a:avLst/>
          </a:prstGeom>
          <a:noFill/>
          <a:ln/>
        </p:spPr>
        <p:txBody>
          <a:bodyPr wrap="square" lIns="0" tIns="0" rIns="0" bIns="0" rtlCol="0" anchor="t"/>
          <a:lstStyle/>
          <a:p>
            <a:pPr>
              <a:lnSpc>
                <a:spcPts val="960"/>
              </a:lnSpc>
            </a:pPr>
            <a:r>
              <a:rPr lang="en-US" sz="800" dirty="0">
                <a:solidFill>
                  <a:srgbClr val="000000">
                    <a:alpha val="45000"/>
                  </a:srgbClr>
                </a:solidFill>
                <a:latin typeface="Stapel" panose="020B0504020202020204" pitchFamily="34" charset="-52"/>
                <a:ea typeface="Stapel" pitchFamily="34" charset="-122"/>
                <a:cs typeface="Stapel" pitchFamily="34" charset="-120"/>
              </a:rPr>
              <a:t>*данные представлены в млн рублей</a:t>
            </a:r>
            <a:endParaRPr lang="en-US" sz="800" dirty="0"/>
          </a:p>
        </p:txBody>
      </p:sp>
      <p:graphicFrame>
        <p:nvGraphicFramePr>
          <p:cNvPr id="6" name="Таблица 5">
            <a:extLst>
              <a:ext uri="{FF2B5EF4-FFF2-40B4-BE49-F238E27FC236}">
                <a16:creationId xmlns:a16="http://schemas.microsoft.com/office/drawing/2014/main" id="{CCAD2F0C-EDB3-7982-9FC3-E9B5BDDD98BD}"/>
              </a:ext>
            </a:extLst>
          </p:cNvPr>
          <p:cNvGraphicFramePr>
            <a:graphicFrameLocks noGrp="1"/>
          </p:cNvGraphicFramePr>
          <p:nvPr>
            <p:extLst>
              <p:ext uri="{D42A27DB-BD31-4B8C-83A1-F6EECF244321}">
                <p14:modId xmlns:p14="http://schemas.microsoft.com/office/powerpoint/2010/main" val="2010465192"/>
              </p:ext>
            </p:extLst>
          </p:nvPr>
        </p:nvGraphicFramePr>
        <p:xfrm>
          <a:off x="353968" y="872361"/>
          <a:ext cx="11484070" cy="5150954"/>
        </p:xfrm>
        <a:graphic>
          <a:graphicData uri="http://schemas.openxmlformats.org/drawingml/2006/table">
            <a:tbl>
              <a:tblPr>
                <a:tableStyleId>{2D5ABB26-0587-4C30-8999-92F81FD0307C}</a:tableStyleId>
              </a:tblPr>
              <a:tblGrid>
                <a:gridCol w="3655312">
                  <a:extLst>
                    <a:ext uri="{9D8B030D-6E8A-4147-A177-3AD203B41FA5}">
                      <a16:colId xmlns:a16="http://schemas.microsoft.com/office/drawing/2014/main" val="1370436227"/>
                    </a:ext>
                  </a:extLst>
                </a:gridCol>
                <a:gridCol w="1304793">
                  <a:extLst>
                    <a:ext uri="{9D8B030D-6E8A-4147-A177-3AD203B41FA5}">
                      <a16:colId xmlns:a16="http://schemas.microsoft.com/office/drawing/2014/main" val="2131277952"/>
                    </a:ext>
                  </a:extLst>
                </a:gridCol>
                <a:gridCol w="1304793">
                  <a:extLst>
                    <a:ext uri="{9D8B030D-6E8A-4147-A177-3AD203B41FA5}">
                      <a16:colId xmlns:a16="http://schemas.microsoft.com/office/drawing/2014/main" val="2013127667"/>
                    </a:ext>
                  </a:extLst>
                </a:gridCol>
                <a:gridCol w="1304793">
                  <a:extLst>
                    <a:ext uri="{9D8B030D-6E8A-4147-A177-3AD203B41FA5}">
                      <a16:colId xmlns:a16="http://schemas.microsoft.com/office/drawing/2014/main" val="3662747474"/>
                    </a:ext>
                  </a:extLst>
                </a:gridCol>
                <a:gridCol w="1304793">
                  <a:extLst>
                    <a:ext uri="{9D8B030D-6E8A-4147-A177-3AD203B41FA5}">
                      <a16:colId xmlns:a16="http://schemas.microsoft.com/office/drawing/2014/main" val="4285724143"/>
                    </a:ext>
                  </a:extLst>
                </a:gridCol>
                <a:gridCol w="1304793">
                  <a:extLst>
                    <a:ext uri="{9D8B030D-6E8A-4147-A177-3AD203B41FA5}">
                      <a16:colId xmlns:a16="http://schemas.microsoft.com/office/drawing/2014/main" val="1057102347"/>
                    </a:ext>
                  </a:extLst>
                </a:gridCol>
                <a:gridCol w="1304793">
                  <a:extLst>
                    <a:ext uri="{9D8B030D-6E8A-4147-A177-3AD203B41FA5}">
                      <a16:colId xmlns:a16="http://schemas.microsoft.com/office/drawing/2014/main" val="1869948807"/>
                    </a:ext>
                  </a:extLst>
                </a:gridCol>
              </a:tblGrid>
              <a:tr h="43528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Департамент</a:t>
                      </a:r>
                      <a:endParaRPr lang="en-US" sz="1200" dirty="0">
                        <a:latin typeface="+mn-lt"/>
                      </a:endParaRPr>
                    </a:p>
                  </a:txBody>
                  <a:tcPr marL="143981" marR="143981" marT="89988" marB="89988" anchor="b">
                    <a:lnB w="12700" cap="flat" cmpd="sng" algn="ctr">
                      <a:solidFill>
                        <a:schemeClr val="tx1"/>
                      </a:solidFill>
                      <a:prstDash val="solid"/>
                      <a:round/>
                      <a:headEnd type="none" w="med" len="med"/>
                      <a:tailEnd type="none" w="med" len="med"/>
                    </a:lnB>
                    <a:solidFill>
                      <a:schemeClr val="bg2"/>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06-12/2025</a:t>
                      </a:r>
                      <a:endParaRPr lang="en-US" sz="1200" dirty="0">
                        <a:latin typeface="+mn-lt"/>
                      </a:endParaRPr>
                    </a:p>
                  </a:txBody>
                  <a:tcPr marL="143981" marR="143981" marT="89988" marB="89988" anchor="b">
                    <a:lnB w="12700" cap="flat" cmpd="sng" algn="ctr">
                      <a:solidFill>
                        <a:schemeClr val="bg1"/>
                      </a:solidFill>
                      <a:prstDash val="solid"/>
                      <a:round/>
                      <a:headEnd type="none" w="med" len="med"/>
                      <a:tailEnd type="none" w="med" len="med"/>
                    </a:lnB>
                    <a:solidFill>
                      <a:schemeClr val="bg2"/>
                    </a:solidFill>
                  </a:tcPr>
                </a:tc>
                <a:tc hMerge="1">
                  <a:txBody>
                    <a:bodyPr/>
                    <a:lstStyle/>
                    <a:p>
                      <a:endParaRPr lang="ru-RU" sz="1500" dirty="0">
                        <a:solidFill>
                          <a:schemeClr val="tx1"/>
                        </a:solidFill>
                        <a:latin typeface="+mn-lt"/>
                      </a:endParaRPr>
                    </a:p>
                  </a:txBody>
                  <a:tcPr marT="72000" marB="72000" anchor="ctr">
                    <a:lnB w="12700" cap="flat" cmpd="sng" algn="ctr">
                      <a:solidFill>
                        <a:schemeClr val="bg2">
                          <a:lumMod val="75000"/>
                        </a:schemeClr>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mn-lt"/>
                      </a:endParaRPr>
                    </a:p>
                  </a:txBody>
                  <a:tcPr marL="360000" marR="360000" anchor="b">
                    <a:lnB w="12700" cap="flat" cmpd="sng" algn="ctr">
                      <a:solidFill>
                        <a:schemeClr val="bg2">
                          <a:lumMod val="75000"/>
                        </a:schemeClr>
                      </a:solidFill>
                      <a:prstDash val="solid"/>
                      <a:round/>
                      <a:headEnd type="none" w="med" len="med"/>
                      <a:tailEnd type="none" w="med" len="med"/>
                    </a:lnB>
                    <a:solidFill>
                      <a:srgbClr val="FAE6E9"/>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2025 год</a:t>
                      </a:r>
                      <a:endParaRPr lang="en-US" sz="1200" dirty="0">
                        <a:latin typeface="+mn-lt"/>
                      </a:endParaRPr>
                    </a:p>
                  </a:txBody>
                  <a:tcPr marL="143981" marR="143981" marT="89988" marB="89988" anchor="b">
                    <a:lnB w="12700" cap="flat" cmpd="sng" algn="ctr">
                      <a:solidFill>
                        <a:schemeClr val="bg1"/>
                      </a:solidFill>
                      <a:prstDash val="solid"/>
                      <a:round/>
                      <a:headEnd type="none" w="med" len="med"/>
                      <a:tailEnd type="none" w="med" len="med"/>
                    </a:lnB>
                    <a:solidFill>
                      <a:srgbClr val="000000">
                        <a:alpha val="10196"/>
                      </a:srgbClr>
                    </a:solidFill>
                  </a:tcPr>
                </a:tc>
                <a:tc hMerge="1">
                  <a:txBody>
                    <a:bodyPr/>
                    <a:lstStyle/>
                    <a:p>
                      <a:endParaRPr lang="ru-RU" sz="1500" dirty="0">
                        <a:solidFill>
                          <a:schemeClr val="tx1"/>
                        </a:solidFill>
                        <a:latin typeface="+mn-lt"/>
                      </a:endParaRPr>
                    </a:p>
                  </a:txBody>
                  <a:tcPr marT="72000" marB="72000" anchor="ctr">
                    <a:lnB w="12700" cap="flat" cmpd="sng" algn="ctr">
                      <a:solidFill>
                        <a:schemeClr val="bg2">
                          <a:lumMod val="75000"/>
                        </a:schemeClr>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mn-lt"/>
                      </a:endParaRPr>
                    </a:p>
                  </a:txBody>
                  <a:tcPr marL="360000" marR="360000" anchor="b">
                    <a:lnB w="12700" cap="flat" cmpd="sng" algn="ctr">
                      <a:solidFill>
                        <a:schemeClr val="bg2">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37533728"/>
                  </a:ext>
                </a:extLst>
              </a:tr>
              <a:tr h="435288">
                <a:tc vMerge="1">
                  <a:txBody>
                    <a:bodyPr/>
                    <a:lstStyle/>
                    <a:p>
                      <a:endParaRPr lang="ru-RU" sz="1500" dirty="0">
                        <a:solidFill>
                          <a:schemeClr val="tx1"/>
                        </a:solidFill>
                        <a:latin typeface="+mn-lt"/>
                      </a:endParaRPr>
                    </a:p>
                  </a:txBody>
                  <a:tcPr marL="298800" marT="72000" marB="72000"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Бюджет</a:t>
                      </a:r>
                      <a:endParaRPr lang="en-US" sz="1200" dirty="0">
                        <a:latin typeface="+mn-lt"/>
                      </a:endParaRPr>
                    </a:p>
                  </a:txBody>
                  <a:tcPr marL="179977" marR="179977" marT="89988" marB="89988" anchor="b">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Факт</a:t>
                      </a:r>
                      <a:endParaRPr lang="en-US" sz="1200" dirty="0">
                        <a:latin typeface="+mn-lt"/>
                      </a:endParaRPr>
                    </a:p>
                  </a:txBody>
                  <a:tcPr marL="143981" marR="143981" marT="89988" marB="89988" anchor="b">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200" dirty="0">
                          <a:latin typeface="+mn-lt"/>
                        </a:rPr>
                        <a:t>Разница</a:t>
                      </a:r>
                      <a:endParaRPr lang="en-US" sz="1200" dirty="0">
                        <a:latin typeface="+mn-lt"/>
                      </a:endParaRPr>
                    </a:p>
                  </a:txBody>
                  <a:tcPr marL="143981" marR="143981" marT="89988" marB="89988" anchor="b">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Бюджет</a:t>
                      </a:r>
                      <a:endParaRPr lang="en-US" sz="1200" dirty="0">
                        <a:latin typeface="+mn-lt"/>
                      </a:endParaRPr>
                    </a:p>
                  </a:txBody>
                  <a:tcPr marL="143981" marR="143981" marT="89988" marB="89988" anchor="b">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alpha val="10196"/>
                      </a:srgb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Прогноз</a:t>
                      </a:r>
                      <a:endParaRPr lang="en-US" sz="1200" dirty="0">
                        <a:latin typeface="+mn-lt"/>
                      </a:endParaRPr>
                    </a:p>
                  </a:txBody>
                  <a:tcPr marL="143981" marR="143981" marT="89988" marB="89988" anchor="b">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alpha val="10196"/>
                      </a:srgb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200" dirty="0">
                          <a:latin typeface="+mn-lt"/>
                        </a:rPr>
                        <a:t>Разница</a:t>
                      </a:r>
                      <a:endParaRPr lang="en-US" sz="1200" dirty="0">
                        <a:latin typeface="+mn-lt"/>
                      </a:endParaRPr>
                    </a:p>
                  </a:txBody>
                  <a:tcPr marL="143981" marR="143981" marT="89988" marB="89988" anchor="b">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alpha val="10196"/>
                      </a:srgbClr>
                    </a:solidFill>
                  </a:tcPr>
                </a:tc>
                <a:extLst>
                  <a:ext uri="{0D108BD9-81ED-4DB2-BD59-A6C34878D82A}">
                    <a16:rowId xmlns:a16="http://schemas.microsoft.com/office/drawing/2014/main" val="626243966"/>
                  </a:ext>
                </a:extLst>
              </a:tr>
              <a:tr h="275167">
                <a:tc>
                  <a:txBody>
                    <a:bodyPr/>
                    <a:lstStyle/>
                    <a:p>
                      <a:r>
                        <a:rPr lang="en-US" sz="1100" dirty="0">
                          <a:solidFill>
                            <a:schemeClr val="tx1"/>
                          </a:solidFill>
                          <a:latin typeface="+mn-lt"/>
                        </a:rPr>
                        <a:t>Digital</a:t>
                      </a:r>
                      <a:endParaRPr lang="ru-RU" sz="1100" dirty="0">
                        <a:solidFill>
                          <a:schemeClr val="tx1"/>
                        </a:solidFill>
                        <a:latin typeface="+mn-lt"/>
                      </a:endParaRPr>
                    </a:p>
                  </a:txBody>
                  <a:tcPr marL="143981" marR="143981" marT="35995" marB="35995" anchor="ct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79977" marR="179977" marT="22857" marB="22857" anchor="ct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a:ln>
                            <a:noFill/>
                          </a:ln>
                          <a:solidFill>
                            <a:srgbClr val="000000"/>
                          </a:solidFill>
                          <a:effectLst/>
                          <a:uLnTx/>
                          <a:uFillTx/>
                          <a:latin typeface="+mn-lt"/>
                          <a:ea typeface="+mn-ea"/>
                          <a:cs typeface="+mn-cs"/>
                        </a:rPr>
                        <a:t>—</a:t>
                      </a:r>
                      <a:endParaRPr kumimoji="0" lang="ru-RU" sz="1100" b="0" i="0" u="none" strike="noStrike" kern="1200" cap="none" spc="0" normalizeH="0" baseline="0" noProof="0" dirty="0">
                        <a:ln>
                          <a:noFill/>
                        </a:ln>
                        <a:solidFill>
                          <a:srgbClr val="000000"/>
                        </a:solidFill>
                        <a:effectLst/>
                        <a:uLnTx/>
                        <a:uFillTx/>
                        <a:latin typeface="+mn-lt"/>
                        <a:ea typeface="+mn-ea"/>
                        <a:cs typeface="+mn-cs"/>
                      </a:endParaRPr>
                    </a:p>
                  </a:txBody>
                  <a:tcPr marL="143981" marR="143981" marT="22857" marB="22857" anchor="ct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3262374179"/>
                  </a:ext>
                </a:extLst>
              </a:tr>
              <a:tr h="275167">
                <a:tc>
                  <a:txBody>
                    <a:bodyPr/>
                    <a:lstStyle/>
                    <a:p>
                      <a:r>
                        <a:rPr lang="en-US" sz="1100" dirty="0">
                          <a:effectLst/>
                          <a:latin typeface="+mn-lt"/>
                        </a:rPr>
                        <a:t>Industrial Automation</a:t>
                      </a:r>
                      <a:endParaRPr lang="ru-RU" sz="1100" dirty="0">
                        <a:solidFill>
                          <a:schemeClr val="tx1"/>
                        </a:solidFill>
                        <a:latin typeface="+mn-lt"/>
                      </a:endParaRPr>
                    </a:p>
                  </a:txBody>
                  <a:tcPr marL="143981" marR="143981" marT="35995" marB="35995"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79977" marR="179977"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000000"/>
                          </a:solidFill>
                          <a:effectLst/>
                          <a:uLnTx/>
                          <a:uFillTx/>
                          <a:latin typeface="+mn-lt"/>
                          <a:ea typeface="+mn-ea"/>
                          <a:cs typeface="+mn-cs"/>
                        </a:rPr>
                        <a:t>—</a:t>
                      </a: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3017746642"/>
                  </a:ext>
                </a:extLst>
              </a:tr>
              <a:tr h="275167">
                <a:tc>
                  <a:txBody>
                    <a:bodyPr/>
                    <a:lstStyle/>
                    <a:p>
                      <a:r>
                        <a:rPr lang="en-US" sz="1100" dirty="0">
                          <a:effectLst/>
                          <a:latin typeface="+mn-lt"/>
                        </a:rPr>
                        <a:t>Cyber Security</a:t>
                      </a:r>
                      <a:endParaRPr lang="ru-RU" sz="1100" dirty="0">
                        <a:solidFill>
                          <a:schemeClr val="tx1"/>
                        </a:solidFill>
                        <a:latin typeface="+mn-lt"/>
                      </a:endParaRPr>
                    </a:p>
                  </a:txBody>
                  <a:tcPr marL="143981" marR="143981" marT="35995" marB="35995"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100" dirty="0">
                          <a:effectLst/>
                          <a:latin typeface="+mn-lt"/>
                        </a:rPr>
                        <a:t>—</a:t>
                      </a:r>
                      <a:endParaRPr lang="ru-RU" sz="1100" dirty="0">
                        <a:solidFill>
                          <a:schemeClr val="tx1"/>
                        </a:solidFill>
                        <a:latin typeface="+mn-lt"/>
                      </a:endParaRPr>
                    </a:p>
                  </a:txBody>
                  <a:tcPr marL="179977" marR="179977"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a:ln>
                            <a:noFill/>
                          </a:ln>
                          <a:solidFill>
                            <a:srgbClr val="000000"/>
                          </a:solidFill>
                          <a:effectLst/>
                          <a:uLnTx/>
                          <a:uFillTx/>
                          <a:latin typeface="+mn-lt"/>
                          <a:ea typeface="+mn-ea"/>
                          <a:cs typeface="+mn-cs"/>
                        </a:rPr>
                        <a:t>—</a:t>
                      </a:r>
                      <a:endParaRPr kumimoji="0" lang="ru-RU" sz="1100" b="0" i="0" u="none" strike="noStrike" kern="1200" cap="none" spc="0" normalizeH="0" baseline="0" noProof="0" dirty="0">
                        <a:ln>
                          <a:noFill/>
                        </a:ln>
                        <a:solidFill>
                          <a:srgbClr val="000000"/>
                        </a:solidFill>
                        <a:effectLst/>
                        <a:uLnTx/>
                        <a:uFillTx/>
                        <a:latin typeface="+mn-lt"/>
                        <a:ea typeface="+mn-ea"/>
                        <a:cs typeface="+mn-cs"/>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000000"/>
                          </a:solidFill>
                          <a:effectLst/>
                          <a:uLnTx/>
                          <a:uFillTx/>
                          <a:latin typeface="+mn-lt"/>
                          <a:ea typeface="+mn-ea"/>
                          <a:cs typeface="+mn-cs"/>
                        </a:rPr>
                        <a:t>—</a:t>
                      </a: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a:ln>
                            <a:noFill/>
                          </a:ln>
                          <a:solidFill>
                            <a:srgbClr val="000000"/>
                          </a:solidFill>
                          <a:effectLst/>
                          <a:uLnTx/>
                          <a:uFillTx/>
                          <a:latin typeface="+mn-lt"/>
                          <a:ea typeface="+mn-ea"/>
                          <a:cs typeface="+mn-cs"/>
                        </a:rPr>
                        <a:t>—</a:t>
                      </a:r>
                      <a:endParaRPr kumimoji="0" lang="ru-RU" sz="1100" b="0" i="0" u="none" strike="noStrike" kern="1200" cap="none" spc="0" normalizeH="0" baseline="0" noProof="0" dirty="0">
                        <a:ln>
                          <a:noFill/>
                        </a:ln>
                        <a:solidFill>
                          <a:srgbClr val="000000"/>
                        </a:solidFill>
                        <a:effectLst/>
                        <a:uLnTx/>
                        <a:uFillTx/>
                        <a:latin typeface="+mn-lt"/>
                        <a:ea typeface="+mn-ea"/>
                        <a:cs typeface="+mn-cs"/>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a:ln>
                            <a:noFill/>
                          </a:ln>
                          <a:solidFill>
                            <a:srgbClr val="000000"/>
                          </a:solidFill>
                          <a:effectLst/>
                          <a:uLnTx/>
                          <a:uFillTx/>
                          <a:latin typeface="+mn-lt"/>
                          <a:ea typeface="+mn-ea"/>
                          <a:cs typeface="+mn-cs"/>
                        </a:rPr>
                        <a:t>—</a:t>
                      </a:r>
                      <a:endParaRPr kumimoji="0" lang="ru-RU" sz="1100" b="0" i="0" u="none" strike="noStrike" kern="1200" cap="none" spc="0" normalizeH="0" baseline="0" noProof="0" dirty="0">
                        <a:ln>
                          <a:noFill/>
                        </a:ln>
                        <a:solidFill>
                          <a:srgbClr val="000000"/>
                        </a:solidFill>
                        <a:effectLst/>
                        <a:uLnTx/>
                        <a:uFillTx/>
                        <a:latin typeface="+mn-lt"/>
                        <a:ea typeface="+mn-ea"/>
                        <a:cs typeface="+mn-cs"/>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000000"/>
                          </a:solidFill>
                          <a:effectLst/>
                          <a:uLnTx/>
                          <a:uFillTx/>
                          <a:latin typeface="+mn-lt"/>
                          <a:ea typeface="+mn-ea"/>
                          <a:cs typeface="+mn-cs"/>
                        </a:rPr>
                        <a:t>—</a:t>
                      </a: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3545838045"/>
                  </a:ext>
                </a:extLst>
              </a:tr>
              <a:tr h="275167">
                <a:tc>
                  <a:txBody>
                    <a:bodyPr/>
                    <a:lstStyle/>
                    <a:p>
                      <a:r>
                        <a:rPr lang="en-US" sz="1100" dirty="0">
                          <a:solidFill>
                            <a:schemeClr val="tx1"/>
                          </a:solidFill>
                          <a:effectLst/>
                          <a:latin typeface="+mn-lt"/>
                        </a:rPr>
                        <a:t>MES</a:t>
                      </a:r>
                      <a:endParaRPr lang="ru-RU" sz="1100" dirty="0">
                        <a:solidFill>
                          <a:schemeClr val="tx1"/>
                        </a:solidFill>
                        <a:latin typeface="+mn-lt"/>
                      </a:endParaRPr>
                    </a:p>
                  </a:txBody>
                  <a:tcPr marL="143981" marR="143981" marT="35995" marB="35995"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solidFill>
                            <a:schemeClr val="tx1"/>
                          </a:solidFill>
                          <a:effectLst/>
                          <a:latin typeface="+mn-lt"/>
                        </a:rPr>
                        <a:t>—</a:t>
                      </a:r>
                      <a:endParaRPr lang="ru-RU" sz="1100" dirty="0">
                        <a:solidFill>
                          <a:schemeClr val="tx1"/>
                        </a:solidFill>
                        <a:latin typeface="+mn-lt"/>
                      </a:endParaRPr>
                    </a:p>
                  </a:txBody>
                  <a:tcPr marL="179977" marR="179977"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solidFill>
                            <a:schemeClr val="tx1"/>
                          </a:solidFill>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solidFill>
                            <a:schemeClr val="tx1"/>
                          </a:solidFill>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solidFill>
                            <a:schemeClr val="tx1"/>
                          </a:solidFill>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solidFill>
                            <a:schemeClr val="tx1"/>
                          </a:solidFill>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solidFill>
                            <a:schemeClr val="tx1"/>
                          </a:solidFill>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3796206460"/>
                  </a:ext>
                </a:extLst>
              </a:tr>
              <a:tr h="275167">
                <a:tc>
                  <a:txBody>
                    <a:bodyPr/>
                    <a:lstStyle/>
                    <a:p>
                      <a:r>
                        <a:rPr lang="en-US" sz="1100" dirty="0">
                          <a:effectLst/>
                          <a:latin typeface="+mn-lt"/>
                        </a:rPr>
                        <a:t>Energy Solutions</a:t>
                      </a:r>
                      <a:endParaRPr lang="ru-RU" sz="1100" dirty="0">
                        <a:solidFill>
                          <a:schemeClr val="tx1"/>
                        </a:solidFill>
                        <a:latin typeface="+mn-lt"/>
                      </a:endParaRPr>
                    </a:p>
                  </a:txBody>
                  <a:tcPr marL="143981" marR="143981" marT="35995" marB="35995"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79977" marR="179977"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1165960586"/>
                  </a:ext>
                </a:extLst>
              </a:tr>
              <a:tr h="275167">
                <a:tc>
                  <a:txBody>
                    <a:bodyPr/>
                    <a:lstStyle/>
                    <a:p>
                      <a:r>
                        <a:rPr lang="en-US" sz="1100" dirty="0">
                          <a:effectLst/>
                          <a:latin typeface="+mn-lt"/>
                        </a:rPr>
                        <a:t>Infrastructure</a:t>
                      </a:r>
                      <a:endParaRPr lang="ru-RU" sz="1100" dirty="0">
                        <a:solidFill>
                          <a:schemeClr val="tx1"/>
                        </a:solidFill>
                        <a:latin typeface="+mn-lt"/>
                      </a:endParaRPr>
                    </a:p>
                  </a:txBody>
                  <a:tcPr marL="143981" marR="143981" marT="35995" marB="35995"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79977" marR="179977"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3075704529"/>
                  </a:ext>
                </a:extLst>
              </a:tr>
              <a:tr h="275167">
                <a:tc>
                  <a:txBody>
                    <a:bodyPr/>
                    <a:lstStyle/>
                    <a:p>
                      <a:r>
                        <a:rPr lang="en-US" sz="1100" dirty="0">
                          <a:effectLst/>
                          <a:latin typeface="+mn-lt"/>
                        </a:rPr>
                        <a:t>Cloud and Data</a:t>
                      </a:r>
                      <a:endParaRPr lang="ru-RU" sz="1100" dirty="0">
                        <a:solidFill>
                          <a:schemeClr val="tx1"/>
                        </a:solidFill>
                        <a:latin typeface="+mn-lt"/>
                      </a:endParaRPr>
                    </a:p>
                  </a:txBody>
                  <a:tcPr marL="143981" marR="143981" marT="35995" marB="35995"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79977" marR="179977"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2048865077"/>
                  </a:ext>
                </a:extLst>
              </a:tr>
              <a:tr h="275167">
                <a:tc>
                  <a:txBody>
                    <a:bodyPr/>
                    <a:lstStyle/>
                    <a:p>
                      <a:r>
                        <a:rPr lang="en-US" sz="1100" dirty="0">
                          <a:effectLst/>
                          <a:latin typeface="+mn-lt"/>
                        </a:rPr>
                        <a:t>Enterprise Applications</a:t>
                      </a:r>
                      <a:endParaRPr lang="ru-RU" sz="1100" dirty="0">
                        <a:solidFill>
                          <a:schemeClr val="tx1"/>
                        </a:solidFill>
                        <a:latin typeface="+mn-lt"/>
                      </a:endParaRPr>
                    </a:p>
                  </a:txBody>
                  <a:tcPr marL="143981" marR="143981" marT="35995" marB="35995"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79977" marR="179977"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3558672718"/>
                  </a:ext>
                </a:extLst>
              </a:tr>
              <a:tr h="2751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effectLst/>
                          <a:latin typeface="+mn-lt"/>
                        </a:rPr>
                        <a:t>Industrial Solutions</a:t>
                      </a:r>
                      <a:endParaRPr lang="ru-RU" sz="1100" dirty="0">
                        <a:solidFill>
                          <a:schemeClr val="tx1"/>
                        </a:solidFill>
                        <a:latin typeface="+mn-lt"/>
                      </a:endParaRPr>
                    </a:p>
                  </a:txBody>
                  <a:tcPr marL="143981" marR="143981" marT="35995" marB="35995"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solidFill>
                            <a:schemeClr val="tx2"/>
                          </a:solidFill>
                          <a:effectLst/>
                          <a:latin typeface="+mn-lt"/>
                        </a:rPr>
                        <a:t>—</a:t>
                      </a:r>
                      <a:endParaRPr lang="ru-RU" sz="1100" dirty="0">
                        <a:solidFill>
                          <a:schemeClr val="tx2"/>
                        </a:solidFill>
                        <a:latin typeface="+mn-lt"/>
                      </a:endParaRPr>
                    </a:p>
                  </a:txBody>
                  <a:tcPr marL="179977" marR="179977"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solidFill>
                            <a:schemeClr val="tx2"/>
                          </a:solidFill>
                          <a:effectLst/>
                          <a:latin typeface="+mn-lt"/>
                        </a:rPr>
                        <a:t>—</a:t>
                      </a:r>
                      <a:endParaRPr lang="ru-RU" sz="1100" dirty="0">
                        <a:solidFill>
                          <a:schemeClr val="tx2"/>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solidFill>
                            <a:schemeClr val="tx2"/>
                          </a:solidFill>
                          <a:effectLst/>
                          <a:latin typeface="+mn-lt"/>
                        </a:rPr>
                        <a:t>—</a:t>
                      </a:r>
                      <a:endParaRPr lang="ru-RU" sz="1100" dirty="0">
                        <a:solidFill>
                          <a:schemeClr val="tx2"/>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solidFill>
                            <a:schemeClr val="tx2"/>
                          </a:solidFill>
                          <a:effectLst/>
                          <a:latin typeface="+mn-lt"/>
                        </a:rPr>
                        <a:t>—</a:t>
                      </a:r>
                      <a:endParaRPr lang="ru-RU" sz="1100" dirty="0">
                        <a:solidFill>
                          <a:schemeClr val="tx2"/>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solidFill>
                            <a:schemeClr val="tx2"/>
                          </a:solidFill>
                          <a:effectLst/>
                          <a:latin typeface="+mn-lt"/>
                        </a:rPr>
                        <a:t>—</a:t>
                      </a:r>
                      <a:endParaRPr lang="ru-RU" sz="1100" dirty="0">
                        <a:solidFill>
                          <a:schemeClr val="tx2"/>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solidFill>
                            <a:schemeClr val="tx2"/>
                          </a:solidFill>
                          <a:effectLst/>
                          <a:latin typeface="+mn-lt"/>
                        </a:rPr>
                        <a:t>—</a:t>
                      </a:r>
                      <a:endParaRPr lang="ru-RU" sz="1100" dirty="0">
                        <a:solidFill>
                          <a:schemeClr val="tx2"/>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2933861116"/>
                  </a:ext>
                </a:extLst>
              </a:tr>
              <a:tr h="275167">
                <a:tc>
                  <a:txBody>
                    <a:bodyPr/>
                    <a:lstStyle/>
                    <a:p>
                      <a:r>
                        <a:rPr lang="en-US" sz="1100" dirty="0">
                          <a:effectLst/>
                          <a:latin typeface="+mn-lt"/>
                        </a:rPr>
                        <a:t>Transportation and Logistics</a:t>
                      </a:r>
                      <a:endParaRPr lang="ru-RU" sz="1100" dirty="0">
                        <a:solidFill>
                          <a:schemeClr val="tx1"/>
                        </a:solidFill>
                        <a:latin typeface="+mn-lt"/>
                      </a:endParaRPr>
                    </a:p>
                  </a:txBody>
                  <a:tcPr marL="143981" marR="143981" marT="35995" marB="35995"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79977" marR="179977"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1522830244"/>
                  </a:ext>
                </a:extLst>
              </a:tr>
              <a:tr h="275167">
                <a:tc>
                  <a:txBody>
                    <a:bodyPr/>
                    <a:lstStyle/>
                    <a:p>
                      <a:r>
                        <a:rPr lang="en-US" sz="1100" dirty="0">
                          <a:effectLst/>
                          <a:latin typeface="+mn-lt"/>
                        </a:rPr>
                        <a:t>Metals and Mining</a:t>
                      </a:r>
                      <a:endParaRPr lang="ru-RU" sz="1100" dirty="0">
                        <a:solidFill>
                          <a:schemeClr val="tx1"/>
                        </a:solidFill>
                        <a:latin typeface="+mn-lt"/>
                      </a:endParaRPr>
                    </a:p>
                  </a:txBody>
                  <a:tcPr marL="143981" marR="143981" marT="35995" marB="35995"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79977" marR="179977"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89538787"/>
                  </a:ext>
                </a:extLst>
              </a:tr>
              <a:tr h="275167">
                <a:tc>
                  <a:txBody>
                    <a:bodyPr/>
                    <a:lstStyle/>
                    <a:p>
                      <a:r>
                        <a:rPr lang="en-US" sz="1100" dirty="0">
                          <a:effectLst/>
                          <a:latin typeface="+mn-lt"/>
                        </a:rPr>
                        <a:t>Consulting</a:t>
                      </a:r>
                      <a:endParaRPr lang="ru-RU" sz="1100" dirty="0">
                        <a:solidFill>
                          <a:schemeClr val="tx1"/>
                        </a:solidFill>
                        <a:latin typeface="+mn-lt"/>
                      </a:endParaRPr>
                    </a:p>
                  </a:txBody>
                  <a:tcPr marL="143981" marR="143981" marT="35995" marB="35995"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79977" marR="179977"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1586575852"/>
                  </a:ext>
                </a:extLst>
              </a:tr>
              <a:tr h="489187">
                <a:tc>
                  <a:txBody>
                    <a:bodyPr/>
                    <a:lstStyle/>
                    <a:p>
                      <a:r>
                        <a:rPr lang="ru-RU" sz="1200" dirty="0">
                          <a:solidFill>
                            <a:schemeClr val="tx1"/>
                          </a:solidFill>
                          <a:latin typeface="+mn-lt"/>
                        </a:rPr>
                        <a:t>Всего по департаментам</a:t>
                      </a:r>
                    </a:p>
                  </a:txBody>
                  <a:tcPr marL="143981" marR="143981" marT="80989" marB="79190" anchor="ctr">
                    <a:lnL>
                      <a:noFill/>
                    </a:lnL>
                    <a:lnR>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latin typeface="+mn-lt"/>
                        </a:rPr>
                        <a:t>—</a:t>
                      </a:r>
                      <a:endParaRPr lang="ru-RU" sz="1200" dirty="0">
                        <a:solidFill>
                          <a:schemeClr val="tx1"/>
                        </a:solidFill>
                        <a:latin typeface="+mn-lt"/>
                      </a:endParaRPr>
                    </a:p>
                  </a:txBody>
                  <a:tcPr marL="179977" marR="179977" marT="22857" marB="22857" anchor="ctr">
                    <a:lnL>
                      <a:noFill/>
                    </a:lnL>
                    <a:lnR>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latin typeface="+mn-lt"/>
                        </a:rPr>
                        <a:t>—</a:t>
                      </a:r>
                      <a:endParaRPr lang="ru-RU" sz="1200" dirty="0">
                        <a:solidFill>
                          <a:schemeClr val="tx1"/>
                        </a:solidFill>
                        <a:latin typeface="+mn-lt"/>
                      </a:endParaRPr>
                    </a:p>
                  </a:txBody>
                  <a:tcPr marL="143981" marR="143981" marT="22857" marB="22857" anchor="ctr">
                    <a:lnL>
                      <a:noFill/>
                    </a:lnL>
                    <a:lnR>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latin typeface="+mn-lt"/>
                        </a:rPr>
                        <a:t>—</a:t>
                      </a:r>
                      <a:endParaRPr lang="ru-RU" sz="1200" dirty="0">
                        <a:solidFill>
                          <a:schemeClr val="tx1"/>
                        </a:solidFill>
                        <a:latin typeface="+mn-lt"/>
                      </a:endParaRPr>
                    </a:p>
                  </a:txBody>
                  <a:tcPr marL="143981" marR="143981" marT="22857" marB="22857" anchor="ctr">
                    <a:lnL>
                      <a:noFill/>
                    </a:lnL>
                    <a:lnR>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r" defTabSz="457109" rtl="0" eaLnBrk="1" fontAlgn="auto" latinLnBrk="0" hangingPunct="1">
                        <a:lnSpc>
                          <a:spcPct val="100000"/>
                        </a:lnSpc>
                        <a:spcBef>
                          <a:spcPts val="0"/>
                        </a:spcBef>
                        <a:spcAft>
                          <a:spcPts val="0"/>
                        </a:spcAft>
                        <a:buClrTx/>
                        <a:buSzTx/>
                        <a:buFontTx/>
                        <a:buNone/>
                        <a:tabLst/>
                        <a:defRPr/>
                      </a:pPr>
                      <a:r>
                        <a:rPr lang="ru-RU" sz="1200" dirty="0">
                          <a:effectLst/>
                          <a:latin typeface="+mn-lt"/>
                        </a:rPr>
                        <a:t>— </a:t>
                      </a:r>
                      <a:endParaRPr lang="ru-RU" sz="1200" dirty="0">
                        <a:solidFill>
                          <a:schemeClr val="tx1"/>
                        </a:solidFill>
                        <a:latin typeface="+mn-lt"/>
                      </a:endParaRPr>
                    </a:p>
                  </a:txBody>
                  <a:tcPr marL="143981" marR="143981" marT="22857" marB="22857" anchor="ctr">
                    <a:lnL>
                      <a:noFill/>
                    </a:lnL>
                    <a:lnR>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pPr algn="r"/>
                      <a:r>
                        <a:rPr lang="ru-RU" sz="1200" dirty="0">
                          <a:effectLst/>
                          <a:latin typeface="+mn-lt"/>
                        </a:rPr>
                        <a:t>—</a:t>
                      </a:r>
                      <a:endParaRPr lang="ru-RU" sz="1200" dirty="0">
                        <a:solidFill>
                          <a:schemeClr val="tx1"/>
                        </a:solidFill>
                        <a:latin typeface="+mn-lt"/>
                      </a:endParaRPr>
                    </a:p>
                  </a:txBody>
                  <a:tcPr marL="143981" marR="143981" marT="22857" marB="22857" anchor="ctr">
                    <a:lnL>
                      <a:noFill/>
                    </a:lnL>
                    <a:lnR>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pPr algn="r"/>
                      <a:r>
                        <a:rPr lang="ru-RU" sz="1200" dirty="0">
                          <a:effectLst/>
                          <a:latin typeface="+mn-lt"/>
                        </a:rPr>
                        <a:t>—</a:t>
                      </a:r>
                      <a:endParaRPr lang="ru-RU" sz="1200" dirty="0">
                        <a:solidFill>
                          <a:schemeClr val="tx1"/>
                        </a:solidFill>
                        <a:latin typeface="+mn-lt"/>
                      </a:endParaRPr>
                    </a:p>
                  </a:txBody>
                  <a:tcPr marL="143981" marR="143981" marT="22857" marB="22857" anchor="ctr">
                    <a:lnL>
                      <a:noFill/>
                    </a:lnL>
                    <a:lnR>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extLst>
                  <a:ext uri="{0D108BD9-81ED-4DB2-BD59-A6C34878D82A}">
                    <a16:rowId xmlns:a16="http://schemas.microsoft.com/office/drawing/2014/main" val="2604533158"/>
                  </a:ext>
                </a:extLst>
              </a:tr>
              <a:tr h="489187">
                <a:tc>
                  <a:txBody>
                    <a:bodyPr/>
                    <a:lstStyle/>
                    <a:p>
                      <a:r>
                        <a:rPr lang="en-US" sz="1200" dirty="0">
                          <a:effectLst/>
                          <a:latin typeface="+mn-lt"/>
                        </a:rPr>
                        <a:t>EBITDA</a:t>
                      </a:r>
                      <a:endParaRPr lang="ru-RU" sz="1200" dirty="0">
                        <a:solidFill>
                          <a:schemeClr val="tx1"/>
                        </a:solidFill>
                        <a:latin typeface="+mn-lt"/>
                      </a:endParaRPr>
                    </a:p>
                  </a:txBody>
                  <a:tcPr marL="143981" marR="143981" marT="80989" marB="79190" anchor="ctr">
                    <a:lnL>
                      <a:noFill/>
                    </a:lnL>
                    <a:lnR>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latin typeface="+mn-lt"/>
                        </a:rPr>
                        <a:t>—</a:t>
                      </a:r>
                      <a:endParaRPr lang="ru-RU" sz="1200" dirty="0">
                        <a:solidFill>
                          <a:schemeClr val="tx1"/>
                        </a:solidFill>
                        <a:latin typeface="+mn-lt"/>
                      </a:endParaRPr>
                    </a:p>
                  </a:txBody>
                  <a:tcPr marL="179977" marR="179977" marT="22857" marB="22857" anchor="ctr">
                    <a:lnL>
                      <a:noFill/>
                    </a:lnL>
                    <a:lnR>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latin typeface="+mn-lt"/>
                        </a:rPr>
                        <a:t>—</a:t>
                      </a:r>
                      <a:endParaRPr lang="ru-RU" sz="1200" dirty="0">
                        <a:solidFill>
                          <a:schemeClr val="tx1"/>
                        </a:solidFill>
                        <a:latin typeface="+mn-lt"/>
                      </a:endParaRPr>
                    </a:p>
                  </a:txBody>
                  <a:tcPr marL="143981" marR="143981" marT="22857" marB="22857" anchor="ctr">
                    <a:lnL>
                      <a:noFill/>
                    </a:lnL>
                    <a:lnR>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latin typeface="+mn-lt"/>
                        </a:rPr>
                        <a:t>—</a:t>
                      </a:r>
                      <a:endParaRPr lang="ru-RU" sz="1200" dirty="0">
                        <a:solidFill>
                          <a:schemeClr val="tx1"/>
                        </a:solidFill>
                        <a:latin typeface="+mn-lt"/>
                      </a:endParaRPr>
                    </a:p>
                  </a:txBody>
                  <a:tcPr marL="143981" marR="143981" marT="22857" marB="22857" anchor="ctr">
                    <a:lnL>
                      <a:noFill/>
                    </a:lnL>
                    <a:lnR>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latin typeface="+mn-lt"/>
                        </a:rPr>
                        <a:t>—</a:t>
                      </a:r>
                      <a:endParaRPr lang="ru-RU" sz="1200" dirty="0">
                        <a:solidFill>
                          <a:schemeClr val="tx1"/>
                        </a:solidFill>
                        <a:latin typeface="+mn-lt"/>
                      </a:endParaRPr>
                    </a:p>
                  </a:txBody>
                  <a:tcPr marL="143981" marR="143981" marT="22857" marB="22857" anchor="ctr">
                    <a:lnL>
                      <a:noFill/>
                    </a:lnL>
                    <a:lnR>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pPr algn="r"/>
                      <a:r>
                        <a:rPr lang="ru-RU" sz="1200" dirty="0">
                          <a:effectLst/>
                          <a:latin typeface="+mn-lt"/>
                        </a:rPr>
                        <a:t>—</a:t>
                      </a:r>
                      <a:endParaRPr lang="ru-RU" sz="1200" dirty="0">
                        <a:solidFill>
                          <a:schemeClr val="tx1"/>
                        </a:solidFill>
                        <a:latin typeface="+mn-lt"/>
                      </a:endParaRPr>
                    </a:p>
                  </a:txBody>
                  <a:tcPr marL="143981" marR="143981" marT="22857" marB="22857" anchor="ctr">
                    <a:lnL>
                      <a:noFill/>
                    </a:lnL>
                    <a:lnR>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pPr algn="r"/>
                      <a:r>
                        <a:rPr lang="ru-RU" sz="1200" dirty="0">
                          <a:effectLst/>
                          <a:latin typeface="+mn-lt"/>
                        </a:rPr>
                        <a:t>—</a:t>
                      </a:r>
                      <a:endParaRPr lang="ru-RU" sz="1200" dirty="0">
                        <a:solidFill>
                          <a:schemeClr val="tx1"/>
                        </a:solidFill>
                        <a:latin typeface="+mn-lt"/>
                      </a:endParaRPr>
                    </a:p>
                  </a:txBody>
                  <a:tcPr marL="143981" marR="143981" marT="22857" marB="22857" anchor="ctr">
                    <a:lnL>
                      <a:noFill/>
                    </a:lnL>
                    <a:lnR>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extLst>
                  <a:ext uri="{0D108BD9-81ED-4DB2-BD59-A6C34878D82A}">
                    <a16:rowId xmlns:a16="http://schemas.microsoft.com/office/drawing/2014/main" val="1108331141"/>
                  </a:ext>
                </a:extLst>
              </a:tr>
            </a:tbl>
          </a:graphicData>
        </a:graphic>
      </p:graphicFrame>
      <p:sp>
        <p:nvSpPr>
          <p:cNvPr id="4" name="Номер слайда 1">
            <a:extLst>
              <a:ext uri="{FF2B5EF4-FFF2-40B4-BE49-F238E27FC236}">
                <a16:creationId xmlns:a16="http://schemas.microsoft.com/office/drawing/2014/main" id="{5EB1CBB4-5D0B-BCFC-7E42-1F055A6794FC}"/>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22</a:t>
            </a:fld>
            <a:endParaRPr lang="ru-RU" dirty="0"/>
          </a:p>
        </p:txBody>
      </p:sp>
      <p:sp>
        <p:nvSpPr>
          <p:cNvPr id="5" name="Заголовок 4">
            <a:extLst>
              <a:ext uri="{FF2B5EF4-FFF2-40B4-BE49-F238E27FC236}">
                <a16:creationId xmlns:a16="http://schemas.microsoft.com/office/drawing/2014/main" id="{0E974543-6F68-2372-1838-EE80ED27CA77}"/>
              </a:ext>
            </a:extLst>
          </p:cNvPr>
          <p:cNvSpPr>
            <a:spLocks noGrp="1"/>
          </p:cNvSpPr>
          <p:nvPr>
            <p:ph type="title"/>
          </p:nvPr>
        </p:nvSpPr>
        <p:spPr/>
        <p:txBody>
          <a:bodyPr/>
          <a:lstStyle/>
          <a:p>
            <a:r>
              <a:rPr lang="ru-RU" dirty="0"/>
              <a:t>Таблица</a:t>
            </a:r>
          </a:p>
        </p:txBody>
      </p:sp>
    </p:spTree>
    <p:extLst>
      <p:ext uri="{BB962C8B-B14F-4D97-AF65-F5344CB8AC3E}">
        <p14:creationId xmlns:p14="http://schemas.microsoft.com/office/powerpoint/2010/main" val="3413183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5DF68-4461-287E-79B4-D1EF48F2A0CA}"/>
            </a:ext>
          </a:extLst>
        </p:cNvPr>
        <p:cNvGrpSpPr/>
        <p:nvPr/>
      </p:nvGrpSpPr>
      <p:grpSpPr>
        <a:xfrm>
          <a:off x="0" y="0"/>
          <a:ext cx="0" cy="0"/>
          <a:chOff x="0" y="0"/>
          <a:chExt cx="0" cy="0"/>
        </a:xfrm>
      </p:grpSpPr>
      <p:sp>
        <p:nvSpPr>
          <p:cNvPr id="43" name="Shape 3">
            <a:extLst>
              <a:ext uri="{FF2B5EF4-FFF2-40B4-BE49-F238E27FC236}">
                <a16:creationId xmlns:a16="http://schemas.microsoft.com/office/drawing/2014/main" id="{A9BEFD29-FA10-8030-7ECA-731F1D2A5DF5}"/>
              </a:ext>
            </a:extLst>
          </p:cNvPr>
          <p:cNvSpPr/>
          <p:nvPr/>
        </p:nvSpPr>
        <p:spPr>
          <a:xfrm>
            <a:off x="10007549" y="4622645"/>
            <a:ext cx="1828790" cy="1688880"/>
          </a:xfrm>
          <a:prstGeom prst="rect">
            <a:avLst/>
          </a:prstGeom>
          <a:solidFill>
            <a:srgbClr val="F5F4F4"/>
          </a:solidFill>
          <a:ln/>
        </p:spPr>
      </p:sp>
      <p:sp>
        <p:nvSpPr>
          <p:cNvPr id="44" name="Shape 4">
            <a:extLst>
              <a:ext uri="{FF2B5EF4-FFF2-40B4-BE49-F238E27FC236}">
                <a16:creationId xmlns:a16="http://schemas.microsoft.com/office/drawing/2014/main" id="{575C0BD5-C473-D50C-4D6B-9E95A0218691}"/>
              </a:ext>
            </a:extLst>
          </p:cNvPr>
          <p:cNvSpPr/>
          <p:nvPr/>
        </p:nvSpPr>
        <p:spPr>
          <a:xfrm>
            <a:off x="11480741" y="4673438"/>
            <a:ext cx="304798" cy="304760"/>
          </a:xfrm>
          <a:prstGeom prst="rect">
            <a:avLst/>
          </a:prstGeom>
          <a:solidFill>
            <a:srgbClr val="FFFFFF">
              <a:alpha val="100000"/>
            </a:srgbClr>
          </a:solidFill>
          <a:ln/>
        </p:spPr>
      </p:sp>
      <p:pic>
        <p:nvPicPr>
          <p:cNvPr id="45" name="Image 2" descr=" ">
            <a:extLst>
              <a:ext uri="{FF2B5EF4-FFF2-40B4-BE49-F238E27FC236}">
                <a16:creationId xmlns:a16="http://schemas.microsoft.com/office/drawing/2014/main" id="{98C7C010-0A7A-C6C3-98A3-17459B72B56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579801" y="4772483"/>
            <a:ext cx="106680" cy="106671"/>
          </a:xfrm>
          <a:prstGeom prst="rect">
            <a:avLst/>
          </a:prstGeom>
        </p:spPr>
      </p:pic>
      <p:sp>
        <p:nvSpPr>
          <p:cNvPr id="46" name="Text 5">
            <a:extLst>
              <a:ext uri="{FF2B5EF4-FFF2-40B4-BE49-F238E27FC236}">
                <a16:creationId xmlns:a16="http://schemas.microsoft.com/office/drawing/2014/main" id="{D5C0D575-BC4D-AF08-DF35-B7FC4A068EB3}"/>
              </a:ext>
            </a:extLst>
          </p:cNvPr>
          <p:cNvSpPr/>
          <p:nvPr/>
        </p:nvSpPr>
        <p:spPr>
          <a:xfrm>
            <a:off x="10159947" y="5628786"/>
            <a:ext cx="1587492" cy="317459"/>
          </a:xfrm>
          <a:prstGeom prst="rect">
            <a:avLst/>
          </a:prstGeom>
          <a:noFill/>
          <a:ln/>
        </p:spPr>
        <p:txBody>
          <a:bodyPr wrap="square" lIns="0" tIns="0" rIns="0" bIns="0" rtlCol="0" anchor="t"/>
          <a:lstStyle/>
          <a:p>
            <a:pPr>
              <a:lnSpc>
                <a:spcPts val="2000"/>
              </a:lnSpc>
            </a:pPr>
            <a:r>
              <a:rPr lang="en-US" sz="2000" dirty="0">
                <a:solidFill>
                  <a:srgbClr val="000000">
                    <a:alpha val="100000"/>
                  </a:srgbClr>
                </a:solidFill>
                <a:ea typeface="Stapel" pitchFamily="34" charset="-122"/>
                <a:cs typeface="Stapel" pitchFamily="34" charset="-120"/>
              </a:rPr>
              <a:t>+000 </a:t>
            </a:r>
            <a:r>
              <a:rPr lang="en-US" sz="1000" dirty="0">
                <a:solidFill>
                  <a:srgbClr val="000000">
                    <a:alpha val="100000"/>
                  </a:srgbClr>
                </a:solidFill>
                <a:ea typeface="Stapel" pitchFamily="34" charset="-122"/>
                <a:cs typeface="Stapel" pitchFamily="34" charset="-120"/>
              </a:rPr>
              <a:t>млн руб.</a:t>
            </a:r>
            <a:endParaRPr lang="en-US" sz="2000" dirty="0"/>
          </a:p>
        </p:txBody>
      </p:sp>
      <p:sp>
        <p:nvSpPr>
          <p:cNvPr id="47" name="Shape 114">
            <a:extLst>
              <a:ext uri="{FF2B5EF4-FFF2-40B4-BE49-F238E27FC236}">
                <a16:creationId xmlns:a16="http://schemas.microsoft.com/office/drawing/2014/main" id="{B0741683-E14E-7142-4B01-1D460CF69B49}"/>
              </a:ext>
            </a:extLst>
          </p:cNvPr>
          <p:cNvSpPr/>
          <p:nvPr/>
        </p:nvSpPr>
        <p:spPr>
          <a:xfrm>
            <a:off x="10007549" y="876633"/>
            <a:ext cx="1828790" cy="3644425"/>
          </a:xfrm>
          <a:prstGeom prst="rect">
            <a:avLst/>
          </a:prstGeom>
          <a:solidFill>
            <a:srgbClr val="F5F4F4">
              <a:alpha val="100000"/>
            </a:srgbClr>
          </a:solidFill>
          <a:ln/>
        </p:spPr>
      </p:sp>
      <p:sp>
        <p:nvSpPr>
          <p:cNvPr id="48" name="Shape 115">
            <a:extLst>
              <a:ext uri="{FF2B5EF4-FFF2-40B4-BE49-F238E27FC236}">
                <a16:creationId xmlns:a16="http://schemas.microsoft.com/office/drawing/2014/main" id="{01A03A59-A886-AE02-0F34-FD83B69C3947}"/>
              </a:ext>
            </a:extLst>
          </p:cNvPr>
          <p:cNvSpPr/>
          <p:nvPr/>
        </p:nvSpPr>
        <p:spPr>
          <a:xfrm>
            <a:off x="11480741" y="927426"/>
            <a:ext cx="304798" cy="304760"/>
          </a:xfrm>
          <a:prstGeom prst="rect">
            <a:avLst/>
          </a:prstGeom>
          <a:solidFill>
            <a:srgbClr val="FFFFFF">
              <a:alpha val="100000"/>
            </a:srgbClr>
          </a:solidFill>
          <a:ln/>
        </p:spPr>
      </p:sp>
      <p:sp>
        <p:nvSpPr>
          <p:cNvPr id="49" name="Shape 116">
            <a:extLst>
              <a:ext uri="{FF2B5EF4-FFF2-40B4-BE49-F238E27FC236}">
                <a16:creationId xmlns:a16="http://schemas.microsoft.com/office/drawing/2014/main" id="{4FB10EDA-B441-F0FE-DC32-7AD633AD527B}"/>
              </a:ext>
            </a:extLst>
          </p:cNvPr>
          <p:cNvSpPr/>
          <p:nvPr/>
        </p:nvSpPr>
        <p:spPr>
          <a:xfrm>
            <a:off x="11582341" y="1029012"/>
            <a:ext cx="101599" cy="101587"/>
          </a:xfrm>
          <a:prstGeom prst="rect">
            <a:avLst/>
          </a:prstGeom>
          <a:noFill/>
          <a:ln/>
        </p:spPr>
      </p:sp>
      <p:sp>
        <p:nvSpPr>
          <p:cNvPr id="50" name="Shape 117">
            <a:extLst>
              <a:ext uri="{FF2B5EF4-FFF2-40B4-BE49-F238E27FC236}">
                <a16:creationId xmlns:a16="http://schemas.microsoft.com/office/drawing/2014/main" id="{F926C4CC-3D2E-B36A-5ABB-3C07154FD230}"/>
              </a:ext>
            </a:extLst>
          </p:cNvPr>
          <p:cNvSpPr/>
          <p:nvPr/>
        </p:nvSpPr>
        <p:spPr>
          <a:xfrm>
            <a:off x="11582341" y="1029012"/>
            <a:ext cx="101599" cy="101587"/>
          </a:xfrm>
          <a:prstGeom prst="rect">
            <a:avLst/>
          </a:prstGeom>
          <a:noFill/>
          <a:ln/>
        </p:spPr>
      </p:sp>
      <p:pic>
        <p:nvPicPr>
          <p:cNvPr id="51" name="Image 3" descr=" ">
            <a:extLst>
              <a:ext uri="{FF2B5EF4-FFF2-40B4-BE49-F238E27FC236}">
                <a16:creationId xmlns:a16="http://schemas.microsoft.com/office/drawing/2014/main" id="{2401E153-B5C2-2E86-8FC1-3AB25F0E422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590805" y="1037482"/>
            <a:ext cx="84667" cy="84660"/>
          </a:xfrm>
          <a:prstGeom prst="rect">
            <a:avLst/>
          </a:prstGeom>
        </p:spPr>
      </p:pic>
      <p:sp>
        <p:nvSpPr>
          <p:cNvPr id="52" name="Text 118">
            <a:extLst>
              <a:ext uri="{FF2B5EF4-FFF2-40B4-BE49-F238E27FC236}">
                <a16:creationId xmlns:a16="http://schemas.microsoft.com/office/drawing/2014/main" id="{605EDCD8-233A-4C34-A251-4D4CD34AE9CC}"/>
              </a:ext>
            </a:extLst>
          </p:cNvPr>
          <p:cNvSpPr/>
          <p:nvPr/>
        </p:nvSpPr>
        <p:spPr>
          <a:xfrm>
            <a:off x="10159947" y="1029012"/>
            <a:ext cx="1257293" cy="292062"/>
          </a:xfrm>
          <a:prstGeom prst="rect">
            <a:avLst/>
          </a:prstGeom>
          <a:noFill/>
          <a:ln/>
        </p:spPr>
        <p:txBody>
          <a:bodyPr wrap="square" lIns="0" tIns="0" rIns="0" bIns="0" rtlCol="0" anchor="t"/>
          <a:lstStyle/>
          <a:p>
            <a:pPr>
              <a:lnSpc>
                <a:spcPts val="99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Поставщики и </a:t>
            </a:r>
            <a:r>
              <a:rPr lang="en-US" sz="1000" dirty="0">
                <a:solidFill>
                  <a:srgbClr val="000000">
                    <a:alpha val="100000"/>
                  </a:srgbClr>
                </a:solidFill>
                <a:ea typeface="Stapel" pitchFamily="34" charset="-122"/>
                <a:cs typeface="Stapel" pitchFamily="34" charset="-120"/>
              </a:rPr>
              <a:t>партнеры</a:t>
            </a:r>
            <a:endParaRPr lang="en-US" sz="1000" dirty="0"/>
          </a:p>
        </p:txBody>
      </p:sp>
      <p:sp>
        <p:nvSpPr>
          <p:cNvPr id="53" name="Text 119">
            <a:extLst>
              <a:ext uri="{FF2B5EF4-FFF2-40B4-BE49-F238E27FC236}">
                <a16:creationId xmlns:a16="http://schemas.microsoft.com/office/drawing/2014/main" id="{71507F73-D997-1136-F333-A6DA6564751D}"/>
              </a:ext>
            </a:extLst>
          </p:cNvPr>
          <p:cNvSpPr/>
          <p:nvPr/>
        </p:nvSpPr>
        <p:spPr>
          <a:xfrm>
            <a:off x="10159947" y="4775024"/>
            <a:ext cx="1257293" cy="165079"/>
          </a:xfrm>
          <a:prstGeom prst="rect">
            <a:avLst/>
          </a:prstGeom>
          <a:noFill/>
          <a:ln/>
        </p:spPr>
        <p:txBody>
          <a:bodyPr wrap="square" lIns="0" tIns="0" rIns="0" bIns="0" rtlCol="0" anchor="t"/>
          <a:lstStyle/>
          <a:p>
            <a:pPr>
              <a:lnSpc>
                <a:spcPts val="990"/>
              </a:lnSpc>
            </a:pPr>
            <a:r>
              <a:rPr lang="en-US" sz="1000" dirty="0">
                <a:solidFill>
                  <a:srgbClr val="000000">
                    <a:alpha val="100000"/>
                  </a:srgbClr>
                </a:solidFill>
                <a:ea typeface="Stapel" pitchFamily="34" charset="-122"/>
                <a:cs typeface="Stapel" pitchFamily="34" charset="-120"/>
              </a:rPr>
              <a:t>Выводы</a:t>
            </a:r>
            <a:endParaRPr lang="en-US" sz="800" dirty="0"/>
          </a:p>
        </p:txBody>
      </p:sp>
      <p:sp>
        <p:nvSpPr>
          <p:cNvPr id="54" name="Text 120">
            <a:extLst>
              <a:ext uri="{FF2B5EF4-FFF2-40B4-BE49-F238E27FC236}">
                <a16:creationId xmlns:a16="http://schemas.microsoft.com/office/drawing/2014/main" id="{3C8AAD13-5E8B-8192-F772-3D2533C38063}"/>
              </a:ext>
            </a:extLst>
          </p:cNvPr>
          <p:cNvSpPr/>
          <p:nvPr/>
        </p:nvSpPr>
        <p:spPr>
          <a:xfrm>
            <a:off x="10159948" y="2241704"/>
            <a:ext cx="1555742" cy="355554"/>
          </a:xfrm>
          <a:prstGeom prst="rect">
            <a:avLst/>
          </a:prstGeom>
          <a:noFill/>
          <a:ln/>
        </p:spPr>
        <p:txBody>
          <a:bodyPr wrap="square" lIns="0" tIns="0" rIns="0" bIns="0" rtlCol="0" anchor="t"/>
          <a:lstStyle/>
          <a:p>
            <a:pPr>
              <a:lnSpc>
                <a:spcPts val="825"/>
              </a:lnSpc>
            </a:pPr>
            <a:r>
              <a:rPr lang="en-US" sz="800" dirty="0">
                <a:solidFill>
                  <a:srgbClr val="000000">
                    <a:alpha val="100000"/>
                  </a:srgbClr>
                </a:solidFill>
                <a:ea typeface="Stapel" pitchFamily="34" charset="-122"/>
                <a:cs typeface="Stapel" pitchFamily="34" charset="-120"/>
              </a:rPr>
              <a:t>Здесь должен быть ваш текст – это может быть одна строка или несколько</a:t>
            </a:r>
            <a:endParaRPr lang="en-US" sz="800" dirty="0"/>
          </a:p>
        </p:txBody>
      </p:sp>
      <p:sp>
        <p:nvSpPr>
          <p:cNvPr id="55" name="Text 121">
            <a:extLst>
              <a:ext uri="{FF2B5EF4-FFF2-40B4-BE49-F238E27FC236}">
                <a16:creationId xmlns:a16="http://schemas.microsoft.com/office/drawing/2014/main" id="{09BCB013-6995-0DB5-1A8E-C7564CDB69BE}"/>
              </a:ext>
            </a:extLst>
          </p:cNvPr>
          <p:cNvSpPr/>
          <p:nvPr/>
        </p:nvSpPr>
        <p:spPr>
          <a:xfrm>
            <a:off x="10159948" y="3508972"/>
            <a:ext cx="1555742" cy="355554"/>
          </a:xfrm>
          <a:prstGeom prst="rect">
            <a:avLst/>
          </a:prstGeom>
          <a:noFill/>
          <a:ln/>
        </p:spPr>
        <p:txBody>
          <a:bodyPr wrap="square" lIns="0" tIns="0" rIns="0" bIns="0" rtlCol="0" anchor="t"/>
          <a:lstStyle/>
          <a:p>
            <a:pPr>
              <a:lnSpc>
                <a:spcPts val="825"/>
              </a:lnSpc>
            </a:pPr>
            <a:r>
              <a:rPr lang="en-US" sz="800" dirty="0">
                <a:solidFill>
                  <a:srgbClr val="000000">
                    <a:alpha val="100000"/>
                  </a:srgbClr>
                </a:solidFill>
                <a:ea typeface="Stapel" pitchFamily="34" charset="-122"/>
                <a:cs typeface="Stapel" pitchFamily="34" charset="-120"/>
              </a:rPr>
              <a:t>Здесь должен быть ваш текст – это может быть одна строка или несколько</a:t>
            </a:r>
            <a:endParaRPr lang="en-US" sz="800" dirty="0"/>
          </a:p>
        </p:txBody>
      </p:sp>
      <p:pic>
        <p:nvPicPr>
          <p:cNvPr id="56" name="Image 4" descr=" ">
            <a:extLst>
              <a:ext uri="{FF2B5EF4-FFF2-40B4-BE49-F238E27FC236}">
                <a16:creationId xmlns:a16="http://schemas.microsoft.com/office/drawing/2014/main" id="{6D0E67B7-182B-3826-88AB-2CDE4CF431F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59948" y="1530597"/>
            <a:ext cx="1523992" cy="609521"/>
          </a:xfrm>
          <a:prstGeom prst="rect">
            <a:avLst/>
          </a:prstGeom>
        </p:spPr>
      </p:pic>
      <p:pic>
        <p:nvPicPr>
          <p:cNvPr id="57" name="Image 5" descr=" ">
            <a:extLst>
              <a:ext uri="{FF2B5EF4-FFF2-40B4-BE49-F238E27FC236}">
                <a16:creationId xmlns:a16="http://schemas.microsoft.com/office/drawing/2014/main" id="{B95B537A-CB29-5FBE-68B5-33C5E4D55C9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159948" y="2797864"/>
            <a:ext cx="1523992" cy="609521"/>
          </a:xfrm>
          <a:prstGeom prst="rect">
            <a:avLst/>
          </a:prstGeom>
        </p:spPr>
      </p:pic>
      <p:sp>
        <p:nvSpPr>
          <p:cNvPr id="58" name="Text 122">
            <a:extLst>
              <a:ext uri="{FF2B5EF4-FFF2-40B4-BE49-F238E27FC236}">
                <a16:creationId xmlns:a16="http://schemas.microsoft.com/office/drawing/2014/main" id="{08A1AAB6-6403-88DA-E479-46E86F9C80CF}"/>
              </a:ext>
            </a:extLst>
          </p:cNvPr>
          <p:cNvSpPr/>
          <p:nvPr/>
        </p:nvSpPr>
        <p:spPr>
          <a:xfrm>
            <a:off x="10159948" y="5911527"/>
            <a:ext cx="1555742" cy="247618"/>
          </a:xfrm>
          <a:prstGeom prst="rect">
            <a:avLst/>
          </a:prstGeom>
          <a:noFill/>
          <a:ln/>
        </p:spPr>
        <p:txBody>
          <a:bodyPr wrap="square" lIns="0" tIns="0" rIns="0" bIns="0" rtlCol="0" anchor="b"/>
          <a:lstStyle/>
          <a:p>
            <a:pPr>
              <a:lnSpc>
                <a:spcPts val="825"/>
              </a:lnSpc>
            </a:pPr>
            <a:r>
              <a:rPr lang="en-US" sz="8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800" dirty="0"/>
          </a:p>
        </p:txBody>
      </p:sp>
      <p:sp>
        <p:nvSpPr>
          <p:cNvPr id="6" name="Text 368">
            <a:extLst>
              <a:ext uri="{FF2B5EF4-FFF2-40B4-BE49-F238E27FC236}">
                <a16:creationId xmlns:a16="http://schemas.microsoft.com/office/drawing/2014/main" id="{93F0EA15-7898-C10B-785C-CDC2F7991692}"/>
              </a:ext>
            </a:extLst>
          </p:cNvPr>
          <p:cNvSpPr/>
          <p:nvPr/>
        </p:nvSpPr>
        <p:spPr>
          <a:xfrm>
            <a:off x="355599" y="6603587"/>
            <a:ext cx="1849957" cy="154496"/>
          </a:xfrm>
          <a:prstGeom prst="rect">
            <a:avLst/>
          </a:prstGeom>
          <a:noFill/>
          <a:ln/>
        </p:spPr>
        <p:txBody>
          <a:bodyPr wrap="square" lIns="0" tIns="0" rIns="0" bIns="0" rtlCol="0" anchor="t"/>
          <a:lstStyle/>
          <a:p>
            <a:pPr>
              <a:lnSpc>
                <a:spcPts val="960"/>
              </a:lnSpc>
            </a:pPr>
            <a:r>
              <a:rPr lang="en-US" sz="800" dirty="0">
                <a:solidFill>
                  <a:srgbClr val="000000">
                    <a:alpha val="45000"/>
                  </a:srgbClr>
                </a:solidFill>
                <a:latin typeface="Stapel" panose="020B0504020202020204" pitchFamily="34" charset="-52"/>
                <a:ea typeface="Stapel" pitchFamily="34" charset="-122"/>
                <a:cs typeface="Stapel" pitchFamily="34" charset="-120"/>
              </a:rPr>
              <a:t>*данные представлены в млн рублей</a:t>
            </a:r>
            <a:endParaRPr lang="en-US" sz="800" dirty="0"/>
          </a:p>
        </p:txBody>
      </p:sp>
      <p:sp>
        <p:nvSpPr>
          <p:cNvPr id="7" name="Text 368">
            <a:extLst>
              <a:ext uri="{FF2B5EF4-FFF2-40B4-BE49-F238E27FC236}">
                <a16:creationId xmlns:a16="http://schemas.microsoft.com/office/drawing/2014/main" id="{DAC13A58-DB96-7EA1-9E01-7FF2096B6838}"/>
              </a:ext>
            </a:extLst>
          </p:cNvPr>
          <p:cNvSpPr/>
          <p:nvPr/>
        </p:nvSpPr>
        <p:spPr>
          <a:xfrm>
            <a:off x="3254925" y="6603587"/>
            <a:ext cx="1941080" cy="154496"/>
          </a:xfrm>
          <a:prstGeom prst="rect">
            <a:avLst/>
          </a:prstGeom>
          <a:noFill/>
          <a:ln/>
        </p:spPr>
        <p:txBody>
          <a:bodyPr wrap="square" lIns="0" tIns="0" rIns="0" bIns="0" rtlCol="0" anchor="t"/>
          <a:lstStyle/>
          <a:p>
            <a:pPr>
              <a:lnSpc>
                <a:spcPts val="960"/>
              </a:lnSpc>
            </a:pPr>
            <a:r>
              <a:rPr lang="ru-RU" sz="800" dirty="0">
                <a:solidFill>
                  <a:srgbClr val="000000">
                    <a:alpha val="45000"/>
                  </a:srgbClr>
                </a:solidFill>
                <a:latin typeface="Stapel" panose="020B0504020202020204" pitchFamily="34" charset="-52"/>
                <a:ea typeface="Stapel" pitchFamily="34" charset="-122"/>
                <a:cs typeface="Stapel" pitchFamily="34" charset="-120"/>
              </a:rPr>
              <a:t>**ОЗЛ —  Отдел закупок и логистики</a:t>
            </a:r>
            <a:endParaRPr lang="en-US" sz="800" dirty="0"/>
          </a:p>
        </p:txBody>
      </p:sp>
      <p:graphicFrame>
        <p:nvGraphicFramePr>
          <p:cNvPr id="8" name="Таблица 7">
            <a:extLst>
              <a:ext uri="{FF2B5EF4-FFF2-40B4-BE49-F238E27FC236}">
                <a16:creationId xmlns:a16="http://schemas.microsoft.com/office/drawing/2014/main" id="{7B7A429C-6E13-46F3-C15B-56BD054FC75C}"/>
              </a:ext>
            </a:extLst>
          </p:cNvPr>
          <p:cNvGraphicFramePr>
            <a:graphicFrameLocks noGrp="1"/>
          </p:cNvGraphicFramePr>
          <p:nvPr>
            <p:extLst>
              <p:ext uri="{D42A27DB-BD31-4B8C-83A1-F6EECF244321}">
                <p14:modId xmlns:p14="http://schemas.microsoft.com/office/powerpoint/2010/main" val="2268226220"/>
              </p:ext>
            </p:extLst>
          </p:nvPr>
        </p:nvGraphicFramePr>
        <p:xfrm>
          <a:off x="355599" y="851456"/>
          <a:ext cx="9550351" cy="5460069"/>
        </p:xfrm>
        <a:graphic>
          <a:graphicData uri="http://schemas.openxmlformats.org/drawingml/2006/table">
            <a:tbl>
              <a:tblPr>
                <a:tableStyleId>{2D5ABB26-0587-4C30-8999-92F81FD0307C}</a:tableStyleId>
              </a:tblPr>
              <a:tblGrid>
                <a:gridCol w="2849959">
                  <a:extLst>
                    <a:ext uri="{9D8B030D-6E8A-4147-A177-3AD203B41FA5}">
                      <a16:colId xmlns:a16="http://schemas.microsoft.com/office/drawing/2014/main" val="1370436227"/>
                    </a:ext>
                  </a:extLst>
                </a:gridCol>
                <a:gridCol w="1675098">
                  <a:extLst>
                    <a:ext uri="{9D8B030D-6E8A-4147-A177-3AD203B41FA5}">
                      <a16:colId xmlns:a16="http://schemas.microsoft.com/office/drawing/2014/main" val="2131277952"/>
                    </a:ext>
                  </a:extLst>
                </a:gridCol>
                <a:gridCol w="1675098">
                  <a:extLst>
                    <a:ext uri="{9D8B030D-6E8A-4147-A177-3AD203B41FA5}">
                      <a16:colId xmlns:a16="http://schemas.microsoft.com/office/drawing/2014/main" val="2013127667"/>
                    </a:ext>
                  </a:extLst>
                </a:gridCol>
                <a:gridCol w="1675098">
                  <a:extLst>
                    <a:ext uri="{9D8B030D-6E8A-4147-A177-3AD203B41FA5}">
                      <a16:colId xmlns:a16="http://schemas.microsoft.com/office/drawing/2014/main" val="4285724143"/>
                    </a:ext>
                  </a:extLst>
                </a:gridCol>
                <a:gridCol w="1675098">
                  <a:extLst>
                    <a:ext uri="{9D8B030D-6E8A-4147-A177-3AD203B41FA5}">
                      <a16:colId xmlns:a16="http://schemas.microsoft.com/office/drawing/2014/main" val="1057102347"/>
                    </a:ext>
                  </a:extLst>
                </a:gridCol>
              </a:tblGrid>
              <a:tr h="360365">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Бизнес-закупки</a:t>
                      </a:r>
                      <a:endParaRPr lang="en-US" sz="1200" dirty="0">
                        <a:latin typeface="+mn-lt"/>
                      </a:endParaRPr>
                    </a:p>
                  </a:txBody>
                  <a:tcPr marL="143981" marR="143981" marT="89988" marB="89988" anchor="b">
                    <a:lnB w="12700" cap="flat" cmpd="sng" algn="ctr">
                      <a:solidFill>
                        <a:schemeClr val="tx1"/>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Оборудование</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материалы</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лицензии</a:t>
                      </a:r>
                      <a:endParaRPr lang="en-US" sz="1200" dirty="0">
                        <a:latin typeface="+mn-lt"/>
                      </a:endParaRPr>
                    </a:p>
                  </a:txBody>
                  <a:tcPr marL="143981" marR="143981" marT="89988" marB="89988" anchor="b">
                    <a:lnB w="12700" cap="flat" cmpd="sng" algn="ctr">
                      <a:solidFill>
                        <a:schemeClr val="bg2">
                          <a:lumMod val="75000"/>
                        </a:schemeClr>
                      </a:solidFill>
                      <a:prstDash val="solid"/>
                      <a:round/>
                      <a:headEnd type="none" w="med" len="med"/>
                      <a:tailEnd type="none" w="med" len="med"/>
                    </a:lnB>
                  </a:tcPr>
                </a:tc>
                <a:tc hMerge="1">
                  <a:txBody>
                    <a:bodyPr/>
                    <a:lstStyle/>
                    <a:p>
                      <a:endParaRPr lang="ru-RU" sz="1500" dirty="0">
                        <a:solidFill>
                          <a:schemeClr val="tx1"/>
                        </a:solidFill>
                        <a:latin typeface="+mn-lt"/>
                      </a:endParaRPr>
                    </a:p>
                  </a:txBody>
                  <a:tcPr marT="72000" marB="72000" anchor="ctr">
                    <a:lnB w="12700" cap="flat" cmpd="sng" algn="ctr">
                      <a:solidFill>
                        <a:schemeClr val="bg2">
                          <a:lumMod val="75000"/>
                        </a:schemeClr>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Работы</a:t>
                      </a:r>
                      <a:r>
                        <a:rPr lang="en-US" sz="1200" dirty="0">
                          <a:solidFill>
                            <a:srgbClr val="000000">
                              <a:alpha val="100000"/>
                            </a:srgbClr>
                          </a:solidFill>
                          <a:latin typeface="+mn-lt"/>
                          <a:ea typeface="Stapel" pitchFamily="34" charset="-122"/>
                          <a:cs typeface="Stapel" pitchFamily="34" charset="-120"/>
                        </a:rPr>
                        <a:t>/</a:t>
                      </a:r>
                      <a:r>
                        <a:rPr lang="ru-RU" sz="1200" dirty="0">
                          <a:solidFill>
                            <a:srgbClr val="000000">
                              <a:alpha val="100000"/>
                            </a:srgbClr>
                          </a:solidFill>
                          <a:latin typeface="+mn-lt"/>
                          <a:ea typeface="Stapel" pitchFamily="34" charset="-122"/>
                          <a:cs typeface="Stapel" pitchFamily="34" charset="-120"/>
                        </a:rPr>
                        <a:t>услуги</a:t>
                      </a:r>
                      <a:endParaRPr lang="en-US" sz="1200" dirty="0">
                        <a:latin typeface="+mn-lt"/>
                      </a:endParaRPr>
                    </a:p>
                  </a:txBody>
                  <a:tcPr marL="143981" marR="143981" marT="89988" marB="89988" anchor="b">
                    <a:lnB w="12700" cap="flat" cmpd="sng" algn="ctr">
                      <a:solidFill>
                        <a:schemeClr val="bg2">
                          <a:lumMod val="75000"/>
                        </a:schemeClr>
                      </a:solidFill>
                      <a:prstDash val="solid"/>
                      <a:round/>
                      <a:headEnd type="none" w="med" len="med"/>
                      <a:tailEnd type="none" w="med" len="med"/>
                    </a:lnB>
                  </a:tcPr>
                </a:tc>
                <a:tc hMerge="1">
                  <a:txBody>
                    <a:bodyPr/>
                    <a:lstStyle/>
                    <a:p>
                      <a:endParaRPr lang="ru-RU" sz="1500" dirty="0">
                        <a:solidFill>
                          <a:schemeClr val="tx1"/>
                        </a:solidFill>
                        <a:latin typeface="+mn-lt"/>
                      </a:endParaRPr>
                    </a:p>
                  </a:txBody>
                  <a:tcPr marT="72000" marB="72000" anchor="ctr">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637533728"/>
                  </a:ext>
                </a:extLst>
              </a:tr>
              <a:tr h="360365">
                <a:tc vMerge="1">
                  <a:txBody>
                    <a:bodyPr/>
                    <a:lstStyle/>
                    <a:p>
                      <a:endParaRPr lang="ru-RU" sz="1500" dirty="0">
                        <a:solidFill>
                          <a:schemeClr val="tx1"/>
                        </a:solidFill>
                        <a:latin typeface="+mn-lt"/>
                      </a:endParaRPr>
                    </a:p>
                  </a:txBody>
                  <a:tcPr marL="298800" marT="72000" marB="72000"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Всего</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млн</a:t>
                      </a:r>
                      <a:r>
                        <a:rPr lang="en-US" sz="1200" dirty="0">
                          <a:solidFill>
                            <a:srgbClr val="000000">
                              <a:alpha val="100000"/>
                            </a:srgbClr>
                          </a:solidFill>
                          <a:latin typeface="+mn-lt"/>
                          <a:ea typeface="Stapel" pitchFamily="34" charset="-122"/>
                          <a:cs typeface="Stapel" pitchFamily="34" charset="-120"/>
                        </a:rPr>
                        <a:t> </a:t>
                      </a:r>
                      <a:r>
                        <a:rPr lang="ru-RU" sz="1200" dirty="0" err="1">
                          <a:solidFill>
                            <a:srgbClr val="000000">
                              <a:alpha val="100000"/>
                            </a:srgbClr>
                          </a:solidFill>
                          <a:latin typeface="+mn-lt"/>
                          <a:ea typeface="Stapel" pitchFamily="34" charset="-122"/>
                          <a:cs typeface="Stapel" pitchFamily="34" charset="-120"/>
                        </a:rPr>
                        <a:t>руб</a:t>
                      </a:r>
                      <a:r>
                        <a:rPr lang="en-US" sz="1200" dirty="0">
                          <a:solidFill>
                            <a:srgbClr val="000000">
                              <a:alpha val="100000"/>
                            </a:srgbClr>
                          </a:solidFill>
                          <a:latin typeface="+mn-lt"/>
                          <a:ea typeface="Stapel" pitchFamily="34" charset="-122"/>
                          <a:cs typeface="Stapel" pitchFamily="34" charset="-120"/>
                        </a:rPr>
                        <a:t>.</a:t>
                      </a:r>
                      <a:endParaRPr lang="en-US" sz="1200" dirty="0">
                        <a:latin typeface="+mn-lt"/>
                      </a:endParaRPr>
                    </a:p>
                  </a:txBody>
                  <a:tcPr marL="143981" marR="143981" marT="89988" marB="89988" anchor="b">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dirty="0">
                          <a:solidFill>
                            <a:srgbClr val="000000">
                              <a:alpha val="100000"/>
                            </a:srgbClr>
                          </a:solidFill>
                          <a:latin typeface="+mn-lt"/>
                          <a:ea typeface="Stapel" pitchFamily="34" charset="-122"/>
                          <a:cs typeface="Stapel" pitchFamily="34" charset="-120"/>
                        </a:rPr>
                        <a:t>ч/з ОЗЛ,%</a:t>
                      </a:r>
                      <a:endParaRPr lang="en-US" sz="1200" dirty="0">
                        <a:latin typeface="+mn-lt"/>
                      </a:endParaRPr>
                    </a:p>
                  </a:txBody>
                  <a:tcPr marL="143981" marR="143981" marT="89988" marB="89988" anchor="b">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Всего</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млн</a:t>
                      </a:r>
                      <a:r>
                        <a:rPr lang="en-US" sz="1200" dirty="0">
                          <a:solidFill>
                            <a:srgbClr val="000000">
                              <a:alpha val="100000"/>
                            </a:srgbClr>
                          </a:solidFill>
                          <a:latin typeface="+mn-lt"/>
                          <a:ea typeface="Stapel" pitchFamily="34" charset="-122"/>
                          <a:cs typeface="Stapel" pitchFamily="34" charset="-120"/>
                        </a:rPr>
                        <a:t> </a:t>
                      </a:r>
                      <a:r>
                        <a:rPr lang="ru-RU" sz="1200" dirty="0" err="1">
                          <a:solidFill>
                            <a:srgbClr val="000000">
                              <a:alpha val="100000"/>
                            </a:srgbClr>
                          </a:solidFill>
                          <a:latin typeface="+mn-lt"/>
                          <a:ea typeface="Stapel" pitchFamily="34" charset="-122"/>
                          <a:cs typeface="Stapel" pitchFamily="34" charset="-120"/>
                        </a:rPr>
                        <a:t>руб</a:t>
                      </a:r>
                      <a:r>
                        <a:rPr lang="en-US" sz="1200" dirty="0">
                          <a:solidFill>
                            <a:srgbClr val="000000">
                              <a:alpha val="100000"/>
                            </a:srgbClr>
                          </a:solidFill>
                          <a:latin typeface="+mn-lt"/>
                          <a:ea typeface="Stapel" pitchFamily="34" charset="-122"/>
                          <a:cs typeface="Stapel" pitchFamily="34" charset="-120"/>
                        </a:rPr>
                        <a:t>.</a:t>
                      </a:r>
                      <a:endParaRPr lang="en-US" sz="1200" dirty="0">
                        <a:latin typeface="+mn-lt"/>
                      </a:endParaRPr>
                    </a:p>
                  </a:txBody>
                  <a:tcPr marL="143981" marR="143981" marT="89988" marB="89988" anchor="b">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2F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dirty="0">
                          <a:solidFill>
                            <a:srgbClr val="000000">
                              <a:alpha val="100000"/>
                            </a:srgbClr>
                          </a:solidFill>
                          <a:latin typeface="+mn-lt"/>
                          <a:ea typeface="Stapel" pitchFamily="34" charset="-122"/>
                          <a:cs typeface="Stapel" pitchFamily="34" charset="-120"/>
                        </a:rPr>
                        <a:t>ч/з ОЗЛ,%</a:t>
                      </a:r>
                      <a:endParaRPr lang="en-US" sz="1200" dirty="0">
                        <a:latin typeface="+mn-lt"/>
                      </a:endParaRPr>
                    </a:p>
                  </a:txBody>
                  <a:tcPr marL="143981" marR="143981" marT="89988" marB="89988" anchor="b">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6243966"/>
                  </a:ext>
                </a:extLst>
              </a:tr>
              <a:tr h="241200">
                <a:tc>
                  <a:txBody>
                    <a:bodyPr/>
                    <a:lstStyle/>
                    <a:p>
                      <a:r>
                        <a:rPr lang="en-US" sz="1100" dirty="0">
                          <a:solidFill>
                            <a:srgbClr val="000000">
                              <a:alpha val="100000"/>
                            </a:srgbClr>
                          </a:solidFill>
                          <a:latin typeface="+mn-lt"/>
                          <a:ea typeface="Stapel" pitchFamily="34" charset="-122"/>
                          <a:cs typeface="Stapel" pitchFamily="34" charset="-120"/>
                        </a:rPr>
                        <a:t>Consulting</a:t>
                      </a:r>
                      <a:endParaRPr lang="ru-RU" sz="1100" dirty="0">
                        <a:solidFill>
                          <a:schemeClr val="tx1"/>
                        </a:solidFill>
                        <a:latin typeface="+mn-lt"/>
                      </a:endParaRPr>
                    </a:p>
                  </a:txBody>
                  <a:tcPr marL="143981" marR="143981" marT="35995" marB="35995" anchor="ct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EF3FF"/>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5E2FD"/>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extLst>
                  <a:ext uri="{0D108BD9-81ED-4DB2-BD59-A6C34878D82A}">
                    <a16:rowId xmlns:a16="http://schemas.microsoft.com/office/drawing/2014/main" val="3262374179"/>
                  </a:ext>
                </a:extLst>
              </a:tr>
              <a:tr h="241200">
                <a:tc>
                  <a:txBody>
                    <a:bodyPr/>
                    <a:lstStyle/>
                    <a:p>
                      <a:r>
                        <a:rPr lang="en-US" sz="1100" dirty="0">
                          <a:effectLst/>
                          <a:latin typeface="+mn-lt"/>
                        </a:rPr>
                        <a:t>Digital</a:t>
                      </a:r>
                      <a:endParaRPr lang="ru-RU" sz="1100" dirty="0">
                        <a:solidFill>
                          <a:schemeClr val="tx1"/>
                        </a:solidFill>
                        <a:latin typeface="+mn-lt"/>
                      </a:endParaRPr>
                    </a:p>
                  </a:txBody>
                  <a:tcPr marL="143981" marR="143981" marT="35995" marB="35995"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EF3FF"/>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5E2FD"/>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extLst>
                  <a:ext uri="{0D108BD9-81ED-4DB2-BD59-A6C34878D82A}">
                    <a16:rowId xmlns:a16="http://schemas.microsoft.com/office/drawing/2014/main" val="3017746642"/>
                  </a:ext>
                </a:extLst>
              </a:tr>
              <a:tr h="241200">
                <a:tc>
                  <a:txBody>
                    <a:bodyPr/>
                    <a:lstStyle/>
                    <a:p>
                      <a:r>
                        <a:rPr lang="en-US" sz="1100" dirty="0">
                          <a:effectLst/>
                          <a:latin typeface="+mn-lt"/>
                        </a:rPr>
                        <a:t>Enterprise Applications</a:t>
                      </a:r>
                      <a:endParaRPr lang="ru-RU" sz="1100" dirty="0">
                        <a:solidFill>
                          <a:schemeClr val="tx2"/>
                        </a:solidFill>
                        <a:latin typeface="+mn-lt"/>
                      </a:endParaRPr>
                    </a:p>
                  </a:txBody>
                  <a:tcPr marL="143981" marR="143981" marT="35995" marB="35995"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kumimoji="0" lang="ru-RU" sz="1100" b="0" i="0" u="none" strike="noStrike" kern="1200" cap="none" spc="0" normalizeH="0" baseline="0" noProof="0" dirty="0">
                          <a:ln>
                            <a:noFill/>
                          </a:ln>
                          <a:solidFill>
                            <a:srgbClr val="000000"/>
                          </a:solidFill>
                          <a:effectLst/>
                          <a:uLnTx/>
                          <a:uFillTx/>
                          <a:latin typeface="+mn-lt"/>
                          <a:ea typeface="+mn-ea"/>
                          <a:cs typeface="+mn-cs"/>
                        </a:rPr>
                        <a:t>—</a:t>
                      </a:r>
                      <a:endParaRPr lang="ru-RU" sz="1100" dirty="0">
                        <a:solidFill>
                          <a:schemeClr val="tx2"/>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EF3FF"/>
                    </a:solidFill>
                  </a:tcPr>
                </a:tc>
                <a:tc>
                  <a:txBody>
                    <a:bodyPr/>
                    <a:lstStyle/>
                    <a:p>
                      <a:pPr algn="r"/>
                      <a:r>
                        <a:rPr kumimoji="0" lang="ru-RU" sz="1100" b="0" i="0" u="none" strike="noStrike" kern="1200" cap="none" spc="0" normalizeH="0" baseline="0" noProof="0" dirty="0">
                          <a:ln>
                            <a:noFill/>
                          </a:ln>
                          <a:solidFill>
                            <a:srgbClr val="000000"/>
                          </a:solidFill>
                          <a:effectLst/>
                          <a:uLnTx/>
                          <a:uFillTx/>
                          <a:latin typeface="+mn-lt"/>
                          <a:ea typeface="+mn-ea"/>
                          <a:cs typeface="+mn-cs"/>
                        </a:rPr>
                        <a:t>—</a:t>
                      </a:r>
                      <a:endParaRPr lang="ru-RU" sz="1100" dirty="0">
                        <a:solidFill>
                          <a:schemeClr val="tx2"/>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kumimoji="0" lang="ru-RU" sz="1100" b="0" i="0" u="none" strike="noStrike" kern="1200" cap="none" spc="0" normalizeH="0" baseline="0" noProof="0" dirty="0">
                          <a:ln>
                            <a:noFill/>
                          </a:ln>
                          <a:solidFill>
                            <a:srgbClr val="000000"/>
                          </a:solidFill>
                          <a:effectLst/>
                          <a:uLnTx/>
                          <a:uFillTx/>
                          <a:latin typeface="+mn-lt"/>
                          <a:ea typeface="+mn-ea"/>
                          <a:cs typeface="+mn-cs"/>
                        </a:rPr>
                        <a:t>—</a:t>
                      </a:r>
                      <a:endParaRPr lang="ru-RU" sz="1100" dirty="0">
                        <a:solidFill>
                          <a:schemeClr val="tx2"/>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5E2FD"/>
                    </a:solidFill>
                  </a:tcPr>
                </a:tc>
                <a:tc>
                  <a:txBody>
                    <a:bodyPr/>
                    <a:lstStyle/>
                    <a:p>
                      <a:pPr algn="r"/>
                      <a:r>
                        <a:rPr kumimoji="0" lang="ru-RU" sz="1100" b="0" i="0" u="none" strike="noStrike" kern="1200" cap="none" spc="0" normalizeH="0" baseline="0" noProof="0" dirty="0">
                          <a:ln>
                            <a:noFill/>
                          </a:ln>
                          <a:solidFill>
                            <a:srgbClr val="000000"/>
                          </a:solidFill>
                          <a:effectLst/>
                          <a:uLnTx/>
                          <a:uFillTx/>
                          <a:latin typeface="+mn-lt"/>
                          <a:ea typeface="+mn-ea"/>
                          <a:cs typeface="+mn-cs"/>
                        </a:rPr>
                        <a:t>—</a:t>
                      </a:r>
                      <a:endParaRPr lang="ru-RU" sz="1100" dirty="0">
                        <a:solidFill>
                          <a:schemeClr val="tx2"/>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extLst>
                  <a:ext uri="{0D108BD9-81ED-4DB2-BD59-A6C34878D82A}">
                    <a16:rowId xmlns:a16="http://schemas.microsoft.com/office/drawing/2014/main" val="3545838045"/>
                  </a:ext>
                </a:extLst>
              </a:tr>
              <a:tr h="241200">
                <a:tc>
                  <a:txBody>
                    <a:bodyPr/>
                    <a:lstStyle/>
                    <a:p>
                      <a:r>
                        <a:rPr lang="en-US" sz="1100" dirty="0">
                          <a:solidFill>
                            <a:schemeClr val="tx1"/>
                          </a:solidFill>
                          <a:effectLst/>
                          <a:latin typeface="+mn-lt"/>
                        </a:rPr>
                        <a:t>Industrial Automation</a:t>
                      </a:r>
                      <a:endParaRPr lang="ru-RU" sz="1100" dirty="0">
                        <a:solidFill>
                          <a:schemeClr val="tx1"/>
                        </a:solidFill>
                        <a:latin typeface="+mn-lt"/>
                      </a:endParaRPr>
                    </a:p>
                  </a:txBody>
                  <a:tcPr marL="143981" marR="143981" marT="35995" marB="35995"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solidFill>
                            <a:schemeClr val="tx2"/>
                          </a:solidFill>
                          <a:effectLst/>
                          <a:latin typeface="+mn-lt"/>
                        </a:rPr>
                        <a:t>—</a:t>
                      </a:r>
                      <a:endParaRPr lang="ru-RU" sz="1100" dirty="0">
                        <a:solidFill>
                          <a:schemeClr val="tx2"/>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EF3FF"/>
                    </a:solidFill>
                  </a:tcPr>
                </a:tc>
                <a:tc>
                  <a:txBody>
                    <a:bodyPr/>
                    <a:lstStyle/>
                    <a:p>
                      <a:pPr algn="r"/>
                      <a:r>
                        <a:rPr lang="ru-RU" sz="1100" dirty="0">
                          <a:solidFill>
                            <a:schemeClr val="tx2"/>
                          </a:solidFill>
                          <a:effectLst/>
                          <a:latin typeface="+mn-lt"/>
                        </a:rPr>
                        <a:t>—</a:t>
                      </a:r>
                      <a:endParaRPr lang="ru-RU" sz="1100" dirty="0">
                        <a:solidFill>
                          <a:schemeClr val="tx2"/>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solidFill>
                            <a:schemeClr val="tx2"/>
                          </a:solidFill>
                          <a:effectLst/>
                          <a:latin typeface="+mn-lt"/>
                        </a:rPr>
                        <a:t>—</a:t>
                      </a:r>
                      <a:endParaRPr lang="ru-RU" sz="1100" dirty="0">
                        <a:solidFill>
                          <a:schemeClr val="tx2"/>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5E2FD"/>
                    </a:solidFill>
                  </a:tcPr>
                </a:tc>
                <a:tc>
                  <a:txBody>
                    <a:bodyPr/>
                    <a:lstStyle/>
                    <a:p>
                      <a:pPr algn="r"/>
                      <a:r>
                        <a:rPr lang="ru-RU" sz="1100" dirty="0">
                          <a:solidFill>
                            <a:schemeClr val="tx2"/>
                          </a:solidFill>
                          <a:effectLst/>
                          <a:latin typeface="+mn-lt"/>
                        </a:rPr>
                        <a:t>—</a:t>
                      </a:r>
                      <a:endParaRPr lang="ru-RU" sz="1100" dirty="0">
                        <a:solidFill>
                          <a:schemeClr val="tx2"/>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extLst>
                  <a:ext uri="{0D108BD9-81ED-4DB2-BD59-A6C34878D82A}">
                    <a16:rowId xmlns:a16="http://schemas.microsoft.com/office/drawing/2014/main" val="3796206460"/>
                  </a:ext>
                </a:extLst>
              </a:tr>
              <a:tr h="241200">
                <a:tc>
                  <a:txBody>
                    <a:bodyPr/>
                    <a:lstStyle/>
                    <a:p>
                      <a:r>
                        <a:rPr lang="en-US" sz="1100" dirty="0">
                          <a:effectLst/>
                          <a:latin typeface="+mn-lt"/>
                        </a:rPr>
                        <a:t>Cloud and Data</a:t>
                      </a:r>
                      <a:endParaRPr lang="ru-RU" sz="1100" dirty="0">
                        <a:solidFill>
                          <a:schemeClr val="tx1"/>
                        </a:solidFill>
                        <a:latin typeface="+mn-lt"/>
                      </a:endParaRPr>
                    </a:p>
                  </a:txBody>
                  <a:tcPr marL="143981" marR="143981" marT="35995" marB="35995"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EF3FF"/>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5E2FD"/>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extLst>
                  <a:ext uri="{0D108BD9-81ED-4DB2-BD59-A6C34878D82A}">
                    <a16:rowId xmlns:a16="http://schemas.microsoft.com/office/drawing/2014/main" val="1165960586"/>
                  </a:ext>
                </a:extLst>
              </a:tr>
              <a:tr h="241200">
                <a:tc>
                  <a:txBody>
                    <a:bodyPr/>
                    <a:lstStyle/>
                    <a:p>
                      <a:r>
                        <a:rPr lang="en-US" sz="1100" dirty="0">
                          <a:effectLst/>
                          <a:latin typeface="+mn-lt"/>
                        </a:rPr>
                        <a:t>Infrastructure</a:t>
                      </a:r>
                      <a:endParaRPr lang="ru-RU" sz="1100" dirty="0">
                        <a:solidFill>
                          <a:schemeClr val="tx1"/>
                        </a:solidFill>
                        <a:latin typeface="+mn-lt"/>
                      </a:endParaRPr>
                    </a:p>
                  </a:txBody>
                  <a:tcPr marL="143981" marR="143981" marT="35995" marB="35995"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EF3FF"/>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5E2FD"/>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extLst>
                  <a:ext uri="{0D108BD9-81ED-4DB2-BD59-A6C34878D82A}">
                    <a16:rowId xmlns:a16="http://schemas.microsoft.com/office/drawing/2014/main" val="3075704529"/>
                  </a:ext>
                </a:extLst>
              </a:tr>
              <a:tr h="241200">
                <a:tc>
                  <a:txBody>
                    <a:bodyPr/>
                    <a:lstStyle/>
                    <a:p>
                      <a:r>
                        <a:rPr lang="en-US" sz="1100" dirty="0">
                          <a:effectLst/>
                          <a:latin typeface="+mn-lt"/>
                        </a:rPr>
                        <a:t>Finance and Banking</a:t>
                      </a:r>
                      <a:endParaRPr lang="ru-RU" sz="1100" dirty="0">
                        <a:solidFill>
                          <a:schemeClr val="tx1"/>
                        </a:solidFill>
                        <a:latin typeface="+mn-lt"/>
                      </a:endParaRPr>
                    </a:p>
                  </a:txBody>
                  <a:tcPr marL="143981" marR="143981" marT="35995" marB="35995"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EF3FF"/>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5E2FD"/>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extLst>
                  <a:ext uri="{0D108BD9-81ED-4DB2-BD59-A6C34878D82A}">
                    <a16:rowId xmlns:a16="http://schemas.microsoft.com/office/drawing/2014/main" val="2048865077"/>
                  </a:ext>
                </a:extLst>
              </a:tr>
              <a:tr h="241200">
                <a:tc>
                  <a:txBody>
                    <a:bodyPr/>
                    <a:lstStyle/>
                    <a:p>
                      <a:r>
                        <a:rPr lang="en-US" sz="1100" dirty="0">
                          <a:effectLst/>
                          <a:latin typeface="+mn-lt"/>
                        </a:rPr>
                        <a:t>Retail and Wholesale</a:t>
                      </a:r>
                      <a:endParaRPr lang="ru-RU" sz="1100" dirty="0">
                        <a:solidFill>
                          <a:schemeClr val="tx1"/>
                        </a:solidFill>
                        <a:latin typeface="+mn-lt"/>
                      </a:endParaRPr>
                    </a:p>
                  </a:txBody>
                  <a:tcPr marL="143981" marR="143981" marT="35995" marB="35995"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EF3FF"/>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5E2FD"/>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extLst>
                  <a:ext uri="{0D108BD9-81ED-4DB2-BD59-A6C34878D82A}">
                    <a16:rowId xmlns:a16="http://schemas.microsoft.com/office/drawing/2014/main" val="3558672718"/>
                  </a:ext>
                </a:extLst>
              </a:tr>
              <a:tr h="241200">
                <a:tc>
                  <a:txBody>
                    <a:bodyPr/>
                    <a:lstStyle/>
                    <a:p>
                      <a:r>
                        <a:rPr lang="en-US" sz="1100" dirty="0">
                          <a:effectLst/>
                          <a:latin typeface="+mn-lt"/>
                        </a:rPr>
                        <a:t>Insurance</a:t>
                      </a:r>
                      <a:endParaRPr lang="ru-RU" sz="1100" dirty="0">
                        <a:solidFill>
                          <a:schemeClr val="tx1"/>
                        </a:solidFill>
                        <a:latin typeface="+mn-lt"/>
                      </a:endParaRPr>
                    </a:p>
                  </a:txBody>
                  <a:tcPr marL="143981" marR="143981" marT="35995" marB="35995"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EF3FF"/>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5E2FD"/>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extLst>
                  <a:ext uri="{0D108BD9-81ED-4DB2-BD59-A6C34878D82A}">
                    <a16:rowId xmlns:a16="http://schemas.microsoft.com/office/drawing/2014/main" val="2933861116"/>
                  </a:ext>
                </a:extLst>
              </a:tr>
              <a:tr h="241200">
                <a:tc>
                  <a:txBody>
                    <a:bodyPr/>
                    <a:lstStyle/>
                    <a:p>
                      <a:r>
                        <a:rPr lang="en-US" sz="1100" dirty="0">
                          <a:effectLst/>
                          <a:latin typeface="+mn-lt"/>
                        </a:rPr>
                        <a:t>Energy Solutions</a:t>
                      </a:r>
                      <a:endParaRPr lang="ru-RU" sz="1100" dirty="0">
                        <a:solidFill>
                          <a:schemeClr val="tx1"/>
                        </a:solidFill>
                        <a:latin typeface="+mn-lt"/>
                      </a:endParaRPr>
                    </a:p>
                  </a:txBody>
                  <a:tcPr marL="143981" marR="143981" marT="35995" marB="35995"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EF3FF"/>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5E2FD"/>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extLst>
                  <a:ext uri="{0D108BD9-81ED-4DB2-BD59-A6C34878D82A}">
                    <a16:rowId xmlns:a16="http://schemas.microsoft.com/office/drawing/2014/main" val="1522830244"/>
                  </a:ext>
                </a:extLst>
              </a:tr>
              <a:tr h="241200">
                <a:tc>
                  <a:txBody>
                    <a:bodyPr/>
                    <a:lstStyle/>
                    <a:p>
                      <a:r>
                        <a:rPr lang="en-US" sz="1100" dirty="0">
                          <a:effectLst/>
                          <a:latin typeface="+mn-lt"/>
                        </a:rPr>
                        <a:t>Transportation and Logistics</a:t>
                      </a:r>
                      <a:endParaRPr lang="ru-RU" sz="1100" dirty="0">
                        <a:solidFill>
                          <a:schemeClr val="tx1"/>
                        </a:solidFill>
                        <a:latin typeface="+mn-lt"/>
                      </a:endParaRPr>
                    </a:p>
                  </a:txBody>
                  <a:tcPr marL="143981" marR="143981" marT="35995" marB="35995"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EF3FF"/>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5E2FD"/>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extLst>
                  <a:ext uri="{0D108BD9-81ED-4DB2-BD59-A6C34878D82A}">
                    <a16:rowId xmlns:a16="http://schemas.microsoft.com/office/drawing/2014/main" val="89538787"/>
                  </a:ext>
                </a:extLst>
              </a:tr>
              <a:tr h="241200">
                <a:tc>
                  <a:txBody>
                    <a:bodyPr/>
                    <a:lstStyle/>
                    <a:p>
                      <a:r>
                        <a:rPr lang="en-US" sz="1100" dirty="0">
                          <a:effectLst/>
                          <a:latin typeface="+mn-lt"/>
                        </a:rPr>
                        <a:t>Metals and Mining</a:t>
                      </a:r>
                      <a:endParaRPr lang="ru-RU" sz="1100" dirty="0">
                        <a:solidFill>
                          <a:schemeClr val="tx1"/>
                        </a:solidFill>
                        <a:latin typeface="+mn-lt"/>
                      </a:endParaRPr>
                    </a:p>
                  </a:txBody>
                  <a:tcPr marL="143981" marR="143981" marT="35995" marB="35995"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EF3FF"/>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solidFill>
                      <a:srgbClr val="E5E2FD"/>
                    </a:solidFill>
                  </a:tcPr>
                </a:tc>
                <a:tc>
                  <a:txBody>
                    <a:bodyPr/>
                    <a:lstStyle/>
                    <a:p>
                      <a:pPr algn="r"/>
                      <a:r>
                        <a:rPr lang="ru-RU" sz="1100" dirty="0">
                          <a:effectLst/>
                          <a:latin typeface="+mn-lt"/>
                        </a:rPr>
                        <a:t>—</a:t>
                      </a:r>
                      <a:endParaRPr lang="ru-RU" sz="1100" dirty="0">
                        <a:solidFill>
                          <a:schemeClr val="tx1"/>
                        </a:solidFill>
                        <a:latin typeface="+mn-lt"/>
                      </a:endParaRPr>
                    </a:p>
                  </a:txBody>
                  <a:tcPr marL="143981" marR="143981" marT="22857" marB="22857" anchor="ct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tcPr>
                </a:tc>
                <a:extLst>
                  <a:ext uri="{0D108BD9-81ED-4DB2-BD59-A6C34878D82A}">
                    <a16:rowId xmlns:a16="http://schemas.microsoft.com/office/drawing/2014/main" val="1586575852"/>
                  </a:ext>
                </a:extLst>
              </a:tr>
              <a:tr h="241200">
                <a:tc>
                  <a:txBody>
                    <a:bodyPr/>
                    <a:lstStyle/>
                    <a:p>
                      <a:r>
                        <a:rPr lang="en-US" sz="1100" dirty="0">
                          <a:solidFill>
                            <a:schemeClr val="tx1"/>
                          </a:solidFill>
                          <a:effectLst/>
                          <a:latin typeface="+mn-lt"/>
                        </a:rPr>
                        <a:t>Industrial Solutions</a:t>
                      </a:r>
                      <a:endParaRPr lang="ru-RU" sz="1100" dirty="0">
                        <a:solidFill>
                          <a:schemeClr val="tx1"/>
                        </a:solidFill>
                        <a:latin typeface="+mn-lt"/>
                      </a:endParaRPr>
                    </a:p>
                  </a:txBody>
                  <a:tcPr marL="143981" marR="143981" marT="35995" marB="35995"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100" dirty="0">
                          <a:solidFill>
                            <a:srgbClr val="8C8C8C"/>
                          </a:solidFill>
                          <a:effectLst/>
                          <a:latin typeface="+mn-lt"/>
                        </a:rPr>
                        <a:t>—</a:t>
                      </a:r>
                      <a:endParaRPr lang="ru-RU" sz="1100" dirty="0">
                        <a:solidFill>
                          <a:srgbClr val="8C8C8C"/>
                        </a:solidFill>
                        <a:latin typeface="+mn-lt"/>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100" dirty="0">
                          <a:solidFill>
                            <a:srgbClr val="8C8C8C"/>
                          </a:solidFill>
                          <a:effectLst/>
                          <a:latin typeface="+mn-lt"/>
                        </a:rPr>
                        <a:t>—</a:t>
                      </a:r>
                      <a:endParaRPr lang="ru-RU" sz="1100" dirty="0">
                        <a:solidFill>
                          <a:srgbClr val="8C8C8C"/>
                        </a:solidFill>
                        <a:latin typeface="+mn-lt"/>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100" dirty="0">
                          <a:solidFill>
                            <a:srgbClr val="8C8C8C"/>
                          </a:solidFill>
                          <a:effectLst/>
                          <a:latin typeface="+mn-lt"/>
                        </a:rPr>
                        <a:t>—</a:t>
                      </a:r>
                      <a:endParaRPr lang="ru-RU" sz="1100" dirty="0">
                        <a:solidFill>
                          <a:srgbClr val="8C8C8C"/>
                        </a:solidFill>
                        <a:latin typeface="+mn-lt"/>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rgbClr val="E5E2F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100" dirty="0">
                          <a:solidFill>
                            <a:srgbClr val="8C8C8C"/>
                          </a:solidFill>
                          <a:effectLst/>
                          <a:latin typeface="+mn-lt"/>
                        </a:rPr>
                        <a:t>—</a:t>
                      </a:r>
                      <a:endParaRPr lang="ru-RU" sz="1100" dirty="0">
                        <a:solidFill>
                          <a:srgbClr val="8C8C8C"/>
                        </a:solidFill>
                        <a:latin typeface="+mn-lt"/>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6417459"/>
                  </a:ext>
                </a:extLst>
              </a:tr>
              <a:tr h="423646">
                <a:tc>
                  <a:txBody>
                    <a:bodyPr/>
                    <a:lstStyle/>
                    <a:p>
                      <a:r>
                        <a:rPr lang="ru-RU" sz="1200" dirty="0">
                          <a:solidFill>
                            <a:schemeClr val="tx1"/>
                          </a:solidFill>
                        </a:rPr>
                        <a:t>Всего по департаментам</a:t>
                      </a:r>
                    </a:p>
                  </a:txBody>
                  <a:tcPr marL="143981" marR="143981" marT="80989" marB="79190"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rPr>
                        <a:t>—</a:t>
                      </a:r>
                      <a:endParaRPr lang="ru-RU" sz="12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rPr>
                        <a:t>—</a:t>
                      </a:r>
                      <a:endParaRPr lang="ru-RU" sz="12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rPr>
                        <a:t>—</a:t>
                      </a:r>
                      <a:endParaRPr lang="ru-RU" sz="12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rPr>
                        <a:t>—</a:t>
                      </a:r>
                      <a:endParaRPr lang="ru-RU" sz="12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04533158"/>
                  </a:ext>
                </a:extLst>
              </a:tr>
              <a:tr h="252000">
                <a:tc>
                  <a:txBody>
                    <a:bodyPr/>
                    <a:lstStyle/>
                    <a:p>
                      <a:r>
                        <a:rPr lang="en-US" sz="1100" dirty="0">
                          <a:effectLst/>
                        </a:rPr>
                        <a:t>Corporate Center</a:t>
                      </a:r>
                      <a:endParaRPr lang="ru-RU" sz="1100" dirty="0">
                        <a:solidFill>
                          <a:schemeClr val="tx1"/>
                        </a:solidFill>
                      </a:endParaRPr>
                    </a:p>
                  </a:txBody>
                  <a:tcPr marL="143981" marR="143981" marT="80989" marB="79190"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ru-RU" sz="1100" dirty="0">
                          <a:effectLst/>
                        </a:rPr>
                        <a:t>—</a:t>
                      </a:r>
                      <a:endParaRPr lang="ru-RU" sz="11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ru-RU" sz="1100" dirty="0">
                          <a:effectLst/>
                        </a:rPr>
                        <a:t>—</a:t>
                      </a:r>
                      <a:endParaRPr lang="ru-RU" sz="11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ru-RU" sz="1100" dirty="0">
                          <a:effectLst/>
                        </a:rPr>
                        <a:t>—</a:t>
                      </a:r>
                      <a:endParaRPr lang="ru-RU" sz="11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ru-RU" sz="1100" dirty="0">
                          <a:effectLst/>
                        </a:rPr>
                        <a:t>—</a:t>
                      </a:r>
                      <a:endParaRPr lang="ru-RU" sz="11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9532741"/>
                  </a:ext>
                </a:extLst>
              </a:tr>
              <a:tr h="423646">
                <a:tc>
                  <a:txBody>
                    <a:bodyPr/>
                    <a:lstStyle/>
                    <a:p>
                      <a:r>
                        <a:rPr lang="ru-RU" sz="1200" dirty="0">
                          <a:effectLst/>
                        </a:rPr>
                        <a:t>Всего</a:t>
                      </a:r>
                      <a:endParaRPr lang="ru-RU" sz="1200" dirty="0">
                        <a:solidFill>
                          <a:schemeClr val="tx1"/>
                        </a:solidFill>
                      </a:endParaRPr>
                    </a:p>
                  </a:txBody>
                  <a:tcPr marL="143981" marR="143981" marT="80989" marB="79190"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rPr>
                        <a:t>—</a:t>
                      </a:r>
                      <a:endParaRPr lang="ru-RU" sz="12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rPr>
                        <a:t>—</a:t>
                      </a:r>
                      <a:endParaRPr lang="ru-RU" sz="12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rPr>
                        <a:t>—</a:t>
                      </a:r>
                      <a:endParaRPr lang="ru-RU" sz="12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r>
                        <a:rPr lang="ru-RU" sz="1200" dirty="0">
                          <a:effectLst/>
                        </a:rPr>
                        <a:t>—</a:t>
                      </a:r>
                      <a:endParaRPr lang="ru-RU" sz="12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108331141"/>
                  </a:ext>
                </a:extLst>
              </a:tr>
              <a:tr h="4236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solidFill>
                            <a:schemeClr val="tx1"/>
                          </a:solidFill>
                        </a:rPr>
                        <a:t>ИТОГО: х млн руб.</a:t>
                      </a:r>
                    </a:p>
                  </a:txBody>
                  <a:tcPr marL="143981" marR="143981" marT="80989" marB="79190" anchor="ctr">
                    <a:lnL>
                      <a:noFill/>
                    </a:lnL>
                    <a:lnR>
                      <a:noFill/>
                    </a:lnR>
                    <a:lnT w="12700" cap="flat" cmpd="sng" algn="ctr">
                      <a:solidFill>
                        <a:srgbClr val="000000">
                          <a:alpha val="9804"/>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pPr algn="r"/>
                      <a:endParaRPr lang="ru-RU" sz="12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pPr algn="r"/>
                      <a:endParaRPr lang="ru-RU" sz="12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pPr algn="r"/>
                      <a:endParaRPr lang="ru-RU" sz="12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pPr algn="r"/>
                      <a:endParaRPr lang="ru-RU" sz="1200" dirty="0">
                        <a:solidFill>
                          <a:schemeClr val="tx1"/>
                        </a:solidFill>
                      </a:endParaRPr>
                    </a:p>
                  </a:txBody>
                  <a:tcPr marL="143981" marR="143981" marT="22857" marB="22857" anchor="ctr">
                    <a:lnL>
                      <a:noFill/>
                    </a:lnL>
                    <a:lnR>
                      <a:noFill/>
                    </a:lnR>
                    <a:lnT w="12700" cap="flat" cmpd="sng" algn="ctr">
                      <a:solidFill>
                        <a:srgbClr val="000000">
                          <a:alpha val="9804"/>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extLst>
                  <a:ext uri="{0D108BD9-81ED-4DB2-BD59-A6C34878D82A}">
                    <a16:rowId xmlns:a16="http://schemas.microsoft.com/office/drawing/2014/main" val="783044734"/>
                  </a:ext>
                </a:extLst>
              </a:tr>
            </a:tbl>
          </a:graphicData>
        </a:graphic>
      </p:graphicFrame>
      <p:sp>
        <p:nvSpPr>
          <p:cNvPr id="2" name="Номер слайда 1">
            <a:extLst>
              <a:ext uri="{FF2B5EF4-FFF2-40B4-BE49-F238E27FC236}">
                <a16:creationId xmlns:a16="http://schemas.microsoft.com/office/drawing/2014/main" id="{23AD599B-E4CF-223D-A49F-69F9E1CCC9F3}"/>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23</a:t>
            </a:fld>
            <a:endParaRPr lang="ru-RU" dirty="0"/>
          </a:p>
        </p:txBody>
      </p:sp>
      <p:sp>
        <p:nvSpPr>
          <p:cNvPr id="5" name="Заголовок 4">
            <a:extLst>
              <a:ext uri="{FF2B5EF4-FFF2-40B4-BE49-F238E27FC236}">
                <a16:creationId xmlns:a16="http://schemas.microsoft.com/office/drawing/2014/main" id="{60B2BA3E-464E-BBEC-E9D6-3DD01DA6EC5E}"/>
              </a:ext>
            </a:extLst>
          </p:cNvPr>
          <p:cNvSpPr>
            <a:spLocks noGrp="1"/>
          </p:cNvSpPr>
          <p:nvPr>
            <p:ph type="title"/>
          </p:nvPr>
        </p:nvSpPr>
        <p:spPr/>
        <p:txBody>
          <a:bodyPr/>
          <a:lstStyle/>
          <a:p>
            <a:r>
              <a:rPr lang="ru-RU" dirty="0"/>
              <a:t>Таблица + выносы/фактоиды</a:t>
            </a:r>
          </a:p>
        </p:txBody>
      </p:sp>
    </p:spTree>
    <p:extLst>
      <p:ext uri="{BB962C8B-B14F-4D97-AF65-F5344CB8AC3E}">
        <p14:creationId xmlns:p14="http://schemas.microsoft.com/office/powerpoint/2010/main" val="2796179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A6BC7-5952-2A5E-E920-CE19F7879538}"/>
            </a:ext>
          </a:extLst>
        </p:cNvPr>
        <p:cNvGrpSpPr/>
        <p:nvPr/>
      </p:nvGrpSpPr>
      <p:grpSpPr>
        <a:xfrm>
          <a:off x="0" y="0"/>
          <a:ext cx="0" cy="0"/>
          <a:chOff x="0" y="0"/>
          <a:chExt cx="0" cy="0"/>
        </a:xfrm>
      </p:grpSpPr>
      <p:graphicFrame>
        <p:nvGraphicFramePr>
          <p:cNvPr id="36" name="Таблица 35">
            <a:extLst>
              <a:ext uri="{FF2B5EF4-FFF2-40B4-BE49-F238E27FC236}">
                <a16:creationId xmlns:a16="http://schemas.microsoft.com/office/drawing/2014/main" id="{D8F05CC1-E225-0BD7-9EAB-6DF3A04CA902}"/>
              </a:ext>
            </a:extLst>
          </p:cNvPr>
          <p:cNvGraphicFramePr>
            <a:graphicFrameLocks noGrp="1"/>
          </p:cNvGraphicFramePr>
          <p:nvPr>
            <p:extLst>
              <p:ext uri="{D42A27DB-BD31-4B8C-83A1-F6EECF244321}">
                <p14:modId xmlns:p14="http://schemas.microsoft.com/office/powerpoint/2010/main" val="3733474996"/>
              </p:ext>
            </p:extLst>
          </p:nvPr>
        </p:nvGraphicFramePr>
        <p:xfrm>
          <a:off x="336506" y="3576652"/>
          <a:ext cx="6014815" cy="2734152"/>
        </p:xfrm>
        <a:graphic>
          <a:graphicData uri="http://schemas.openxmlformats.org/drawingml/2006/table">
            <a:tbl>
              <a:tblPr>
                <a:tableStyleId>{2D5ABB26-0587-4C30-8999-92F81FD0307C}</a:tableStyleId>
              </a:tblPr>
              <a:tblGrid>
                <a:gridCol w="1389419">
                  <a:extLst>
                    <a:ext uri="{9D8B030D-6E8A-4147-A177-3AD203B41FA5}">
                      <a16:colId xmlns:a16="http://schemas.microsoft.com/office/drawing/2014/main" val="1370436227"/>
                    </a:ext>
                  </a:extLst>
                </a:gridCol>
                <a:gridCol w="494936">
                  <a:extLst>
                    <a:ext uri="{9D8B030D-6E8A-4147-A177-3AD203B41FA5}">
                      <a16:colId xmlns:a16="http://schemas.microsoft.com/office/drawing/2014/main" val="2131277952"/>
                    </a:ext>
                  </a:extLst>
                </a:gridCol>
                <a:gridCol w="458940">
                  <a:extLst>
                    <a:ext uri="{9D8B030D-6E8A-4147-A177-3AD203B41FA5}">
                      <a16:colId xmlns:a16="http://schemas.microsoft.com/office/drawing/2014/main" val="2013127667"/>
                    </a:ext>
                  </a:extLst>
                </a:gridCol>
                <a:gridCol w="458940">
                  <a:extLst>
                    <a:ext uri="{9D8B030D-6E8A-4147-A177-3AD203B41FA5}">
                      <a16:colId xmlns:a16="http://schemas.microsoft.com/office/drawing/2014/main" val="4285724143"/>
                    </a:ext>
                  </a:extLst>
                </a:gridCol>
                <a:gridCol w="458940">
                  <a:extLst>
                    <a:ext uri="{9D8B030D-6E8A-4147-A177-3AD203B41FA5}">
                      <a16:colId xmlns:a16="http://schemas.microsoft.com/office/drawing/2014/main" val="1057102347"/>
                    </a:ext>
                  </a:extLst>
                </a:gridCol>
                <a:gridCol w="458940">
                  <a:extLst>
                    <a:ext uri="{9D8B030D-6E8A-4147-A177-3AD203B41FA5}">
                      <a16:colId xmlns:a16="http://schemas.microsoft.com/office/drawing/2014/main" val="1619303845"/>
                    </a:ext>
                  </a:extLst>
                </a:gridCol>
                <a:gridCol w="458940">
                  <a:extLst>
                    <a:ext uri="{9D8B030D-6E8A-4147-A177-3AD203B41FA5}">
                      <a16:colId xmlns:a16="http://schemas.microsoft.com/office/drawing/2014/main" val="2348546762"/>
                    </a:ext>
                  </a:extLst>
                </a:gridCol>
                <a:gridCol w="458940">
                  <a:extLst>
                    <a:ext uri="{9D8B030D-6E8A-4147-A177-3AD203B41FA5}">
                      <a16:colId xmlns:a16="http://schemas.microsoft.com/office/drawing/2014/main" val="2153849828"/>
                    </a:ext>
                  </a:extLst>
                </a:gridCol>
                <a:gridCol w="458940">
                  <a:extLst>
                    <a:ext uri="{9D8B030D-6E8A-4147-A177-3AD203B41FA5}">
                      <a16:colId xmlns:a16="http://schemas.microsoft.com/office/drawing/2014/main" val="2846964551"/>
                    </a:ext>
                  </a:extLst>
                </a:gridCol>
                <a:gridCol w="458940">
                  <a:extLst>
                    <a:ext uri="{9D8B030D-6E8A-4147-A177-3AD203B41FA5}">
                      <a16:colId xmlns:a16="http://schemas.microsoft.com/office/drawing/2014/main" val="3685901879"/>
                    </a:ext>
                  </a:extLst>
                </a:gridCol>
                <a:gridCol w="458940">
                  <a:extLst>
                    <a:ext uri="{9D8B030D-6E8A-4147-A177-3AD203B41FA5}">
                      <a16:colId xmlns:a16="http://schemas.microsoft.com/office/drawing/2014/main" val="1148196976"/>
                    </a:ext>
                  </a:extLst>
                </a:gridCol>
              </a:tblGrid>
              <a:tr h="227846">
                <a:tc>
                  <a:txBody>
                    <a:bodyPr/>
                    <a:lstStyle/>
                    <a:p>
                      <a:r>
                        <a:rPr lang="en-US" sz="800" dirty="0">
                          <a:solidFill>
                            <a:schemeClr val="tx1"/>
                          </a:solidFill>
                          <a:effectLst/>
                          <a:latin typeface="+mn-lt"/>
                        </a:rPr>
                        <a:t>Production</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558672718"/>
                  </a:ext>
                </a:extLst>
              </a:tr>
              <a:tr h="227846">
                <a:tc>
                  <a:txBody>
                    <a:bodyPr/>
                    <a:lstStyle/>
                    <a:p>
                      <a:r>
                        <a:rPr lang="en-US" sz="800" dirty="0">
                          <a:solidFill>
                            <a:schemeClr val="tx1"/>
                          </a:solidFill>
                          <a:effectLst/>
                          <a:latin typeface="+mn-lt"/>
                        </a:rPr>
                        <a:t>GPM2</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933861116"/>
                  </a:ext>
                </a:extLst>
              </a:tr>
              <a:tr h="227846">
                <a:tc>
                  <a:txBody>
                    <a:bodyPr/>
                    <a:lstStyle/>
                    <a:p>
                      <a:r>
                        <a:rPr lang="en-US" sz="800" dirty="0">
                          <a:solidFill>
                            <a:schemeClr val="tx1"/>
                          </a:solidFill>
                          <a:effectLst/>
                          <a:latin typeface="+mn-lt"/>
                        </a:rPr>
                        <a:t>GMM2</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522830244"/>
                  </a:ext>
                </a:extLst>
              </a:tr>
              <a:tr h="227846">
                <a:tc>
                  <a:txBody>
                    <a:bodyPr/>
                    <a:lstStyle/>
                    <a:p>
                      <a:r>
                        <a:rPr lang="en-US" sz="800" dirty="0">
                          <a:solidFill>
                            <a:schemeClr val="tx1"/>
                          </a:solidFill>
                          <a:effectLst/>
                          <a:latin typeface="+mn-lt"/>
                        </a:rPr>
                        <a:t>w/o revenue IBU</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extLst>
                  <a:ext uri="{0D108BD9-81ED-4DB2-BD59-A6C34878D82A}">
                    <a16:rowId xmlns:a16="http://schemas.microsoft.com/office/drawing/2014/main" val="89538787"/>
                  </a:ext>
                </a:extLst>
              </a:tr>
              <a:tr h="227846">
                <a:tc>
                  <a:txBody>
                    <a:bodyPr/>
                    <a:lstStyle/>
                    <a:p>
                      <a:r>
                        <a:rPr lang="en-US" sz="800" dirty="0">
                          <a:solidFill>
                            <a:schemeClr val="tx1"/>
                          </a:solidFill>
                          <a:effectLst/>
                          <a:latin typeface="+mn-lt"/>
                        </a:rPr>
                        <a:t>Bench</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extLst>
                  <a:ext uri="{0D108BD9-81ED-4DB2-BD59-A6C34878D82A}">
                    <a16:rowId xmlns:a16="http://schemas.microsoft.com/office/drawing/2014/main" val="1586575852"/>
                  </a:ext>
                </a:extLst>
              </a:tr>
              <a:tr h="227846">
                <a:tc>
                  <a:txBody>
                    <a:bodyPr/>
                    <a:lstStyle/>
                    <a:p>
                      <a:r>
                        <a:rPr lang="en-US" sz="800" dirty="0">
                          <a:solidFill>
                            <a:schemeClr val="tx1"/>
                          </a:solidFill>
                          <a:effectLst/>
                          <a:latin typeface="+mn-lt"/>
                        </a:rPr>
                        <a:t>SM IBU</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extLst>
                  <a:ext uri="{0D108BD9-81ED-4DB2-BD59-A6C34878D82A}">
                    <a16:rowId xmlns:a16="http://schemas.microsoft.com/office/drawing/2014/main" val="3796417459"/>
                  </a:ext>
                </a:extLst>
              </a:tr>
              <a:tr h="227846">
                <a:tc>
                  <a:txBody>
                    <a:bodyPr/>
                    <a:lstStyle/>
                    <a:p>
                      <a:r>
                        <a:rPr lang="en-US" sz="800" dirty="0">
                          <a:solidFill>
                            <a:schemeClr val="tx1"/>
                          </a:solidFill>
                          <a:effectLst/>
                          <a:latin typeface="+mn-lt"/>
                        </a:rPr>
                        <a:t>GA IBU</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extLst>
                  <a:ext uri="{0D108BD9-81ED-4DB2-BD59-A6C34878D82A}">
                    <a16:rowId xmlns:a16="http://schemas.microsoft.com/office/drawing/2014/main" val="3814911280"/>
                  </a:ext>
                </a:extLst>
              </a:tr>
              <a:tr h="227846">
                <a:tc>
                  <a:txBody>
                    <a:bodyPr/>
                    <a:lstStyle/>
                    <a:p>
                      <a:r>
                        <a:rPr lang="en-US" sz="800" dirty="0">
                          <a:solidFill>
                            <a:schemeClr val="tx1"/>
                          </a:solidFill>
                          <a:effectLst/>
                          <a:latin typeface="+mn-lt"/>
                        </a:rPr>
                        <a:t>GP3</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7D70EF"/>
                    </a:solidFill>
                  </a:tcPr>
                </a:tc>
                <a:extLst>
                  <a:ext uri="{0D108BD9-81ED-4DB2-BD59-A6C34878D82A}">
                    <a16:rowId xmlns:a16="http://schemas.microsoft.com/office/drawing/2014/main" val="1256580698"/>
                  </a:ext>
                </a:extLst>
              </a:tr>
              <a:tr h="227846">
                <a:tc>
                  <a:txBody>
                    <a:bodyPr/>
                    <a:lstStyle/>
                    <a:p>
                      <a:r>
                        <a:rPr lang="en-US" sz="800" dirty="0">
                          <a:solidFill>
                            <a:schemeClr val="tx1"/>
                          </a:solidFill>
                          <a:effectLst/>
                          <a:latin typeface="+mn-lt"/>
                        </a:rPr>
                        <a:t>GM3</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D70EF"/>
                    </a:solidFill>
                  </a:tcPr>
                </a:tc>
                <a:extLst>
                  <a:ext uri="{0D108BD9-81ED-4DB2-BD59-A6C34878D82A}">
                    <a16:rowId xmlns:a16="http://schemas.microsoft.com/office/drawing/2014/main" val="1300580508"/>
                  </a:ext>
                </a:extLst>
              </a:tr>
              <a:tr h="227846">
                <a:tc>
                  <a:txBody>
                    <a:bodyPr/>
                    <a:lstStyle/>
                    <a:p>
                      <a:r>
                        <a:rPr lang="en-US" sz="800" dirty="0">
                          <a:solidFill>
                            <a:schemeClr val="tx1"/>
                          </a:solidFill>
                          <a:effectLst/>
                          <a:latin typeface="+mn-lt"/>
                        </a:rPr>
                        <a:t>Costs of BU</a:t>
                      </a:r>
                      <a:endParaRPr lang="ru-RU" sz="800" dirty="0">
                        <a:solidFill>
                          <a:schemeClr val="tx1"/>
                        </a:solidFill>
                        <a:latin typeface="+mn-lt"/>
                      </a:endParaRPr>
                    </a:p>
                  </a:txBody>
                  <a:tcPr marL="143981"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525366247"/>
                  </a:ext>
                </a:extLst>
              </a:tr>
              <a:tr h="227846">
                <a:tc>
                  <a:txBody>
                    <a:bodyPr/>
                    <a:lstStyle/>
                    <a:p>
                      <a:r>
                        <a:rPr lang="en-US" sz="800" dirty="0">
                          <a:solidFill>
                            <a:schemeClr val="tx1"/>
                          </a:solidFill>
                          <a:effectLst/>
                          <a:latin typeface="+mn-lt"/>
                        </a:rPr>
                        <a:t>GP4</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9778319"/>
                  </a:ext>
                </a:extLst>
              </a:tr>
              <a:tr h="227846">
                <a:tc>
                  <a:txBody>
                    <a:bodyPr/>
                    <a:lstStyle/>
                    <a:p>
                      <a:r>
                        <a:rPr lang="en-US" sz="800" dirty="0">
                          <a:solidFill>
                            <a:schemeClr val="tx1"/>
                          </a:solidFill>
                          <a:effectLst/>
                          <a:latin typeface="+mn-lt"/>
                        </a:rPr>
                        <a:t>GM4</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65081717"/>
                  </a:ext>
                </a:extLst>
              </a:tr>
            </a:tbl>
          </a:graphicData>
        </a:graphic>
      </p:graphicFrame>
      <p:graphicFrame>
        <p:nvGraphicFramePr>
          <p:cNvPr id="35" name="Таблица 34">
            <a:extLst>
              <a:ext uri="{FF2B5EF4-FFF2-40B4-BE49-F238E27FC236}">
                <a16:creationId xmlns:a16="http://schemas.microsoft.com/office/drawing/2014/main" id="{82F4D2CB-4CE3-AB4B-6329-27667276A8F8}"/>
              </a:ext>
            </a:extLst>
          </p:cNvPr>
          <p:cNvGraphicFramePr>
            <a:graphicFrameLocks noGrp="1"/>
          </p:cNvGraphicFramePr>
          <p:nvPr>
            <p:extLst>
              <p:ext uri="{D42A27DB-BD31-4B8C-83A1-F6EECF244321}">
                <p14:modId xmlns:p14="http://schemas.microsoft.com/office/powerpoint/2010/main" val="1318320476"/>
              </p:ext>
            </p:extLst>
          </p:nvPr>
        </p:nvGraphicFramePr>
        <p:xfrm>
          <a:off x="336506" y="952822"/>
          <a:ext cx="11521578" cy="2627999"/>
        </p:xfrm>
        <a:graphic>
          <a:graphicData uri="http://schemas.openxmlformats.org/drawingml/2006/table">
            <a:tbl>
              <a:tblPr>
                <a:tableStyleId>{2D5ABB26-0587-4C30-8999-92F81FD0307C}</a:tableStyleId>
              </a:tblPr>
              <a:tblGrid>
                <a:gridCol w="1388902">
                  <a:extLst>
                    <a:ext uri="{9D8B030D-6E8A-4147-A177-3AD203B41FA5}">
                      <a16:colId xmlns:a16="http://schemas.microsoft.com/office/drawing/2014/main" val="1370436227"/>
                    </a:ext>
                  </a:extLst>
                </a:gridCol>
                <a:gridCol w="494936">
                  <a:extLst>
                    <a:ext uri="{9D8B030D-6E8A-4147-A177-3AD203B41FA5}">
                      <a16:colId xmlns:a16="http://schemas.microsoft.com/office/drawing/2014/main" val="2131277952"/>
                    </a:ext>
                  </a:extLst>
                </a:gridCol>
                <a:gridCol w="458940">
                  <a:extLst>
                    <a:ext uri="{9D8B030D-6E8A-4147-A177-3AD203B41FA5}">
                      <a16:colId xmlns:a16="http://schemas.microsoft.com/office/drawing/2014/main" val="2013127667"/>
                    </a:ext>
                  </a:extLst>
                </a:gridCol>
                <a:gridCol w="458940">
                  <a:extLst>
                    <a:ext uri="{9D8B030D-6E8A-4147-A177-3AD203B41FA5}">
                      <a16:colId xmlns:a16="http://schemas.microsoft.com/office/drawing/2014/main" val="4285724143"/>
                    </a:ext>
                  </a:extLst>
                </a:gridCol>
                <a:gridCol w="458940">
                  <a:extLst>
                    <a:ext uri="{9D8B030D-6E8A-4147-A177-3AD203B41FA5}">
                      <a16:colId xmlns:a16="http://schemas.microsoft.com/office/drawing/2014/main" val="1057102347"/>
                    </a:ext>
                  </a:extLst>
                </a:gridCol>
                <a:gridCol w="458940">
                  <a:extLst>
                    <a:ext uri="{9D8B030D-6E8A-4147-A177-3AD203B41FA5}">
                      <a16:colId xmlns:a16="http://schemas.microsoft.com/office/drawing/2014/main" val="3463399289"/>
                    </a:ext>
                  </a:extLst>
                </a:gridCol>
                <a:gridCol w="458940">
                  <a:extLst>
                    <a:ext uri="{9D8B030D-6E8A-4147-A177-3AD203B41FA5}">
                      <a16:colId xmlns:a16="http://schemas.microsoft.com/office/drawing/2014/main" val="757760889"/>
                    </a:ext>
                  </a:extLst>
                </a:gridCol>
                <a:gridCol w="458940">
                  <a:extLst>
                    <a:ext uri="{9D8B030D-6E8A-4147-A177-3AD203B41FA5}">
                      <a16:colId xmlns:a16="http://schemas.microsoft.com/office/drawing/2014/main" val="3113045147"/>
                    </a:ext>
                  </a:extLst>
                </a:gridCol>
                <a:gridCol w="458940">
                  <a:extLst>
                    <a:ext uri="{9D8B030D-6E8A-4147-A177-3AD203B41FA5}">
                      <a16:colId xmlns:a16="http://schemas.microsoft.com/office/drawing/2014/main" val="1545569847"/>
                    </a:ext>
                  </a:extLst>
                </a:gridCol>
                <a:gridCol w="458940">
                  <a:extLst>
                    <a:ext uri="{9D8B030D-6E8A-4147-A177-3AD203B41FA5}">
                      <a16:colId xmlns:a16="http://schemas.microsoft.com/office/drawing/2014/main" val="863935234"/>
                    </a:ext>
                  </a:extLst>
                </a:gridCol>
                <a:gridCol w="458940">
                  <a:extLst>
                    <a:ext uri="{9D8B030D-6E8A-4147-A177-3AD203B41FA5}">
                      <a16:colId xmlns:a16="http://schemas.microsoft.com/office/drawing/2014/main" val="2026802471"/>
                    </a:ext>
                  </a:extLst>
                </a:gridCol>
                <a:gridCol w="458940">
                  <a:extLst>
                    <a:ext uri="{9D8B030D-6E8A-4147-A177-3AD203B41FA5}">
                      <a16:colId xmlns:a16="http://schemas.microsoft.com/office/drawing/2014/main" val="2288040653"/>
                    </a:ext>
                  </a:extLst>
                </a:gridCol>
                <a:gridCol w="458940">
                  <a:extLst>
                    <a:ext uri="{9D8B030D-6E8A-4147-A177-3AD203B41FA5}">
                      <a16:colId xmlns:a16="http://schemas.microsoft.com/office/drawing/2014/main" val="2127016940"/>
                    </a:ext>
                  </a:extLst>
                </a:gridCol>
                <a:gridCol w="458940">
                  <a:extLst>
                    <a:ext uri="{9D8B030D-6E8A-4147-A177-3AD203B41FA5}">
                      <a16:colId xmlns:a16="http://schemas.microsoft.com/office/drawing/2014/main" val="3832057278"/>
                    </a:ext>
                  </a:extLst>
                </a:gridCol>
                <a:gridCol w="458940">
                  <a:extLst>
                    <a:ext uri="{9D8B030D-6E8A-4147-A177-3AD203B41FA5}">
                      <a16:colId xmlns:a16="http://schemas.microsoft.com/office/drawing/2014/main" val="775118058"/>
                    </a:ext>
                  </a:extLst>
                </a:gridCol>
                <a:gridCol w="458940">
                  <a:extLst>
                    <a:ext uri="{9D8B030D-6E8A-4147-A177-3AD203B41FA5}">
                      <a16:colId xmlns:a16="http://schemas.microsoft.com/office/drawing/2014/main" val="1962263374"/>
                    </a:ext>
                  </a:extLst>
                </a:gridCol>
                <a:gridCol w="458940">
                  <a:extLst>
                    <a:ext uri="{9D8B030D-6E8A-4147-A177-3AD203B41FA5}">
                      <a16:colId xmlns:a16="http://schemas.microsoft.com/office/drawing/2014/main" val="2080717009"/>
                    </a:ext>
                  </a:extLst>
                </a:gridCol>
                <a:gridCol w="458940">
                  <a:extLst>
                    <a:ext uri="{9D8B030D-6E8A-4147-A177-3AD203B41FA5}">
                      <a16:colId xmlns:a16="http://schemas.microsoft.com/office/drawing/2014/main" val="498395298"/>
                    </a:ext>
                  </a:extLst>
                </a:gridCol>
                <a:gridCol w="458940">
                  <a:extLst>
                    <a:ext uri="{9D8B030D-6E8A-4147-A177-3AD203B41FA5}">
                      <a16:colId xmlns:a16="http://schemas.microsoft.com/office/drawing/2014/main" val="3334556568"/>
                    </a:ext>
                  </a:extLst>
                </a:gridCol>
                <a:gridCol w="458940">
                  <a:extLst>
                    <a:ext uri="{9D8B030D-6E8A-4147-A177-3AD203B41FA5}">
                      <a16:colId xmlns:a16="http://schemas.microsoft.com/office/drawing/2014/main" val="972027738"/>
                    </a:ext>
                  </a:extLst>
                </a:gridCol>
                <a:gridCol w="458940">
                  <a:extLst>
                    <a:ext uri="{9D8B030D-6E8A-4147-A177-3AD203B41FA5}">
                      <a16:colId xmlns:a16="http://schemas.microsoft.com/office/drawing/2014/main" val="3675779059"/>
                    </a:ext>
                  </a:extLst>
                </a:gridCol>
                <a:gridCol w="458940">
                  <a:extLst>
                    <a:ext uri="{9D8B030D-6E8A-4147-A177-3AD203B41FA5}">
                      <a16:colId xmlns:a16="http://schemas.microsoft.com/office/drawing/2014/main" val="1346431041"/>
                    </a:ext>
                  </a:extLst>
                </a:gridCol>
                <a:gridCol w="458940">
                  <a:extLst>
                    <a:ext uri="{9D8B030D-6E8A-4147-A177-3AD203B41FA5}">
                      <a16:colId xmlns:a16="http://schemas.microsoft.com/office/drawing/2014/main" val="1002798515"/>
                    </a:ext>
                  </a:extLst>
                </a:gridCol>
              </a:tblGrid>
              <a:tr h="456670">
                <a:tc>
                  <a:txBody>
                    <a:bodyPr/>
                    <a:lstStyle/>
                    <a:p>
                      <a:pPr>
                        <a:lnSpc>
                          <a:spcPct val="90000"/>
                        </a:lnSpc>
                      </a:pPr>
                      <a:endParaRPr lang="ru-RU" sz="800" dirty="0">
                        <a:solidFill>
                          <a:schemeClr val="tx1"/>
                        </a:solidFill>
                        <a:latin typeface="+mn-lt"/>
                      </a:endParaRPr>
                    </a:p>
                  </a:txBody>
                  <a:tcPr marL="143981" marR="53993" marT="44994" marB="44994" anchor="ctr">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Finance</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Retail</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err="1">
                          <a:solidFill>
                            <a:srgbClr val="000000">
                              <a:alpha val="100000"/>
                            </a:srgbClr>
                          </a:solidFill>
                          <a:latin typeface="+mn-lt"/>
                          <a:ea typeface="Stapel" pitchFamily="34" charset="-122"/>
                          <a:cs typeface="Stapel" pitchFamily="34" charset="-120"/>
                        </a:rPr>
                        <a:t>Insur</a:t>
                      </a:r>
                      <a:r>
                        <a:rPr lang="en-US" sz="750" dirty="0">
                          <a:solidFill>
                            <a:srgbClr val="000000">
                              <a:alpha val="100000"/>
                            </a:srgbClr>
                          </a:solidFill>
                          <a:latin typeface="+mn-lt"/>
                          <a:ea typeface="Stapel" pitchFamily="34" charset="-122"/>
                          <a:cs typeface="Stapel" pitchFamily="34" charset="-120"/>
                        </a:rPr>
                        <a:t>.</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TLS</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OG</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MM</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CF0522">
                              <a:alpha val="100000"/>
                            </a:srgbClr>
                          </a:solidFill>
                          <a:latin typeface="+mn-lt"/>
                          <a:ea typeface="Stapel" pitchFamily="34" charset="-122"/>
                          <a:cs typeface="Stapel" pitchFamily="34" charset="-120"/>
                        </a:rPr>
                        <a:t>IS</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ES</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PBU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chemeClr val="tx1"/>
                          </a:solidFill>
                          <a:latin typeface="+mn-lt"/>
                          <a:ea typeface="Stapel" pitchFamily="34" charset="-122"/>
                          <a:cs typeface="Stapel" pitchFamily="34" charset="-120"/>
                        </a:rPr>
                        <a:t>TOTAL</a:t>
                      </a:r>
                      <a:endParaRPr lang="en-US" sz="750" dirty="0">
                        <a:solidFill>
                          <a:schemeClr val="tx1"/>
                        </a:solidFill>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Prod</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GPM2</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GMM2</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w/o revenue 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Bench</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SM 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GA 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GP3</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GM3</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Costs of IBU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GP4</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GM4</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4747250"/>
                  </a:ext>
                </a:extLst>
              </a:tr>
              <a:tr h="226161">
                <a:tc>
                  <a:txBody>
                    <a:bodyPr/>
                    <a:lstStyle/>
                    <a:p>
                      <a:r>
                        <a:rPr lang="en-US" sz="800" dirty="0">
                          <a:effectLst/>
                          <a:latin typeface="+mn-lt"/>
                        </a:rPr>
                        <a:t>IBU Projects</a:t>
                      </a:r>
                      <a:endParaRPr lang="ru-RU" sz="800" dirty="0">
                        <a:solidFill>
                          <a:schemeClr val="tx1"/>
                        </a:solidFill>
                        <a:latin typeface="+mn-lt"/>
                      </a:endParaRPr>
                    </a:p>
                  </a:txBody>
                  <a:tcPr marL="143981"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262374179"/>
                  </a:ext>
                </a:extLst>
              </a:tr>
              <a:tr h="226161">
                <a:tc>
                  <a:txBody>
                    <a:bodyPr/>
                    <a:lstStyle/>
                    <a:p>
                      <a:r>
                        <a:rPr lang="en-US" sz="800" dirty="0">
                          <a:effectLst/>
                          <a:latin typeface="+mn-lt"/>
                        </a:rPr>
                        <a:t>Consulting</a:t>
                      </a:r>
                      <a:endParaRPr lang="ru-RU" sz="8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algn="r"/>
                      <a:r>
                        <a:rPr lang="ru-RU" sz="800" dirty="0">
                          <a:solidFill>
                            <a:schemeClr val="tx1"/>
                          </a:solidFill>
                          <a:latin typeface="+mn-lt"/>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algn="r"/>
                      <a:r>
                        <a:rPr lang="ru-RU" sz="800" dirty="0">
                          <a:solidFill>
                            <a:schemeClr val="tx1"/>
                          </a:solidFill>
                          <a:latin typeface="+mn-lt"/>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017746642"/>
                  </a:ext>
                </a:extLst>
              </a:tr>
              <a:tr h="226161">
                <a:tc>
                  <a:txBody>
                    <a:bodyPr/>
                    <a:lstStyle/>
                    <a:p>
                      <a:r>
                        <a:rPr lang="en-US" sz="800" dirty="0">
                          <a:effectLst/>
                          <a:latin typeface="+mn-lt"/>
                        </a:rPr>
                        <a:t>Digital</a:t>
                      </a:r>
                      <a:endParaRPr lang="ru-RU" sz="800" dirty="0">
                        <a:solidFill>
                          <a:schemeClr val="tx2"/>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545838045"/>
                  </a:ext>
                </a:extLst>
              </a:tr>
              <a:tr h="226161">
                <a:tc>
                  <a:txBody>
                    <a:bodyPr/>
                    <a:lstStyle/>
                    <a:p>
                      <a:r>
                        <a:rPr lang="en-US" sz="800" dirty="0">
                          <a:effectLst/>
                          <a:latin typeface="+mn-lt"/>
                        </a:rPr>
                        <a:t>Enterprise Applications</a:t>
                      </a:r>
                      <a:endParaRPr lang="ru-RU" sz="800" dirty="0">
                        <a:solidFill>
                          <a:schemeClr val="tx2"/>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796206460"/>
                  </a:ext>
                </a:extLst>
              </a:tr>
              <a:tr h="260986">
                <a:tc>
                  <a:txBody>
                    <a:bodyPr/>
                    <a:lstStyle/>
                    <a:p>
                      <a:r>
                        <a:rPr lang="en-US" sz="800" dirty="0">
                          <a:effectLst/>
                          <a:latin typeface="+mn-lt"/>
                        </a:rPr>
                        <a:t>Cloud and Data</a:t>
                      </a:r>
                      <a:endParaRPr lang="ru-RU" sz="8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165960586"/>
                  </a:ext>
                </a:extLst>
              </a:tr>
              <a:tr h="260986">
                <a:tc>
                  <a:txBody>
                    <a:bodyPr/>
                    <a:lstStyle/>
                    <a:p>
                      <a:r>
                        <a:rPr lang="en-US" sz="800" dirty="0">
                          <a:effectLst/>
                          <a:latin typeface="+mn-lt"/>
                        </a:rPr>
                        <a:t>Infrastructure</a:t>
                      </a:r>
                      <a:endParaRPr lang="ru-RU" sz="8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075704529"/>
                  </a:ext>
                </a:extLst>
              </a:tr>
              <a:tr h="287747">
                <a:tc>
                  <a:txBody>
                    <a:bodyPr/>
                    <a:lstStyle/>
                    <a:p>
                      <a:r>
                        <a:rPr lang="en-US" sz="800" dirty="0">
                          <a:effectLst/>
                          <a:latin typeface="+mn-lt"/>
                        </a:rPr>
                        <a:t>Industrial Automation</a:t>
                      </a:r>
                      <a:endParaRPr lang="ru-RU" sz="8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B5E5"/>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ACC4F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048865077"/>
                  </a:ext>
                </a:extLst>
              </a:tr>
              <a:tr h="456966">
                <a:tc>
                  <a:txBody>
                    <a:bodyPr/>
                    <a:lstStyle/>
                    <a:p>
                      <a:r>
                        <a:rPr lang="en-US" sz="1200" dirty="0">
                          <a:solidFill>
                            <a:schemeClr val="tx1"/>
                          </a:solidFill>
                          <a:effectLst/>
                          <a:latin typeface="+mn-lt"/>
                        </a:rPr>
                        <a:t>Total</a:t>
                      </a:r>
                      <a:endParaRPr lang="ru-RU" sz="12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80BB"/>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D70E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74395579"/>
                  </a:ext>
                </a:extLst>
              </a:tr>
            </a:tbl>
          </a:graphicData>
        </a:graphic>
      </p:graphicFrame>
      <p:sp>
        <p:nvSpPr>
          <p:cNvPr id="3" name="Shape 372">
            <a:extLst>
              <a:ext uri="{FF2B5EF4-FFF2-40B4-BE49-F238E27FC236}">
                <a16:creationId xmlns:a16="http://schemas.microsoft.com/office/drawing/2014/main" id="{88F99B65-81B0-001B-6E05-3E86275C488D}"/>
              </a:ext>
            </a:extLst>
          </p:cNvPr>
          <p:cNvSpPr/>
          <p:nvPr/>
        </p:nvSpPr>
        <p:spPr>
          <a:xfrm>
            <a:off x="7696160" y="4165504"/>
            <a:ext cx="1219194" cy="120634"/>
          </a:xfrm>
          <a:prstGeom prst="rect">
            <a:avLst/>
          </a:prstGeom>
          <a:noFill/>
          <a:ln/>
        </p:spPr>
      </p:sp>
      <p:sp>
        <p:nvSpPr>
          <p:cNvPr id="6" name="Shape 373">
            <a:extLst>
              <a:ext uri="{FF2B5EF4-FFF2-40B4-BE49-F238E27FC236}">
                <a16:creationId xmlns:a16="http://schemas.microsoft.com/office/drawing/2014/main" id="{5B91D72D-080D-0B8D-8A99-8E71EC6D4321}"/>
              </a:ext>
            </a:extLst>
          </p:cNvPr>
          <p:cNvSpPr/>
          <p:nvPr/>
        </p:nvSpPr>
        <p:spPr>
          <a:xfrm>
            <a:off x="7696161" y="4175028"/>
            <a:ext cx="101599" cy="101587"/>
          </a:xfrm>
          <a:prstGeom prst="rect">
            <a:avLst/>
          </a:prstGeom>
          <a:solidFill>
            <a:srgbClr val="ECB5E5"/>
          </a:solidFill>
          <a:ln/>
        </p:spPr>
      </p:sp>
      <p:sp>
        <p:nvSpPr>
          <p:cNvPr id="7" name="Text 374">
            <a:extLst>
              <a:ext uri="{FF2B5EF4-FFF2-40B4-BE49-F238E27FC236}">
                <a16:creationId xmlns:a16="http://schemas.microsoft.com/office/drawing/2014/main" id="{4D49EA05-2FC2-0BEA-E918-024258EBE84B}"/>
              </a:ext>
            </a:extLst>
          </p:cNvPr>
          <p:cNvSpPr/>
          <p:nvPr/>
        </p:nvSpPr>
        <p:spPr>
          <a:xfrm>
            <a:off x="7848559" y="4165505"/>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Revenue</a:t>
            </a:r>
            <a:endParaRPr lang="en-US" sz="800" dirty="0"/>
          </a:p>
        </p:txBody>
      </p:sp>
      <p:sp>
        <p:nvSpPr>
          <p:cNvPr id="8" name="Text 375">
            <a:extLst>
              <a:ext uri="{FF2B5EF4-FFF2-40B4-BE49-F238E27FC236}">
                <a16:creationId xmlns:a16="http://schemas.microsoft.com/office/drawing/2014/main" id="{380B83E0-D8BD-5204-8F2C-9D3F29400F38}"/>
              </a:ext>
            </a:extLst>
          </p:cNvPr>
          <p:cNvSpPr/>
          <p:nvPr/>
        </p:nvSpPr>
        <p:spPr>
          <a:xfrm>
            <a:off x="7696160" y="4324234"/>
            <a:ext cx="1938857" cy="275131"/>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Вся признанная выручка </a:t>
            </a:r>
            <a:endParaRPr lang="en-US" sz="800" dirty="0"/>
          </a:p>
          <a:p>
            <a:pPr>
              <a:lnSpc>
                <a:spcPts val="960"/>
              </a:lnSpc>
            </a:pPr>
            <a:r>
              <a:rPr lang="en-US" sz="800" dirty="0">
                <a:solidFill>
                  <a:srgbClr val="000000">
                    <a:alpha val="45000"/>
                  </a:srgbClr>
                </a:solidFill>
                <a:ea typeface="Stapel" pitchFamily="34" charset="-122"/>
                <a:cs typeface="Stapel" pitchFamily="34" charset="-120"/>
              </a:rPr>
              <a:t>(актированная и неактированная)</a:t>
            </a:r>
            <a:endParaRPr lang="en-US" sz="800" dirty="0"/>
          </a:p>
        </p:txBody>
      </p:sp>
      <p:sp>
        <p:nvSpPr>
          <p:cNvPr id="9" name="Shape 377">
            <a:extLst>
              <a:ext uri="{FF2B5EF4-FFF2-40B4-BE49-F238E27FC236}">
                <a16:creationId xmlns:a16="http://schemas.microsoft.com/office/drawing/2014/main" id="{DBDA04DC-8FC4-A27A-1005-105180FB6378}"/>
              </a:ext>
            </a:extLst>
          </p:cNvPr>
          <p:cNvSpPr/>
          <p:nvPr/>
        </p:nvSpPr>
        <p:spPr>
          <a:xfrm>
            <a:off x="7696160" y="4730581"/>
            <a:ext cx="1219194" cy="120634"/>
          </a:xfrm>
          <a:prstGeom prst="rect">
            <a:avLst/>
          </a:prstGeom>
          <a:noFill/>
          <a:ln/>
        </p:spPr>
      </p:sp>
      <p:sp>
        <p:nvSpPr>
          <p:cNvPr id="10" name="Shape 378">
            <a:extLst>
              <a:ext uri="{FF2B5EF4-FFF2-40B4-BE49-F238E27FC236}">
                <a16:creationId xmlns:a16="http://schemas.microsoft.com/office/drawing/2014/main" id="{58AAC53A-6CBA-9D3B-D34F-765F53889DB7}"/>
              </a:ext>
            </a:extLst>
          </p:cNvPr>
          <p:cNvSpPr/>
          <p:nvPr/>
        </p:nvSpPr>
        <p:spPr>
          <a:xfrm>
            <a:off x="7696161" y="4740104"/>
            <a:ext cx="101599" cy="101587"/>
          </a:xfrm>
          <a:prstGeom prst="rect">
            <a:avLst/>
          </a:prstGeom>
          <a:solidFill>
            <a:srgbClr val="FFFFFF">
              <a:alpha val="100000"/>
            </a:srgbClr>
          </a:solidFill>
          <a:ln w="12700">
            <a:solidFill>
              <a:srgbClr val="000000">
                <a:alpha val="10000"/>
              </a:srgbClr>
            </a:solidFill>
            <a:prstDash val="solid"/>
          </a:ln>
        </p:spPr>
      </p:sp>
      <p:sp>
        <p:nvSpPr>
          <p:cNvPr id="11" name="Text 379">
            <a:extLst>
              <a:ext uri="{FF2B5EF4-FFF2-40B4-BE49-F238E27FC236}">
                <a16:creationId xmlns:a16="http://schemas.microsoft.com/office/drawing/2014/main" id="{C90B9BAC-5F45-19CC-F97E-7923CCA43216}"/>
              </a:ext>
            </a:extLst>
          </p:cNvPr>
          <p:cNvSpPr/>
          <p:nvPr/>
        </p:nvSpPr>
        <p:spPr>
          <a:xfrm>
            <a:off x="7848559" y="4730581"/>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Production</a:t>
            </a:r>
            <a:endParaRPr lang="en-US" sz="800" dirty="0"/>
          </a:p>
        </p:txBody>
      </p:sp>
      <p:sp>
        <p:nvSpPr>
          <p:cNvPr id="33" name="Text 380">
            <a:extLst>
              <a:ext uri="{FF2B5EF4-FFF2-40B4-BE49-F238E27FC236}">
                <a16:creationId xmlns:a16="http://schemas.microsoft.com/office/drawing/2014/main" id="{24316021-6314-A95E-6DCE-74766600E799}"/>
              </a:ext>
            </a:extLst>
          </p:cNvPr>
          <p:cNvSpPr/>
          <p:nvPr/>
        </p:nvSpPr>
        <p:spPr>
          <a:xfrm>
            <a:off x="7696160" y="4889310"/>
            <a:ext cx="1938857" cy="395765"/>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Производственные расходы </a:t>
            </a:r>
            <a:endParaRPr lang="en-US" sz="800" dirty="0"/>
          </a:p>
          <a:p>
            <a:pPr>
              <a:lnSpc>
                <a:spcPts val="960"/>
              </a:lnSpc>
            </a:pPr>
            <a:r>
              <a:rPr lang="en-US" sz="800" dirty="0">
                <a:solidFill>
                  <a:srgbClr val="000000">
                    <a:alpha val="45000"/>
                  </a:srgbClr>
                </a:solidFill>
                <a:ea typeface="Stapel" pitchFamily="34" charset="-122"/>
                <a:cs typeface="Stapel" pitchFamily="34" charset="-120"/>
              </a:rPr>
              <a:t>по проектам, по которым признана выручка</a:t>
            </a:r>
            <a:endParaRPr lang="en-US" sz="800" dirty="0"/>
          </a:p>
        </p:txBody>
      </p:sp>
      <p:sp>
        <p:nvSpPr>
          <p:cNvPr id="34" name="Shape 382">
            <a:extLst>
              <a:ext uri="{FF2B5EF4-FFF2-40B4-BE49-F238E27FC236}">
                <a16:creationId xmlns:a16="http://schemas.microsoft.com/office/drawing/2014/main" id="{D8785D98-805D-78FB-F637-9EF44FECAD0B}"/>
              </a:ext>
            </a:extLst>
          </p:cNvPr>
          <p:cNvSpPr/>
          <p:nvPr/>
        </p:nvSpPr>
        <p:spPr>
          <a:xfrm>
            <a:off x="7696160" y="5416291"/>
            <a:ext cx="1219194" cy="120634"/>
          </a:xfrm>
          <a:prstGeom prst="rect">
            <a:avLst/>
          </a:prstGeom>
          <a:noFill/>
          <a:ln/>
        </p:spPr>
      </p:sp>
      <p:sp>
        <p:nvSpPr>
          <p:cNvPr id="37" name="Shape 383">
            <a:extLst>
              <a:ext uri="{FF2B5EF4-FFF2-40B4-BE49-F238E27FC236}">
                <a16:creationId xmlns:a16="http://schemas.microsoft.com/office/drawing/2014/main" id="{F701DDDB-030D-4C7B-E898-1AD4F4217361}"/>
              </a:ext>
            </a:extLst>
          </p:cNvPr>
          <p:cNvSpPr/>
          <p:nvPr/>
        </p:nvSpPr>
        <p:spPr>
          <a:xfrm>
            <a:off x="7696161" y="5425815"/>
            <a:ext cx="101599" cy="101587"/>
          </a:xfrm>
          <a:prstGeom prst="rect">
            <a:avLst/>
          </a:prstGeom>
          <a:solidFill>
            <a:srgbClr val="FFFFFF">
              <a:alpha val="100000"/>
            </a:srgbClr>
          </a:solidFill>
          <a:ln w="12700">
            <a:solidFill>
              <a:srgbClr val="000000">
                <a:alpha val="10000"/>
              </a:srgbClr>
            </a:solidFill>
            <a:prstDash val="solid"/>
          </a:ln>
        </p:spPr>
      </p:sp>
      <p:sp>
        <p:nvSpPr>
          <p:cNvPr id="38" name="Text 384">
            <a:extLst>
              <a:ext uri="{FF2B5EF4-FFF2-40B4-BE49-F238E27FC236}">
                <a16:creationId xmlns:a16="http://schemas.microsoft.com/office/drawing/2014/main" id="{55D7DFF6-4BA5-8963-5364-6A5936C48001}"/>
              </a:ext>
            </a:extLst>
          </p:cNvPr>
          <p:cNvSpPr/>
          <p:nvPr/>
        </p:nvSpPr>
        <p:spPr>
          <a:xfrm>
            <a:off x="7848559" y="5416292"/>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GPM2</a:t>
            </a:r>
            <a:endParaRPr lang="en-US" sz="800" dirty="0"/>
          </a:p>
        </p:txBody>
      </p:sp>
      <p:sp>
        <p:nvSpPr>
          <p:cNvPr id="39" name="Text 385">
            <a:extLst>
              <a:ext uri="{FF2B5EF4-FFF2-40B4-BE49-F238E27FC236}">
                <a16:creationId xmlns:a16="http://schemas.microsoft.com/office/drawing/2014/main" id="{0812E6B5-0819-B60D-2709-8C959D3B57C0}"/>
              </a:ext>
            </a:extLst>
          </p:cNvPr>
          <p:cNvSpPr/>
          <p:nvPr/>
        </p:nvSpPr>
        <p:spPr>
          <a:xfrm>
            <a:off x="7696160" y="5575021"/>
            <a:ext cx="1938857" cy="395765"/>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Операционная прибыль </a:t>
            </a:r>
            <a:endParaRPr lang="en-US" sz="800" dirty="0"/>
          </a:p>
          <a:p>
            <a:pPr>
              <a:lnSpc>
                <a:spcPts val="960"/>
              </a:lnSpc>
            </a:pPr>
            <a:r>
              <a:rPr lang="en-US" sz="800" dirty="0">
                <a:solidFill>
                  <a:srgbClr val="000000">
                    <a:alpha val="45000"/>
                  </a:srgbClr>
                </a:solidFill>
                <a:ea typeface="Stapel" pitchFamily="34" charset="-122"/>
                <a:cs typeface="Stapel" pitchFamily="34" charset="-120"/>
              </a:rPr>
              <a:t>по проектам, по которым признана </a:t>
            </a:r>
            <a:endParaRPr lang="en-US" sz="800" dirty="0"/>
          </a:p>
          <a:p>
            <a:pPr>
              <a:lnSpc>
                <a:spcPts val="960"/>
              </a:lnSpc>
            </a:pPr>
            <a:r>
              <a:rPr lang="en-US" sz="800" dirty="0">
                <a:solidFill>
                  <a:srgbClr val="000000">
                    <a:alpha val="45000"/>
                  </a:srgbClr>
                </a:solidFill>
                <a:ea typeface="Stapel" pitchFamily="34" charset="-122"/>
                <a:cs typeface="Stapel" pitchFamily="34" charset="-120"/>
              </a:rPr>
              <a:t>выручка (матричный GP2)</a:t>
            </a:r>
            <a:endParaRPr lang="en-US" sz="800" dirty="0"/>
          </a:p>
        </p:txBody>
      </p:sp>
      <p:sp>
        <p:nvSpPr>
          <p:cNvPr id="40" name="Shape 388">
            <a:extLst>
              <a:ext uri="{FF2B5EF4-FFF2-40B4-BE49-F238E27FC236}">
                <a16:creationId xmlns:a16="http://schemas.microsoft.com/office/drawing/2014/main" id="{CA2C17D4-CA05-3C11-2F7B-8FD5CFA979FB}"/>
              </a:ext>
            </a:extLst>
          </p:cNvPr>
          <p:cNvSpPr/>
          <p:nvPr/>
        </p:nvSpPr>
        <p:spPr>
          <a:xfrm>
            <a:off x="9855149" y="4165504"/>
            <a:ext cx="1219194" cy="120634"/>
          </a:xfrm>
          <a:prstGeom prst="rect">
            <a:avLst/>
          </a:prstGeom>
          <a:noFill/>
          <a:ln/>
        </p:spPr>
      </p:sp>
      <p:sp>
        <p:nvSpPr>
          <p:cNvPr id="41" name="Shape 389">
            <a:extLst>
              <a:ext uri="{FF2B5EF4-FFF2-40B4-BE49-F238E27FC236}">
                <a16:creationId xmlns:a16="http://schemas.microsoft.com/office/drawing/2014/main" id="{A898B8B8-1119-3F9C-1B4D-ECAF02FA983B}"/>
              </a:ext>
            </a:extLst>
          </p:cNvPr>
          <p:cNvSpPr/>
          <p:nvPr/>
        </p:nvSpPr>
        <p:spPr>
          <a:xfrm>
            <a:off x="9855149" y="4175028"/>
            <a:ext cx="101599" cy="101587"/>
          </a:xfrm>
          <a:prstGeom prst="rect">
            <a:avLst/>
          </a:prstGeom>
          <a:solidFill>
            <a:srgbClr val="ACC4FE">
              <a:alpha val="100000"/>
            </a:srgbClr>
          </a:solidFill>
          <a:ln/>
        </p:spPr>
      </p:sp>
      <p:sp>
        <p:nvSpPr>
          <p:cNvPr id="42" name="Text 390">
            <a:extLst>
              <a:ext uri="{FF2B5EF4-FFF2-40B4-BE49-F238E27FC236}">
                <a16:creationId xmlns:a16="http://schemas.microsoft.com/office/drawing/2014/main" id="{30CD1DB8-DDD4-0D0A-8852-CF79141FA5E2}"/>
              </a:ext>
            </a:extLst>
          </p:cNvPr>
          <p:cNvSpPr/>
          <p:nvPr/>
        </p:nvSpPr>
        <p:spPr>
          <a:xfrm>
            <a:off x="10007548" y="4165505"/>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Cost of BU</a:t>
            </a:r>
            <a:endParaRPr lang="en-US" sz="800" dirty="0"/>
          </a:p>
        </p:txBody>
      </p:sp>
      <p:sp>
        <p:nvSpPr>
          <p:cNvPr id="43" name="Text 391">
            <a:extLst>
              <a:ext uri="{FF2B5EF4-FFF2-40B4-BE49-F238E27FC236}">
                <a16:creationId xmlns:a16="http://schemas.microsoft.com/office/drawing/2014/main" id="{A03E3D2D-7698-3851-7924-544779BBE7B7}"/>
              </a:ext>
            </a:extLst>
          </p:cNvPr>
          <p:cNvSpPr/>
          <p:nvPr/>
        </p:nvSpPr>
        <p:spPr>
          <a:xfrm>
            <a:off x="9855149" y="4324234"/>
            <a:ext cx="1938857" cy="516399"/>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SGA расходы бизнес-юнитов и production расходы BU по всем проектам, по которым не признана выручка</a:t>
            </a:r>
            <a:endParaRPr lang="en-US" sz="800" dirty="0"/>
          </a:p>
        </p:txBody>
      </p:sp>
      <p:sp>
        <p:nvSpPr>
          <p:cNvPr id="44" name="Shape 393">
            <a:extLst>
              <a:ext uri="{FF2B5EF4-FFF2-40B4-BE49-F238E27FC236}">
                <a16:creationId xmlns:a16="http://schemas.microsoft.com/office/drawing/2014/main" id="{7C6FB027-C86C-30C7-AD49-84E4DA89D25D}"/>
              </a:ext>
            </a:extLst>
          </p:cNvPr>
          <p:cNvSpPr/>
          <p:nvPr/>
        </p:nvSpPr>
        <p:spPr>
          <a:xfrm>
            <a:off x="9855149" y="4971849"/>
            <a:ext cx="1219194" cy="120634"/>
          </a:xfrm>
          <a:prstGeom prst="rect">
            <a:avLst/>
          </a:prstGeom>
          <a:noFill/>
          <a:ln/>
        </p:spPr>
      </p:sp>
      <p:sp>
        <p:nvSpPr>
          <p:cNvPr id="45" name="Shape 394">
            <a:extLst>
              <a:ext uri="{FF2B5EF4-FFF2-40B4-BE49-F238E27FC236}">
                <a16:creationId xmlns:a16="http://schemas.microsoft.com/office/drawing/2014/main" id="{59B177C6-33A8-405F-6DA7-885C56D50DC5}"/>
              </a:ext>
            </a:extLst>
          </p:cNvPr>
          <p:cNvSpPr/>
          <p:nvPr/>
        </p:nvSpPr>
        <p:spPr>
          <a:xfrm>
            <a:off x="9855149" y="4981373"/>
            <a:ext cx="101599" cy="101587"/>
          </a:xfrm>
          <a:prstGeom prst="rect">
            <a:avLst/>
          </a:prstGeom>
          <a:solidFill>
            <a:srgbClr val="ACC4FE">
              <a:alpha val="100000"/>
            </a:srgbClr>
          </a:solidFill>
          <a:ln/>
        </p:spPr>
      </p:sp>
      <p:sp>
        <p:nvSpPr>
          <p:cNvPr id="46" name="Text 395">
            <a:extLst>
              <a:ext uri="{FF2B5EF4-FFF2-40B4-BE49-F238E27FC236}">
                <a16:creationId xmlns:a16="http://schemas.microsoft.com/office/drawing/2014/main" id="{63A73684-7DE3-2D6B-B1F7-0B0EB8BAE11E}"/>
              </a:ext>
            </a:extLst>
          </p:cNvPr>
          <p:cNvSpPr/>
          <p:nvPr/>
        </p:nvSpPr>
        <p:spPr>
          <a:xfrm>
            <a:off x="10007548" y="4971850"/>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Cost of IBU</a:t>
            </a:r>
            <a:endParaRPr lang="en-US" sz="800" dirty="0"/>
          </a:p>
        </p:txBody>
      </p:sp>
      <p:sp>
        <p:nvSpPr>
          <p:cNvPr id="47" name="Text 396">
            <a:extLst>
              <a:ext uri="{FF2B5EF4-FFF2-40B4-BE49-F238E27FC236}">
                <a16:creationId xmlns:a16="http://schemas.microsoft.com/office/drawing/2014/main" id="{4D56E22B-AEF4-2B10-A169-0416603334A1}"/>
              </a:ext>
            </a:extLst>
          </p:cNvPr>
          <p:cNvSpPr/>
          <p:nvPr/>
        </p:nvSpPr>
        <p:spPr>
          <a:xfrm>
            <a:off x="9855149" y="5130579"/>
            <a:ext cx="1938857" cy="395765"/>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SGA расходы вертикалей и production расходы IBU по всем проектам, по которым не признана выручка</a:t>
            </a:r>
            <a:endParaRPr lang="en-US" sz="800" dirty="0"/>
          </a:p>
        </p:txBody>
      </p:sp>
      <p:sp>
        <p:nvSpPr>
          <p:cNvPr id="48" name="Shape 398">
            <a:extLst>
              <a:ext uri="{FF2B5EF4-FFF2-40B4-BE49-F238E27FC236}">
                <a16:creationId xmlns:a16="http://schemas.microsoft.com/office/drawing/2014/main" id="{E67C44F9-0840-7676-DA00-8CDA590E94BB}"/>
              </a:ext>
            </a:extLst>
          </p:cNvPr>
          <p:cNvSpPr/>
          <p:nvPr/>
        </p:nvSpPr>
        <p:spPr>
          <a:xfrm>
            <a:off x="9855149" y="5657560"/>
            <a:ext cx="1219194" cy="120634"/>
          </a:xfrm>
          <a:prstGeom prst="rect">
            <a:avLst/>
          </a:prstGeom>
          <a:noFill/>
          <a:ln/>
        </p:spPr>
      </p:sp>
      <p:sp>
        <p:nvSpPr>
          <p:cNvPr id="49" name="Shape 399">
            <a:extLst>
              <a:ext uri="{FF2B5EF4-FFF2-40B4-BE49-F238E27FC236}">
                <a16:creationId xmlns:a16="http://schemas.microsoft.com/office/drawing/2014/main" id="{F76F8B7C-3D2F-31CF-BF17-AE2B8E49BDEA}"/>
              </a:ext>
            </a:extLst>
          </p:cNvPr>
          <p:cNvSpPr/>
          <p:nvPr/>
        </p:nvSpPr>
        <p:spPr>
          <a:xfrm>
            <a:off x="9855149" y="5667083"/>
            <a:ext cx="101599" cy="101587"/>
          </a:xfrm>
          <a:prstGeom prst="rect">
            <a:avLst/>
          </a:prstGeom>
          <a:solidFill>
            <a:srgbClr val="ACC4FE">
              <a:alpha val="100000"/>
            </a:srgbClr>
          </a:solidFill>
          <a:ln/>
        </p:spPr>
      </p:sp>
      <p:sp>
        <p:nvSpPr>
          <p:cNvPr id="50" name="Text 400">
            <a:extLst>
              <a:ext uri="{FF2B5EF4-FFF2-40B4-BE49-F238E27FC236}">
                <a16:creationId xmlns:a16="http://schemas.microsoft.com/office/drawing/2014/main" id="{C4EDB892-E939-CD34-80AA-44CE990E1F3E}"/>
              </a:ext>
            </a:extLst>
          </p:cNvPr>
          <p:cNvSpPr/>
          <p:nvPr/>
        </p:nvSpPr>
        <p:spPr>
          <a:xfrm>
            <a:off x="10007548" y="5657560"/>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GP3</a:t>
            </a:r>
            <a:endParaRPr lang="en-US" sz="800" dirty="0"/>
          </a:p>
        </p:txBody>
      </p:sp>
      <p:sp>
        <p:nvSpPr>
          <p:cNvPr id="51" name="Text 401">
            <a:extLst>
              <a:ext uri="{FF2B5EF4-FFF2-40B4-BE49-F238E27FC236}">
                <a16:creationId xmlns:a16="http://schemas.microsoft.com/office/drawing/2014/main" id="{073CECED-43CD-7E6C-A53A-8358428A09EA}"/>
              </a:ext>
            </a:extLst>
          </p:cNvPr>
          <p:cNvSpPr/>
          <p:nvPr/>
        </p:nvSpPr>
        <p:spPr>
          <a:xfrm>
            <a:off x="9855149" y="5816289"/>
            <a:ext cx="1938857" cy="275131"/>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Прибыль бизнес-юнита/вертикали до прочих доходов/расходов</a:t>
            </a:r>
            <a:endParaRPr lang="en-US" sz="800" dirty="0"/>
          </a:p>
        </p:txBody>
      </p:sp>
      <p:sp>
        <p:nvSpPr>
          <p:cNvPr id="52" name="Shape 403">
            <a:extLst>
              <a:ext uri="{FF2B5EF4-FFF2-40B4-BE49-F238E27FC236}">
                <a16:creationId xmlns:a16="http://schemas.microsoft.com/office/drawing/2014/main" id="{9ED31E75-038B-9CF8-2206-5C7D63C9808B}"/>
              </a:ext>
            </a:extLst>
          </p:cNvPr>
          <p:cNvSpPr/>
          <p:nvPr/>
        </p:nvSpPr>
        <p:spPr>
          <a:xfrm>
            <a:off x="9855149" y="6222636"/>
            <a:ext cx="1219194" cy="120634"/>
          </a:xfrm>
          <a:prstGeom prst="rect">
            <a:avLst/>
          </a:prstGeom>
          <a:noFill/>
          <a:ln/>
        </p:spPr>
      </p:sp>
      <p:sp>
        <p:nvSpPr>
          <p:cNvPr id="53" name="Shape 404">
            <a:extLst>
              <a:ext uri="{FF2B5EF4-FFF2-40B4-BE49-F238E27FC236}">
                <a16:creationId xmlns:a16="http://schemas.microsoft.com/office/drawing/2014/main" id="{9FD83B65-8D61-D730-021D-FA7672DC6AFF}"/>
              </a:ext>
            </a:extLst>
          </p:cNvPr>
          <p:cNvSpPr/>
          <p:nvPr/>
        </p:nvSpPr>
        <p:spPr>
          <a:xfrm>
            <a:off x="9855149" y="6232160"/>
            <a:ext cx="101599" cy="101587"/>
          </a:xfrm>
          <a:prstGeom prst="rect">
            <a:avLst/>
          </a:prstGeom>
          <a:solidFill>
            <a:srgbClr val="8F0D6B">
              <a:alpha val="100000"/>
            </a:srgbClr>
          </a:solidFill>
          <a:ln/>
        </p:spPr>
      </p:sp>
      <p:sp>
        <p:nvSpPr>
          <p:cNvPr id="54" name="Text 405">
            <a:extLst>
              <a:ext uri="{FF2B5EF4-FFF2-40B4-BE49-F238E27FC236}">
                <a16:creationId xmlns:a16="http://schemas.microsoft.com/office/drawing/2014/main" id="{86BA4480-7CCD-EB7D-DB7D-DA3877A7BE04}"/>
              </a:ext>
            </a:extLst>
          </p:cNvPr>
          <p:cNvSpPr/>
          <p:nvPr/>
        </p:nvSpPr>
        <p:spPr>
          <a:xfrm>
            <a:off x="10007548" y="6222637"/>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GP4</a:t>
            </a:r>
            <a:endParaRPr lang="en-US" sz="800" dirty="0"/>
          </a:p>
        </p:txBody>
      </p:sp>
      <p:sp>
        <p:nvSpPr>
          <p:cNvPr id="55" name="Text 406">
            <a:extLst>
              <a:ext uri="{FF2B5EF4-FFF2-40B4-BE49-F238E27FC236}">
                <a16:creationId xmlns:a16="http://schemas.microsoft.com/office/drawing/2014/main" id="{2B44CE9E-3143-2C6D-9E0B-76F8FE60A8C7}"/>
              </a:ext>
            </a:extLst>
          </p:cNvPr>
          <p:cNvSpPr/>
          <p:nvPr/>
        </p:nvSpPr>
        <p:spPr>
          <a:xfrm>
            <a:off x="9855149" y="6381366"/>
            <a:ext cx="1411809" cy="154496"/>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Прибыль на уровне бизнеса</a:t>
            </a:r>
            <a:endParaRPr lang="en-US" sz="800" dirty="0"/>
          </a:p>
        </p:txBody>
      </p:sp>
      <p:sp>
        <p:nvSpPr>
          <p:cNvPr id="56" name="Text 368">
            <a:extLst>
              <a:ext uri="{FF2B5EF4-FFF2-40B4-BE49-F238E27FC236}">
                <a16:creationId xmlns:a16="http://schemas.microsoft.com/office/drawing/2014/main" id="{B9187CBA-2A32-76A9-CBAC-AA6FEECD29F3}"/>
              </a:ext>
            </a:extLst>
          </p:cNvPr>
          <p:cNvSpPr/>
          <p:nvPr/>
        </p:nvSpPr>
        <p:spPr>
          <a:xfrm>
            <a:off x="355599" y="6603587"/>
            <a:ext cx="1849957" cy="154496"/>
          </a:xfrm>
          <a:prstGeom prst="rect">
            <a:avLst/>
          </a:prstGeom>
          <a:noFill/>
          <a:ln/>
        </p:spPr>
        <p:txBody>
          <a:bodyPr wrap="square" lIns="0" tIns="0" rIns="0" bIns="0" rtlCol="0" anchor="t"/>
          <a:lstStyle/>
          <a:p>
            <a:pPr>
              <a:lnSpc>
                <a:spcPts val="960"/>
              </a:lnSpc>
            </a:pPr>
            <a:r>
              <a:rPr lang="en-US" sz="800" dirty="0">
                <a:solidFill>
                  <a:srgbClr val="000000">
                    <a:alpha val="45000"/>
                  </a:srgbClr>
                </a:solidFill>
                <a:latin typeface="Stapel" panose="020B0504020202020204" pitchFamily="34" charset="-52"/>
                <a:ea typeface="Stapel" pitchFamily="34" charset="-122"/>
                <a:cs typeface="Stapel" pitchFamily="34" charset="-120"/>
              </a:rPr>
              <a:t>*данные представлены в млн рублей</a:t>
            </a:r>
            <a:endParaRPr lang="en-US" sz="800" dirty="0"/>
          </a:p>
        </p:txBody>
      </p:sp>
      <p:sp>
        <p:nvSpPr>
          <p:cNvPr id="2" name="Номер слайда 1">
            <a:extLst>
              <a:ext uri="{FF2B5EF4-FFF2-40B4-BE49-F238E27FC236}">
                <a16:creationId xmlns:a16="http://schemas.microsoft.com/office/drawing/2014/main" id="{D4050CF5-6690-DF0C-5BEE-631318099167}"/>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24</a:t>
            </a:fld>
            <a:endParaRPr lang="ru-RU" dirty="0"/>
          </a:p>
        </p:txBody>
      </p:sp>
      <p:sp>
        <p:nvSpPr>
          <p:cNvPr id="5" name="Заголовок 4">
            <a:extLst>
              <a:ext uri="{FF2B5EF4-FFF2-40B4-BE49-F238E27FC236}">
                <a16:creationId xmlns:a16="http://schemas.microsoft.com/office/drawing/2014/main" id="{013DA35D-59E1-B9EB-1816-13A0117005BC}"/>
              </a:ext>
            </a:extLst>
          </p:cNvPr>
          <p:cNvSpPr>
            <a:spLocks noGrp="1"/>
          </p:cNvSpPr>
          <p:nvPr>
            <p:ph type="title"/>
          </p:nvPr>
        </p:nvSpPr>
        <p:spPr/>
        <p:txBody>
          <a:bodyPr/>
          <a:lstStyle/>
          <a:p>
            <a:r>
              <a:rPr lang="ru-RU" dirty="0"/>
              <a:t>Анализ эффективности</a:t>
            </a:r>
          </a:p>
        </p:txBody>
      </p:sp>
    </p:spTree>
    <p:extLst>
      <p:ext uri="{BB962C8B-B14F-4D97-AF65-F5344CB8AC3E}">
        <p14:creationId xmlns:p14="http://schemas.microsoft.com/office/powerpoint/2010/main" val="2413909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A6BC7-5952-2A5E-E920-CE19F7879538}"/>
            </a:ext>
          </a:extLst>
        </p:cNvPr>
        <p:cNvGrpSpPr/>
        <p:nvPr/>
      </p:nvGrpSpPr>
      <p:grpSpPr>
        <a:xfrm>
          <a:off x="0" y="0"/>
          <a:ext cx="0" cy="0"/>
          <a:chOff x="0" y="0"/>
          <a:chExt cx="0" cy="0"/>
        </a:xfrm>
      </p:grpSpPr>
      <p:graphicFrame>
        <p:nvGraphicFramePr>
          <p:cNvPr id="36" name="Таблица 35">
            <a:extLst>
              <a:ext uri="{FF2B5EF4-FFF2-40B4-BE49-F238E27FC236}">
                <a16:creationId xmlns:a16="http://schemas.microsoft.com/office/drawing/2014/main" id="{D8F05CC1-E225-0BD7-9EAB-6DF3A04CA902}"/>
              </a:ext>
            </a:extLst>
          </p:cNvPr>
          <p:cNvGraphicFramePr>
            <a:graphicFrameLocks noGrp="1"/>
          </p:cNvGraphicFramePr>
          <p:nvPr/>
        </p:nvGraphicFramePr>
        <p:xfrm>
          <a:off x="336506" y="3576652"/>
          <a:ext cx="6014815" cy="2734152"/>
        </p:xfrm>
        <a:graphic>
          <a:graphicData uri="http://schemas.openxmlformats.org/drawingml/2006/table">
            <a:tbl>
              <a:tblPr>
                <a:tableStyleId>{2D5ABB26-0587-4C30-8999-92F81FD0307C}</a:tableStyleId>
              </a:tblPr>
              <a:tblGrid>
                <a:gridCol w="1389419">
                  <a:extLst>
                    <a:ext uri="{9D8B030D-6E8A-4147-A177-3AD203B41FA5}">
                      <a16:colId xmlns:a16="http://schemas.microsoft.com/office/drawing/2014/main" val="1370436227"/>
                    </a:ext>
                  </a:extLst>
                </a:gridCol>
                <a:gridCol w="494936">
                  <a:extLst>
                    <a:ext uri="{9D8B030D-6E8A-4147-A177-3AD203B41FA5}">
                      <a16:colId xmlns:a16="http://schemas.microsoft.com/office/drawing/2014/main" val="2131277952"/>
                    </a:ext>
                  </a:extLst>
                </a:gridCol>
                <a:gridCol w="458940">
                  <a:extLst>
                    <a:ext uri="{9D8B030D-6E8A-4147-A177-3AD203B41FA5}">
                      <a16:colId xmlns:a16="http://schemas.microsoft.com/office/drawing/2014/main" val="2013127667"/>
                    </a:ext>
                  </a:extLst>
                </a:gridCol>
                <a:gridCol w="458940">
                  <a:extLst>
                    <a:ext uri="{9D8B030D-6E8A-4147-A177-3AD203B41FA5}">
                      <a16:colId xmlns:a16="http://schemas.microsoft.com/office/drawing/2014/main" val="4285724143"/>
                    </a:ext>
                  </a:extLst>
                </a:gridCol>
                <a:gridCol w="458940">
                  <a:extLst>
                    <a:ext uri="{9D8B030D-6E8A-4147-A177-3AD203B41FA5}">
                      <a16:colId xmlns:a16="http://schemas.microsoft.com/office/drawing/2014/main" val="1057102347"/>
                    </a:ext>
                  </a:extLst>
                </a:gridCol>
                <a:gridCol w="458940">
                  <a:extLst>
                    <a:ext uri="{9D8B030D-6E8A-4147-A177-3AD203B41FA5}">
                      <a16:colId xmlns:a16="http://schemas.microsoft.com/office/drawing/2014/main" val="1619303845"/>
                    </a:ext>
                  </a:extLst>
                </a:gridCol>
                <a:gridCol w="458940">
                  <a:extLst>
                    <a:ext uri="{9D8B030D-6E8A-4147-A177-3AD203B41FA5}">
                      <a16:colId xmlns:a16="http://schemas.microsoft.com/office/drawing/2014/main" val="2348546762"/>
                    </a:ext>
                  </a:extLst>
                </a:gridCol>
                <a:gridCol w="458940">
                  <a:extLst>
                    <a:ext uri="{9D8B030D-6E8A-4147-A177-3AD203B41FA5}">
                      <a16:colId xmlns:a16="http://schemas.microsoft.com/office/drawing/2014/main" val="2153849828"/>
                    </a:ext>
                  </a:extLst>
                </a:gridCol>
                <a:gridCol w="458940">
                  <a:extLst>
                    <a:ext uri="{9D8B030D-6E8A-4147-A177-3AD203B41FA5}">
                      <a16:colId xmlns:a16="http://schemas.microsoft.com/office/drawing/2014/main" val="2846964551"/>
                    </a:ext>
                  </a:extLst>
                </a:gridCol>
                <a:gridCol w="458940">
                  <a:extLst>
                    <a:ext uri="{9D8B030D-6E8A-4147-A177-3AD203B41FA5}">
                      <a16:colId xmlns:a16="http://schemas.microsoft.com/office/drawing/2014/main" val="3685901879"/>
                    </a:ext>
                  </a:extLst>
                </a:gridCol>
                <a:gridCol w="458940">
                  <a:extLst>
                    <a:ext uri="{9D8B030D-6E8A-4147-A177-3AD203B41FA5}">
                      <a16:colId xmlns:a16="http://schemas.microsoft.com/office/drawing/2014/main" val="1148196976"/>
                    </a:ext>
                  </a:extLst>
                </a:gridCol>
              </a:tblGrid>
              <a:tr h="227846">
                <a:tc>
                  <a:txBody>
                    <a:bodyPr/>
                    <a:lstStyle/>
                    <a:p>
                      <a:r>
                        <a:rPr lang="en-US" sz="800" dirty="0">
                          <a:solidFill>
                            <a:schemeClr val="tx1"/>
                          </a:solidFill>
                          <a:effectLst/>
                          <a:latin typeface="+mn-lt"/>
                        </a:rPr>
                        <a:t>Production</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558672718"/>
                  </a:ext>
                </a:extLst>
              </a:tr>
              <a:tr h="227846">
                <a:tc>
                  <a:txBody>
                    <a:bodyPr/>
                    <a:lstStyle/>
                    <a:p>
                      <a:r>
                        <a:rPr lang="en-US" sz="800" dirty="0">
                          <a:solidFill>
                            <a:schemeClr val="tx1"/>
                          </a:solidFill>
                          <a:effectLst/>
                          <a:latin typeface="+mn-lt"/>
                        </a:rPr>
                        <a:t>GPM2</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933861116"/>
                  </a:ext>
                </a:extLst>
              </a:tr>
              <a:tr h="227846">
                <a:tc>
                  <a:txBody>
                    <a:bodyPr/>
                    <a:lstStyle/>
                    <a:p>
                      <a:r>
                        <a:rPr lang="en-US" sz="800" dirty="0">
                          <a:solidFill>
                            <a:schemeClr val="tx1"/>
                          </a:solidFill>
                          <a:effectLst/>
                          <a:latin typeface="+mn-lt"/>
                        </a:rPr>
                        <a:t>GMM2</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522830244"/>
                  </a:ext>
                </a:extLst>
              </a:tr>
              <a:tr h="227846">
                <a:tc>
                  <a:txBody>
                    <a:bodyPr/>
                    <a:lstStyle/>
                    <a:p>
                      <a:r>
                        <a:rPr lang="en-US" sz="800" dirty="0">
                          <a:solidFill>
                            <a:schemeClr val="tx1"/>
                          </a:solidFill>
                          <a:effectLst/>
                          <a:latin typeface="+mn-lt"/>
                        </a:rPr>
                        <a:t>w/o revenue IBU</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extLst>
                  <a:ext uri="{0D108BD9-81ED-4DB2-BD59-A6C34878D82A}">
                    <a16:rowId xmlns:a16="http://schemas.microsoft.com/office/drawing/2014/main" val="89538787"/>
                  </a:ext>
                </a:extLst>
              </a:tr>
              <a:tr h="227846">
                <a:tc>
                  <a:txBody>
                    <a:bodyPr/>
                    <a:lstStyle/>
                    <a:p>
                      <a:r>
                        <a:rPr lang="en-US" sz="800" dirty="0">
                          <a:solidFill>
                            <a:schemeClr val="tx1"/>
                          </a:solidFill>
                          <a:effectLst/>
                          <a:latin typeface="+mn-lt"/>
                        </a:rPr>
                        <a:t>Bench</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extLst>
                  <a:ext uri="{0D108BD9-81ED-4DB2-BD59-A6C34878D82A}">
                    <a16:rowId xmlns:a16="http://schemas.microsoft.com/office/drawing/2014/main" val="1586575852"/>
                  </a:ext>
                </a:extLst>
              </a:tr>
              <a:tr h="227846">
                <a:tc>
                  <a:txBody>
                    <a:bodyPr/>
                    <a:lstStyle/>
                    <a:p>
                      <a:r>
                        <a:rPr lang="en-US" sz="800" dirty="0">
                          <a:solidFill>
                            <a:schemeClr val="tx1"/>
                          </a:solidFill>
                          <a:effectLst/>
                          <a:latin typeface="+mn-lt"/>
                        </a:rPr>
                        <a:t>SM IBU</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extLst>
                  <a:ext uri="{0D108BD9-81ED-4DB2-BD59-A6C34878D82A}">
                    <a16:rowId xmlns:a16="http://schemas.microsoft.com/office/drawing/2014/main" val="3796417459"/>
                  </a:ext>
                </a:extLst>
              </a:tr>
              <a:tr h="227846">
                <a:tc>
                  <a:txBody>
                    <a:bodyPr/>
                    <a:lstStyle/>
                    <a:p>
                      <a:r>
                        <a:rPr lang="en-US" sz="800" dirty="0">
                          <a:solidFill>
                            <a:schemeClr val="tx1"/>
                          </a:solidFill>
                          <a:effectLst/>
                          <a:latin typeface="+mn-lt"/>
                        </a:rPr>
                        <a:t>GA IBU</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extLst>
                  <a:ext uri="{0D108BD9-81ED-4DB2-BD59-A6C34878D82A}">
                    <a16:rowId xmlns:a16="http://schemas.microsoft.com/office/drawing/2014/main" val="3814911280"/>
                  </a:ext>
                </a:extLst>
              </a:tr>
              <a:tr h="227846">
                <a:tc>
                  <a:txBody>
                    <a:bodyPr/>
                    <a:lstStyle/>
                    <a:p>
                      <a:r>
                        <a:rPr lang="en-US" sz="800" dirty="0">
                          <a:solidFill>
                            <a:schemeClr val="tx1"/>
                          </a:solidFill>
                          <a:effectLst/>
                          <a:latin typeface="+mn-lt"/>
                        </a:rPr>
                        <a:t>GP3</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D5BFED"/>
                    </a:solidFill>
                  </a:tcPr>
                </a:tc>
                <a:extLst>
                  <a:ext uri="{0D108BD9-81ED-4DB2-BD59-A6C34878D82A}">
                    <a16:rowId xmlns:a16="http://schemas.microsoft.com/office/drawing/2014/main" val="1256580698"/>
                  </a:ext>
                </a:extLst>
              </a:tr>
              <a:tr h="227846">
                <a:tc>
                  <a:txBody>
                    <a:bodyPr/>
                    <a:lstStyle/>
                    <a:p>
                      <a:r>
                        <a:rPr lang="en-US" sz="800" dirty="0">
                          <a:solidFill>
                            <a:schemeClr val="tx1"/>
                          </a:solidFill>
                          <a:effectLst/>
                          <a:latin typeface="+mn-lt"/>
                        </a:rPr>
                        <a:t>GM3</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5BFED"/>
                    </a:solidFill>
                  </a:tcPr>
                </a:tc>
                <a:extLst>
                  <a:ext uri="{0D108BD9-81ED-4DB2-BD59-A6C34878D82A}">
                    <a16:rowId xmlns:a16="http://schemas.microsoft.com/office/drawing/2014/main" val="1300580508"/>
                  </a:ext>
                </a:extLst>
              </a:tr>
              <a:tr h="227846">
                <a:tc>
                  <a:txBody>
                    <a:bodyPr/>
                    <a:lstStyle/>
                    <a:p>
                      <a:r>
                        <a:rPr lang="en-US" sz="800" dirty="0">
                          <a:solidFill>
                            <a:schemeClr val="tx1"/>
                          </a:solidFill>
                          <a:effectLst/>
                          <a:latin typeface="+mn-lt"/>
                        </a:rPr>
                        <a:t>Costs of BU</a:t>
                      </a:r>
                      <a:endParaRPr lang="ru-RU" sz="800" dirty="0">
                        <a:solidFill>
                          <a:schemeClr val="tx1"/>
                        </a:solidFill>
                        <a:latin typeface="+mn-lt"/>
                      </a:endParaRPr>
                    </a:p>
                  </a:txBody>
                  <a:tcPr marL="143981"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525366247"/>
                  </a:ext>
                </a:extLst>
              </a:tr>
              <a:tr h="227846">
                <a:tc>
                  <a:txBody>
                    <a:bodyPr/>
                    <a:lstStyle/>
                    <a:p>
                      <a:r>
                        <a:rPr lang="en-US" sz="800" dirty="0">
                          <a:solidFill>
                            <a:schemeClr val="tx1"/>
                          </a:solidFill>
                          <a:effectLst/>
                          <a:latin typeface="+mn-lt"/>
                        </a:rPr>
                        <a:t>GP4</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9778319"/>
                  </a:ext>
                </a:extLst>
              </a:tr>
              <a:tr h="227846">
                <a:tc>
                  <a:txBody>
                    <a:bodyPr/>
                    <a:lstStyle/>
                    <a:p>
                      <a:r>
                        <a:rPr lang="en-US" sz="800" dirty="0">
                          <a:solidFill>
                            <a:schemeClr val="tx1"/>
                          </a:solidFill>
                          <a:effectLst/>
                          <a:latin typeface="+mn-lt"/>
                        </a:rPr>
                        <a:t>GM4</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65081717"/>
                  </a:ext>
                </a:extLst>
              </a:tr>
            </a:tbl>
          </a:graphicData>
        </a:graphic>
      </p:graphicFrame>
      <p:graphicFrame>
        <p:nvGraphicFramePr>
          <p:cNvPr id="35" name="Таблица 34">
            <a:extLst>
              <a:ext uri="{FF2B5EF4-FFF2-40B4-BE49-F238E27FC236}">
                <a16:creationId xmlns:a16="http://schemas.microsoft.com/office/drawing/2014/main" id="{82F4D2CB-4CE3-AB4B-6329-27667276A8F8}"/>
              </a:ext>
            </a:extLst>
          </p:cNvPr>
          <p:cNvGraphicFramePr>
            <a:graphicFrameLocks noGrp="1"/>
          </p:cNvGraphicFramePr>
          <p:nvPr/>
        </p:nvGraphicFramePr>
        <p:xfrm>
          <a:off x="336506" y="952822"/>
          <a:ext cx="11521578" cy="2627999"/>
        </p:xfrm>
        <a:graphic>
          <a:graphicData uri="http://schemas.openxmlformats.org/drawingml/2006/table">
            <a:tbl>
              <a:tblPr>
                <a:tableStyleId>{2D5ABB26-0587-4C30-8999-92F81FD0307C}</a:tableStyleId>
              </a:tblPr>
              <a:tblGrid>
                <a:gridCol w="1388902">
                  <a:extLst>
                    <a:ext uri="{9D8B030D-6E8A-4147-A177-3AD203B41FA5}">
                      <a16:colId xmlns:a16="http://schemas.microsoft.com/office/drawing/2014/main" val="1370436227"/>
                    </a:ext>
                  </a:extLst>
                </a:gridCol>
                <a:gridCol w="494936">
                  <a:extLst>
                    <a:ext uri="{9D8B030D-6E8A-4147-A177-3AD203B41FA5}">
                      <a16:colId xmlns:a16="http://schemas.microsoft.com/office/drawing/2014/main" val="2131277952"/>
                    </a:ext>
                  </a:extLst>
                </a:gridCol>
                <a:gridCol w="458940">
                  <a:extLst>
                    <a:ext uri="{9D8B030D-6E8A-4147-A177-3AD203B41FA5}">
                      <a16:colId xmlns:a16="http://schemas.microsoft.com/office/drawing/2014/main" val="2013127667"/>
                    </a:ext>
                  </a:extLst>
                </a:gridCol>
                <a:gridCol w="458940">
                  <a:extLst>
                    <a:ext uri="{9D8B030D-6E8A-4147-A177-3AD203B41FA5}">
                      <a16:colId xmlns:a16="http://schemas.microsoft.com/office/drawing/2014/main" val="4285724143"/>
                    </a:ext>
                  </a:extLst>
                </a:gridCol>
                <a:gridCol w="458940">
                  <a:extLst>
                    <a:ext uri="{9D8B030D-6E8A-4147-A177-3AD203B41FA5}">
                      <a16:colId xmlns:a16="http://schemas.microsoft.com/office/drawing/2014/main" val="1057102347"/>
                    </a:ext>
                  </a:extLst>
                </a:gridCol>
                <a:gridCol w="458940">
                  <a:extLst>
                    <a:ext uri="{9D8B030D-6E8A-4147-A177-3AD203B41FA5}">
                      <a16:colId xmlns:a16="http://schemas.microsoft.com/office/drawing/2014/main" val="3463399289"/>
                    </a:ext>
                  </a:extLst>
                </a:gridCol>
                <a:gridCol w="458940">
                  <a:extLst>
                    <a:ext uri="{9D8B030D-6E8A-4147-A177-3AD203B41FA5}">
                      <a16:colId xmlns:a16="http://schemas.microsoft.com/office/drawing/2014/main" val="757760889"/>
                    </a:ext>
                  </a:extLst>
                </a:gridCol>
                <a:gridCol w="458940">
                  <a:extLst>
                    <a:ext uri="{9D8B030D-6E8A-4147-A177-3AD203B41FA5}">
                      <a16:colId xmlns:a16="http://schemas.microsoft.com/office/drawing/2014/main" val="3113045147"/>
                    </a:ext>
                  </a:extLst>
                </a:gridCol>
                <a:gridCol w="458940">
                  <a:extLst>
                    <a:ext uri="{9D8B030D-6E8A-4147-A177-3AD203B41FA5}">
                      <a16:colId xmlns:a16="http://schemas.microsoft.com/office/drawing/2014/main" val="1545569847"/>
                    </a:ext>
                  </a:extLst>
                </a:gridCol>
                <a:gridCol w="458940">
                  <a:extLst>
                    <a:ext uri="{9D8B030D-6E8A-4147-A177-3AD203B41FA5}">
                      <a16:colId xmlns:a16="http://schemas.microsoft.com/office/drawing/2014/main" val="863935234"/>
                    </a:ext>
                  </a:extLst>
                </a:gridCol>
                <a:gridCol w="458940">
                  <a:extLst>
                    <a:ext uri="{9D8B030D-6E8A-4147-A177-3AD203B41FA5}">
                      <a16:colId xmlns:a16="http://schemas.microsoft.com/office/drawing/2014/main" val="2026802471"/>
                    </a:ext>
                  </a:extLst>
                </a:gridCol>
                <a:gridCol w="458940">
                  <a:extLst>
                    <a:ext uri="{9D8B030D-6E8A-4147-A177-3AD203B41FA5}">
                      <a16:colId xmlns:a16="http://schemas.microsoft.com/office/drawing/2014/main" val="2288040653"/>
                    </a:ext>
                  </a:extLst>
                </a:gridCol>
                <a:gridCol w="458940">
                  <a:extLst>
                    <a:ext uri="{9D8B030D-6E8A-4147-A177-3AD203B41FA5}">
                      <a16:colId xmlns:a16="http://schemas.microsoft.com/office/drawing/2014/main" val="2127016940"/>
                    </a:ext>
                  </a:extLst>
                </a:gridCol>
                <a:gridCol w="458940">
                  <a:extLst>
                    <a:ext uri="{9D8B030D-6E8A-4147-A177-3AD203B41FA5}">
                      <a16:colId xmlns:a16="http://schemas.microsoft.com/office/drawing/2014/main" val="3832057278"/>
                    </a:ext>
                  </a:extLst>
                </a:gridCol>
                <a:gridCol w="458940">
                  <a:extLst>
                    <a:ext uri="{9D8B030D-6E8A-4147-A177-3AD203B41FA5}">
                      <a16:colId xmlns:a16="http://schemas.microsoft.com/office/drawing/2014/main" val="775118058"/>
                    </a:ext>
                  </a:extLst>
                </a:gridCol>
                <a:gridCol w="458940">
                  <a:extLst>
                    <a:ext uri="{9D8B030D-6E8A-4147-A177-3AD203B41FA5}">
                      <a16:colId xmlns:a16="http://schemas.microsoft.com/office/drawing/2014/main" val="1962263374"/>
                    </a:ext>
                  </a:extLst>
                </a:gridCol>
                <a:gridCol w="458940">
                  <a:extLst>
                    <a:ext uri="{9D8B030D-6E8A-4147-A177-3AD203B41FA5}">
                      <a16:colId xmlns:a16="http://schemas.microsoft.com/office/drawing/2014/main" val="2080717009"/>
                    </a:ext>
                  </a:extLst>
                </a:gridCol>
                <a:gridCol w="458940">
                  <a:extLst>
                    <a:ext uri="{9D8B030D-6E8A-4147-A177-3AD203B41FA5}">
                      <a16:colId xmlns:a16="http://schemas.microsoft.com/office/drawing/2014/main" val="498395298"/>
                    </a:ext>
                  </a:extLst>
                </a:gridCol>
                <a:gridCol w="458940">
                  <a:extLst>
                    <a:ext uri="{9D8B030D-6E8A-4147-A177-3AD203B41FA5}">
                      <a16:colId xmlns:a16="http://schemas.microsoft.com/office/drawing/2014/main" val="3334556568"/>
                    </a:ext>
                  </a:extLst>
                </a:gridCol>
                <a:gridCol w="458940">
                  <a:extLst>
                    <a:ext uri="{9D8B030D-6E8A-4147-A177-3AD203B41FA5}">
                      <a16:colId xmlns:a16="http://schemas.microsoft.com/office/drawing/2014/main" val="972027738"/>
                    </a:ext>
                  </a:extLst>
                </a:gridCol>
                <a:gridCol w="458940">
                  <a:extLst>
                    <a:ext uri="{9D8B030D-6E8A-4147-A177-3AD203B41FA5}">
                      <a16:colId xmlns:a16="http://schemas.microsoft.com/office/drawing/2014/main" val="3675779059"/>
                    </a:ext>
                  </a:extLst>
                </a:gridCol>
                <a:gridCol w="458940">
                  <a:extLst>
                    <a:ext uri="{9D8B030D-6E8A-4147-A177-3AD203B41FA5}">
                      <a16:colId xmlns:a16="http://schemas.microsoft.com/office/drawing/2014/main" val="1346431041"/>
                    </a:ext>
                  </a:extLst>
                </a:gridCol>
                <a:gridCol w="458940">
                  <a:extLst>
                    <a:ext uri="{9D8B030D-6E8A-4147-A177-3AD203B41FA5}">
                      <a16:colId xmlns:a16="http://schemas.microsoft.com/office/drawing/2014/main" val="1002798515"/>
                    </a:ext>
                  </a:extLst>
                </a:gridCol>
              </a:tblGrid>
              <a:tr h="456670">
                <a:tc>
                  <a:txBody>
                    <a:bodyPr/>
                    <a:lstStyle/>
                    <a:p>
                      <a:pPr>
                        <a:lnSpc>
                          <a:spcPct val="90000"/>
                        </a:lnSpc>
                      </a:pPr>
                      <a:endParaRPr lang="ru-RU" sz="800" dirty="0">
                        <a:solidFill>
                          <a:schemeClr val="tx1"/>
                        </a:solidFill>
                        <a:latin typeface="+mn-lt"/>
                      </a:endParaRPr>
                    </a:p>
                  </a:txBody>
                  <a:tcPr marL="143981" marR="53993" marT="44994" marB="44994" anchor="ctr">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Finance</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Retail</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err="1">
                          <a:solidFill>
                            <a:srgbClr val="000000">
                              <a:alpha val="100000"/>
                            </a:srgbClr>
                          </a:solidFill>
                          <a:latin typeface="+mn-lt"/>
                          <a:ea typeface="Stapel" pitchFamily="34" charset="-122"/>
                          <a:cs typeface="Stapel" pitchFamily="34" charset="-120"/>
                        </a:rPr>
                        <a:t>Insur</a:t>
                      </a:r>
                      <a:r>
                        <a:rPr lang="en-US" sz="750" dirty="0">
                          <a:solidFill>
                            <a:srgbClr val="000000">
                              <a:alpha val="100000"/>
                            </a:srgbClr>
                          </a:solidFill>
                          <a:latin typeface="+mn-lt"/>
                          <a:ea typeface="Stapel" pitchFamily="34" charset="-122"/>
                          <a:cs typeface="Stapel" pitchFamily="34" charset="-120"/>
                        </a:rPr>
                        <a:t>.</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TLS</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OG</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MM</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CF0522">
                              <a:alpha val="100000"/>
                            </a:srgbClr>
                          </a:solidFill>
                          <a:latin typeface="+mn-lt"/>
                          <a:ea typeface="Stapel" pitchFamily="34" charset="-122"/>
                          <a:cs typeface="Stapel" pitchFamily="34" charset="-120"/>
                        </a:rPr>
                        <a:t>IS</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ES</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PBU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chemeClr val="tx1"/>
                          </a:solidFill>
                          <a:latin typeface="+mn-lt"/>
                          <a:ea typeface="Stapel" pitchFamily="34" charset="-122"/>
                          <a:cs typeface="Stapel" pitchFamily="34" charset="-120"/>
                        </a:rPr>
                        <a:t>TOTAL</a:t>
                      </a:r>
                      <a:endParaRPr lang="en-US" sz="750" dirty="0">
                        <a:solidFill>
                          <a:schemeClr val="tx1"/>
                        </a:solidFill>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Prod</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GPM2</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GMM2</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w/o revenue 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Bench</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SM 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GA 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GP3</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GM3</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Costs of IBU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GP4</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GM4</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4747250"/>
                  </a:ext>
                </a:extLst>
              </a:tr>
              <a:tr h="226161">
                <a:tc>
                  <a:txBody>
                    <a:bodyPr/>
                    <a:lstStyle/>
                    <a:p>
                      <a:r>
                        <a:rPr lang="en-US" sz="800" dirty="0">
                          <a:effectLst/>
                          <a:latin typeface="+mn-lt"/>
                        </a:rPr>
                        <a:t>IBU Projects</a:t>
                      </a:r>
                      <a:endParaRPr lang="ru-RU" sz="800" dirty="0">
                        <a:solidFill>
                          <a:schemeClr val="tx1"/>
                        </a:solidFill>
                        <a:latin typeface="+mn-lt"/>
                      </a:endParaRPr>
                    </a:p>
                  </a:txBody>
                  <a:tcPr marL="143981"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262374179"/>
                  </a:ext>
                </a:extLst>
              </a:tr>
              <a:tr h="226161">
                <a:tc>
                  <a:txBody>
                    <a:bodyPr/>
                    <a:lstStyle/>
                    <a:p>
                      <a:r>
                        <a:rPr lang="en-US" sz="800" dirty="0">
                          <a:effectLst/>
                          <a:latin typeface="+mn-lt"/>
                        </a:rPr>
                        <a:t>Consulting</a:t>
                      </a:r>
                      <a:endParaRPr lang="ru-RU" sz="8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algn="r"/>
                      <a:r>
                        <a:rPr lang="ru-RU" sz="800" dirty="0">
                          <a:solidFill>
                            <a:schemeClr val="tx1"/>
                          </a:solidFill>
                          <a:latin typeface="+mn-lt"/>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algn="r"/>
                      <a:r>
                        <a:rPr lang="ru-RU" sz="800" dirty="0">
                          <a:solidFill>
                            <a:schemeClr val="tx1"/>
                          </a:solidFill>
                          <a:latin typeface="+mn-lt"/>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017746642"/>
                  </a:ext>
                </a:extLst>
              </a:tr>
              <a:tr h="226161">
                <a:tc>
                  <a:txBody>
                    <a:bodyPr/>
                    <a:lstStyle/>
                    <a:p>
                      <a:r>
                        <a:rPr lang="en-US" sz="800" dirty="0">
                          <a:effectLst/>
                          <a:latin typeface="+mn-lt"/>
                        </a:rPr>
                        <a:t>Digital</a:t>
                      </a:r>
                      <a:endParaRPr lang="ru-RU" sz="800" dirty="0">
                        <a:solidFill>
                          <a:schemeClr val="tx2"/>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545838045"/>
                  </a:ext>
                </a:extLst>
              </a:tr>
              <a:tr h="226161">
                <a:tc>
                  <a:txBody>
                    <a:bodyPr/>
                    <a:lstStyle/>
                    <a:p>
                      <a:r>
                        <a:rPr lang="en-US" sz="800" dirty="0">
                          <a:effectLst/>
                          <a:latin typeface="+mn-lt"/>
                        </a:rPr>
                        <a:t>Enterprise Applications</a:t>
                      </a:r>
                      <a:endParaRPr lang="ru-RU" sz="800" dirty="0">
                        <a:solidFill>
                          <a:schemeClr val="tx2"/>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796206460"/>
                  </a:ext>
                </a:extLst>
              </a:tr>
              <a:tr h="260986">
                <a:tc>
                  <a:txBody>
                    <a:bodyPr/>
                    <a:lstStyle/>
                    <a:p>
                      <a:r>
                        <a:rPr lang="en-US" sz="800" dirty="0">
                          <a:effectLst/>
                          <a:latin typeface="+mn-lt"/>
                        </a:rPr>
                        <a:t>Cloud and Data</a:t>
                      </a:r>
                      <a:endParaRPr lang="ru-RU" sz="8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165960586"/>
                  </a:ext>
                </a:extLst>
              </a:tr>
              <a:tr h="260986">
                <a:tc>
                  <a:txBody>
                    <a:bodyPr/>
                    <a:lstStyle/>
                    <a:p>
                      <a:r>
                        <a:rPr lang="en-US" sz="800" dirty="0">
                          <a:effectLst/>
                          <a:latin typeface="+mn-lt"/>
                        </a:rPr>
                        <a:t>Infrastructure</a:t>
                      </a:r>
                      <a:endParaRPr lang="ru-RU" sz="8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075704529"/>
                  </a:ext>
                </a:extLst>
              </a:tr>
              <a:tr h="287747">
                <a:tc>
                  <a:txBody>
                    <a:bodyPr/>
                    <a:lstStyle/>
                    <a:p>
                      <a:r>
                        <a:rPr lang="en-US" sz="800" dirty="0">
                          <a:effectLst/>
                          <a:latin typeface="+mn-lt"/>
                        </a:rPr>
                        <a:t>Industrial Automation</a:t>
                      </a:r>
                      <a:endParaRPr lang="ru-RU" sz="8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048865077"/>
                  </a:ext>
                </a:extLst>
              </a:tr>
              <a:tr h="456966">
                <a:tc>
                  <a:txBody>
                    <a:bodyPr/>
                    <a:lstStyle/>
                    <a:p>
                      <a:r>
                        <a:rPr lang="en-US" sz="1200" dirty="0">
                          <a:solidFill>
                            <a:schemeClr val="tx1"/>
                          </a:solidFill>
                          <a:effectLst/>
                          <a:latin typeface="+mn-lt"/>
                        </a:rPr>
                        <a:t>Total</a:t>
                      </a:r>
                      <a:endParaRPr lang="ru-RU" sz="12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BFED"/>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74395579"/>
                  </a:ext>
                </a:extLst>
              </a:tr>
            </a:tbl>
          </a:graphicData>
        </a:graphic>
      </p:graphicFrame>
      <p:sp>
        <p:nvSpPr>
          <p:cNvPr id="3" name="Shape 372">
            <a:extLst>
              <a:ext uri="{FF2B5EF4-FFF2-40B4-BE49-F238E27FC236}">
                <a16:creationId xmlns:a16="http://schemas.microsoft.com/office/drawing/2014/main" id="{88F99B65-81B0-001B-6E05-3E86275C488D}"/>
              </a:ext>
            </a:extLst>
          </p:cNvPr>
          <p:cNvSpPr/>
          <p:nvPr/>
        </p:nvSpPr>
        <p:spPr>
          <a:xfrm>
            <a:off x="7696160" y="4165504"/>
            <a:ext cx="1219194" cy="120634"/>
          </a:xfrm>
          <a:prstGeom prst="rect">
            <a:avLst/>
          </a:prstGeom>
          <a:noFill/>
          <a:ln/>
        </p:spPr>
      </p:sp>
      <p:sp>
        <p:nvSpPr>
          <p:cNvPr id="6" name="Shape 373">
            <a:extLst>
              <a:ext uri="{FF2B5EF4-FFF2-40B4-BE49-F238E27FC236}">
                <a16:creationId xmlns:a16="http://schemas.microsoft.com/office/drawing/2014/main" id="{5B91D72D-080D-0B8D-8A99-8E71EC6D4321}"/>
              </a:ext>
            </a:extLst>
          </p:cNvPr>
          <p:cNvSpPr/>
          <p:nvPr/>
        </p:nvSpPr>
        <p:spPr>
          <a:xfrm>
            <a:off x="7696161" y="4175028"/>
            <a:ext cx="101599" cy="101587"/>
          </a:xfrm>
          <a:prstGeom prst="rect">
            <a:avLst/>
          </a:prstGeom>
          <a:solidFill>
            <a:srgbClr val="ECB5E5"/>
          </a:solidFill>
          <a:ln/>
        </p:spPr>
      </p:sp>
      <p:sp>
        <p:nvSpPr>
          <p:cNvPr id="7" name="Text 374">
            <a:extLst>
              <a:ext uri="{FF2B5EF4-FFF2-40B4-BE49-F238E27FC236}">
                <a16:creationId xmlns:a16="http://schemas.microsoft.com/office/drawing/2014/main" id="{4D49EA05-2FC2-0BEA-E918-024258EBE84B}"/>
              </a:ext>
            </a:extLst>
          </p:cNvPr>
          <p:cNvSpPr/>
          <p:nvPr/>
        </p:nvSpPr>
        <p:spPr>
          <a:xfrm>
            <a:off x="7848559" y="4165505"/>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Revenue</a:t>
            </a:r>
            <a:endParaRPr lang="en-US" sz="800" dirty="0"/>
          </a:p>
        </p:txBody>
      </p:sp>
      <p:sp>
        <p:nvSpPr>
          <p:cNvPr id="8" name="Text 375">
            <a:extLst>
              <a:ext uri="{FF2B5EF4-FFF2-40B4-BE49-F238E27FC236}">
                <a16:creationId xmlns:a16="http://schemas.microsoft.com/office/drawing/2014/main" id="{380B83E0-D8BD-5204-8F2C-9D3F29400F38}"/>
              </a:ext>
            </a:extLst>
          </p:cNvPr>
          <p:cNvSpPr/>
          <p:nvPr/>
        </p:nvSpPr>
        <p:spPr>
          <a:xfrm>
            <a:off x="7696160" y="4324234"/>
            <a:ext cx="1938857" cy="275131"/>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Вся признанная выручка </a:t>
            </a:r>
            <a:endParaRPr lang="en-US" sz="800" dirty="0"/>
          </a:p>
          <a:p>
            <a:pPr>
              <a:lnSpc>
                <a:spcPts val="960"/>
              </a:lnSpc>
            </a:pPr>
            <a:r>
              <a:rPr lang="en-US" sz="800" dirty="0">
                <a:solidFill>
                  <a:srgbClr val="000000">
                    <a:alpha val="45000"/>
                  </a:srgbClr>
                </a:solidFill>
                <a:ea typeface="Stapel" pitchFamily="34" charset="-122"/>
                <a:cs typeface="Stapel" pitchFamily="34" charset="-120"/>
              </a:rPr>
              <a:t>(актированная и неактированная)</a:t>
            </a:r>
            <a:endParaRPr lang="en-US" sz="800" dirty="0"/>
          </a:p>
        </p:txBody>
      </p:sp>
      <p:sp>
        <p:nvSpPr>
          <p:cNvPr id="9" name="Shape 377">
            <a:extLst>
              <a:ext uri="{FF2B5EF4-FFF2-40B4-BE49-F238E27FC236}">
                <a16:creationId xmlns:a16="http://schemas.microsoft.com/office/drawing/2014/main" id="{DBDA04DC-8FC4-A27A-1005-105180FB6378}"/>
              </a:ext>
            </a:extLst>
          </p:cNvPr>
          <p:cNvSpPr/>
          <p:nvPr/>
        </p:nvSpPr>
        <p:spPr>
          <a:xfrm>
            <a:off x="7696160" y="4730581"/>
            <a:ext cx="1219194" cy="120634"/>
          </a:xfrm>
          <a:prstGeom prst="rect">
            <a:avLst/>
          </a:prstGeom>
          <a:noFill/>
          <a:ln/>
        </p:spPr>
      </p:sp>
      <p:sp>
        <p:nvSpPr>
          <p:cNvPr id="10" name="Shape 378">
            <a:extLst>
              <a:ext uri="{FF2B5EF4-FFF2-40B4-BE49-F238E27FC236}">
                <a16:creationId xmlns:a16="http://schemas.microsoft.com/office/drawing/2014/main" id="{58AAC53A-6CBA-9D3B-D34F-765F53889DB7}"/>
              </a:ext>
            </a:extLst>
          </p:cNvPr>
          <p:cNvSpPr/>
          <p:nvPr/>
        </p:nvSpPr>
        <p:spPr>
          <a:xfrm>
            <a:off x="7696161" y="4740104"/>
            <a:ext cx="101599" cy="101587"/>
          </a:xfrm>
          <a:prstGeom prst="rect">
            <a:avLst/>
          </a:prstGeom>
          <a:solidFill>
            <a:srgbClr val="FFFFFF">
              <a:alpha val="100000"/>
            </a:srgbClr>
          </a:solidFill>
          <a:ln w="12700">
            <a:solidFill>
              <a:srgbClr val="000000">
                <a:alpha val="10000"/>
              </a:srgbClr>
            </a:solidFill>
            <a:prstDash val="solid"/>
          </a:ln>
        </p:spPr>
      </p:sp>
      <p:sp>
        <p:nvSpPr>
          <p:cNvPr id="11" name="Text 379">
            <a:extLst>
              <a:ext uri="{FF2B5EF4-FFF2-40B4-BE49-F238E27FC236}">
                <a16:creationId xmlns:a16="http://schemas.microsoft.com/office/drawing/2014/main" id="{C90B9BAC-5F45-19CC-F97E-7923CCA43216}"/>
              </a:ext>
            </a:extLst>
          </p:cNvPr>
          <p:cNvSpPr/>
          <p:nvPr/>
        </p:nvSpPr>
        <p:spPr>
          <a:xfrm>
            <a:off x="7848559" y="4730581"/>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Production</a:t>
            </a:r>
            <a:endParaRPr lang="en-US" sz="800" dirty="0"/>
          </a:p>
        </p:txBody>
      </p:sp>
      <p:sp>
        <p:nvSpPr>
          <p:cNvPr id="33" name="Text 380">
            <a:extLst>
              <a:ext uri="{FF2B5EF4-FFF2-40B4-BE49-F238E27FC236}">
                <a16:creationId xmlns:a16="http://schemas.microsoft.com/office/drawing/2014/main" id="{24316021-6314-A95E-6DCE-74766600E799}"/>
              </a:ext>
            </a:extLst>
          </p:cNvPr>
          <p:cNvSpPr/>
          <p:nvPr/>
        </p:nvSpPr>
        <p:spPr>
          <a:xfrm>
            <a:off x="7696160" y="4889310"/>
            <a:ext cx="1938857" cy="395765"/>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Производственные расходы </a:t>
            </a:r>
            <a:endParaRPr lang="en-US" sz="800" dirty="0"/>
          </a:p>
          <a:p>
            <a:pPr>
              <a:lnSpc>
                <a:spcPts val="960"/>
              </a:lnSpc>
            </a:pPr>
            <a:r>
              <a:rPr lang="en-US" sz="800" dirty="0">
                <a:solidFill>
                  <a:srgbClr val="000000">
                    <a:alpha val="45000"/>
                  </a:srgbClr>
                </a:solidFill>
                <a:ea typeface="Stapel" pitchFamily="34" charset="-122"/>
                <a:cs typeface="Stapel" pitchFamily="34" charset="-120"/>
              </a:rPr>
              <a:t>по проектам, по которым признана выручка</a:t>
            </a:r>
            <a:endParaRPr lang="en-US" sz="800" dirty="0"/>
          </a:p>
        </p:txBody>
      </p:sp>
      <p:sp>
        <p:nvSpPr>
          <p:cNvPr id="34" name="Shape 382">
            <a:extLst>
              <a:ext uri="{FF2B5EF4-FFF2-40B4-BE49-F238E27FC236}">
                <a16:creationId xmlns:a16="http://schemas.microsoft.com/office/drawing/2014/main" id="{D8785D98-805D-78FB-F637-9EF44FECAD0B}"/>
              </a:ext>
            </a:extLst>
          </p:cNvPr>
          <p:cNvSpPr/>
          <p:nvPr/>
        </p:nvSpPr>
        <p:spPr>
          <a:xfrm>
            <a:off x="7696160" y="5416291"/>
            <a:ext cx="1219194" cy="120634"/>
          </a:xfrm>
          <a:prstGeom prst="rect">
            <a:avLst/>
          </a:prstGeom>
          <a:noFill/>
          <a:ln/>
        </p:spPr>
      </p:sp>
      <p:sp>
        <p:nvSpPr>
          <p:cNvPr id="37" name="Shape 383">
            <a:extLst>
              <a:ext uri="{FF2B5EF4-FFF2-40B4-BE49-F238E27FC236}">
                <a16:creationId xmlns:a16="http://schemas.microsoft.com/office/drawing/2014/main" id="{F701DDDB-030D-4C7B-E898-1AD4F4217361}"/>
              </a:ext>
            </a:extLst>
          </p:cNvPr>
          <p:cNvSpPr/>
          <p:nvPr/>
        </p:nvSpPr>
        <p:spPr>
          <a:xfrm>
            <a:off x="7696161" y="5425815"/>
            <a:ext cx="101599" cy="101587"/>
          </a:xfrm>
          <a:prstGeom prst="rect">
            <a:avLst/>
          </a:prstGeom>
          <a:solidFill>
            <a:srgbClr val="FFFFFF">
              <a:alpha val="100000"/>
            </a:srgbClr>
          </a:solidFill>
          <a:ln w="12700">
            <a:solidFill>
              <a:srgbClr val="000000">
                <a:alpha val="10000"/>
              </a:srgbClr>
            </a:solidFill>
            <a:prstDash val="solid"/>
          </a:ln>
        </p:spPr>
      </p:sp>
      <p:sp>
        <p:nvSpPr>
          <p:cNvPr id="38" name="Text 384">
            <a:extLst>
              <a:ext uri="{FF2B5EF4-FFF2-40B4-BE49-F238E27FC236}">
                <a16:creationId xmlns:a16="http://schemas.microsoft.com/office/drawing/2014/main" id="{55D7DFF6-4BA5-8963-5364-6A5936C48001}"/>
              </a:ext>
            </a:extLst>
          </p:cNvPr>
          <p:cNvSpPr/>
          <p:nvPr/>
        </p:nvSpPr>
        <p:spPr>
          <a:xfrm>
            <a:off x="7848559" y="5416292"/>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GPM2</a:t>
            </a:r>
            <a:endParaRPr lang="en-US" sz="800" dirty="0"/>
          </a:p>
        </p:txBody>
      </p:sp>
      <p:sp>
        <p:nvSpPr>
          <p:cNvPr id="39" name="Text 385">
            <a:extLst>
              <a:ext uri="{FF2B5EF4-FFF2-40B4-BE49-F238E27FC236}">
                <a16:creationId xmlns:a16="http://schemas.microsoft.com/office/drawing/2014/main" id="{0812E6B5-0819-B60D-2709-8C959D3B57C0}"/>
              </a:ext>
            </a:extLst>
          </p:cNvPr>
          <p:cNvSpPr/>
          <p:nvPr/>
        </p:nvSpPr>
        <p:spPr>
          <a:xfrm>
            <a:off x="7696160" y="5575021"/>
            <a:ext cx="1938857" cy="395765"/>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Операционная прибыль </a:t>
            </a:r>
            <a:endParaRPr lang="en-US" sz="800" dirty="0"/>
          </a:p>
          <a:p>
            <a:pPr>
              <a:lnSpc>
                <a:spcPts val="960"/>
              </a:lnSpc>
            </a:pPr>
            <a:r>
              <a:rPr lang="en-US" sz="800" dirty="0">
                <a:solidFill>
                  <a:srgbClr val="000000">
                    <a:alpha val="45000"/>
                  </a:srgbClr>
                </a:solidFill>
                <a:ea typeface="Stapel" pitchFamily="34" charset="-122"/>
                <a:cs typeface="Stapel" pitchFamily="34" charset="-120"/>
              </a:rPr>
              <a:t>по проектам, по которым признана </a:t>
            </a:r>
            <a:endParaRPr lang="en-US" sz="800" dirty="0"/>
          </a:p>
          <a:p>
            <a:pPr>
              <a:lnSpc>
                <a:spcPts val="960"/>
              </a:lnSpc>
            </a:pPr>
            <a:r>
              <a:rPr lang="en-US" sz="800" dirty="0">
                <a:solidFill>
                  <a:srgbClr val="000000">
                    <a:alpha val="45000"/>
                  </a:srgbClr>
                </a:solidFill>
                <a:ea typeface="Stapel" pitchFamily="34" charset="-122"/>
                <a:cs typeface="Stapel" pitchFamily="34" charset="-120"/>
              </a:rPr>
              <a:t>выручка (матричный GP2)</a:t>
            </a:r>
            <a:endParaRPr lang="en-US" sz="800" dirty="0"/>
          </a:p>
        </p:txBody>
      </p:sp>
      <p:sp>
        <p:nvSpPr>
          <p:cNvPr id="40" name="Shape 388">
            <a:extLst>
              <a:ext uri="{FF2B5EF4-FFF2-40B4-BE49-F238E27FC236}">
                <a16:creationId xmlns:a16="http://schemas.microsoft.com/office/drawing/2014/main" id="{CA2C17D4-CA05-3C11-2F7B-8FD5CFA979FB}"/>
              </a:ext>
            </a:extLst>
          </p:cNvPr>
          <p:cNvSpPr/>
          <p:nvPr/>
        </p:nvSpPr>
        <p:spPr>
          <a:xfrm>
            <a:off x="9855149" y="4165504"/>
            <a:ext cx="1219194" cy="120634"/>
          </a:xfrm>
          <a:prstGeom prst="rect">
            <a:avLst/>
          </a:prstGeom>
          <a:noFill/>
          <a:ln/>
        </p:spPr>
      </p:sp>
      <p:sp>
        <p:nvSpPr>
          <p:cNvPr id="41" name="Shape 389">
            <a:extLst>
              <a:ext uri="{FF2B5EF4-FFF2-40B4-BE49-F238E27FC236}">
                <a16:creationId xmlns:a16="http://schemas.microsoft.com/office/drawing/2014/main" id="{A898B8B8-1119-3F9C-1B4D-ECAF02FA983B}"/>
              </a:ext>
            </a:extLst>
          </p:cNvPr>
          <p:cNvSpPr/>
          <p:nvPr/>
        </p:nvSpPr>
        <p:spPr>
          <a:xfrm>
            <a:off x="9855149" y="4175028"/>
            <a:ext cx="101599" cy="101587"/>
          </a:xfrm>
          <a:prstGeom prst="rect">
            <a:avLst/>
          </a:prstGeom>
          <a:solidFill>
            <a:srgbClr val="E5E2FC"/>
          </a:solidFill>
          <a:ln/>
        </p:spPr>
      </p:sp>
      <p:sp>
        <p:nvSpPr>
          <p:cNvPr id="42" name="Text 390">
            <a:extLst>
              <a:ext uri="{FF2B5EF4-FFF2-40B4-BE49-F238E27FC236}">
                <a16:creationId xmlns:a16="http://schemas.microsoft.com/office/drawing/2014/main" id="{30CD1DB8-DDD4-0D0A-8852-CF79141FA5E2}"/>
              </a:ext>
            </a:extLst>
          </p:cNvPr>
          <p:cNvSpPr/>
          <p:nvPr/>
        </p:nvSpPr>
        <p:spPr>
          <a:xfrm>
            <a:off x="10007548" y="4165505"/>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Cost of BU</a:t>
            </a:r>
            <a:endParaRPr lang="en-US" sz="800" dirty="0"/>
          </a:p>
        </p:txBody>
      </p:sp>
      <p:sp>
        <p:nvSpPr>
          <p:cNvPr id="43" name="Text 391">
            <a:extLst>
              <a:ext uri="{FF2B5EF4-FFF2-40B4-BE49-F238E27FC236}">
                <a16:creationId xmlns:a16="http://schemas.microsoft.com/office/drawing/2014/main" id="{A03E3D2D-7698-3851-7924-544779BBE7B7}"/>
              </a:ext>
            </a:extLst>
          </p:cNvPr>
          <p:cNvSpPr/>
          <p:nvPr/>
        </p:nvSpPr>
        <p:spPr>
          <a:xfrm>
            <a:off x="9855149" y="4324234"/>
            <a:ext cx="1938857" cy="516399"/>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SGA расходы бизнес-юнитов и production расходы BU по всем проектам, по которым не признана выручка</a:t>
            </a:r>
            <a:endParaRPr lang="en-US" sz="800" dirty="0"/>
          </a:p>
        </p:txBody>
      </p:sp>
      <p:sp>
        <p:nvSpPr>
          <p:cNvPr id="44" name="Shape 393">
            <a:extLst>
              <a:ext uri="{FF2B5EF4-FFF2-40B4-BE49-F238E27FC236}">
                <a16:creationId xmlns:a16="http://schemas.microsoft.com/office/drawing/2014/main" id="{7C6FB027-C86C-30C7-AD49-84E4DA89D25D}"/>
              </a:ext>
            </a:extLst>
          </p:cNvPr>
          <p:cNvSpPr/>
          <p:nvPr/>
        </p:nvSpPr>
        <p:spPr>
          <a:xfrm>
            <a:off x="9855149" y="4971849"/>
            <a:ext cx="1219194" cy="120634"/>
          </a:xfrm>
          <a:prstGeom prst="rect">
            <a:avLst/>
          </a:prstGeom>
          <a:noFill/>
          <a:ln/>
        </p:spPr>
      </p:sp>
      <p:sp>
        <p:nvSpPr>
          <p:cNvPr id="45" name="Shape 394">
            <a:extLst>
              <a:ext uri="{FF2B5EF4-FFF2-40B4-BE49-F238E27FC236}">
                <a16:creationId xmlns:a16="http://schemas.microsoft.com/office/drawing/2014/main" id="{59B177C6-33A8-405F-6DA7-885C56D50DC5}"/>
              </a:ext>
            </a:extLst>
          </p:cNvPr>
          <p:cNvSpPr/>
          <p:nvPr/>
        </p:nvSpPr>
        <p:spPr>
          <a:xfrm>
            <a:off x="9855149" y="4981373"/>
            <a:ext cx="101599" cy="101587"/>
          </a:xfrm>
          <a:prstGeom prst="rect">
            <a:avLst/>
          </a:prstGeom>
          <a:solidFill>
            <a:srgbClr val="E5E2FC"/>
          </a:solidFill>
          <a:ln/>
        </p:spPr>
      </p:sp>
      <p:sp>
        <p:nvSpPr>
          <p:cNvPr id="46" name="Text 395">
            <a:extLst>
              <a:ext uri="{FF2B5EF4-FFF2-40B4-BE49-F238E27FC236}">
                <a16:creationId xmlns:a16="http://schemas.microsoft.com/office/drawing/2014/main" id="{63A73684-7DE3-2D6B-B1F7-0B0EB8BAE11E}"/>
              </a:ext>
            </a:extLst>
          </p:cNvPr>
          <p:cNvSpPr/>
          <p:nvPr/>
        </p:nvSpPr>
        <p:spPr>
          <a:xfrm>
            <a:off x="10007548" y="4971850"/>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Cost of IBU</a:t>
            </a:r>
            <a:endParaRPr lang="en-US" sz="800" dirty="0"/>
          </a:p>
        </p:txBody>
      </p:sp>
      <p:sp>
        <p:nvSpPr>
          <p:cNvPr id="47" name="Text 396">
            <a:extLst>
              <a:ext uri="{FF2B5EF4-FFF2-40B4-BE49-F238E27FC236}">
                <a16:creationId xmlns:a16="http://schemas.microsoft.com/office/drawing/2014/main" id="{4D56E22B-AEF4-2B10-A169-0416603334A1}"/>
              </a:ext>
            </a:extLst>
          </p:cNvPr>
          <p:cNvSpPr/>
          <p:nvPr/>
        </p:nvSpPr>
        <p:spPr>
          <a:xfrm>
            <a:off x="9855149" y="5130579"/>
            <a:ext cx="1938857" cy="395765"/>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SGA расходы вертикалей и production расходы IBU по всем проектам, по которым не признана выручка</a:t>
            </a:r>
            <a:endParaRPr lang="en-US" sz="800" dirty="0"/>
          </a:p>
        </p:txBody>
      </p:sp>
      <p:sp>
        <p:nvSpPr>
          <p:cNvPr id="48" name="Shape 398">
            <a:extLst>
              <a:ext uri="{FF2B5EF4-FFF2-40B4-BE49-F238E27FC236}">
                <a16:creationId xmlns:a16="http://schemas.microsoft.com/office/drawing/2014/main" id="{E67C44F9-0840-7676-DA00-8CDA590E94BB}"/>
              </a:ext>
            </a:extLst>
          </p:cNvPr>
          <p:cNvSpPr/>
          <p:nvPr/>
        </p:nvSpPr>
        <p:spPr>
          <a:xfrm>
            <a:off x="9855149" y="5657560"/>
            <a:ext cx="1219194" cy="120634"/>
          </a:xfrm>
          <a:prstGeom prst="rect">
            <a:avLst/>
          </a:prstGeom>
          <a:noFill/>
          <a:ln/>
        </p:spPr>
      </p:sp>
      <p:sp>
        <p:nvSpPr>
          <p:cNvPr id="49" name="Shape 399">
            <a:extLst>
              <a:ext uri="{FF2B5EF4-FFF2-40B4-BE49-F238E27FC236}">
                <a16:creationId xmlns:a16="http://schemas.microsoft.com/office/drawing/2014/main" id="{F76F8B7C-3D2F-31CF-BF17-AE2B8E49BDEA}"/>
              </a:ext>
            </a:extLst>
          </p:cNvPr>
          <p:cNvSpPr/>
          <p:nvPr/>
        </p:nvSpPr>
        <p:spPr>
          <a:xfrm>
            <a:off x="9855149" y="5667083"/>
            <a:ext cx="101599" cy="101587"/>
          </a:xfrm>
          <a:prstGeom prst="rect">
            <a:avLst/>
          </a:prstGeom>
          <a:solidFill>
            <a:srgbClr val="E5E2FC"/>
          </a:solidFill>
          <a:ln/>
        </p:spPr>
      </p:sp>
      <p:sp>
        <p:nvSpPr>
          <p:cNvPr id="50" name="Text 400">
            <a:extLst>
              <a:ext uri="{FF2B5EF4-FFF2-40B4-BE49-F238E27FC236}">
                <a16:creationId xmlns:a16="http://schemas.microsoft.com/office/drawing/2014/main" id="{C4EDB892-E939-CD34-80AA-44CE990E1F3E}"/>
              </a:ext>
            </a:extLst>
          </p:cNvPr>
          <p:cNvSpPr/>
          <p:nvPr/>
        </p:nvSpPr>
        <p:spPr>
          <a:xfrm>
            <a:off x="10007548" y="5657560"/>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GP3</a:t>
            </a:r>
            <a:endParaRPr lang="en-US" sz="800" dirty="0"/>
          </a:p>
        </p:txBody>
      </p:sp>
      <p:sp>
        <p:nvSpPr>
          <p:cNvPr id="51" name="Text 401">
            <a:extLst>
              <a:ext uri="{FF2B5EF4-FFF2-40B4-BE49-F238E27FC236}">
                <a16:creationId xmlns:a16="http://schemas.microsoft.com/office/drawing/2014/main" id="{073CECED-43CD-7E6C-A53A-8358428A09EA}"/>
              </a:ext>
            </a:extLst>
          </p:cNvPr>
          <p:cNvSpPr/>
          <p:nvPr/>
        </p:nvSpPr>
        <p:spPr>
          <a:xfrm>
            <a:off x="9855149" y="5816289"/>
            <a:ext cx="1938857" cy="275131"/>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Прибыль бизнес-юнита/вертикали до прочих доходов/расходов</a:t>
            </a:r>
            <a:endParaRPr lang="en-US" sz="800" dirty="0"/>
          </a:p>
        </p:txBody>
      </p:sp>
      <p:sp>
        <p:nvSpPr>
          <p:cNvPr id="52" name="Shape 403">
            <a:extLst>
              <a:ext uri="{FF2B5EF4-FFF2-40B4-BE49-F238E27FC236}">
                <a16:creationId xmlns:a16="http://schemas.microsoft.com/office/drawing/2014/main" id="{9ED31E75-038B-9CF8-2206-5C7D63C9808B}"/>
              </a:ext>
            </a:extLst>
          </p:cNvPr>
          <p:cNvSpPr/>
          <p:nvPr/>
        </p:nvSpPr>
        <p:spPr>
          <a:xfrm>
            <a:off x="9855149" y="6222636"/>
            <a:ext cx="1219194" cy="120634"/>
          </a:xfrm>
          <a:prstGeom prst="rect">
            <a:avLst/>
          </a:prstGeom>
          <a:noFill/>
          <a:ln/>
        </p:spPr>
      </p:sp>
      <p:sp>
        <p:nvSpPr>
          <p:cNvPr id="56" name="Text 368">
            <a:extLst>
              <a:ext uri="{FF2B5EF4-FFF2-40B4-BE49-F238E27FC236}">
                <a16:creationId xmlns:a16="http://schemas.microsoft.com/office/drawing/2014/main" id="{B9187CBA-2A32-76A9-CBAC-AA6FEECD29F3}"/>
              </a:ext>
            </a:extLst>
          </p:cNvPr>
          <p:cNvSpPr/>
          <p:nvPr/>
        </p:nvSpPr>
        <p:spPr>
          <a:xfrm>
            <a:off x="355599" y="6603587"/>
            <a:ext cx="1849957" cy="154496"/>
          </a:xfrm>
          <a:prstGeom prst="rect">
            <a:avLst/>
          </a:prstGeom>
          <a:noFill/>
          <a:ln/>
        </p:spPr>
        <p:txBody>
          <a:bodyPr wrap="square" lIns="0" tIns="0" rIns="0" bIns="0" rtlCol="0" anchor="t"/>
          <a:lstStyle/>
          <a:p>
            <a:pPr>
              <a:lnSpc>
                <a:spcPts val="960"/>
              </a:lnSpc>
            </a:pPr>
            <a:r>
              <a:rPr lang="en-US" sz="800" dirty="0">
                <a:solidFill>
                  <a:srgbClr val="000000">
                    <a:alpha val="45000"/>
                  </a:srgbClr>
                </a:solidFill>
                <a:latin typeface="Stapel" panose="020B0504020202020204" pitchFamily="34" charset="-52"/>
                <a:ea typeface="Stapel" pitchFamily="34" charset="-122"/>
                <a:cs typeface="Stapel" pitchFamily="34" charset="-120"/>
              </a:rPr>
              <a:t>*данные представлены в млн рублей</a:t>
            </a:r>
            <a:endParaRPr lang="en-US" sz="800" dirty="0"/>
          </a:p>
        </p:txBody>
      </p:sp>
      <p:sp>
        <p:nvSpPr>
          <p:cNvPr id="2" name="Номер слайда 1">
            <a:extLst>
              <a:ext uri="{FF2B5EF4-FFF2-40B4-BE49-F238E27FC236}">
                <a16:creationId xmlns:a16="http://schemas.microsoft.com/office/drawing/2014/main" id="{D4050CF5-6690-DF0C-5BEE-631318099167}"/>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25</a:t>
            </a:fld>
            <a:endParaRPr lang="ru-RU" dirty="0"/>
          </a:p>
        </p:txBody>
      </p:sp>
      <p:sp>
        <p:nvSpPr>
          <p:cNvPr id="5" name="Заголовок 4">
            <a:extLst>
              <a:ext uri="{FF2B5EF4-FFF2-40B4-BE49-F238E27FC236}">
                <a16:creationId xmlns:a16="http://schemas.microsoft.com/office/drawing/2014/main" id="{013DA35D-59E1-B9EB-1816-13A0117005BC}"/>
              </a:ext>
            </a:extLst>
          </p:cNvPr>
          <p:cNvSpPr>
            <a:spLocks noGrp="1"/>
          </p:cNvSpPr>
          <p:nvPr>
            <p:ph type="title"/>
          </p:nvPr>
        </p:nvSpPr>
        <p:spPr/>
        <p:txBody>
          <a:bodyPr/>
          <a:lstStyle/>
          <a:p>
            <a:r>
              <a:rPr lang="ru-RU" dirty="0"/>
              <a:t>Анализ эффективности</a:t>
            </a:r>
          </a:p>
        </p:txBody>
      </p:sp>
    </p:spTree>
    <p:extLst>
      <p:ext uri="{BB962C8B-B14F-4D97-AF65-F5344CB8AC3E}">
        <p14:creationId xmlns:p14="http://schemas.microsoft.com/office/powerpoint/2010/main" val="3801881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A6BC7-5952-2A5E-E920-CE19F7879538}"/>
            </a:ext>
          </a:extLst>
        </p:cNvPr>
        <p:cNvGrpSpPr/>
        <p:nvPr/>
      </p:nvGrpSpPr>
      <p:grpSpPr>
        <a:xfrm>
          <a:off x="0" y="0"/>
          <a:ext cx="0" cy="0"/>
          <a:chOff x="0" y="0"/>
          <a:chExt cx="0" cy="0"/>
        </a:xfrm>
      </p:grpSpPr>
      <p:graphicFrame>
        <p:nvGraphicFramePr>
          <p:cNvPr id="36" name="Таблица 35">
            <a:extLst>
              <a:ext uri="{FF2B5EF4-FFF2-40B4-BE49-F238E27FC236}">
                <a16:creationId xmlns:a16="http://schemas.microsoft.com/office/drawing/2014/main" id="{D8F05CC1-E225-0BD7-9EAB-6DF3A04CA902}"/>
              </a:ext>
            </a:extLst>
          </p:cNvPr>
          <p:cNvGraphicFramePr>
            <a:graphicFrameLocks noGrp="1"/>
          </p:cNvGraphicFramePr>
          <p:nvPr/>
        </p:nvGraphicFramePr>
        <p:xfrm>
          <a:off x="336506" y="3576652"/>
          <a:ext cx="6014815" cy="2734152"/>
        </p:xfrm>
        <a:graphic>
          <a:graphicData uri="http://schemas.openxmlformats.org/drawingml/2006/table">
            <a:tbl>
              <a:tblPr>
                <a:tableStyleId>{2D5ABB26-0587-4C30-8999-92F81FD0307C}</a:tableStyleId>
              </a:tblPr>
              <a:tblGrid>
                <a:gridCol w="1389419">
                  <a:extLst>
                    <a:ext uri="{9D8B030D-6E8A-4147-A177-3AD203B41FA5}">
                      <a16:colId xmlns:a16="http://schemas.microsoft.com/office/drawing/2014/main" val="1370436227"/>
                    </a:ext>
                  </a:extLst>
                </a:gridCol>
                <a:gridCol w="494936">
                  <a:extLst>
                    <a:ext uri="{9D8B030D-6E8A-4147-A177-3AD203B41FA5}">
                      <a16:colId xmlns:a16="http://schemas.microsoft.com/office/drawing/2014/main" val="2131277952"/>
                    </a:ext>
                  </a:extLst>
                </a:gridCol>
                <a:gridCol w="458940">
                  <a:extLst>
                    <a:ext uri="{9D8B030D-6E8A-4147-A177-3AD203B41FA5}">
                      <a16:colId xmlns:a16="http://schemas.microsoft.com/office/drawing/2014/main" val="2013127667"/>
                    </a:ext>
                  </a:extLst>
                </a:gridCol>
                <a:gridCol w="458940">
                  <a:extLst>
                    <a:ext uri="{9D8B030D-6E8A-4147-A177-3AD203B41FA5}">
                      <a16:colId xmlns:a16="http://schemas.microsoft.com/office/drawing/2014/main" val="4285724143"/>
                    </a:ext>
                  </a:extLst>
                </a:gridCol>
                <a:gridCol w="458940">
                  <a:extLst>
                    <a:ext uri="{9D8B030D-6E8A-4147-A177-3AD203B41FA5}">
                      <a16:colId xmlns:a16="http://schemas.microsoft.com/office/drawing/2014/main" val="1057102347"/>
                    </a:ext>
                  </a:extLst>
                </a:gridCol>
                <a:gridCol w="458940">
                  <a:extLst>
                    <a:ext uri="{9D8B030D-6E8A-4147-A177-3AD203B41FA5}">
                      <a16:colId xmlns:a16="http://schemas.microsoft.com/office/drawing/2014/main" val="1619303845"/>
                    </a:ext>
                  </a:extLst>
                </a:gridCol>
                <a:gridCol w="458940">
                  <a:extLst>
                    <a:ext uri="{9D8B030D-6E8A-4147-A177-3AD203B41FA5}">
                      <a16:colId xmlns:a16="http://schemas.microsoft.com/office/drawing/2014/main" val="2348546762"/>
                    </a:ext>
                  </a:extLst>
                </a:gridCol>
                <a:gridCol w="458940">
                  <a:extLst>
                    <a:ext uri="{9D8B030D-6E8A-4147-A177-3AD203B41FA5}">
                      <a16:colId xmlns:a16="http://schemas.microsoft.com/office/drawing/2014/main" val="2153849828"/>
                    </a:ext>
                  </a:extLst>
                </a:gridCol>
                <a:gridCol w="458940">
                  <a:extLst>
                    <a:ext uri="{9D8B030D-6E8A-4147-A177-3AD203B41FA5}">
                      <a16:colId xmlns:a16="http://schemas.microsoft.com/office/drawing/2014/main" val="2846964551"/>
                    </a:ext>
                  </a:extLst>
                </a:gridCol>
                <a:gridCol w="458940">
                  <a:extLst>
                    <a:ext uri="{9D8B030D-6E8A-4147-A177-3AD203B41FA5}">
                      <a16:colId xmlns:a16="http://schemas.microsoft.com/office/drawing/2014/main" val="3685901879"/>
                    </a:ext>
                  </a:extLst>
                </a:gridCol>
                <a:gridCol w="458940">
                  <a:extLst>
                    <a:ext uri="{9D8B030D-6E8A-4147-A177-3AD203B41FA5}">
                      <a16:colId xmlns:a16="http://schemas.microsoft.com/office/drawing/2014/main" val="1148196976"/>
                    </a:ext>
                  </a:extLst>
                </a:gridCol>
              </a:tblGrid>
              <a:tr h="227846">
                <a:tc>
                  <a:txBody>
                    <a:bodyPr/>
                    <a:lstStyle/>
                    <a:p>
                      <a:r>
                        <a:rPr lang="en-US" sz="800" dirty="0">
                          <a:solidFill>
                            <a:schemeClr val="tx1"/>
                          </a:solidFill>
                          <a:effectLst/>
                          <a:latin typeface="+mn-lt"/>
                        </a:rPr>
                        <a:t>Production</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558672718"/>
                  </a:ext>
                </a:extLst>
              </a:tr>
              <a:tr h="227846">
                <a:tc>
                  <a:txBody>
                    <a:bodyPr/>
                    <a:lstStyle/>
                    <a:p>
                      <a:r>
                        <a:rPr lang="en-US" sz="800" dirty="0">
                          <a:solidFill>
                            <a:schemeClr val="tx1"/>
                          </a:solidFill>
                          <a:effectLst/>
                          <a:latin typeface="+mn-lt"/>
                        </a:rPr>
                        <a:t>GPM2</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933861116"/>
                  </a:ext>
                </a:extLst>
              </a:tr>
              <a:tr h="227846">
                <a:tc>
                  <a:txBody>
                    <a:bodyPr/>
                    <a:lstStyle/>
                    <a:p>
                      <a:r>
                        <a:rPr lang="en-US" sz="800" dirty="0">
                          <a:solidFill>
                            <a:schemeClr val="tx1"/>
                          </a:solidFill>
                          <a:effectLst/>
                          <a:latin typeface="+mn-lt"/>
                        </a:rPr>
                        <a:t>GMM2</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522830244"/>
                  </a:ext>
                </a:extLst>
              </a:tr>
              <a:tr h="227846">
                <a:tc>
                  <a:txBody>
                    <a:bodyPr/>
                    <a:lstStyle/>
                    <a:p>
                      <a:r>
                        <a:rPr lang="en-US" sz="800" dirty="0">
                          <a:solidFill>
                            <a:schemeClr val="tx1"/>
                          </a:solidFill>
                          <a:effectLst/>
                          <a:latin typeface="+mn-lt"/>
                        </a:rPr>
                        <a:t>w/o revenue IBU</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extLst>
                  <a:ext uri="{0D108BD9-81ED-4DB2-BD59-A6C34878D82A}">
                    <a16:rowId xmlns:a16="http://schemas.microsoft.com/office/drawing/2014/main" val="89538787"/>
                  </a:ext>
                </a:extLst>
              </a:tr>
              <a:tr h="227846">
                <a:tc>
                  <a:txBody>
                    <a:bodyPr/>
                    <a:lstStyle/>
                    <a:p>
                      <a:r>
                        <a:rPr lang="en-US" sz="800" dirty="0">
                          <a:solidFill>
                            <a:schemeClr val="tx1"/>
                          </a:solidFill>
                          <a:effectLst/>
                          <a:latin typeface="+mn-lt"/>
                        </a:rPr>
                        <a:t>Bench</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extLst>
                  <a:ext uri="{0D108BD9-81ED-4DB2-BD59-A6C34878D82A}">
                    <a16:rowId xmlns:a16="http://schemas.microsoft.com/office/drawing/2014/main" val="1586575852"/>
                  </a:ext>
                </a:extLst>
              </a:tr>
              <a:tr h="227846">
                <a:tc>
                  <a:txBody>
                    <a:bodyPr/>
                    <a:lstStyle/>
                    <a:p>
                      <a:r>
                        <a:rPr lang="en-US" sz="800" dirty="0">
                          <a:solidFill>
                            <a:schemeClr val="tx1"/>
                          </a:solidFill>
                          <a:effectLst/>
                          <a:latin typeface="+mn-lt"/>
                        </a:rPr>
                        <a:t>SM IBU</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extLst>
                  <a:ext uri="{0D108BD9-81ED-4DB2-BD59-A6C34878D82A}">
                    <a16:rowId xmlns:a16="http://schemas.microsoft.com/office/drawing/2014/main" val="3796417459"/>
                  </a:ext>
                </a:extLst>
              </a:tr>
              <a:tr h="227846">
                <a:tc>
                  <a:txBody>
                    <a:bodyPr/>
                    <a:lstStyle/>
                    <a:p>
                      <a:r>
                        <a:rPr lang="en-US" sz="800" dirty="0">
                          <a:solidFill>
                            <a:schemeClr val="tx1"/>
                          </a:solidFill>
                          <a:effectLst/>
                          <a:latin typeface="+mn-lt"/>
                        </a:rPr>
                        <a:t>GA IBU</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extLst>
                  <a:ext uri="{0D108BD9-81ED-4DB2-BD59-A6C34878D82A}">
                    <a16:rowId xmlns:a16="http://schemas.microsoft.com/office/drawing/2014/main" val="3814911280"/>
                  </a:ext>
                </a:extLst>
              </a:tr>
              <a:tr h="227846">
                <a:tc>
                  <a:txBody>
                    <a:bodyPr/>
                    <a:lstStyle/>
                    <a:p>
                      <a:r>
                        <a:rPr lang="en-US" sz="800" dirty="0">
                          <a:solidFill>
                            <a:schemeClr val="tx1"/>
                          </a:solidFill>
                          <a:effectLst/>
                          <a:latin typeface="+mn-lt"/>
                        </a:rPr>
                        <a:t>GP3</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FDBDA"/>
                    </a:solidFill>
                  </a:tcPr>
                </a:tc>
                <a:extLst>
                  <a:ext uri="{0D108BD9-81ED-4DB2-BD59-A6C34878D82A}">
                    <a16:rowId xmlns:a16="http://schemas.microsoft.com/office/drawing/2014/main" val="1256580698"/>
                  </a:ext>
                </a:extLst>
              </a:tr>
              <a:tr h="227846">
                <a:tc>
                  <a:txBody>
                    <a:bodyPr/>
                    <a:lstStyle/>
                    <a:p>
                      <a:r>
                        <a:rPr lang="en-US" sz="800" dirty="0">
                          <a:solidFill>
                            <a:schemeClr val="tx1"/>
                          </a:solidFill>
                          <a:effectLst/>
                          <a:latin typeface="+mn-lt"/>
                        </a:rPr>
                        <a:t>GM3</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DBDA"/>
                    </a:solidFill>
                  </a:tcPr>
                </a:tc>
                <a:extLst>
                  <a:ext uri="{0D108BD9-81ED-4DB2-BD59-A6C34878D82A}">
                    <a16:rowId xmlns:a16="http://schemas.microsoft.com/office/drawing/2014/main" val="1300580508"/>
                  </a:ext>
                </a:extLst>
              </a:tr>
              <a:tr h="227846">
                <a:tc>
                  <a:txBody>
                    <a:bodyPr/>
                    <a:lstStyle/>
                    <a:p>
                      <a:r>
                        <a:rPr lang="en-US" sz="800" dirty="0">
                          <a:solidFill>
                            <a:schemeClr val="tx1"/>
                          </a:solidFill>
                          <a:effectLst/>
                          <a:latin typeface="+mn-lt"/>
                        </a:rPr>
                        <a:t>Costs of BU</a:t>
                      </a:r>
                      <a:endParaRPr lang="ru-RU" sz="800" dirty="0">
                        <a:solidFill>
                          <a:schemeClr val="tx1"/>
                        </a:solidFill>
                        <a:latin typeface="+mn-lt"/>
                      </a:endParaRPr>
                    </a:p>
                  </a:txBody>
                  <a:tcPr marL="143981"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3175"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525366247"/>
                  </a:ext>
                </a:extLst>
              </a:tr>
              <a:tr h="227846">
                <a:tc>
                  <a:txBody>
                    <a:bodyPr/>
                    <a:lstStyle/>
                    <a:p>
                      <a:r>
                        <a:rPr lang="en-US" sz="800" dirty="0">
                          <a:solidFill>
                            <a:schemeClr val="tx1"/>
                          </a:solidFill>
                          <a:effectLst/>
                          <a:latin typeface="+mn-lt"/>
                        </a:rPr>
                        <a:t>GP4</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9778319"/>
                  </a:ext>
                </a:extLst>
              </a:tr>
              <a:tr h="227846">
                <a:tc>
                  <a:txBody>
                    <a:bodyPr/>
                    <a:lstStyle/>
                    <a:p>
                      <a:r>
                        <a:rPr lang="en-US" sz="800" dirty="0">
                          <a:solidFill>
                            <a:schemeClr val="tx1"/>
                          </a:solidFill>
                          <a:effectLst/>
                          <a:latin typeface="+mn-lt"/>
                        </a:rPr>
                        <a:t>GM4</a:t>
                      </a:r>
                      <a:endParaRPr lang="ru-RU" sz="800" dirty="0">
                        <a:solidFill>
                          <a:schemeClr val="tx1"/>
                        </a:solidFill>
                        <a:latin typeface="+mn-lt"/>
                      </a:endParaRPr>
                    </a:p>
                  </a:txBody>
                  <a:tcPr marL="143981"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28796" marB="28796"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65081717"/>
                  </a:ext>
                </a:extLst>
              </a:tr>
            </a:tbl>
          </a:graphicData>
        </a:graphic>
      </p:graphicFrame>
      <p:graphicFrame>
        <p:nvGraphicFramePr>
          <p:cNvPr id="35" name="Таблица 34">
            <a:extLst>
              <a:ext uri="{FF2B5EF4-FFF2-40B4-BE49-F238E27FC236}">
                <a16:creationId xmlns:a16="http://schemas.microsoft.com/office/drawing/2014/main" id="{82F4D2CB-4CE3-AB4B-6329-27667276A8F8}"/>
              </a:ext>
            </a:extLst>
          </p:cNvPr>
          <p:cNvGraphicFramePr>
            <a:graphicFrameLocks noGrp="1"/>
          </p:cNvGraphicFramePr>
          <p:nvPr/>
        </p:nvGraphicFramePr>
        <p:xfrm>
          <a:off x="336506" y="952822"/>
          <a:ext cx="11521578" cy="2627999"/>
        </p:xfrm>
        <a:graphic>
          <a:graphicData uri="http://schemas.openxmlformats.org/drawingml/2006/table">
            <a:tbl>
              <a:tblPr>
                <a:tableStyleId>{2D5ABB26-0587-4C30-8999-92F81FD0307C}</a:tableStyleId>
              </a:tblPr>
              <a:tblGrid>
                <a:gridCol w="1388902">
                  <a:extLst>
                    <a:ext uri="{9D8B030D-6E8A-4147-A177-3AD203B41FA5}">
                      <a16:colId xmlns:a16="http://schemas.microsoft.com/office/drawing/2014/main" val="1370436227"/>
                    </a:ext>
                  </a:extLst>
                </a:gridCol>
                <a:gridCol w="494936">
                  <a:extLst>
                    <a:ext uri="{9D8B030D-6E8A-4147-A177-3AD203B41FA5}">
                      <a16:colId xmlns:a16="http://schemas.microsoft.com/office/drawing/2014/main" val="2131277952"/>
                    </a:ext>
                  </a:extLst>
                </a:gridCol>
                <a:gridCol w="458940">
                  <a:extLst>
                    <a:ext uri="{9D8B030D-6E8A-4147-A177-3AD203B41FA5}">
                      <a16:colId xmlns:a16="http://schemas.microsoft.com/office/drawing/2014/main" val="2013127667"/>
                    </a:ext>
                  </a:extLst>
                </a:gridCol>
                <a:gridCol w="458940">
                  <a:extLst>
                    <a:ext uri="{9D8B030D-6E8A-4147-A177-3AD203B41FA5}">
                      <a16:colId xmlns:a16="http://schemas.microsoft.com/office/drawing/2014/main" val="4285724143"/>
                    </a:ext>
                  </a:extLst>
                </a:gridCol>
                <a:gridCol w="458940">
                  <a:extLst>
                    <a:ext uri="{9D8B030D-6E8A-4147-A177-3AD203B41FA5}">
                      <a16:colId xmlns:a16="http://schemas.microsoft.com/office/drawing/2014/main" val="1057102347"/>
                    </a:ext>
                  </a:extLst>
                </a:gridCol>
                <a:gridCol w="458940">
                  <a:extLst>
                    <a:ext uri="{9D8B030D-6E8A-4147-A177-3AD203B41FA5}">
                      <a16:colId xmlns:a16="http://schemas.microsoft.com/office/drawing/2014/main" val="3463399289"/>
                    </a:ext>
                  </a:extLst>
                </a:gridCol>
                <a:gridCol w="458940">
                  <a:extLst>
                    <a:ext uri="{9D8B030D-6E8A-4147-A177-3AD203B41FA5}">
                      <a16:colId xmlns:a16="http://schemas.microsoft.com/office/drawing/2014/main" val="757760889"/>
                    </a:ext>
                  </a:extLst>
                </a:gridCol>
                <a:gridCol w="458940">
                  <a:extLst>
                    <a:ext uri="{9D8B030D-6E8A-4147-A177-3AD203B41FA5}">
                      <a16:colId xmlns:a16="http://schemas.microsoft.com/office/drawing/2014/main" val="3113045147"/>
                    </a:ext>
                  </a:extLst>
                </a:gridCol>
                <a:gridCol w="458940">
                  <a:extLst>
                    <a:ext uri="{9D8B030D-6E8A-4147-A177-3AD203B41FA5}">
                      <a16:colId xmlns:a16="http://schemas.microsoft.com/office/drawing/2014/main" val="1545569847"/>
                    </a:ext>
                  </a:extLst>
                </a:gridCol>
                <a:gridCol w="458940">
                  <a:extLst>
                    <a:ext uri="{9D8B030D-6E8A-4147-A177-3AD203B41FA5}">
                      <a16:colId xmlns:a16="http://schemas.microsoft.com/office/drawing/2014/main" val="863935234"/>
                    </a:ext>
                  </a:extLst>
                </a:gridCol>
                <a:gridCol w="458940">
                  <a:extLst>
                    <a:ext uri="{9D8B030D-6E8A-4147-A177-3AD203B41FA5}">
                      <a16:colId xmlns:a16="http://schemas.microsoft.com/office/drawing/2014/main" val="2026802471"/>
                    </a:ext>
                  </a:extLst>
                </a:gridCol>
                <a:gridCol w="458940">
                  <a:extLst>
                    <a:ext uri="{9D8B030D-6E8A-4147-A177-3AD203B41FA5}">
                      <a16:colId xmlns:a16="http://schemas.microsoft.com/office/drawing/2014/main" val="2288040653"/>
                    </a:ext>
                  </a:extLst>
                </a:gridCol>
                <a:gridCol w="458940">
                  <a:extLst>
                    <a:ext uri="{9D8B030D-6E8A-4147-A177-3AD203B41FA5}">
                      <a16:colId xmlns:a16="http://schemas.microsoft.com/office/drawing/2014/main" val="2127016940"/>
                    </a:ext>
                  </a:extLst>
                </a:gridCol>
                <a:gridCol w="458940">
                  <a:extLst>
                    <a:ext uri="{9D8B030D-6E8A-4147-A177-3AD203B41FA5}">
                      <a16:colId xmlns:a16="http://schemas.microsoft.com/office/drawing/2014/main" val="3832057278"/>
                    </a:ext>
                  </a:extLst>
                </a:gridCol>
                <a:gridCol w="458940">
                  <a:extLst>
                    <a:ext uri="{9D8B030D-6E8A-4147-A177-3AD203B41FA5}">
                      <a16:colId xmlns:a16="http://schemas.microsoft.com/office/drawing/2014/main" val="775118058"/>
                    </a:ext>
                  </a:extLst>
                </a:gridCol>
                <a:gridCol w="458940">
                  <a:extLst>
                    <a:ext uri="{9D8B030D-6E8A-4147-A177-3AD203B41FA5}">
                      <a16:colId xmlns:a16="http://schemas.microsoft.com/office/drawing/2014/main" val="1962263374"/>
                    </a:ext>
                  </a:extLst>
                </a:gridCol>
                <a:gridCol w="458940">
                  <a:extLst>
                    <a:ext uri="{9D8B030D-6E8A-4147-A177-3AD203B41FA5}">
                      <a16:colId xmlns:a16="http://schemas.microsoft.com/office/drawing/2014/main" val="2080717009"/>
                    </a:ext>
                  </a:extLst>
                </a:gridCol>
                <a:gridCol w="458940">
                  <a:extLst>
                    <a:ext uri="{9D8B030D-6E8A-4147-A177-3AD203B41FA5}">
                      <a16:colId xmlns:a16="http://schemas.microsoft.com/office/drawing/2014/main" val="498395298"/>
                    </a:ext>
                  </a:extLst>
                </a:gridCol>
                <a:gridCol w="458940">
                  <a:extLst>
                    <a:ext uri="{9D8B030D-6E8A-4147-A177-3AD203B41FA5}">
                      <a16:colId xmlns:a16="http://schemas.microsoft.com/office/drawing/2014/main" val="3334556568"/>
                    </a:ext>
                  </a:extLst>
                </a:gridCol>
                <a:gridCol w="458940">
                  <a:extLst>
                    <a:ext uri="{9D8B030D-6E8A-4147-A177-3AD203B41FA5}">
                      <a16:colId xmlns:a16="http://schemas.microsoft.com/office/drawing/2014/main" val="972027738"/>
                    </a:ext>
                  </a:extLst>
                </a:gridCol>
                <a:gridCol w="458940">
                  <a:extLst>
                    <a:ext uri="{9D8B030D-6E8A-4147-A177-3AD203B41FA5}">
                      <a16:colId xmlns:a16="http://schemas.microsoft.com/office/drawing/2014/main" val="3675779059"/>
                    </a:ext>
                  </a:extLst>
                </a:gridCol>
                <a:gridCol w="458940">
                  <a:extLst>
                    <a:ext uri="{9D8B030D-6E8A-4147-A177-3AD203B41FA5}">
                      <a16:colId xmlns:a16="http://schemas.microsoft.com/office/drawing/2014/main" val="1346431041"/>
                    </a:ext>
                  </a:extLst>
                </a:gridCol>
                <a:gridCol w="458940">
                  <a:extLst>
                    <a:ext uri="{9D8B030D-6E8A-4147-A177-3AD203B41FA5}">
                      <a16:colId xmlns:a16="http://schemas.microsoft.com/office/drawing/2014/main" val="1002798515"/>
                    </a:ext>
                  </a:extLst>
                </a:gridCol>
              </a:tblGrid>
              <a:tr h="456670">
                <a:tc>
                  <a:txBody>
                    <a:bodyPr/>
                    <a:lstStyle/>
                    <a:p>
                      <a:pPr>
                        <a:lnSpc>
                          <a:spcPct val="90000"/>
                        </a:lnSpc>
                      </a:pPr>
                      <a:endParaRPr lang="ru-RU" sz="800" dirty="0">
                        <a:solidFill>
                          <a:schemeClr val="tx1"/>
                        </a:solidFill>
                        <a:latin typeface="+mn-lt"/>
                      </a:endParaRPr>
                    </a:p>
                  </a:txBody>
                  <a:tcPr marL="143981" marR="53993" marT="44994" marB="44994" anchor="ctr">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Finance</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Retail</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err="1">
                          <a:solidFill>
                            <a:srgbClr val="000000">
                              <a:alpha val="100000"/>
                            </a:srgbClr>
                          </a:solidFill>
                          <a:latin typeface="+mn-lt"/>
                          <a:ea typeface="Stapel" pitchFamily="34" charset="-122"/>
                          <a:cs typeface="Stapel" pitchFamily="34" charset="-120"/>
                        </a:rPr>
                        <a:t>Insur</a:t>
                      </a:r>
                      <a:r>
                        <a:rPr lang="en-US" sz="750" dirty="0">
                          <a:solidFill>
                            <a:srgbClr val="000000">
                              <a:alpha val="100000"/>
                            </a:srgbClr>
                          </a:solidFill>
                          <a:latin typeface="+mn-lt"/>
                          <a:ea typeface="Stapel" pitchFamily="34" charset="-122"/>
                          <a:cs typeface="Stapel" pitchFamily="34" charset="-120"/>
                        </a:rPr>
                        <a:t>.</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TLS</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OG</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MM</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CF0522">
                              <a:alpha val="100000"/>
                            </a:srgbClr>
                          </a:solidFill>
                          <a:latin typeface="+mn-lt"/>
                          <a:ea typeface="Stapel" pitchFamily="34" charset="-122"/>
                          <a:cs typeface="Stapel" pitchFamily="34" charset="-120"/>
                        </a:rPr>
                        <a:t>IS</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ES</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PBU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chemeClr val="tx1"/>
                          </a:solidFill>
                          <a:latin typeface="+mn-lt"/>
                          <a:ea typeface="Stapel" pitchFamily="34" charset="-122"/>
                          <a:cs typeface="Stapel" pitchFamily="34" charset="-120"/>
                        </a:rPr>
                        <a:t>TOTAL</a:t>
                      </a:r>
                      <a:endParaRPr lang="en-US" sz="750" dirty="0">
                        <a:solidFill>
                          <a:schemeClr val="tx1"/>
                        </a:solidFill>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Prod</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GPM2</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GMM2</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w/o revenue 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Bench</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SM 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GA 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GP3</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latin typeface="+mn-lt"/>
                          <a:ea typeface="Stapel" pitchFamily="34" charset="-122"/>
                          <a:cs typeface="Stapel" pitchFamily="34" charset="-120"/>
                        </a:rPr>
                        <a:t>GM3</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Costs of IBU</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GP4</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90000"/>
                        </a:lnSpc>
                        <a:spcBef>
                          <a:spcPts val="0"/>
                        </a:spcBef>
                        <a:spcAft>
                          <a:spcPts val="0"/>
                        </a:spcAft>
                        <a:buClrTx/>
                        <a:buSzTx/>
                        <a:buFontTx/>
                        <a:buNone/>
                        <a:tabLst/>
                        <a:defRPr/>
                      </a:pPr>
                      <a:r>
                        <a:rPr lang="en-US" sz="750" dirty="0">
                          <a:solidFill>
                            <a:srgbClr val="000000">
                              <a:alpha val="100000"/>
                            </a:srgbClr>
                          </a:solidFill>
                          <a:latin typeface="+mn-lt"/>
                          <a:ea typeface="Stapel" pitchFamily="34" charset="-122"/>
                          <a:cs typeface="Stapel" pitchFamily="34" charset="-120"/>
                        </a:rPr>
                        <a:t>GM4</a:t>
                      </a:r>
                      <a:endParaRPr lang="en-US" sz="750" dirty="0">
                        <a:latin typeface="+mn-lt"/>
                      </a:endParaRPr>
                    </a:p>
                  </a:txBody>
                  <a:tcPr marL="53993" marR="53993" marT="44994" marB="44994"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4747250"/>
                  </a:ext>
                </a:extLst>
              </a:tr>
              <a:tr h="226161">
                <a:tc>
                  <a:txBody>
                    <a:bodyPr/>
                    <a:lstStyle/>
                    <a:p>
                      <a:r>
                        <a:rPr lang="en-US" sz="800" dirty="0">
                          <a:effectLst/>
                          <a:latin typeface="+mn-lt"/>
                        </a:rPr>
                        <a:t>IBU Projects</a:t>
                      </a:r>
                      <a:endParaRPr lang="ru-RU" sz="800" dirty="0">
                        <a:solidFill>
                          <a:schemeClr val="tx1"/>
                        </a:solidFill>
                        <a:latin typeface="+mn-lt"/>
                      </a:endParaRPr>
                    </a:p>
                  </a:txBody>
                  <a:tcPr marL="143981"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262374179"/>
                  </a:ext>
                </a:extLst>
              </a:tr>
              <a:tr h="226161">
                <a:tc>
                  <a:txBody>
                    <a:bodyPr/>
                    <a:lstStyle/>
                    <a:p>
                      <a:r>
                        <a:rPr lang="en-US" sz="800" dirty="0">
                          <a:effectLst/>
                          <a:latin typeface="+mn-lt"/>
                        </a:rPr>
                        <a:t>Consulting</a:t>
                      </a:r>
                      <a:endParaRPr lang="ru-RU" sz="8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algn="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algn="r"/>
                      <a:r>
                        <a:rPr lang="ru-RU" sz="800" dirty="0">
                          <a:solidFill>
                            <a:schemeClr val="tx1"/>
                          </a:solidFill>
                          <a:latin typeface="+mn-lt"/>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algn="r"/>
                      <a:r>
                        <a:rPr lang="ru-RU" sz="800" dirty="0">
                          <a:solidFill>
                            <a:schemeClr val="tx1"/>
                          </a:solidFill>
                          <a:latin typeface="+mn-lt"/>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017746642"/>
                  </a:ext>
                </a:extLst>
              </a:tr>
              <a:tr h="226161">
                <a:tc>
                  <a:txBody>
                    <a:bodyPr/>
                    <a:lstStyle/>
                    <a:p>
                      <a:r>
                        <a:rPr lang="en-US" sz="800" dirty="0">
                          <a:effectLst/>
                          <a:latin typeface="+mn-lt"/>
                        </a:rPr>
                        <a:t>Digital</a:t>
                      </a:r>
                      <a:endParaRPr lang="ru-RU" sz="800" dirty="0">
                        <a:solidFill>
                          <a:schemeClr val="tx2"/>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effectLst/>
                          <a:latin typeface="+mn-lt"/>
                        </a:rPr>
                        <a:t>—</a:t>
                      </a:r>
                      <a:endParaRPr lang="ru-RU" sz="800" dirty="0">
                        <a:solidFill>
                          <a:schemeClr val="tx1"/>
                        </a:solidFill>
                        <a:latin typeface="+mn-lt"/>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545838045"/>
                  </a:ext>
                </a:extLst>
              </a:tr>
              <a:tr h="226161">
                <a:tc>
                  <a:txBody>
                    <a:bodyPr/>
                    <a:lstStyle/>
                    <a:p>
                      <a:r>
                        <a:rPr lang="en-US" sz="800" dirty="0">
                          <a:effectLst/>
                          <a:latin typeface="+mn-lt"/>
                        </a:rPr>
                        <a:t>Enterprise Applications</a:t>
                      </a:r>
                      <a:endParaRPr lang="ru-RU" sz="800" dirty="0">
                        <a:solidFill>
                          <a:schemeClr val="tx2"/>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chemeClr val="tx1"/>
                          </a:solidFill>
                          <a:effectLst/>
                          <a:uLnTx/>
                          <a:uFillTx/>
                          <a:latin typeface="+mn-lt"/>
                          <a:ea typeface="+mn-ea"/>
                          <a:cs typeface="+mn-cs"/>
                        </a:rPr>
                        <a:t>—</a:t>
                      </a: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796206460"/>
                  </a:ext>
                </a:extLst>
              </a:tr>
              <a:tr h="260986">
                <a:tc>
                  <a:txBody>
                    <a:bodyPr/>
                    <a:lstStyle/>
                    <a:p>
                      <a:r>
                        <a:rPr lang="en-US" sz="800" dirty="0">
                          <a:effectLst/>
                          <a:latin typeface="+mn-lt"/>
                        </a:rPr>
                        <a:t>Cloud and Data</a:t>
                      </a:r>
                      <a:endParaRPr lang="ru-RU" sz="8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165960586"/>
                  </a:ext>
                </a:extLst>
              </a:tr>
              <a:tr h="260986">
                <a:tc>
                  <a:txBody>
                    <a:bodyPr/>
                    <a:lstStyle/>
                    <a:p>
                      <a:r>
                        <a:rPr lang="en-US" sz="800" dirty="0">
                          <a:effectLst/>
                          <a:latin typeface="+mn-lt"/>
                        </a:rPr>
                        <a:t>Infrastructure</a:t>
                      </a:r>
                      <a:endParaRPr lang="ru-RU" sz="8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075704529"/>
                  </a:ext>
                </a:extLst>
              </a:tr>
              <a:tr h="287747">
                <a:tc>
                  <a:txBody>
                    <a:bodyPr/>
                    <a:lstStyle/>
                    <a:p>
                      <a:r>
                        <a:rPr lang="en-US" sz="800" dirty="0">
                          <a:effectLst/>
                          <a:latin typeface="+mn-lt"/>
                        </a:rPr>
                        <a:t>Industrial Automation</a:t>
                      </a:r>
                      <a:endParaRPr lang="ru-RU" sz="8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000000"/>
                          </a:solidFill>
                          <a:effectLst/>
                          <a:uLnTx/>
                          <a:uFillTx/>
                          <a:latin typeface="+mn-lt"/>
                          <a:ea typeface="+mn-ea"/>
                          <a:cs typeface="+mn-cs"/>
                        </a:rPr>
                        <a:t>—</a:t>
                      </a:r>
                      <a:endParaRPr kumimoji="0" lang="ru-RU" sz="800" b="0" i="0" u="none" strike="noStrike" kern="1200" cap="none" spc="0" normalizeH="0" baseline="0" noProof="0" dirty="0">
                        <a:ln>
                          <a:noFill/>
                        </a:ln>
                        <a:solidFill>
                          <a:srgbClr val="000000"/>
                        </a:solidFill>
                        <a:effectLst/>
                        <a:uLnTx/>
                        <a:uFillTx/>
                        <a:latin typeface="+mn-lt"/>
                        <a:ea typeface="+mn-ea"/>
                        <a:cs typeface="+mn-cs"/>
                      </a:endParaRP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EF3FF"/>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AE6E9"/>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048865077"/>
                  </a:ext>
                </a:extLst>
              </a:tr>
              <a:tr h="456966">
                <a:tc>
                  <a:txBody>
                    <a:bodyPr/>
                    <a:lstStyle/>
                    <a:p>
                      <a:r>
                        <a:rPr lang="en-US" sz="1200" dirty="0">
                          <a:solidFill>
                            <a:schemeClr val="tx1"/>
                          </a:solidFill>
                          <a:effectLst/>
                          <a:latin typeface="+mn-lt"/>
                        </a:rPr>
                        <a:t>Total</a:t>
                      </a:r>
                      <a:endParaRPr lang="ru-RU" sz="1200" dirty="0">
                        <a:solidFill>
                          <a:schemeClr val="tx1"/>
                        </a:solidFill>
                        <a:latin typeface="+mn-lt"/>
                      </a:endParaRPr>
                    </a:p>
                  </a:txBody>
                  <a:tcPr marL="143981"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E2F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rgbClr val="000000"/>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BD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schemeClr val="tx1"/>
                          </a:solidFill>
                          <a:effectLst/>
                          <a:uLnTx/>
                          <a:uFillTx/>
                          <a:latin typeface="+mn-lt"/>
                          <a:ea typeface="+mn-ea"/>
                          <a:cs typeface="+mn-cs"/>
                        </a:rPr>
                        <a:t>—</a:t>
                      </a:r>
                    </a:p>
                  </a:txBody>
                  <a:tcPr marL="53993" marR="53993" marT="44994" marB="44994" anchor="ctr">
                    <a:lnT w="12700" cap="flat" cmpd="sng" algn="ctr">
                      <a:solidFill>
                        <a:schemeClr val="bg2">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74395579"/>
                  </a:ext>
                </a:extLst>
              </a:tr>
            </a:tbl>
          </a:graphicData>
        </a:graphic>
      </p:graphicFrame>
      <p:sp>
        <p:nvSpPr>
          <p:cNvPr id="3" name="Shape 372">
            <a:extLst>
              <a:ext uri="{FF2B5EF4-FFF2-40B4-BE49-F238E27FC236}">
                <a16:creationId xmlns:a16="http://schemas.microsoft.com/office/drawing/2014/main" id="{88F99B65-81B0-001B-6E05-3E86275C488D}"/>
              </a:ext>
            </a:extLst>
          </p:cNvPr>
          <p:cNvSpPr/>
          <p:nvPr/>
        </p:nvSpPr>
        <p:spPr>
          <a:xfrm>
            <a:off x="7696160" y="4165504"/>
            <a:ext cx="1219194" cy="120634"/>
          </a:xfrm>
          <a:prstGeom prst="rect">
            <a:avLst/>
          </a:prstGeom>
          <a:noFill/>
          <a:ln/>
        </p:spPr>
      </p:sp>
      <p:sp>
        <p:nvSpPr>
          <p:cNvPr id="6" name="Shape 373">
            <a:extLst>
              <a:ext uri="{FF2B5EF4-FFF2-40B4-BE49-F238E27FC236}">
                <a16:creationId xmlns:a16="http://schemas.microsoft.com/office/drawing/2014/main" id="{5B91D72D-080D-0B8D-8A99-8E71EC6D4321}"/>
              </a:ext>
            </a:extLst>
          </p:cNvPr>
          <p:cNvSpPr/>
          <p:nvPr/>
        </p:nvSpPr>
        <p:spPr>
          <a:xfrm>
            <a:off x="7696161" y="4175028"/>
            <a:ext cx="101599" cy="101587"/>
          </a:xfrm>
          <a:prstGeom prst="rect">
            <a:avLst/>
          </a:prstGeom>
          <a:solidFill>
            <a:srgbClr val="E5E2FC"/>
          </a:solidFill>
          <a:ln/>
        </p:spPr>
      </p:sp>
      <p:sp>
        <p:nvSpPr>
          <p:cNvPr id="7" name="Text 374">
            <a:extLst>
              <a:ext uri="{FF2B5EF4-FFF2-40B4-BE49-F238E27FC236}">
                <a16:creationId xmlns:a16="http://schemas.microsoft.com/office/drawing/2014/main" id="{4D49EA05-2FC2-0BEA-E918-024258EBE84B}"/>
              </a:ext>
            </a:extLst>
          </p:cNvPr>
          <p:cNvSpPr/>
          <p:nvPr/>
        </p:nvSpPr>
        <p:spPr>
          <a:xfrm>
            <a:off x="7848559" y="4165505"/>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Revenue</a:t>
            </a:r>
            <a:endParaRPr lang="en-US" sz="800" dirty="0"/>
          </a:p>
        </p:txBody>
      </p:sp>
      <p:sp>
        <p:nvSpPr>
          <p:cNvPr id="8" name="Text 375">
            <a:extLst>
              <a:ext uri="{FF2B5EF4-FFF2-40B4-BE49-F238E27FC236}">
                <a16:creationId xmlns:a16="http://schemas.microsoft.com/office/drawing/2014/main" id="{380B83E0-D8BD-5204-8F2C-9D3F29400F38}"/>
              </a:ext>
            </a:extLst>
          </p:cNvPr>
          <p:cNvSpPr/>
          <p:nvPr/>
        </p:nvSpPr>
        <p:spPr>
          <a:xfrm>
            <a:off x="7696160" y="4324234"/>
            <a:ext cx="1938857" cy="275131"/>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Вся признанная выручка </a:t>
            </a:r>
            <a:endParaRPr lang="en-US" sz="800" dirty="0"/>
          </a:p>
          <a:p>
            <a:pPr>
              <a:lnSpc>
                <a:spcPts val="960"/>
              </a:lnSpc>
            </a:pPr>
            <a:r>
              <a:rPr lang="en-US" sz="800" dirty="0">
                <a:solidFill>
                  <a:srgbClr val="000000">
                    <a:alpha val="45000"/>
                  </a:srgbClr>
                </a:solidFill>
                <a:ea typeface="Stapel" pitchFamily="34" charset="-122"/>
                <a:cs typeface="Stapel" pitchFamily="34" charset="-120"/>
              </a:rPr>
              <a:t>(актированная и неактированная)</a:t>
            </a:r>
            <a:endParaRPr lang="en-US" sz="800" dirty="0"/>
          </a:p>
        </p:txBody>
      </p:sp>
      <p:sp>
        <p:nvSpPr>
          <p:cNvPr id="9" name="Shape 377">
            <a:extLst>
              <a:ext uri="{FF2B5EF4-FFF2-40B4-BE49-F238E27FC236}">
                <a16:creationId xmlns:a16="http://schemas.microsoft.com/office/drawing/2014/main" id="{DBDA04DC-8FC4-A27A-1005-105180FB6378}"/>
              </a:ext>
            </a:extLst>
          </p:cNvPr>
          <p:cNvSpPr/>
          <p:nvPr/>
        </p:nvSpPr>
        <p:spPr>
          <a:xfrm>
            <a:off x="7696160" y="4730581"/>
            <a:ext cx="1219194" cy="120634"/>
          </a:xfrm>
          <a:prstGeom prst="rect">
            <a:avLst/>
          </a:prstGeom>
          <a:noFill/>
          <a:ln/>
        </p:spPr>
      </p:sp>
      <p:sp>
        <p:nvSpPr>
          <p:cNvPr id="10" name="Shape 378">
            <a:extLst>
              <a:ext uri="{FF2B5EF4-FFF2-40B4-BE49-F238E27FC236}">
                <a16:creationId xmlns:a16="http://schemas.microsoft.com/office/drawing/2014/main" id="{58AAC53A-6CBA-9D3B-D34F-765F53889DB7}"/>
              </a:ext>
            </a:extLst>
          </p:cNvPr>
          <p:cNvSpPr/>
          <p:nvPr/>
        </p:nvSpPr>
        <p:spPr>
          <a:xfrm>
            <a:off x="7696161" y="4740104"/>
            <a:ext cx="101599" cy="101587"/>
          </a:xfrm>
          <a:prstGeom prst="rect">
            <a:avLst/>
          </a:prstGeom>
          <a:solidFill>
            <a:srgbClr val="FFFFFF">
              <a:alpha val="100000"/>
            </a:srgbClr>
          </a:solidFill>
          <a:ln w="12700">
            <a:solidFill>
              <a:srgbClr val="000000">
                <a:alpha val="10000"/>
              </a:srgbClr>
            </a:solidFill>
            <a:prstDash val="solid"/>
          </a:ln>
        </p:spPr>
      </p:sp>
      <p:sp>
        <p:nvSpPr>
          <p:cNvPr id="11" name="Text 379">
            <a:extLst>
              <a:ext uri="{FF2B5EF4-FFF2-40B4-BE49-F238E27FC236}">
                <a16:creationId xmlns:a16="http://schemas.microsoft.com/office/drawing/2014/main" id="{C90B9BAC-5F45-19CC-F97E-7923CCA43216}"/>
              </a:ext>
            </a:extLst>
          </p:cNvPr>
          <p:cNvSpPr/>
          <p:nvPr/>
        </p:nvSpPr>
        <p:spPr>
          <a:xfrm>
            <a:off x="7848559" y="4730581"/>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Production</a:t>
            </a:r>
            <a:endParaRPr lang="en-US" sz="800" dirty="0"/>
          </a:p>
        </p:txBody>
      </p:sp>
      <p:sp>
        <p:nvSpPr>
          <p:cNvPr id="33" name="Text 380">
            <a:extLst>
              <a:ext uri="{FF2B5EF4-FFF2-40B4-BE49-F238E27FC236}">
                <a16:creationId xmlns:a16="http://schemas.microsoft.com/office/drawing/2014/main" id="{24316021-6314-A95E-6DCE-74766600E799}"/>
              </a:ext>
            </a:extLst>
          </p:cNvPr>
          <p:cNvSpPr/>
          <p:nvPr/>
        </p:nvSpPr>
        <p:spPr>
          <a:xfrm>
            <a:off x="7696160" y="4889310"/>
            <a:ext cx="1938857" cy="395765"/>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Производственные расходы </a:t>
            </a:r>
            <a:endParaRPr lang="en-US" sz="800" dirty="0"/>
          </a:p>
          <a:p>
            <a:pPr>
              <a:lnSpc>
                <a:spcPts val="960"/>
              </a:lnSpc>
            </a:pPr>
            <a:r>
              <a:rPr lang="en-US" sz="800" dirty="0">
                <a:solidFill>
                  <a:srgbClr val="000000">
                    <a:alpha val="45000"/>
                  </a:srgbClr>
                </a:solidFill>
                <a:ea typeface="Stapel" pitchFamily="34" charset="-122"/>
                <a:cs typeface="Stapel" pitchFamily="34" charset="-120"/>
              </a:rPr>
              <a:t>по проектам, по которым признана выручка</a:t>
            </a:r>
            <a:endParaRPr lang="en-US" sz="800" dirty="0"/>
          </a:p>
        </p:txBody>
      </p:sp>
      <p:sp>
        <p:nvSpPr>
          <p:cNvPr id="34" name="Shape 382">
            <a:extLst>
              <a:ext uri="{FF2B5EF4-FFF2-40B4-BE49-F238E27FC236}">
                <a16:creationId xmlns:a16="http://schemas.microsoft.com/office/drawing/2014/main" id="{D8785D98-805D-78FB-F637-9EF44FECAD0B}"/>
              </a:ext>
            </a:extLst>
          </p:cNvPr>
          <p:cNvSpPr/>
          <p:nvPr/>
        </p:nvSpPr>
        <p:spPr>
          <a:xfrm>
            <a:off x="7696160" y="5416291"/>
            <a:ext cx="1219194" cy="120634"/>
          </a:xfrm>
          <a:prstGeom prst="rect">
            <a:avLst/>
          </a:prstGeom>
          <a:noFill/>
          <a:ln/>
        </p:spPr>
      </p:sp>
      <p:sp>
        <p:nvSpPr>
          <p:cNvPr id="37" name="Shape 383">
            <a:extLst>
              <a:ext uri="{FF2B5EF4-FFF2-40B4-BE49-F238E27FC236}">
                <a16:creationId xmlns:a16="http://schemas.microsoft.com/office/drawing/2014/main" id="{F701DDDB-030D-4C7B-E898-1AD4F4217361}"/>
              </a:ext>
            </a:extLst>
          </p:cNvPr>
          <p:cNvSpPr/>
          <p:nvPr/>
        </p:nvSpPr>
        <p:spPr>
          <a:xfrm>
            <a:off x="7696161" y="5425815"/>
            <a:ext cx="101599" cy="101587"/>
          </a:xfrm>
          <a:prstGeom prst="rect">
            <a:avLst/>
          </a:prstGeom>
          <a:solidFill>
            <a:srgbClr val="FFFFFF">
              <a:alpha val="100000"/>
            </a:srgbClr>
          </a:solidFill>
          <a:ln w="12700">
            <a:solidFill>
              <a:srgbClr val="000000">
                <a:alpha val="10000"/>
              </a:srgbClr>
            </a:solidFill>
            <a:prstDash val="solid"/>
          </a:ln>
        </p:spPr>
      </p:sp>
      <p:sp>
        <p:nvSpPr>
          <p:cNvPr id="38" name="Text 384">
            <a:extLst>
              <a:ext uri="{FF2B5EF4-FFF2-40B4-BE49-F238E27FC236}">
                <a16:creationId xmlns:a16="http://schemas.microsoft.com/office/drawing/2014/main" id="{55D7DFF6-4BA5-8963-5364-6A5936C48001}"/>
              </a:ext>
            </a:extLst>
          </p:cNvPr>
          <p:cNvSpPr/>
          <p:nvPr/>
        </p:nvSpPr>
        <p:spPr>
          <a:xfrm>
            <a:off x="7848559" y="5416292"/>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GPM2</a:t>
            </a:r>
            <a:endParaRPr lang="en-US" sz="800" dirty="0"/>
          </a:p>
        </p:txBody>
      </p:sp>
      <p:sp>
        <p:nvSpPr>
          <p:cNvPr id="39" name="Text 385">
            <a:extLst>
              <a:ext uri="{FF2B5EF4-FFF2-40B4-BE49-F238E27FC236}">
                <a16:creationId xmlns:a16="http://schemas.microsoft.com/office/drawing/2014/main" id="{0812E6B5-0819-B60D-2709-8C959D3B57C0}"/>
              </a:ext>
            </a:extLst>
          </p:cNvPr>
          <p:cNvSpPr/>
          <p:nvPr/>
        </p:nvSpPr>
        <p:spPr>
          <a:xfrm>
            <a:off x="7696160" y="5575021"/>
            <a:ext cx="1938857" cy="395765"/>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Операционная прибыль </a:t>
            </a:r>
            <a:endParaRPr lang="en-US" sz="800" dirty="0"/>
          </a:p>
          <a:p>
            <a:pPr>
              <a:lnSpc>
                <a:spcPts val="960"/>
              </a:lnSpc>
            </a:pPr>
            <a:r>
              <a:rPr lang="en-US" sz="800" dirty="0">
                <a:solidFill>
                  <a:srgbClr val="000000">
                    <a:alpha val="45000"/>
                  </a:srgbClr>
                </a:solidFill>
                <a:ea typeface="Stapel" pitchFamily="34" charset="-122"/>
                <a:cs typeface="Stapel" pitchFamily="34" charset="-120"/>
              </a:rPr>
              <a:t>по проектам, по которым признана </a:t>
            </a:r>
            <a:endParaRPr lang="en-US" sz="800" dirty="0"/>
          </a:p>
          <a:p>
            <a:pPr>
              <a:lnSpc>
                <a:spcPts val="960"/>
              </a:lnSpc>
            </a:pPr>
            <a:r>
              <a:rPr lang="en-US" sz="800" dirty="0">
                <a:solidFill>
                  <a:srgbClr val="000000">
                    <a:alpha val="45000"/>
                  </a:srgbClr>
                </a:solidFill>
                <a:ea typeface="Stapel" pitchFamily="34" charset="-122"/>
                <a:cs typeface="Stapel" pitchFamily="34" charset="-120"/>
              </a:rPr>
              <a:t>выручка (матричный GP2)</a:t>
            </a:r>
            <a:endParaRPr lang="en-US" sz="800" dirty="0"/>
          </a:p>
        </p:txBody>
      </p:sp>
      <p:sp>
        <p:nvSpPr>
          <p:cNvPr id="40" name="Shape 388">
            <a:extLst>
              <a:ext uri="{FF2B5EF4-FFF2-40B4-BE49-F238E27FC236}">
                <a16:creationId xmlns:a16="http://schemas.microsoft.com/office/drawing/2014/main" id="{CA2C17D4-CA05-3C11-2F7B-8FD5CFA979FB}"/>
              </a:ext>
            </a:extLst>
          </p:cNvPr>
          <p:cNvSpPr/>
          <p:nvPr/>
        </p:nvSpPr>
        <p:spPr>
          <a:xfrm>
            <a:off x="9855149" y="4165504"/>
            <a:ext cx="1219194" cy="120634"/>
          </a:xfrm>
          <a:prstGeom prst="rect">
            <a:avLst/>
          </a:prstGeom>
          <a:noFill/>
          <a:ln/>
        </p:spPr>
      </p:sp>
      <p:sp>
        <p:nvSpPr>
          <p:cNvPr id="41" name="Shape 389">
            <a:extLst>
              <a:ext uri="{FF2B5EF4-FFF2-40B4-BE49-F238E27FC236}">
                <a16:creationId xmlns:a16="http://schemas.microsoft.com/office/drawing/2014/main" id="{A898B8B8-1119-3F9C-1B4D-ECAF02FA983B}"/>
              </a:ext>
            </a:extLst>
          </p:cNvPr>
          <p:cNvSpPr/>
          <p:nvPr/>
        </p:nvSpPr>
        <p:spPr>
          <a:xfrm>
            <a:off x="9855149" y="4175028"/>
            <a:ext cx="101599" cy="101587"/>
          </a:xfrm>
          <a:prstGeom prst="rect">
            <a:avLst/>
          </a:prstGeom>
          <a:solidFill>
            <a:srgbClr val="FAE6E9"/>
          </a:solidFill>
          <a:ln/>
        </p:spPr>
      </p:sp>
      <p:sp>
        <p:nvSpPr>
          <p:cNvPr id="42" name="Text 390">
            <a:extLst>
              <a:ext uri="{FF2B5EF4-FFF2-40B4-BE49-F238E27FC236}">
                <a16:creationId xmlns:a16="http://schemas.microsoft.com/office/drawing/2014/main" id="{30CD1DB8-DDD4-0D0A-8852-CF79141FA5E2}"/>
              </a:ext>
            </a:extLst>
          </p:cNvPr>
          <p:cNvSpPr/>
          <p:nvPr/>
        </p:nvSpPr>
        <p:spPr>
          <a:xfrm>
            <a:off x="10007548" y="4165505"/>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Cost of BU</a:t>
            </a:r>
            <a:endParaRPr lang="en-US" sz="800" dirty="0"/>
          </a:p>
        </p:txBody>
      </p:sp>
      <p:sp>
        <p:nvSpPr>
          <p:cNvPr id="43" name="Text 391">
            <a:extLst>
              <a:ext uri="{FF2B5EF4-FFF2-40B4-BE49-F238E27FC236}">
                <a16:creationId xmlns:a16="http://schemas.microsoft.com/office/drawing/2014/main" id="{A03E3D2D-7698-3851-7924-544779BBE7B7}"/>
              </a:ext>
            </a:extLst>
          </p:cNvPr>
          <p:cNvSpPr/>
          <p:nvPr/>
        </p:nvSpPr>
        <p:spPr>
          <a:xfrm>
            <a:off x="9855149" y="4324234"/>
            <a:ext cx="1938857" cy="516399"/>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SGA расходы бизнес-юнитов и production расходы BU по всем проектам, по которым не признана выручка</a:t>
            </a:r>
            <a:endParaRPr lang="en-US" sz="800" dirty="0"/>
          </a:p>
        </p:txBody>
      </p:sp>
      <p:sp>
        <p:nvSpPr>
          <p:cNvPr id="44" name="Shape 393">
            <a:extLst>
              <a:ext uri="{FF2B5EF4-FFF2-40B4-BE49-F238E27FC236}">
                <a16:creationId xmlns:a16="http://schemas.microsoft.com/office/drawing/2014/main" id="{7C6FB027-C86C-30C7-AD49-84E4DA89D25D}"/>
              </a:ext>
            </a:extLst>
          </p:cNvPr>
          <p:cNvSpPr/>
          <p:nvPr/>
        </p:nvSpPr>
        <p:spPr>
          <a:xfrm>
            <a:off x="9855149" y="4971849"/>
            <a:ext cx="1219194" cy="120634"/>
          </a:xfrm>
          <a:prstGeom prst="rect">
            <a:avLst/>
          </a:prstGeom>
          <a:noFill/>
          <a:ln/>
        </p:spPr>
      </p:sp>
      <p:sp>
        <p:nvSpPr>
          <p:cNvPr id="45" name="Shape 394">
            <a:extLst>
              <a:ext uri="{FF2B5EF4-FFF2-40B4-BE49-F238E27FC236}">
                <a16:creationId xmlns:a16="http://schemas.microsoft.com/office/drawing/2014/main" id="{59B177C6-33A8-405F-6DA7-885C56D50DC5}"/>
              </a:ext>
            </a:extLst>
          </p:cNvPr>
          <p:cNvSpPr/>
          <p:nvPr/>
        </p:nvSpPr>
        <p:spPr>
          <a:xfrm>
            <a:off x="9855149" y="4981373"/>
            <a:ext cx="101599" cy="101587"/>
          </a:xfrm>
          <a:prstGeom prst="rect">
            <a:avLst/>
          </a:prstGeom>
          <a:solidFill>
            <a:srgbClr val="FAE6E9"/>
          </a:solidFill>
          <a:ln/>
        </p:spPr>
      </p:sp>
      <p:sp>
        <p:nvSpPr>
          <p:cNvPr id="46" name="Text 395">
            <a:extLst>
              <a:ext uri="{FF2B5EF4-FFF2-40B4-BE49-F238E27FC236}">
                <a16:creationId xmlns:a16="http://schemas.microsoft.com/office/drawing/2014/main" id="{63A73684-7DE3-2D6B-B1F7-0B0EB8BAE11E}"/>
              </a:ext>
            </a:extLst>
          </p:cNvPr>
          <p:cNvSpPr/>
          <p:nvPr/>
        </p:nvSpPr>
        <p:spPr>
          <a:xfrm>
            <a:off x="10007548" y="4971850"/>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Cost of IBU</a:t>
            </a:r>
            <a:endParaRPr lang="en-US" sz="800" dirty="0"/>
          </a:p>
        </p:txBody>
      </p:sp>
      <p:sp>
        <p:nvSpPr>
          <p:cNvPr id="47" name="Text 396">
            <a:extLst>
              <a:ext uri="{FF2B5EF4-FFF2-40B4-BE49-F238E27FC236}">
                <a16:creationId xmlns:a16="http://schemas.microsoft.com/office/drawing/2014/main" id="{4D56E22B-AEF4-2B10-A169-0416603334A1}"/>
              </a:ext>
            </a:extLst>
          </p:cNvPr>
          <p:cNvSpPr/>
          <p:nvPr/>
        </p:nvSpPr>
        <p:spPr>
          <a:xfrm>
            <a:off x="9855149" y="5130579"/>
            <a:ext cx="1938857" cy="395765"/>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SGA расходы вертикалей и production расходы IBU по всем проектам, по которым не признана выручка</a:t>
            </a:r>
            <a:endParaRPr lang="en-US" sz="800" dirty="0"/>
          </a:p>
        </p:txBody>
      </p:sp>
      <p:sp>
        <p:nvSpPr>
          <p:cNvPr id="48" name="Shape 398">
            <a:extLst>
              <a:ext uri="{FF2B5EF4-FFF2-40B4-BE49-F238E27FC236}">
                <a16:creationId xmlns:a16="http://schemas.microsoft.com/office/drawing/2014/main" id="{E67C44F9-0840-7676-DA00-8CDA590E94BB}"/>
              </a:ext>
            </a:extLst>
          </p:cNvPr>
          <p:cNvSpPr/>
          <p:nvPr/>
        </p:nvSpPr>
        <p:spPr>
          <a:xfrm>
            <a:off x="9855149" y="5657560"/>
            <a:ext cx="1219194" cy="120634"/>
          </a:xfrm>
          <a:prstGeom prst="rect">
            <a:avLst/>
          </a:prstGeom>
          <a:noFill/>
          <a:ln/>
        </p:spPr>
      </p:sp>
      <p:sp>
        <p:nvSpPr>
          <p:cNvPr id="49" name="Shape 399">
            <a:extLst>
              <a:ext uri="{FF2B5EF4-FFF2-40B4-BE49-F238E27FC236}">
                <a16:creationId xmlns:a16="http://schemas.microsoft.com/office/drawing/2014/main" id="{F76F8B7C-3D2F-31CF-BF17-AE2B8E49BDEA}"/>
              </a:ext>
            </a:extLst>
          </p:cNvPr>
          <p:cNvSpPr/>
          <p:nvPr/>
        </p:nvSpPr>
        <p:spPr>
          <a:xfrm>
            <a:off x="9855149" y="5667083"/>
            <a:ext cx="101599" cy="101587"/>
          </a:xfrm>
          <a:prstGeom prst="rect">
            <a:avLst/>
          </a:prstGeom>
          <a:solidFill>
            <a:srgbClr val="FAE6E9"/>
          </a:solidFill>
          <a:ln/>
        </p:spPr>
      </p:sp>
      <p:sp>
        <p:nvSpPr>
          <p:cNvPr id="50" name="Text 400">
            <a:extLst>
              <a:ext uri="{FF2B5EF4-FFF2-40B4-BE49-F238E27FC236}">
                <a16:creationId xmlns:a16="http://schemas.microsoft.com/office/drawing/2014/main" id="{C4EDB892-E939-CD34-80AA-44CE990E1F3E}"/>
              </a:ext>
            </a:extLst>
          </p:cNvPr>
          <p:cNvSpPr/>
          <p:nvPr/>
        </p:nvSpPr>
        <p:spPr>
          <a:xfrm>
            <a:off x="10007548" y="5657560"/>
            <a:ext cx="1100661" cy="154496"/>
          </a:xfrm>
          <a:prstGeom prst="rect">
            <a:avLst/>
          </a:prstGeom>
          <a:noFill/>
          <a:ln/>
        </p:spPr>
        <p:txBody>
          <a:bodyPr wrap="square" lIns="0" tIns="0" rIns="0" bIns="0" rtlCol="0" anchor="t"/>
          <a:lstStyle/>
          <a:p>
            <a:pPr>
              <a:lnSpc>
                <a:spcPts val="960"/>
              </a:lnSpc>
            </a:pPr>
            <a:r>
              <a:rPr lang="en-US" sz="800" dirty="0">
                <a:solidFill>
                  <a:srgbClr val="000000">
                    <a:alpha val="100000"/>
                  </a:srgbClr>
                </a:solidFill>
                <a:ea typeface="Stapel" pitchFamily="34" charset="-122"/>
                <a:cs typeface="Stapel" pitchFamily="34" charset="-120"/>
              </a:rPr>
              <a:t>GP3</a:t>
            </a:r>
            <a:endParaRPr lang="en-US" sz="800" dirty="0"/>
          </a:p>
        </p:txBody>
      </p:sp>
      <p:sp>
        <p:nvSpPr>
          <p:cNvPr id="51" name="Text 401">
            <a:extLst>
              <a:ext uri="{FF2B5EF4-FFF2-40B4-BE49-F238E27FC236}">
                <a16:creationId xmlns:a16="http://schemas.microsoft.com/office/drawing/2014/main" id="{073CECED-43CD-7E6C-A53A-8358428A09EA}"/>
              </a:ext>
            </a:extLst>
          </p:cNvPr>
          <p:cNvSpPr/>
          <p:nvPr/>
        </p:nvSpPr>
        <p:spPr>
          <a:xfrm>
            <a:off x="9855149" y="5816289"/>
            <a:ext cx="1938857" cy="275131"/>
          </a:xfrm>
          <a:prstGeom prst="rect">
            <a:avLst/>
          </a:prstGeom>
          <a:noFill/>
          <a:ln/>
        </p:spPr>
        <p:txBody>
          <a:bodyPr wrap="square" lIns="0" tIns="0" rIns="0" bIns="0" rtlCol="0" anchor="t"/>
          <a:lstStyle/>
          <a:p>
            <a:pPr>
              <a:lnSpc>
                <a:spcPts val="960"/>
              </a:lnSpc>
            </a:pPr>
            <a:r>
              <a:rPr lang="en-US" sz="800" dirty="0">
                <a:solidFill>
                  <a:srgbClr val="000000">
                    <a:alpha val="45000"/>
                  </a:srgbClr>
                </a:solidFill>
                <a:ea typeface="Stapel" pitchFamily="34" charset="-122"/>
                <a:cs typeface="Stapel" pitchFamily="34" charset="-120"/>
              </a:rPr>
              <a:t>Прибыль бизнес-юнита/вертикали до прочих доходов/расходов</a:t>
            </a:r>
            <a:endParaRPr lang="en-US" sz="800" dirty="0"/>
          </a:p>
        </p:txBody>
      </p:sp>
      <p:sp>
        <p:nvSpPr>
          <p:cNvPr id="52" name="Shape 403">
            <a:extLst>
              <a:ext uri="{FF2B5EF4-FFF2-40B4-BE49-F238E27FC236}">
                <a16:creationId xmlns:a16="http://schemas.microsoft.com/office/drawing/2014/main" id="{9ED31E75-038B-9CF8-2206-5C7D63C9808B}"/>
              </a:ext>
            </a:extLst>
          </p:cNvPr>
          <p:cNvSpPr/>
          <p:nvPr/>
        </p:nvSpPr>
        <p:spPr>
          <a:xfrm>
            <a:off x="9855149" y="6222636"/>
            <a:ext cx="1219194" cy="120634"/>
          </a:xfrm>
          <a:prstGeom prst="rect">
            <a:avLst/>
          </a:prstGeom>
          <a:noFill/>
          <a:ln/>
        </p:spPr>
      </p:sp>
      <p:sp>
        <p:nvSpPr>
          <p:cNvPr id="56" name="Text 368">
            <a:extLst>
              <a:ext uri="{FF2B5EF4-FFF2-40B4-BE49-F238E27FC236}">
                <a16:creationId xmlns:a16="http://schemas.microsoft.com/office/drawing/2014/main" id="{B9187CBA-2A32-76A9-CBAC-AA6FEECD29F3}"/>
              </a:ext>
            </a:extLst>
          </p:cNvPr>
          <p:cNvSpPr/>
          <p:nvPr/>
        </p:nvSpPr>
        <p:spPr>
          <a:xfrm>
            <a:off x="355599" y="6603587"/>
            <a:ext cx="1849957" cy="154496"/>
          </a:xfrm>
          <a:prstGeom prst="rect">
            <a:avLst/>
          </a:prstGeom>
          <a:noFill/>
          <a:ln/>
        </p:spPr>
        <p:txBody>
          <a:bodyPr wrap="square" lIns="0" tIns="0" rIns="0" bIns="0" rtlCol="0" anchor="t"/>
          <a:lstStyle/>
          <a:p>
            <a:pPr>
              <a:lnSpc>
                <a:spcPts val="960"/>
              </a:lnSpc>
            </a:pPr>
            <a:r>
              <a:rPr lang="en-US" sz="800" dirty="0">
                <a:solidFill>
                  <a:srgbClr val="000000">
                    <a:alpha val="45000"/>
                  </a:srgbClr>
                </a:solidFill>
                <a:latin typeface="Stapel" panose="020B0504020202020204" pitchFamily="34" charset="-52"/>
                <a:ea typeface="Stapel" pitchFamily="34" charset="-122"/>
                <a:cs typeface="Stapel" pitchFamily="34" charset="-120"/>
              </a:rPr>
              <a:t>*данные представлены в млн рублей</a:t>
            </a:r>
            <a:endParaRPr lang="en-US" sz="800" dirty="0"/>
          </a:p>
        </p:txBody>
      </p:sp>
      <p:sp>
        <p:nvSpPr>
          <p:cNvPr id="2" name="Номер слайда 1">
            <a:extLst>
              <a:ext uri="{FF2B5EF4-FFF2-40B4-BE49-F238E27FC236}">
                <a16:creationId xmlns:a16="http://schemas.microsoft.com/office/drawing/2014/main" id="{D4050CF5-6690-DF0C-5BEE-631318099167}"/>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26</a:t>
            </a:fld>
            <a:endParaRPr lang="ru-RU" dirty="0"/>
          </a:p>
        </p:txBody>
      </p:sp>
      <p:sp>
        <p:nvSpPr>
          <p:cNvPr id="5" name="Заголовок 4">
            <a:extLst>
              <a:ext uri="{FF2B5EF4-FFF2-40B4-BE49-F238E27FC236}">
                <a16:creationId xmlns:a16="http://schemas.microsoft.com/office/drawing/2014/main" id="{013DA35D-59E1-B9EB-1816-13A0117005BC}"/>
              </a:ext>
            </a:extLst>
          </p:cNvPr>
          <p:cNvSpPr>
            <a:spLocks noGrp="1"/>
          </p:cNvSpPr>
          <p:nvPr>
            <p:ph type="title"/>
          </p:nvPr>
        </p:nvSpPr>
        <p:spPr/>
        <p:txBody>
          <a:bodyPr/>
          <a:lstStyle/>
          <a:p>
            <a:r>
              <a:rPr lang="ru-RU" dirty="0"/>
              <a:t>Анализ эффективности</a:t>
            </a:r>
          </a:p>
        </p:txBody>
      </p:sp>
    </p:spTree>
    <p:extLst>
      <p:ext uri="{BB962C8B-B14F-4D97-AF65-F5344CB8AC3E}">
        <p14:creationId xmlns:p14="http://schemas.microsoft.com/office/powerpoint/2010/main" val="4238180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Таблица 23">
            <a:extLst>
              <a:ext uri="{FF2B5EF4-FFF2-40B4-BE49-F238E27FC236}">
                <a16:creationId xmlns:a16="http://schemas.microsoft.com/office/drawing/2014/main" id="{D568AE4E-7B99-6ED7-8093-4A1521122917}"/>
              </a:ext>
            </a:extLst>
          </p:cNvPr>
          <p:cNvGraphicFramePr>
            <a:graphicFrameLocks noGrp="1"/>
          </p:cNvGraphicFramePr>
          <p:nvPr>
            <p:extLst>
              <p:ext uri="{D42A27DB-BD31-4B8C-83A1-F6EECF244321}">
                <p14:modId xmlns:p14="http://schemas.microsoft.com/office/powerpoint/2010/main" val="3359255472"/>
              </p:ext>
            </p:extLst>
          </p:nvPr>
        </p:nvGraphicFramePr>
        <p:xfrm>
          <a:off x="355599" y="1079806"/>
          <a:ext cx="11480746" cy="5202909"/>
        </p:xfrm>
        <a:graphic>
          <a:graphicData uri="http://schemas.openxmlformats.org/drawingml/2006/table">
            <a:tbl>
              <a:tblPr firstRow="1" bandRow="1">
                <a:tableStyleId>{5C22544A-7EE6-4342-B048-85BDC9FD1C3A}</a:tableStyleId>
              </a:tblPr>
              <a:tblGrid>
                <a:gridCol w="2898166">
                  <a:extLst>
                    <a:ext uri="{9D8B030D-6E8A-4147-A177-3AD203B41FA5}">
                      <a16:colId xmlns:a16="http://schemas.microsoft.com/office/drawing/2014/main" val="1007580172"/>
                    </a:ext>
                  </a:extLst>
                </a:gridCol>
                <a:gridCol w="715215">
                  <a:extLst>
                    <a:ext uri="{9D8B030D-6E8A-4147-A177-3AD203B41FA5}">
                      <a16:colId xmlns:a16="http://schemas.microsoft.com/office/drawing/2014/main" val="1561140666"/>
                    </a:ext>
                  </a:extLst>
                </a:gridCol>
                <a:gridCol w="715215">
                  <a:extLst>
                    <a:ext uri="{9D8B030D-6E8A-4147-A177-3AD203B41FA5}">
                      <a16:colId xmlns:a16="http://schemas.microsoft.com/office/drawing/2014/main" val="2707972262"/>
                    </a:ext>
                  </a:extLst>
                </a:gridCol>
                <a:gridCol w="715215">
                  <a:extLst>
                    <a:ext uri="{9D8B030D-6E8A-4147-A177-3AD203B41FA5}">
                      <a16:colId xmlns:a16="http://schemas.microsoft.com/office/drawing/2014/main" val="2827840868"/>
                    </a:ext>
                  </a:extLst>
                </a:gridCol>
                <a:gridCol w="715215">
                  <a:extLst>
                    <a:ext uri="{9D8B030D-6E8A-4147-A177-3AD203B41FA5}">
                      <a16:colId xmlns:a16="http://schemas.microsoft.com/office/drawing/2014/main" val="2473742651"/>
                    </a:ext>
                  </a:extLst>
                </a:gridCol>
                <a:gridCol w="715215">
                  <a:extLst>
                    <a:ext uri="{9D8B030D-6E8A-4147-A177-3AD203B41FA5}">
                      <a16:colId xmlns:a16="http://schemas.microsoft.com/office/drawing/2014/main" val="2977248216"/>
                    </a:ext>
                  </a:extLst>
                </a:gridCol>
                <a:gridCol w="715215">
                  <a:extLst>
                    <a:ext uri="{9D8B030D-6E8A-4147-A177-3AD203B41FA5}">
                      <a16:colId xmlns:a16="http://schemas.microsoft.com/office/drawing/2014/main" val="2651941535"/>
                    </a:ext>
                  </a:extLst>
                </a:gridCol>
                <a:gridCol w="715215">
                  <a:extLst>
                    <a:ext uri="{9D8B030D-6E8A-4147-A177-3AD203B41FA5}">
                      <a16:colId xmlns:a16="http://schemas.microsoft.com/office/drawing/2014/main" val="2604986627"/>
                    </a:ext>
                  </a:extLst>
                </a:gridCol>
                <a:gridCol w="715215">
                  <a:extLst>
                    <a:ext uri="{9D8B030D-6E8A-4147-A177-3AD203B41FA5}">
                      <a16:colId xmlns:a16="http://schemas.microsoft.com/office/drawing/2014/main" val="1326461906"/>
                    </a:ext>
                  </a:extLst>
                </a:gridCol>
                <a:gridCol w="715215">
                  <a:extLst>
                    <a:ext uri="{9D8B030D-6E8A-4147-A177-3AD203B41FA5}">
                      <a16:colId xmlns:a16="http://schemas.microsoft.com/office/drawing/2014/main" val="109393743"/>
                    </a:ext>
                  </a:extLst>
                </a:gridCol>
                <a:gridCol w="715215">
                  <a:extLst>
                    <a:ext uri="{9D8B030D-6E8A-4147-A177-3AD203B41FA5}">
                      <a16:colId xmlns:a16="http://schemas.microsoft.com/office/drawing/2014/main" val="3442878435"/>
                    </a:ext>
                  </a:extLst>
                </a:gridCol>
                <a:gridCol w="715215">
                  <a:extLst>
                    <a:ext uri="{9D8B030D-6E8A-4147-A177-3AD203B41FA5}">
                      <a16:colId xmlns:a16="http://schemas.microsoft.com/office/drawing/2014/main" val="1717613864"/>
                    </a:ext>
                  </a:extLst>
                </a:gridCol>
                <a:gridCol w="715215">
                  <a:extLst>
                    <a:ext uri="{9D8B030D-6E8A-4147-A177-3AD203B41FA5}">
                      <a16:colId xmlns:a16="http://schemas.microsoft.com/office/drawing/2014/main" val="3630161758"/>
                    </a:ext>
                  </a:extLst>
                </a:gridCol>
              </a:tblGrid>
              <a:tr h="309989">
                <a:tc>
                  <a:txBody>
                    <a:bodyPr/>
                    <a:lstStyle/>
                    <a:p>
                      <a:r>
                        <a:rPr lang="ru-RU" sz="1100" b="0" dirty="0">
                          <a:solidFill>
                            <a:schemeClr val="tx1"/>
                          </a:solidFill>
                          <a:latin typeface="+mn-lt"/>
                        </a:rPr>
                        <a:t>Описание работ</a:t>
                      </a:r>
                    </a:p>
                  </a:txBody>
                  <a:tcPr marL="143981" marR="143981" marT="22857" marB="22857" anchor="ctr">
                    <a:lnR w="12700" cap="flat" cmpd="sng" algn="ctr">
                      <a:solidFill>
                        <a:srgbClr val="000000">
                          <a:alpha val="10196"/>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янв</a:t>
                      </a:r>
                      <a:endParaRPr lang="ru-RU" sz="1100" b="0" dirty="0">
                        <a:solidFill>
                          <a:schemeClr val="tx1"/>
                        </a:solidFill>
                        <a:latin typeface="+mn-lt"/>
                      </a:endParaRPr>
                    </a:p>
                  </a:txBody>
                  <a:tcPr marL="143981" marR="143981"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фев</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март</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апр</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май</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июнь</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июль</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авг</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сен</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окт</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нояб</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дек</a:t>
                      </a:r>
                    </a:p>
                  </a:txBody>
                  <a:tcPr marL="143981" marR="143981" marT="22857" marB="22857" anchor="ctr">
                    <a:lnL w="12700" cap="flat" cmpd="sng" algn="ctr">
                      <a:solidFill>
                        <a:srgbClr val="000000">
                          <a:alpha val="9804"/>
                        </a:srgbClr>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7835543"/>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6008921"/>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8630715"/>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7524425"/>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4282795"/>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2440116"/>
                  </a:ext>
                </a:extLst>
              </a:tr>
            </a:tbl>
          </a:graphicData>
        </a:graphic>
      </p:graphicFrame>
      <p:grpSp>
        <p:nvGrpSpPr>
          <p:cNvPr id="6" name="Google Shape;1321;p18">
            <a:extLst>
              <a:ext uri="{FF2B5EF4-FFF2-40B4-BE49-F238E27FC236}">
                <a16:creationId xmlns:a16="http://schemas.microsoft.com/office/drawing/2014/main" id="{8125076B-E93B-BF60-1595-E0507160AC15}"/>
              </a:ext>
            </a:extLst>
          </p:cNvPr>
          <p:cNvGrpSpPr/>
          <p:nvPr/>
        </p:nvGrpSpPr>
        <p:grpSpPr>
          <a:xfrm>
            <a:off x="3257533" y="1495106"/>
            <a:ext cx="3263883" cy="778345"/>
            <a:chOff x="3190240" y="1724537"/>
            <a:chExt cx="3246120" cy="540000"/>
          </a:xfrm>
        </p:grpSpPr>
        <p:sp>
          <p:nvSpPr>
            <p:cNvPr id="7" name="Google Shape;1322;p18">
              <a:extLst>
                <a:ext uri="{FF2B5EF4-FFF2-40B4-BE49-F238E27FC236}">
                  <a16:creationId xmlns:a16="http://schemas.microsoft.com/office/drawing/2014/main" id="{DD42D313-CE40-B203-2134-6B35A8CD24A0}"/>
                </a:ext>
              </a:extLst>
            </p:cNvPr>
            <p:cNvSpPr/>
            <p:nvPr/>
          </p:nvSpPr>
          <p:spPr>
            <a:xfrm>
              <a:off x="3190240" y="1724537"/>
              <a:ext cx="1827530" cy="180000"/>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8" name="Google Shape;1323;p18">
              <a:extLst>
                <a:ext uri="{FF2B5EF4-FFF2-40B4-BE49-F238E27FC236}">
                  <a16:creationId xmlns:a16="http://schemas.microsoft.com/office/drawing/2014/main" id="{0305C73E-5730-41E8-3F82-ECD8B8BAB518}"/>
                </a:ext>
              </a:extLst>
            </p:cNvPr>
            <p:cNvSpPr/>
            <p:nvPr/>
          </p:nvSpPr>
          <p:spPr>
            <a:xfrm>
              <a:off x="3190240" y="1904537"/>
              <a:ext cx="252000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9" name="Google Shape;1324;p18">
              <a:extLst>
                <a:ext uri="{FF2B5EF4-FFF2-40B4-BE49-F238E27FC236}">
                  <a16:creationId xmlns:a16="http://schemas.microsoft.com/office/drawing/2014/main" id="{5FB005C7-CAA6-070F-F62F-3A04961D5EC6}"/>
                </a:ext>
              </a:extLst>
            </p:cNvPr>
            <p:cNvSpPr/>
            <p:nvPr/>
          </p:nvSpPr>
          <p:spPr>
            <a:xfrm>
              <a:off x="3190240" y="2084537"/>
              <a:ext cx="3246120" cy="180000"/>
            </a:xfrm>
            <a:prstGeom prst="homePlate">
              <a:avLst>
                <a:gd name="adj" fmla="val 50000"/>
              </a:avLst>
            </a:prstGeom>
            <a:solidFill>
              <a:srgbClr val="D5BFED"/>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grpSp>
        <p:nvGrpSpPr>
          <p:cNvPr id="10" name="Google Shape;1321;p18">
            <a:extLst>
              <a:ext uri="{FF2B5EF4-FFF2-40B4-BE49-F238E27FC236}">
                <a16:creationId xmlns:a16="http://schemas.microsoft.com/office/drawing/2014/main" id="{AC7D3C54-D8FC-49AF-9AFF-3BBF0CEF1F16}"/>
              </a:ext>
            </a:extLst>
          </p:cNvPr>
          <p:cNvGrpSpPr/>
          <p:nvPr/>
        </p:nvGrpSpPr>
        <p:grpSpPr>
          <a:xfrm>
            <a:off x="4686276" y="2480359"/>
            <a:ext cx="3263883" cy="778345"/>
            <a:chOff x="3190240" y="1724537"/>
            <a:chExt cx="3246120" cy="540000"/>
          </a:xfrm>
        </p:grpSpPr>
        <p:sp>
          <p:nvSpPr>
            <p:cNvPr id="11" name="Google Shape;1322;p18">
              <a:extLst>
                <a:ext uri="{FF2B5EF4-FFF2-40B4-BE49-F238E27FC236}">
                  <a16:creationId xmlns:a16="http://schemas.microsoft.com/office/drawing/2014/main" id="{964CBA02-9357-109A-04BD-68A5EF0E16BA}"/>
                </a:ext>
              </a:extLst>
            </p:cNvPr>
            <p:cNvSpPr/>
            <p:nvPr/>
          </p:nvSpPr>
          <p:spPr>
            <a:xfrm>
              <a:off x="3190240" y="1724537"/>
              <a:ext cx="1827530" cy="180000"/>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2" name="Google Shape;1323;p18">
              <a:extLst>
                <a:ext uri="{FF2B5EF4-FFF2-40B4-BE49-F238E27FC236}">
                  <a16:creationId xmlns:a16="http://schemas.microsoft.com/office/drawing/2014/main" id="{BDF639C5-ED44-7A13-4569-508C242579CB}"/>
                </a:ext>
              </a:extLst>
            </p:cNvPr>
            <p:cNvSpPr/>
            <p:nvPr/>
          </p:nvSpPr>
          <p:spPr>
            <a:xfrm>
              <a:off x="3190240" y="1904537"/>
              <a:ext cx="252000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3" name="Google Shape;1324;p18">
              <a:extLst>
                <a:ext uri="{FF2B5EF4-FFF2-40B4-BE49-F238E27FC236}">
                  <a16:creationId xmlns:a16="http://schemas.microsoft.com/office/drawing/2014/main" id="{C85C5E84-DD83-2433-337C-AE2AB9E68F5B}"/>
                </a:ext>
              </a:extLst>
            </p:cNvPr>
            <p:cNvSpPr/>
            <p:nvPr/>
          </p:nvSpPr>
          <p:spPr>
            <a:xfrm>
              <a:off x="3190240" y="2084537"/>
              <a:ext cx="3246120" cy="180000"/>
            </a:xfrm>
            <a:prstGeom prst="homePlate">
              <a:avLst>
                <a:gd name="adj" fmla="val 50000"/>
              </a:avLst>
            </a:prstGeom>
            <a:solidFill>
              <a:srgbClr val="D5BFED"/>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grpSp>
        <p:nvGrpSpPr>
          <p:cNvPr id="14" name="Google Shape;1321;p18">
            <a:extLst>
              <a:ext uri="{FF2B5EF4-FFF2-40B4-BE49-F238E27FC236}">
                <a16:creationId xmlns:a16="http://schemas.microsoft.com/office/drawing/2014/main" id="{6EC320E4-A272-CCD6-5694-B50168323CB1}"/>
              </a:ext>
            </a:extLst>
          </p:cNvPr>
          <p:cNvGrpSpPr/>
          <p:nvPr/>
        </p:nvGrpSpPr>
        <p:grpSpPr>
          <a:xfrm>
            <a:off x="7543761" y="3451530"/>
            <a:ext cx="3263883" cy="778345"/>
            <a:chOff x="3190240" y="1724537"/>
            <a:chExt cx="3246120" cy="540000"/>
          </a:xfrm>
        </p:grpSpPr>
        <p:sp>
          <p:nvSpPr>
            <p:cNvPr id="15" name="Google Shape;1322;p18">
              <a:extLst>
                <a:ext uri="{FF2B5EF4-FFF2-40B4-BE49-F238E27FC236}">
                  <a16:creationId xmlns:a16="http://schemas.microsoft.com/office/drawing/2014/main" id="{FE3307E0-26FA-BC06-0CD1-F2169AB4A27D}"/>
                </a:ext>
              </a:extLst>
            </p:cNvPr>
            <p:cNvSpPr/>
            <p:nvPr/>
          </p:nvSpPr>
          <p:spPr>
            <a:xfrm>
              <a:off x="3190240" y="1724537"/>
              <a:ext cx="1827530" cy="180000"/>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6" name="Google Shape;1323;p18">
              <a:extLst>
                <a:ext uri="{FF2B5EF4-FFF2-40B4-BE49-F238E27FC236}">
                  <a16:creationId xmlns:a16="http://schemas.microsoft.com/office/drawing/2014/main" id="{75BA73F7-AAFE-EE30-5CA4-8F0789668710}"/>
                </a:ext>
              </a:extLst>
            </p:cNvPr>
            <p:cNvSpPr/>
            <p:nvPr/>
          </p:nvSpPr>
          <p:spPr>
            <a:xfrm>
              <a:off x="3190240" y="1904537"/>
              <a:ext cx="252000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7" name="Google Shape;1324;p18">
              <a:extLst>
                <a:ext uri="{FF2B5EF4-FFF2-40B4-BE49-F238E27FC236}">
                  <a16:creationId xmlns:a16="http://schemas.microsoft.com/office/drawing/2014/main" id="{FC63AD2C-9ABE-F4D6-5A0B-9A70B840840C}"/>
                </a:ext>
              </a:extLst>
            </p:cNvPr>
            <p:cNvSpPr/>
            <p:nvPr/>
          </p:nvSpPr>
          <p:spPr>
            <a:xfrm>
              <a:off x="3190240" y="2084537"/>
              <a:ext cx="3246120" cy="180000"/>
            </a:xfrm>
            <a:prstGeom prst="homePlate">
              <a:avLst>
                <a:gd name="adj" fmla="val 50000"/>
              </a:avLst>
            </a:prstGeom>
            <a:solidFill>
              <a:srgbClr val="D5BFED"/>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grpSp>
        <p:nvGrpSpPr>
          <p:cNvPr id="18" name="Google Shape;1321;p18">
            <a:extLst>
              <a:ext uri="{FF2B5EF4-FFF2-40B4-BE49-F238E27FC236}">
                <a16:creationId xmlns:a16="http://schemas.microsoft.com/office/drawing/2014/main" id="{A47920D0-3535-9566-4B2D-F94B253B34F8}"/>
              </a:ext>
            </a:extLst>
          </p:cNvPr>
          <p:cNvGrpSpPr/>
          <p:nvPr/>
        </p:nvGrpSpPr>
        <p:grpSpPr>
          <a:xfrm>
            <a:off x="4686276" y="4420845"/>
            <a:ext cx="3263883" cy="778345"/>
            <a:chOff x="3190240" y="1724537"/>
            <a:chExt cx="3246120" cy="540000"/>
          </a:xfrm>
        </p:grpSpPr>
        <p:sp>
          <p:nvSpPr>
            <p:cNvPr id="19" name="Google Shape;1322;p18">
              <a:extLst>
                <a:ext uri="{FF2B5EF4-FFF2-40B4-BE49-F238E27FC236}">
                  <a16:creationId xmlns:a16="http://schemas.microsoft.com/office/drawing/2014/main" id="{A9AD34A5-D99C-DFDD-13DB-D78676E89469}"/>
                </a:ext>
              </a:extLst>
            </p:cNvPr>
            <p:cNvSpPr/>
            <p:nvPr/>
          </p:nvSpPr>
          <p:spPr>
            <a:xfrm>
              <a:off x="3190240" y="1724537"/>
              <a:ext cx="1827530" cy="180000"/>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20" name="Google Shape;1323;p18">
              <a:extLst>
                <a:ext uri="{FF2B5EF4-FFF2-40B4-BE49-F238E27FC236}">
                  <a16:creationId xmlns:a16="http://schemas.microsoft.com/office/drawing/2014/main" id="{C7C78DC9-B9D2-4A5B-AFEF-962E63E11D32}"/>
                </a:ext>
              </a:extLst>
            </p:cNvPr>
            <p:cNvSpPr/>
            <p:nvPr/>
          </p:nvSpPr>
          <p:spPr>
            <a:xfrm>
              <a:off x="3190240" y="1904537"/>
              <a:ext cx="252000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21" name="Google Shape;1324;p18">
              <a:extLst>
                <a:ext uri="{FF2B5EF4-FFF2-40B4-BE49-F238E27FC236}">
                  <a16:creationId xmlns:a16="http://schemas.microsoft.com/office/drawing/2014/main" id="{3379B8BA-B9C7-E9BF-F30D-DEBDD20E4F1B}"/>
                </a:ext>
              </a:extLst>
            </p:cNvPr>
            <p:cNvSpPr/>
            <p:nvPr/>
          </p:nvSpPr>
          <p:spPr>
            <a:xfrm>
              <a:off x="3190240" y="2084537"/>
              <a:ext cx="3246120" cy="180000"/>
            </a:xfrm>
            <a:prstGeom prst="homePlate">
              <a:avLst>
                <a:gd name="adj" fmla="val 50000"/>
              </a:avLst>
            </a:prstGeom>
            <a:solidFill>
              <a:srgbClr val="D5BFED"/>
            </a:solidFill>
            <a:ln>
              <a:noFill/>
            </a:ln>
          </p:spPr>
          <p:txBody>
            <a:bodyPr spcFirstLastPara="1" wrap="square" lIns="17998" tIns="17998" rIns="17998" bIns="17998" anchor="ctr" anchorCtr="0">
              <a:noAutofit/>
            </a:bodyPr>
            <a:lstStyle/>
            <a:p>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sp>
        <p:nvSpPr>
          <p:cNvPr id="22" name="Google Shape;1324;p18">
            <a:extLst>
              <a:ext uri="{FF2B5EF4-FFF2-40B4-BE49-F238E27FC236}">
                <a16:creationId xmlns:a16="http://schemas.microsoft.com/office/drawing/2014/main" id="{D9B7A478-E56F-26F8-9132-E08EDE94B863}"/>
              </a:ext>
            </a:extLst>
          </p:cNvPr>
          <p:cNvSpPr/>
          <p:nvPr/>
        </p:nvSpPr>
        <p:spPr>
          <a:xfrm>
            <a:off x="4686276" y="5663909"/>
            <a:ext cx="7134188" cy="259448"/>
          </a:xfrm>
          <a:prstGeom prst="homePlate">
            <a:avLst>
              <a:gd name="adj" fmla="val 50000"/>
            </a:avLst>
          </a:prstGeom>
          <a:solidFill>
            <a:srgbClr val="D5BFED"/>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4" name="Номер слайда 1">
            <a:extLst>
              <a:ext uri="{FF2B5EF4-FFF2-40B4-BE49-F238E27FC236}">
                <a16:creationId xmlns:a16="http://schemas.microsoft.com/office/drawing/2014/main" id="{24D39D4B-D0F5-D24D-ECC0-A60FF87E0A1A}"/>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27</a:t>
            </a:fld>
            <a:endParaRPr lang="ru-RU" dirty="0"/>
          </a:p>
        </p:txBody>
      </p:sp>
      <p:sp>
        <p:nvSpPr>
          <p:cNvPr id="5" name="Заголовок 4">
            <a:extLst>
              <a:ext uri="{FF2B5EF4-FFF2-40B4-BE49-F238E27FC236}">
                <a16:creationId xmlns:a16="http://schemas.microsoft.com/office/drawing/2014/main" id="{A7FEAA80-1D4F-28C6-6E83-0B190C218797}"/>
              </a:ext>
            </a:extLst>
          </p:cNvPr>
          <p:cNvSpPr>
            <a:spLocks noGrp="1"/>
          </p:cNvSpPr>
          <p:nvPr>
            <p:ph type="title"/>
          </p:nvPr>
        </p:nvSpPr>
        <p:spPr/>
        <p:txBody>
          <a:bodyPr/>
          <a:lstStyle/>
          <a:p>
            <a:r>
              <a:rPr lang="ru-RU" dirty="0"/>
              <a:t>Таймлайн</a:t>
            </a:r>
          </a:p>
        </p:txBody>
      </p:sp>
    </p:spTree>
    <p:extLst>
      <p:ext uri="{BB962C8B-B14F-4D97-AF65-F5344CB8AC3E}">
        <p14:creationId xmlns:p14="http://schemas.microsoft.com/office/powerpoint/2010/main" val="37761318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Таблица 23">
            <a:extLst>
              <a:ext uri="{FF2B5EF4-FFF2-40B4-BE49-F238E27FC236}">
                <a16:creationId xmlns:a16="http://schemas.microsoft.com/office/drawing/2014/main" id="{D568AE4E-7B99-6ED7-8093-4A1521122917}"/>
              </a:ext>
            </a:extLst>
          </p:cNvPr>
          <p:cNvGraphicFramePr>
            <a:graphicFrameLocks noGrp="1"/>
          </p:cNvGraphicFramePr>
          <p:nvPr/>
        </p:nvGraphicFramePr>
        <p:xfrm>
          <a:off x="355599" y="1079806"/>
          <a:ext cx="11480746" cy="5202909"/>
        </p:xfrm>
        <a:graphic>
          <a:graphicData uri="http://schemas.openxmlformats.org/drawingml/2006/table">
            <a:tbl>
              <a:tblPr firstRow="1" bandRow="1">
                <a:tableStyleId>{5C22544A-7EE6-4342-B048-85BDC9FD1C3A}</a:tableStyleId>
              </a:tblPr>
              <a:tblGrid>
                <a:gridCol w="2898166">
                  <a:extLst>
                    <a:ext uri="{9D8B030D-6E8A-4147-A177-3AD203B41FA5}">
                      <a16:colId xmlns:a16="http://schemas.microsoft.com/office/drawing/2014/main" val="1007580172"/>
                    </a:ext>
                  </a:extLst>
                </a:gridCol>
                <a:gridCol w="715215">
                  <a:extLst>
                    <a:ext uri="{9D8B030D-6E8A-4147-A177-3AD203B41FA5}">
                      <a16:colId xmlns:a16="http://schemas.microsoft.com/office/drawing/2014/main" val="1561140666"/>
                    </a:ext>
                  </a:extLst>
                </a:gridCol>
                <a:gridCol w="715215">
                  <a:extLst>
                    <a:ext uri="{9D8B030D-6E8A-4147-A177-3AD203B41FA5}">
                      <a16:colId xmlns:a16="http://schemas.microsoft.com/office/drawing/2014/main" val="2707972262"/>
                    </a:ext>
                  </a:extLst>
                </a:gridCol>
                <a:gridCol w="715215">
                  <a:extLst>
                    <a:ext uri="{9D8B030D-6E8A-4147-A177-3AD203B41FA5}">
                      <a16:colId xmlns:a16="http://schemas.microsoft.com/office/drawing/2014/main" val="2827840868"/>
                    </a:ext>
                  </a:extLst>
                </a:gridCol>
                <a:gridCol w="715215">
                  <a:extLst>
                    <a:ext uri="{9D8B030D-6E8A-4147-A177-3AD203B41FA5}">
                      <a16:colId xmlns:a16="http://schemas.microsoft.com/office/drawing/2014/main" val="2473742651"/>
                    </a:ext>
                  </a:extLst>
                </a:gridCol>
                <a:gridCol w="715215">
                  <a:extLst>
                    <a:ext uri="{9D8B030D-6E8A-4147-A177-3AD203B41FA5}">
                      <a16:colId xmlns:a16="http://schemas.microsoft.com/office/drawing/2014/main" val="2977248216"/>
                    </a:ext>
                  </a:extLst>
                </a:gridCol>
                <a:gridCol w="715215">
                  <a:extLst>
                    <a:ext uri="{9D8B030D-6E8A-4147-A177-3AD203B41FA5}">
                      <a16:colId xmlns:a16="http://schemas.microsoft.com/office/drawing/2014/main" val="2651941535"/>
                    </a:ext>
                  </a:extLst>
                </a:gridCol>
                <a:gridCol w="715215">
                  <a:extLst>
                    <a:ext uri="{9D8B030D-6E8A-4147-A177-3AD203B41FA5}">
                      <a16:colId xmlns:a16="http://schemas.microsoft.com/office/drawing/2014/main" val="2604986627"/>
                    </a:ext>
                  </a:extLst>
                </a:gridCol>
                <a:gridCol w="715215">
                  <a:extLst>
                    <a:ext uri="{9D8B030D-6E8A-4147-A177-3AD203B41FA5}">
                      <a16:colId xmlns:a16="http://schemas.microsoft.com/office/drawing/2014/main" val="1326461906"/>
                    </a:ext>
                  </a:extLst>
                </a:gridCol>
                <a:gridCol w="715215">
                  <a:extLst>
                    <a:ext uri="{9D8B030D-6E8A-4147-A177-3AD203B41FA5}">
                      <a16:colId xmlns:a16="http://schemas.microsoft.com/office/drawing/2014/main" val="109393743"/>
                    </a:ext>
                  </a:extLst>
                </a:gridCol>
                <a:gridCol w="715215">
                  <a:extLst>
                    <a:ext uri="{9D8B030D-6E8A-4147-A177-3AD203B41FA5}">
                      <a16:colId xmlns:a16="http://schemas.microsoft.com/office/drawing/2014/main" val="3442878435"/>
                    </a:ext>
                  </a:extLst>
                </a:gridCol>
                <a:gridCol w="715215">
                  <a:extLst>
                    <a:ext uri="{9D8B030D-6E8A-4147-A177-3AD203B41FA5}">
                      <a16:colId xmlns:a16="http://schemas.microsoft.com/office/drawing/2014/main" val="1717613864"/>
                    </a:ext>
                  </a:extLst>
                </a:gridCol>
                <a:gridCol w="715215">
                  <a:extLst>
                    <a:ext uri="{9D8B030D-6E8A-4147-A177-3AD203B41FA5}">
                      <a16:colId xmlns:a16="http://schemas.microsoft.com/office/drawing/2014/main" val="3630161758"/>
                    </a:ext>
                  </a:extLst>
                </a:gridCol>
              </a:tblGrid>
              <a:tr h="309989">
                <a:tc>
                  <a:txBody>
                    <a:bodyPr/>
                    <a:lstStyle/>
                    <a:p>
                      <a:r>
                        <a:rPr lang="ru-RU" sz="1100" b="0" dirty="0">
                          <a:solidFill>
                            <a:schemeClr val="tx1"/>
                          </a:solidFill>
                          <a:latin typeface="+mn-lt"/>
                        </a:rPr>
                        <a:t>Описание работ</a:t>
                      </a:r>
                    </a:p>
                  </a:txBody>
                  <a:tcPr marL="143981" marR="143981" marT="22857" marB="22857" anchor="ctr">
                    <a:lnR w="12700" cap="flat" cmpd="sng" algn="ctr">
                      <a:solidFill>
                        <a:srgbClr val="000000">
                          <a:alpha val="10196"/>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янв</a:t>
                      </a:r>
                      <a:endParaRPr lang="ru-RU" sz="1100" b="0" dirty="0">
                        <a:solidFill>
                          <a:schemeClr val="tx1"/>
                        </a:solidFill>
                        <a:latin typeface="+mn-lt"/>
                      </a:endParaRPr>
                    </a:p>
                  </a:txBody>
                  <a:tcPr marL="143981" marR="143981"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фев</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март</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апр</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май</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июнь</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июль</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авг</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сен</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окт</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нояб</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дек</a:t>
                      </a:r>
                    </a:p>
                  </a:txBody>
                  <a:tcPr marL="143981" marR="143981" marT="22857" marB="22857" anchor="ctr">
                    <a:lnL w="12700" cap="flat" cmpd="sng" algn="ctr">
                      <a:solidFill>
                        <a:srgbClr val="000000">
                          <a:alpha val="9804"/>
                        </a:srgbClr>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7835543"/>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6008921"/>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8630715"/>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7524425"/>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4282795"/>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2440116"/>
                  </a:ext>
                </a:extLst>
              </a:tr>
            </a:tbl>
          </a:graphicData>
        </a:graphic>
      </p:graphicFrame>
      <p:grpSp>
        <p:nvGrpSpPr>
          <p:cNvPr id="6" name="Google Shape;1321;p18">
            <a:extLst>
              <a:ext uri="{FF2B5EF4-FFF2-40B4-BE49-F238E27FC236}">
                <a16:creationId xmlns:a16="http://schemas.microsoft.com/office/drawing/2014/main" id="{8125076B-E93B-BF60-1595-E0507160AC15}"/>
              </a:ext>
            </a:extLst>
          </p:cNvPr>
          <p:cNvGrpSpPr/>
          <p:nvPr/>
        </p:nvGrpSpPr>
        <p:grpSpPr>
          <a:xfrm>
            <a:off x="3257533" y="1495106"/>
            <a:ext cx="3263883" cy="778345"/>
            <a:chOff x="3190240" y="1724537"/>
            <a:chExt cx="3246120" cy="540000"/>
          </a:xfrm>
          <a:solidFill>
            <a:srgbClr val="FAE6E9"/>
          </a:solidFill>
        </p:grpSpPr>
        <p:sp>
          <p:nvSpPr>
            <p:cNvPr id="7" name="Google Shape;1322;p18">
              <a:extLst>
                <a:ext uri="{FF2B5EF4-FFF2-40B4-BE49-F238E27FC236}">
                  <a16:creationId xmlns:a16="http://schemas.microsoft.com/office/drawing/2014/main" id="{DD42D313-CE40-B203-2134-6B35A8CD24A0}"/>
                </a:ext>
              </a:extLst>
            </p:cNvPr>
            <p:cNvSpPr/>
            <p:nvPr/>
          </p:nvSpPr>
          <p:spPr>
            <a:xfrm>
              <a:off x="3190240" y="1724537"/>
              <a:ext cx="1827530" cy="180000"/>
            </a:xfrm>
            <a:prstGeom prst="homePlate">
              <a:avLst>
                <a:gd name="adj" fmla="val 50000"/>
              </a:avLst>
            </a:prstGeom>
            <a:grp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8" name="Google Shape;1323;p18">
              <a:extLst>
                <a:ext uri="{FF2B5EF4-FFF2-40B4-BE49-F238E27FC236}">
                  <a16:creationId xmlns:a16="http://schemas.microsoft.com/office/drawing/2014/main" id="{0305C73E-5730-41E8-3F82-ECD8B8BAB518}"/>
                </a:ext>
              </a:extLst>
            </p:cNvPr>
            <p:cNvSpPr/>
            <p:nvPr/>
          </p:nvSpPr>
          <p:spPr>
            <a:xfrm>
              <a:off x="3190240" y="1904537"/>
              <a:ext cx="2520000" cy="180000"/>
            </a:xfrm>
            <a:prstGeom prst="homePlate">
              <a:avLst>
                <a:gd name="adj" fmla="val 50000"/>
              </a:avLst>
            </a:prstGeom>
            <a:solidFill>
              <a:srgbClr val="DDB6D3"/>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9" name="Google Shape;1324;p18">
              <a:extLst>
                <a:ext uri="{FF2B5EF4-FFF2-40B4-BE49-F238E27FC236}">
                  <a16:creationId xmlns:a16="http://schemas.microsoft.com/office/drawing/2014/main" id="{5FB005C7-CAA6-070F-F62F-3A04961D5EC6}"/>
                </a:ext>
              </a:extLst>
            </p:cNvPr>
            <p:cNvSpPr/>
            <p:nvPr/>
          </p:nvSpPr>
          <p:spPr>
            <a:xfrm>
              <a:off x="3190240" y="2084537"/>
              <a:ext cx="3246120" cy="180000"/>
            </a:xfrm>
            <a:prstGeom prst="homePlate">
              <a:avLst>
                <a:gd name="adj" fmla="val 50000"/>
              </a:avLst>
            </a:prstGeom>
            <a:solidFill>
              <a:srgbClr val="F9CCE4"/>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grpSp>
        <p:nvGrpSpPr>
          <p:cNvPr id="10" name="Google Shape;1321;p18">
            <a:extLst>
              <a:ext uri="{FF2B5EF4-FFF2-40B4-BE49-F238E27FC236}">
                <a16:creationId xmlns:a16="http://schemas.microsoft.com/office/drawing/2014/main" id="{AC7D3C54-D8FC-49AF-9AFF-3BBF0CEF1F16}"/>
              </a:ext>
            </a:extLst>
          </p:cNvPr>
          <p:cNvGrpSpPr/>
          <p:nvPr/>
        </p:nvGrpSpPr>
        <p:grpSpPr>
          <a:xfrm>
            <a:off x="4686276" y="2480359"/>
            <a:ext cx="3263883" cy="778345"/>
            <a:chOff x="3190240" y="1724537"/>
            <a:chExt cx="3246120" cy="540000"/>
          </a:xfrm>
        </p:grpSpPr>
        <p:sp>
          <p:nvSpPr>
            <p:cNvPr id="11" name="Google Shape;1322;p18">
              <a:extLst>
                <a:ext uri="{FF2B5EF4-FFF2-40B4-BE49-F238E27FC236}">
                  <a16:creationId xmlns:a16="http://schemas.microsoft.com/office/drawing/2014/main" id="{964CBA02-9357-109A-04BD-68A5EF0E16BA}"/>
                </a:ext>
              </a:extLst>
            </p:cNvPr>
            <p:cNvSpPr/>
            <p:nvPr/>
          </p:nvSpPr>
          <p:spPr>
            <a:xfrm>
              <a:off x="3190240" y="1724537"/>
              <a:ext cx="182753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2" name="Google Shape;1323;p18">
              <a:extLst>
                <a:ext uri="{FF2B5EF4-FFF2-40B4-BE49-F238E27FC236}">
                  <a16:creationId xmlns:a16="http://schemas.microsoft.com/office/drawing/2014/main" id="{BDF639C5-ED44-7A13-4569-508C242579CB}"/>
                </a:ext>
              </a:extLst>
            </p:cNvPr>
            <p:cNvSpPr/>
            <p:nvPr/>
          </p:nvSpPr>
          <p:spPr>
            <a:xfrm>
              <a:off x="3190240" y="1904537"/>
              <a:ext cx="2520000" cy="180000"/>
            </a:xfrm>
            <a:prstGeom prst="homePlate">
              <a:avLst>
                <a:gd name="adj" fmla="val 50000"/>
              </a:avLst>
            </a:prstGeom>
            <a:solidFill>
              <a:srgbClr val="DDB6D3"/>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3" name="Google Shape;1324;p18">
              <a:extLst>
                <a:ext uri="{FF2B5EF4-FFF2-40B4-BE49-F238E27FC236}">
                  <a16:creationId xmlns:a16="http://schemas.microsoft.com/office/drawing/2014/main" id="{C85C5E84-DD83-2433-337C-AE2AB9E68F5B}"/>
                </a:ext>
              </a:extLst>
            </p:cNvPr>
            <p:cNvSpPr/>
            <p:nvPr/>
          </p:nvSpPr>
          <p:spPr>
            <a:xfrm>
              <a:off x="3190240" y="2084537"/>
              <a:ext cx="3246120" cy="180000"/>
            </a:xfrm>
            <a:prstGeom prst="homePlate">
              <a:avLst>
                <a:gd name="adj" fmla="val 50000"/>
              </a:avLst>
            </a:prstGeom>
            <a:solidFill>
              <a:srgbClr val="F9CCE4"/>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grpSp>
        <p:nvGrpSpPr>
          <p:cNvPr id="14" name="Google Shape;1321;p18">
            <a:extLst>
              <a:ext uri="{FF2B5EF4-FFF2-40B4-BE49-F238E27FC236}">
                <a16:creationId xmlns:a16="http://schemas.microsoft.com/office/drawing/2014/main" id="{6EC320E4-A272-CCD6-5694-B50168323CB1}"/>
              </a:ext>
            </a:extLst>
          </p:cNvPr>
          <p:cNvGrpSpPr/>
          <p:nvPr/>
        </p:nvGrpSpPr>
        <p:grpSpPr>
          <a:xfrm>
            <a:off x="7543761" y="3451530"/>
            <a:ext cx="3263883" cy="778345"/>
            <a:chOff x="3190240" y="1724537"/>
            <a:chExt cx="3246120" cy="540000"/>
          </a:xfrm>
        </p:grpSpPr>
        <p:sp>
          <p:nvSpPr>
            <p:cNvPr id="15" name="Google Shape;1322;p18">
              <a:extLst>
                <a:ext uri="{FF2B5EF4-FFF2-40B4-BE49-F238E27FC236}">
                  <a16:creationId xmlns:a16="http://schemas.microsoft.com/office/drawing/2014/main" id="{FE3307E0-26FA-BC06-0CD1-F2169AB4A27D}"/>
                </a:ext>
              </a:extLst>
            </p:cNvPr>
            <p:cNvSpPr/>
            <p:nvPr/>
          </p:nvSpPr>
          <p:spPr>
            <a:xfrm>
              <a:off x="3190240" y="1724537"/>
              <a:ext cx="182753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6" name="Google Shape;1323;p18">
              <a:extLst>
                <a:ext uri="{FF2B5EF4-FFF2-40B4-BE49-F238E27FC236}">
                  <a16:creationId xmlns:a16="http://schemas.microsoft.com/office/drawing/2014/main" id="{75BA73F7-AAFE-EE30-5CA4-8F0789668710}"/>
                </a:ext>
              </a:extLst>
            </p:cNvPr>
            <p:cNvSpPr/>
            <p:nvPr/>
          </p:nvSpPr>
          <p:spPr>
            <a:xfrm>
              <a:off x="3190240" y="1904537"/>
              <a:ext cx="2520000" cy="180000"/>
            </a:xfrm>
            <a:prstGeom prst="homePlate">
              <a:avLst>
                <a:gd name="adj" fmla="val 50000"/>
              </a:avLst>
            </a:prstGeom>
            <a:solidFill>
              <a:srgbClr val="DDB6D3"/>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7" name="Google Shape;1324;p18">
              <a:extLst>
                <a:ext uri="{FF2B5EF4-FFF2-40B4-BE49-F238E27FC236}">
                  <a16:creationId xmlns:a16="http://schemas.microsoft.com/office/drawing/2014/main" id="{FC63AD2C-9ABE-F4D6-5A0B-9A70B840840C}"/>
                </a:ext>
              </a:extLst>
            </p:cNvPr>
            <p:cNvSpPr/>
            <p:nvPr/>
          </p:nvSpPr>
          <p:spPr>
            <a:xfrm>
              <a:off x="3190240" y="2084537"/>
              <a:ext cx="3246120" cy="180000"/>
            </a:xfrm>
            <a:prstGeom prst="homePlate">
              <a:avLst>
                <a:gd name="adj" fmla="val 50000"/>
              </a:avLst>
            </a:prstGeom>
            <a:solidFill>
              <a:srgbClr val="F9CCE4"/>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grpSp>
        <p:nvGrpSpPr>
          <p:cNvPr id="18" name="Google Shape;1321;p18">
            <a:extLst>
              <a:ext uri="{FF2B5EF4-FFF2-40B4-BE49-F238E27FC236}">
                <a16:creationId xmlns:a16="http://schemas.microsoft.com/office/drawing/2014/main" id="{A47920D0-3535-9566-4B2D-F94B253B34F8}"/>
              </a:ext>
            </a:extLst>
          </p:cNvPr>
          <p:cNvGrpSpPr/>
          <p:nvPr/>
        </p:nvGrpSpPr>
        <p:grpSpPr>
          <a:xfrm>
            <a:off x="4686276" y="4420845"/>
            <a:ext cx="3263883" cy="778345"/>
            <a:chOff x="3190240" y="1724537"/>
            <a:chExt cx="3246120" cy="540000"/>
          </a:xfrm>
        </p:grpSpPr>
        <p:sp>
          <p:nvSpPr>
            <p:cNvPr id="19" name="Google Shape;1322;p18">
              <a:extLst>
                <a:ext uri="{FF2B5EF4-FFF2-40B4-BE49-F238E27FC236}">
                  <a16:creationId xmlns:a16="http://schemas.microsoft.com/office/drawing/2014/main" id="{A9AD34A5-D99C-DFDD-13DB-D78676E89469}"/>
                </a:ext>
              </a:extLst>
            </p:cNvPr>
            <p:cNvSpPr/>
            <p:nvPr/>
          </p:nvSpPr>
          <p:spPr>
            <a:xfrm>
              <a:off x="3190240" y="1724537"/>
              <a:ext cx="182753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20" name="Google Shape;1323;p18">
              <a:extLst>
                <a:ext uri="{FF2B5EF4-FFF2-40B4-BE49-F238E27FC236}">
                  <a16:creationId xmlns:a16="http://schemas.microsoft.com/office/drawing/2014/main" id="{C7C78DC9-B9D2-4A5B-AFEF-962E63E11D32}"/>
                </a:ext>
              </a:extLst>
            </p:cNvPr>
            <p:cNvSpPr/>
            <p:nvPr/>
          </p:nvSpPr>
          <p:spPr>
            <a:xfrm>
              <a:off x="3190240" y="1904537"/>
              <a:ext cx="2520000" cy="180000"/>
            </a:xfrm>
            <a:prstGeom prst="homePlate">
              <a:avLst>
                <a:gd name="adj" fmla="val 50000"/>
              </a:avLst>
            </a:prstGeom>
            <a:solidFill>
              <a:srgbClr val="DDB6D3"/>
            </a:solidFill>
            <a:ln>
              <a:noFill/>
            </a:ln>
          </p:spPr>
          <p:txBody>
            <a:bodyPr spcFirstLastPara="1" wrap="square" lIns="17998" tIns="17998" rIns="17998" bIns="17998" anchor="ctr" anchorCtr="0">
              <a:noAutofit/>
            </a:bodyPr>
            <a:lstStyle/>
            <a:p>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21" name="Google Shape;1324;p18">
              <a:extLst>
                <a:ext uri="{FF2B5EF4-FFF2-40B4-BE49-F238E27FC236}">
                  <a16:creationId xmlns:a16="http://schemas.microsoft.com/office/drawing/2014/main" id="{3379B8BA-B9C7-E9BF-F30D-DEBDD20E4F1B}"/>
                </a:ext>
              </a:extLst>
            </p:cNvPr>
            <p:cNvSpPr/>
            <p:nvPr/>
          </p:nvSpPr>
          <p:spPr>
            <a:xfrm>
              <a:off x="3190240" y="2084537"/>
              <a:ext cx="3246120" cy="180000"/>
            </a:xfrm>
            <a:prstGeom prst="homePlate">
              <a:avLst>
                <a:gd name="adj" fmla="val 50000"/>
              </a:avLst>
            </a:prstGeom>
            <a:solidFill>
              <a:srgbClr val="F9CCE4"/>
            </a:solidFill>
            <a:ln>
              <a:noFill/>
            </a:ln>
          </p:spPr>
          <p:txBody>
            <a:bodyPr spcFirstLastPara="1" wrap="square" lIns="17998" tIns="17998" rIns="17998" bIns="17998" anchor="ctr" anchorCtr="0">
              <a:noAutofit/>
            </a:bodyPr>
            <a:lstStyle/>
            <a:p>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sp>
        <p:nvSpPr>
          <p:cNvPr id="22" name="Google Shape;1324;p18">
            <a:extLst>
              <a:ext uri="{FF2B5EF4-FFF2-40B4-BE49-F238E27FC236}">
                <a16:creationId xmlns:a16="http://schemas.microsoft.com/office/drawing/2014/main" id="{D9B7A478-E56F-26F8-9132-E08EDE94B863}"/>
              </a:ext>
            </a:extLst>
          </p:cNvPr>
          <p:cNvSpPr/>
          <p:nvPr/>
        </p:nvSpPr>
        <p:spPr>
          <a:xfrm>
            <a:off x="4686276" y="5663909"/>
            <a:ext cx="7134188" cy="259448"/>
          </a:xfrm>
          <a:prstGeom prst="homePlate">
            <a:avLst>
              <a:gd name="adj" fmla="val 50000"/>
            </a:avLst>
          </a:prstGeom>
          <a:solidFill>
            <a:srgbClr val="F9CCE4"/>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4" name="Номер слайда 1">
            <a:extLst>
              <a:ext uri="{FF2B5EF4-FFF2-40B4-BE49-F238E27FC236}">
                <a16:creationId xmlns:a16="http://schemas.microsoft.com/office/drawing/2014/main" id="{24D39D4B-D0F5-D24D-ECC0-A60FF87E0A1A}"/>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28</a:t>
            </a:fld>
            <a:endParaRPr lang="ru-RU" dirty="0"/>
          </a:p>
        </p:txBody>
      </p:sp>
      <p:sp>
        <p:nvSpPr>
          <p:cNvPr id="5" name="Заголовок 4">
            <a:extLst>
              <a:ext uri="{FF2B5EF4-FFF2-40B4-BE49-F238E27FC236}">
                <a16:creationId xmlns:a16="http://schemas.microsoft.com/office/drawing/2014/main" id="{A7FEAA80-1D4F-28C6-6E83-0B190C218797}"/>
              </a:ext>
            </a:extLst>
          </p:cNvPr>
          <p:cNvSpPr>
            <a:spLocks noGrp="1"/>
          </p:cNvSpPr>
          <p:nvPr>
            <p:ph type="title"/>
          </p:nvPr>
        </p:nvSpPr>
        <p:spPr/>
        <p:txBody>
          <a:bodyPr/>
          <a:lstStyle/>
          <a:p>
            <a:r>
              <a:rPr lang="ru-RU" dirty="0"/>
              <a:t>Таймлайн</a:t>
            </a:r>
          </a:p>
        </p:txBody>
      </p:sp>
    </p:spTree>
    <p:extLst>
      <p:ext uri="{BB962C8B-B14F-4D97-AF65-F5344CB8AC3E}">
        <p14:creationId xmlns:p14="http://schemas.microsoft.com/office/powerpoint/2010/main" val="1211748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Таблица 23">
            <a:extLst>
              <a:ext uri="{FF2B5EF4-FFF2-40B4-BE49-F238E27FC236}">
                <a16:creationId xmlns:a16="http://schemas.microsoft.com/office/drawing/2014/main" id="{D568AE4E-7B99-6ED7-8093-4A1521122917}"/>
              </a:ext>
            </a:extLst>
          </p:cNvPr>
          <p:cNvGraphicFramePr>
            <a:graphicFrameLocks noGrp="1"/>
          </p:cNvGraphicFramePr>
          <p:nvPr/>
        </p:nvGraphicFramePr>
        <p:xfrm>
          <a:off x="355599" y="1079806"/>
          <a:ext cx="11480746" cy="5202909"/>
        </p:xfrm>
        <a:graphic>
          <a:graphicData uri="http://schemas.openxmlformats.org/drawingml/2006/table">
            <a:tbl>
              <a:tblPr firstRow="1" bandRow="1">
                <a:tableStyleId>{5C22544A-7EE6-4342-B048-85BDC9FD1C3A}</a:tableStyleId>
              </a:tblPr>
              <a:tblGrid>
                <a:gridCol w="2898166">
                  <a:extLst>
                    <a:ext uri="{9D8B030D-6E8A-4147-A177-3AD203B41FA5}">
                      <a16:colId xmlns:a16="http://schemas.microsoft.com/office/drawing/2014/main" val="1007580172"/>
                    </a:ext>
                  </a:extLst>
                </a:gridCol>
                <a:gridCol w="715215">
                  <a:extLst>
                    <a:ext uri="{9D8B030D-6E8A-4147-A177-3AD203B41FA5}">
                      <a16:colId xmlns:a16="http://schemas.microsoft.com/office/drawing/2014/main" val="1561140666"/>
                    </a:ext>
                  </a:extLst>
                </a:gridCol>
                <a:gridCol w="715215">
                  <a:extLst>
                    <a:ext uri="{9D8B030D-6E8A-4147-A177-3AD203B41FA5}">
                      <a16:colId xmlns:a16="http://schemas.microsoft.com/office/drawing/2014/main" val="2707972262"/>
                    </a:ext>
                  </a:extLst>
                </a:gridCol>
                <a:gridCol w="715215">
                  <a:extLst>
                    <a:ext uri="{9D8B030D-6E8A-4147-A177-3AD203B41FA5}">
                      <a16:colId xmlns:a16="http://schemas.microsoft.com/office/drawing/2014/main" val="2827840868"/>
                    </a:ext>
                  </a:extLst>
                </a:gridCol>
                <a:gridCol w="715215">
                  <a:extLst>
                    <a:ext uri="{9D8B030D-6E8A-4147-A177-3AD203B41FA5}">
                      <a16:colId xmlns:a16="http://schemas.microsoft.com/office/drawing/2014/main" val="2473742651"/>
                    </a:ext>
                  </a:extLst>
                </a:gridCol>
                <a:gridCol w="715215">
                  <a:extLst>
                    <a:ext uri="{9D8B030D-6E8A-4147-A177-3AD203B41FA5}">
                      <a16:colId xmlns:a16="http://schemas.microsoft.com/office/drawing/2014/main" val="2977248216"/>
                    </a:ext>
                  </a:extLst>
                </a:gridCol>
                <a:gridCol w="715215">
                  <a:extLst>
                    <a:ext uri="{9D8B030D-6E8A-4147-A177-3AD203B41FA5}">
                      <a16:colId xmlns:a16="http://schemas.microsoft.com/office/drawing/2014/main" val="2651941535"/>
                    </a:ext>
                  </a:extLst>
                </a:gridCol>
                <a:gridCol w="715215">
                  <a:extLst>
                    <a:ext uri="{9D8B030D-6E8A-4147-A177-3AD203B41FA5}">
                      <a16:colId xmlns:a16="http://schemas.microsoft.com/office/drawing/2014/main" val="2604986627"/>
                    </a:ext>
                  </a:extLst>
                </a:gridCol>
                <a:gridCol w="715215">
                  <a:extLst>
                    <a:ext uri="{9D8B030D-6E8A-4147-A177-3AD203B41FA5}">
                      <a16:colId xmlns:a16="http://schemas.microsoft.com/office/drawing/2014/main" val="1326461906"/>
                    </a:ext>
                  </a:extLst>
                </a:gridCol>
                <a:gridCol w="715215">
                  <a:extLst>
                    <a:ext uri="{9D8B030D-6E8A-4147-A177-3AD203B41FA5}">
                      <a16:colId xmlns:a16="http://schemas.microsoft.com/office/drawing/2014/main" val="109393743"/>
                    </a:ext>
                  </a:extLst>
                </a:gridCol>
                <a:gridCol w="715215">
                  <a:extLst>
                    <a:ext uri="{9D8B030D-6E8A-4147-A177-3AD203B41FA5}">
                      <a16:colId xmlns:a16="http://schemas.microsoft.com/office/drawing/2014/main" val="3442878435"/>
                    </a:ext>
                  </a:extLst>
                </a:gridCol>
                <a:gridCol w="715215">
                  <a:extLst>
                    <a:ext uri="{9D8B030D-6E8A-4147-A177-3AD203B41FA5}">
                      <a16:colId xmlns:a16="http://schemas.microsoft.com/office/drawing/2014/main" val="1717613864"/>
                    </a:ext>
                  </a:extLst>
                </a:gridCol>
                <a:gridCol w="715215">
                  <a:extLst>
                    <a:ext uri="{9D8B030D-6E8A-4147-A177-3AD203B41FA5}">
                      <a16:colId xmlns:a16="http://schemas.microsoft.com/office/drawing/2014/main" val="3630161758"/>
                    </a:ext>
                  </a:extLst>
                </a:gridCol>
              </a:tblGrid>
              <a:tr h="309989">
                <a:tc>
                  <a:txBody>
                    <a:bodyPr/>
                    <a:lstStyle/>
                    <a:p>
                      <a:r>
                        <a:rPr lang="ru-RU" sz="1100" b="0" dirty="0">
                          <a:solidFill>
                            <a:schemeClr val="tx1"/>
                          </a:solidFill>
                          <a:latin typeface="+mn-lt"/>
                        </a:rPr>
                        <a:t>Описание работ</a:t>
                      </a:r>
                    </a:p>
                  </a:txBody>
                  <a:tcPr marL="143981" marR="143981" marT="22857" marB="22857" anchor="ctr">
                    <a:lnR w="12700" cap="flat" cmpd="sng" algn="ctr">
                      <a:solidFill>
                        <a:srgbClr val="000000">
                          <a:alpha val="10196"/>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янв</a:t>
                      </a:r>
                      <a:endParaRPr lang="ru-RU" sz="1100" b="0" dirty="0">
                        <a:solidFill>
                          <a:schemeClr val="tx1"/>
                        </a:solidFill>
                        <a:latin typeface="+mn-lt"/>
                      </a:endParaRPr>
                    </a:p>
                  </a:txBody>
                  <a:tcPr marL="143981" marR="143981"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фев</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март</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апр</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май</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июнь</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июль</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авг</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сен</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окт</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нояб</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дек</a:t>
                      </a:r>
                    </a:p>
                  </a:txBody>
                  <a:tcPr marL="143981" marR="143981" marT="22857" marB="22857" anchor="ctr">
                    <a:lnL w="12700" cap="flat" cmpd="sng" algn="ctr">
                      <a:solidFill>
                        <a:srgbClr val="000000">
                          <a:alpha val="9804"/>
                        </a:srgbClr>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7835543"/>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6008921"/>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8630715"/>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7524425"/>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4282795"/>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2440116"/>
                  </a:ext>
                </a:extLst>
              </a:tr>
            </a:tbl>
          </a:graphicData>
        </a:graphic>
      </p:graphicFrame>
      <p:grpSp>
        <p:nvGrpSpPr>
          <p:cNvPr id="6" name="Google Shape;1321;p18">
            <a:extLst>
              <a:ext uri="{FF2B5EF4-FFF2-40B4-BE49-F238E27FC236}">
                <a16:creationId xmlns:a16="http://schemas.microsoft.com/office/drawing/2014/main" id="{8125076B-E93B-BF60-1595-E0507160AC15}"/>
              </a:ext>
            </a:extLst>
          </p:cNvPr>
          <p:cNvGrpSpPr/>
          <p:nvPr/>
        </p:nvGrpSpPr>
        <p:grpSpPr>
          <a:xfrm>
            <a:off x="3257533" y="1495106"/>
            <a:ext cx="3263883" cy="778345"/>
            <a:chOff x="3190240" y="1724537"/>
            <a:chExt cx="3246120" cy="540000"/>
          </a:xfrm>
        </p:grpSpPr>
        <p:sp>
          <p:nvSpPr>
            <p:cNvPr id="7" name="Google Shape;1322;p18">
              <a:extLst>
                <a:ext uri="{FF2B5EF4-FFF2-40B4-BE49-F238E27FC236}">
                  <a16:creationId xmlns:a16="http://schemas.microsoft.com/office/drawing/2014/main" id="{DD42D313-CE40-B203-2134-6B35A8CD24A0}"/>
                </a:ext>
              </a:extLst>
            </p:cNvPr>
            <p:cNvSpPr/>
            <p:nvPr/>
          </p:nvSpPr>
          <p:spPr>
            <a:xfrm>
              <a:off x="3190240" y="1724537"/>
              <a:ext cx="182753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8" name="Google Shape;1323;p18">
              <a:extLst>
                <a:ext uri="{FF2B5EF4-FFF2-40B4-BE49-F238E27FC236}">
                  <a16:creationId xmlns:a16="http://schemas.microsoft.com/office/drawing/2014/main" id="{0305C73E-5730-41E8-3F82-ECD8B8BAB518}"/>
                </a:ext>
              </a:extLst>
            </p:cNvPr>
            <p:cNvSpPr/>
            <p:nvPr/>
          </p:nvSpPr>
          <p:spPr>
            <a:xfrm>
              <a:off x="3190240" y="1904537"/>
              <a:ext cx="2520000" cy="180000"/>
            </a:xfrm>
            <a:prstGeom prst="homePlate">
              <a:avLst>
                <a:gd name="adj" fmla="val 50000"/>
              </a:avLst>
            </a:prstGeom>
            <a:solidFill>
              <a:srgbClr val="E5E2FC"/>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9" name="Google Shape;1324;p18">
              <a:extLst>
                <a:ext uri="{FF2B5EF4-FFF2-40B4-BE49-F238E27FC236}">
                  <a16:creationId xmlns:a16="http://schemas.microsoft.com/office/drawing/2014/main" id="{5FB005C7-CAA6-070F-F62F-3A04961D5EC6}"/>
                </a:ext>
              </a:extLst>
            </p:cNvPr>
            <p:cNvSpPr/>
            <p:nvPr/>
          </p:nvSpPr>
          <p:spPr>
            <a:xfrm>
              <a:off x="3190240" y="2084537"/>
              <a:ext cx="3246120" cy="180000"/>
            </a:xfrm>
            <a:prstGeom prst="homePlate">
              <a:avLst>
                <a:gd name="adj" fmla="val 50000"/>
              </a:avLst>
            </a:prstGeom>
            <a:solidFill>
              <a:srgbClr val="D5BFED"/>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grpSp>
        <p:nvGrpSpPr>
          <p:cNvPr id="10" name="Google Shape;1321;p18">
            <a:extLst>
              <a:ext uri="{FF2B5EF4-FFF2-40B4-BE49-F238E27FC236}">
                <a16:creationId xmlns:a16="http://schemas.microsoft.com/office/drawing/2014/main" id="{AC7D3C54-D8FC-49AF-9AFF-3BBF0CEF1F16}"/>
              </a:ext>
            </a:extLst>
          </p:cNvPr>
          <p:cNvGrpSpPr/>
          <p:nvPr/>
        </p:nvGrpSpPr>
        <p:grpSpPr>
          <a:xfrm>
            <a:off x="4686276" y="2480359"/>
            <a:ext cx="3263883" cy="778345"/>
            <a:chOff x="3190240" y="1724537"/>
            <a:chExt cx="3246120" cy="540000"/>
          </a:xfrm>
        </p:grpSpPr>
        <p:sp>
          <p:nvSpPr>
            <p:cNvPr id="11" name="Google Shape;1322;p18">
              <a:extLst>
                <a:ext uri="{FF2B5EF4-FFF2-40B4-BE49-F238E27FC236}">
                  <a16:creationId xmlns:a16="http://schemas.microsoft.com/office/drawing/2014/main" id="{964CBA02-9357-109A-04BD-68A5EF0E16BA}"/>
                </a:ext>
              </a:extLst>
            </p:cNvPr>
            <p:cNvSpPr/>
            <p:nvPr/>
          </p:nvSpPr>
          <p:spPr>
            <a:xfrm>
              <a:off x="3190240" y="1724537"/>
              <a:ext cx="182753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2" name="Google Shape;1323;p18">
              <a:extLst>
                <a:ext uri="{FF2B5EF4-FFF2-40B4-BE49-F238E27FC236}">
                  <a16:creationId xmlns:a16="http://schemas.microsoft.com/office/drawing/2014/main" id="{BDF639C5-ED44-7A13-4569-508C242579CB}"/>
                </a:ext>
              </a:extLst>
            </p:cNvPr>
            <p:cNvSpPr/>
            <p:nvPr/>
          </p:nvSpPr>
          <p:spPr>
            <a:xfrm>
              <a:off x="3190240" y="1904537"/>
              <a:ext cx="2520000" cy="180000"/>
            </a:xfrm>
            <a:prstGeom prst="homePlate">
              <a:avLst>
                <a:gd name="adj" fmla="val 50000"/>
              </a:avLst>
            </a:prstGeom>
            <a:solidFill>
              <a:srgbClr val="E5E2FC"/>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3" name="Google Shape;1324;p18">
              <a:extLst>
                <a:ext uri="{FF2B5EF4-FFF2-40B4-BE49-F238E27FC236}">
                  <a16:creationId xmlns:a16="http://schemas.microsoft.com/office/drawing/2014/main" id="{C85C5E84-DD83-2433-337C-AE2AB9E68F5B}"/>
                </a:ext>
              </a:extLst>
            </p:cNvPr>
            <p:cNvSpPr/>
            <p:nvPr/>
          </p:nvSpPr>
          <p:spPr>
            <a:xfrm>
              <a:off x="3190240" y="2084537"/>
              <a:ext cx="3246120" cy="180000"/>
            </a:xfrm>
            <a:prstGeom prst="homePlate">
              <a:avLst>
                <a:gd name="adj" fmla="val 50000"/>
              </a:avLst>
            </a:prstGeom>
            <a:solidFill>
              <a:srgbClr val="D5BFED"/>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grpSp>
        <p:nvGrpSpPr>
          <p:cNvPr id="14" name="Google Shape;1321;p18">
            <a:extLst>
              <a:ext uri="{FF2B5EF4-FFF2-40B4-BE49-F238E27FC236}">
                <a16:creationId xmlns:a16="http://schemas.microsoft.com/office/drawing/2014/main" id="{6EC320E4-A272-CCD6-5694-B50168323CB1}"/>
              </a:ext>
            </a:extLst>
          </p:cNvPr>
          <p:cNvGrpSpPr/>
          <p:nvPr/>
        </p:nvGrpSpPr>
        <p:grpSpPr>
          <a:xfrm>
            <a:off x="7543761" y="3451530"/>
            <a:ext cx="3263883" cy="778345"/>
            <a:chOff x="3190240" y="1724537"/>
            <a:chExt cx="3246120" cy="540000"/>
          </a:xfrm>
        </p:grpSpPr>
        <p:sp>
          <p:nvSpPr>
            <p:cNvPr id="15" name="Google Shape;1322;p18">
              <a:extLst>
                <a:ext uri="{FF2B5EF4-FFF2-40B4-BE49-F238E27FC236}">
                  <a16:creationId xmlns:a16="http://schemas.microsoft.com/office/drawing/2014/main" id="{FE3307E0-26FA-BC06-0CD1-F2169AB4A27D}"/>
                </a:ext>
              </a:extLst>
            </p:cNvPr>
            <p:cNvSpPr/>
            <p:nvPr/>
          </p:nvSpPr>
          <p:spPr>
            <a:xfrm>
              <a:off x="3190240" y="1724537"/>
              <a:ext cx="182753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6" name="Google Shape;1323;p18">
              <a:extLst>
                <a:ext uri="{FF2B5EF4-FFF2-40B4-BE49-F238E27FC236}">
                  <a16:creationId xmlns:a16="http://schemas.microsoft.com/office/drawing/2014/main" id="{75BA73F7-AAFE-EE30-5CA4-8F0789668710}"/>
                </a:ext>
              </a:extLst>
            </p:cNvPr>
            <p:cNvSpPr/>
            <p:nvPr/>
          </p:nvSpPr>
          <p:spPr>
            <a:xfrm>
              <a:off x="3190240" y="1904537"/>
              <a:ext cx="2520000" cy="180000"/>
            </a:xfrm>
            <a:prstGeom prst="homePlate">
              <a:avLst>
                <a:gd name="adj" fmla="val 50000"/>
              </a:avLst>
            </a:prstGeom>
            <a:solidFill>
              <a:srgbClr val="E5E2FC"/>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7" name="Google Shape;1324;p18">
              <a:extLst>
                <a:ext uri="{FF2B5EF4-FFF2-40B4-BE49-F238E27FC236}">
                  <a16:creationId xmlns:a16="http://schemas.microsoft.com/office/drawing/2014/main" id="{FC63AD2C-9ABE-F4D6-5A0B-9A70B840840C}"/>
                </a:ext>
              </a:extLst>
            </p:cNvPr>
            <p:cNvSpPr/>
            <p:nvPr/>
          </p:nvSpPr>
          <p:spPr>
            <a:xfrm>
              <a:off x="3190240" y="2084537"/>
              <a:ext cx="3246120" cy="180000"/>
            </a:xfrm>
            <a:prstGeom prst="homePlate">
              <a:avLst>
                <a:gd name="adj" fmla="val 50000"/>
              </a:avLst>
            </a:prstGeom>
            <a:solidFill>
              <a:srgbClr val="D5BFED"/>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grpSp>
        <p:nvGrpSpPr>
          <p:cNvPr id="18" name="Google Shape;1321;p18">
            <a:extLst>
              <a:ext uri="{FF2B5EF4-FFF2-40B4-BE49-F238E27FC236}">
                <a16:creationId xmlns:a16="http://schemas.microsoft.com/office/drawing/2014/main" id="{A47920D0-3535-9566-4B2D-F94B253B34F8}"/>
              </a:ext>
            </a:extLst>
          </p:cNvPr>
          <p:cNvGrpSpPr/>
          <p:nvPr/>
        </p:nvGrpSpPr>
        <p:grpSpPr>
          <a:xfrm>
            <a:off x="4686276" y="4420845"/>
            <a:ext cx="3263883" cy="778345"/>
            <a:chOff x="3190240" y="1724537"/>
            <a:chExt cx="3246120" cy="540000"/>
          </a:xfrm>
        </p:grpSpPr>
        <p:sp>
          <p:nvSpPr>
            <p:cNvPr id="19" name="Google Shape;1322;p18">
              <a:extLst>
                <a:ext uri="{FF2B5EF4-FFF2-40B4-BE49-F238E27FC236}">
                  <a16:creationId xmlns:a16="http://schemas.microsoft.com/office/drawing/2014/main" id="{A9AD34A5-D99C-DFDD-13DB-D78676E89469}"/>
                </a:ext>
              </a:extLst>
            </p:cNvPr>
            <p:cNvSpPr/>
            <p:nvPr/>
          </p:nvSpPr>
          <p:spPr>
            <a:xfrm>
              <a:off x="3190240" y="1724537"/>
              <a:ext cx="182753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20" name="Google Shape;1323;p18">
              <a:extLst>
                <a:ext uri="{FF2B5EF4-FFF2-40B4-BE49-F238E27FC236}">
                  <a16:creationId xmlns:a16="http://schemas.microsoft.com/office/drawing/2014/main" id="{C7C78DC9-B9D2-4A5B-AFEF-962E63E11D32}"/>
                </a:ext>
              </a:extLst>
            </p:cNvPr>
            <p:cNvSpPr/>
            <p:nvPr/>
          </p:nvSpPr>
          <p:spPr>
            <a:xfrm>
              <a:off x="3190240" y="1904537"/>
              <a:ext cx="2520000" cy="180000"/>
            </a:xfrm>
            <a:prstGeom prst="homePlate">
              <a:avLst>
                <a:gd name="adj" fmla="val 50000"/>
              </a:avLst>
            </a:prstGeom>
            <a:solidFill>
              <a:srgbClr val="E5E2FC"/>
            </a:solidFill>
            <a:ln>
              <a:noFill/>
            </a:ln>
          </p:spPr>
          <p:txBody>
            <a:bodyPr spcFirstLastPara="1" wrap="square" lIns="17998" tIns="17998" rIns="17998" bIns="17998" anchor="ctr" anchorCtr="0">
              <a:noAutofit/>
            </a:bodyPr>
            <a:lstStyle/>
            <a:p>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21" name="Google Shape;1324;p18">
              <a:extLst>
                <a:ext uri="{FF2B5EF4-FFF2-40B4-BE49-F238E27FC236}">
                  <a16:creationId xmlns:a16="http://schemas.microsoft.com/office/drawing/2014/main" id="{3379B8BA-B9C7-E9BF-F30D-DEBDD20E4F1B}"/>
                </a:ext>
              </a:extLst>
            </p:cNvPr>
            <p:cNvSpPr/>
            <p:nvPr/>
          </p:nvSpPr>
          <p:spPr>
            <a:xfrm>
              <a:off x="3190240" y="2084537"/>
              <a:ext cx="3246120" cy="180000"/>
            </a:xfrm>
            <a:prstGeom prst="homePlate">
              <a:avLst>
                <a:gd name="adj" fmla="val 50000"/>
              </a:avLst>
            </a:prstGeom>
            <a:solidFill>
              <a:srgbClr val="D5BFED"/>
            </a:solidFill>
            <a:ln>
              <a:noFill/>
            </a:ln>
          </p:spPr>
          <p:txBody>
            <a:bodyPr spcFirstLastPara="1" wrap="square" lIns="17998" tIns="17998" rIns="17998" bIns="17998" anchor="ctr" anchorCtr="0">
              <a:noAutofit/>
            </a:bodyPr>
            <a:lstStyle/>
            <a:p>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sp>
        <p:nvSpPr>
          <p:cNvPr id="22" name="Google Shape;1324;p18">
            <a:extLst>
              <a:ext uri="{FF2B5EF4-FFF2-40B4-BE49-F238E27FC236}">
                <a16:creationId xmlns:a16="http://schemas.microsoft.com/office/drawing/2014/main" id="{D9B7A478-E56F-26F8-9132-E08EDE94B863}"/>
              </a:ext>
            </a:extLst>
          </p:cNvPr>
          <p:cNvSpPr/>
          <p:nvPr/>
        </p:nvSpPr>
        <p:spPr>
          <a:xfrm>
            <a:off x="4686276" y="5663909"/>
            <a:ext cx="7134188" cy="259448"/>
          </a:xfrm>
          <a:prstGeom prst="homePlate">
            <a:avLst>
              <a:gd name="adj" fmla="val 50000"/>
            </a:avLst>
          </a:prstGeom>
          <a:solidFill>
            <a:srgbClr val="D5BFED"/>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4" name="Номер слайда 1">
            <a:extLst>
              <a:ext uri="{FF2B5EF4-FFF2-40B4-BE49-F238E27FC236}">
                <a16:creationId xmlns:a16="http://schemas.microsoft.com/office/drawing/2014/main" id="{24D39D4B-D0F5-D24D-ECC0-A60FF87E0A1A}"/>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29</a:t>
            </a:fld>
            <a:endParaRPr lang="ru-RU" dirty="0"/>
          </a:p>
        </p:txBody>
      </p:sp>
      <p:sp>
        <p:nvSpPr>
          <p:cNvPr id="5" name="Заголовок 4">
            <a:extLst>
              <a:ext uri="{FF2B5EF4-FFF2-40B4-BE49-F238E27FC236}">
                <a16:creationId xmlns:a16="http://schemas.microsoft.com/office/drawing/2014/main" id="{A7FEAA80-1D4F-28C6-6E83-0B190C218797}"/>
              </a:ext>
            </a:extLst>
          </p:cNvPr>
          <p:cNvSpPr>
            <a:spLocks noGrp="1"/>
          </p:cNvSpPr>
          <p:nvPr>
            <p:ph type="title"/>
          </p:nvPr>
        </p:nvSpPr>
        <p:spPr/>
        <p:txBody>
          <a:bodyPr/>
          <a:lstStyle/>
          <a:p>
            <a:r>
              <a:rPr lang="ru-RU" dirty="0"/>
              <a:t>Таймлайн</a:t>
            </a:r>
          </a:p>
        </p:txBody>
      </p:sp>
    </p:spTree>
    <p:extLst>
      <p:ext uri="{BB962C8B-B14F-4D97-AF65-F5344CB8AC3E}">
        <p14:creationId xmlns:p14="http://schemas.microsoft.com/office/powerpoint/2010/main" val="1227076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Таблица 23">
            <a:extLst>
              <a:ext uri="{FF2B5EF4-FFF2-40B4-BE49-F238E27FC236}">
                <a16:creationId xmlns:a16="http://schemas.microsoft.com/office/drawing/2014/main" id="{D568AE4E-7B99-6ED7-8093-4A1521122917}"/>
              </a:ext>
            </a:extLst>
          </p:cNvPr>
          <p:cNvGraphicFramePr>
            <a:graphicFrameLocks noGrp="1"/>
          </p:cNvGraphicFramePr>
          <p:nvPr/>
        </p:nvGraphicFramePr>
        <p:xfrm>
          <a:off x="355599" y="1079806"/>
          <a:ext cx="11480746" cy="5202909"/>
        </p:xfrm>
        <a:graphic>
          <a:graphicData uri="http://schemas.openxmlformats.org/drawingml/2006/table">
            <a:tbl>
              <a:tblPr firstRow="1" bandRow="1">
                <a:tableStyleId>{5C22544A-7EE6-4342-B048-85BDC9FD1C3A}</a:tableStyleId>
              </a:tblPr>
              <a:tblGrid>
                <a:gridCol w="2898166">
                  <a:extLst>
                    <a:ext uri="{9D8B030D-6E8A-4147-A177-3AD203B41FA5}">
                      <a16:colId xmlns:a16="http://schemas.microsoft.com/office/drawing/2014/main" val="1007580172"/>
                    </a:ext>
                  </a:extLst>
                </a:gridCol>
                <a:gridCol w="715215">
                  <a:extLst>
                    <a:ext uri="{9D8B030D-6E8A-4147-A177-3AD203B41FA5}">
                      <a16:colId xmlns:a16="http://schemas.microsoft.com/office/drawing/2014/main" val="1561140666"/>
                    </a:ext>
                  </a:extLst>
                </a:gridCol>
                <a:gridCol w="715215">
                  <a:extLst>
                    <a:ext uri="{9D8B030D-6E8A-4147-A177-3AD203B41FA5}">
                      <a16:colId xmlns:a16="http://schemas.microsoft.com/office/drawing/2014/main" val="2707972262"/>
                    </a:ext>
                  </a:extLst>
                </a:gridCol>
                <a:gridCol w="715215">
                  <a:extLst>
                    <a:ext uri="{9D8B030D-6E8A-4147-A177-3AD203B41FA5}">
                      <a16:colId xmlns:a16="http://schemas.microsoft.com/office/drawing/2014/main" val="2827840868"/>
                    </a:ext>
                  </a:extLst>
                </a:gridCol>
                <a:gridCol w="715215">
                  <a:extLst>
                    <a:ext uri="{9D8B030D-6E8A-4147-A177-3AD203B41FA5}">
                      <a16:colId xmlns:a16="http://schemas.microsoft.com/office/drawing/2014/main" val="2473742651"/>
                    </a:ext>
                  </a:extLst>
                </a:gridCol>
                <a:gridCol w="715215">
                  <a:extLst>
                    <a:ext uri="{9D8B030D-6E8A-4147-A177-3AD203B41FA5}">
                      <a16:colId xmlns:a16="http://schemas.microsoft.com/office/drawing/2014/main" val="2977248216"/>
                    </a:ext>
                  </a:extLst>
                </a:gridCol>
                <a:gridCol w="715215">
                  <a:extLst>
                    <a:ext uri="{9D8B030D-6E8A-4147-A177-3AD203B41FA5}">
                      <a16:colId xmlns:a16="http://schemas.microsoft.com/office/drawing/2014/main" val="2651941535"/>
                    </a:ext>
                  </a:extLst>
                </a:gridCol>
                <a:gridCol w="715215">
                  <a:extLst>
                    <a:ext uri="{9D8B030D-6E8A-4147-A177-3AD203B41FA5}">
                      <a16:colId xmlns:a16="http://schemas.microsoft.com/office/drawing/2014/main" val="2604986627"/>
                    </a:ext>
                  </a:extLst>
                </a:gridCol>
                <a:gridCol w="715215">
                  <a:extLst>
                    <a:ext uri="{9D8B030D-6E8A-4147-A177-3AD203B41FA5}">
                      <a16:colId xmlns:a16="http://schemas.microsoft.com/office/drawing/2014/main" val="1326461906"/>
                    </a:ext>
                  </a:extLst>
                </a:gridCol>
                <a:gridCol w="715215">
                  <a:extLst>
                    <a:ext uri="{9D8B030D-6E8A-4147-A177-3AD203B41FA5}">
                      <a16:colId xmlns:a16="http://schemas.microsoft.com/office/drawing/2014/main" val="109393743"/>
                    </a:ext>
                  </a:extLst>
                </a:gridCol>
                <a:gridCol w="715215">
                  <a:extLst>
                    <a:ext uri="{9D8B030D-6E8A-4147-A177-3AD203B41FA5}">
                      <a16:colId xmlns:a16="http://schemas.microsoft.com/office/drawing/2014/main" val="3442878435"/>
                    </a:ext>
                  </a:extLst>
                </a:gridCol>
                <a:gridCol w="715215">
                  <a:extLst>
                    <a:ext uri="{9D8B030D-6E8A-4147-A177-3AD203B41FA5}">
                      <a16:colId xmlns:a16="http://schemas.microsoft.com/office/drawing/2014/main" val="1717613864"/>
                    </a:ext>
                  </a:extLst>
                </a:gridCol>
                <a:gridCol w="715215">
                  <a:extLst>
                    <a:ext uri="{9D8B030D-6E8A-4147-A177-3AD203B41FA5}">
                      <a16:colId xmlns:a16="http://schemas.microsoft.com/office/drawing/2014/main" val="3630161758"/>
                    </a:ext>
                  </a:extLst>
                </a:gridCol>
              </a:tblGrid>
              <a:tr h="309989">
                <a:tc>
                  <a:txBody>
                    <a:bodyPr/>
                    <a:lstStyle/>
                    <a:p>
                      <a:r>
                        <a:rPr lang="ru-RU" sz="1100" b="0" dirty="0">
                          <a:solidFill>
                            <a:schemeClr val="tx1"/>
                          </a:solidFill>
                          <a:latin typeface="+mn-lt"/>
                        </a:rPr>
                        <a:t>Описание работ</a:t>
                      </a:r>
                    </a:p>
                  </a:txBody>
                  <a:tcPr marL="143981" marR="143981" marT="22857" marB="22857" anchor="ctr">
                    <a:lnR w="12700" cap="flat" cmpd="sng" algn="ctr">
                      <a:solidFill>
                        <a:srgbClr val="000000">
                          <a:alpha val="10196"/>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янв</a:t>
                      </a:r>
                      <a:endParaRPr lang="ru-RU" sz="1100" b="0" dirty="0">
                        <a:solidFill>
                          <a:schemeClr val="tx1"/>
                        </a:solidFill>
                        <a:latin typeface="+mn-lt"/>
                      </a:endParaRPr>
                    </a:p>
                  </a:txBody>
                  <a:tcPr marL="143981" marR="143981"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фев</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март</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апр</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май</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июнь</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июль</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авг</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сен</a:t>
                      </a: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окт</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err="1">
                          <a:solidFill>
                            <a:schemeClr val="tx1"/>
                          </a:solidFill>
                          <a:latin typeface="+mn-lt"/>
                        </a:rPr>
                        <a:t>нояб</a:t>
                      </a:r>
                      <a:endParaRPr lang="ru-RU" sz="1100" b="0" dirty="0">
                        <a:solidFill>
                          <a:schemeClr val="tx1"/>
                        </a:solidFill>
                        <a:latin typeface="+mn-lt"/>
                      </a:endParaRPr>
                    </a:p>
                  </a:txBody>
                  <a:tcPr marL="143981" marR="143981" marT="22857" marB="22857" anchor="ctr">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ru-RU" sz="1100" b="0" dirty="0">
                          <a:solidFill>
                            <a:schemeClr val="tx1"/>
                          </a:solidFill>
                          <a:latin typeface="+mn-lt"/>
                        </a:rPr>
                        <a:t>дек</a:t>
                      </a:r>
                    </a:p>
                  </a:txBody>
                  <a:tcPr marL="143981" marR="143981" marT="22857" marB="22857" anchor="ctr">
                    <a:lnL w="12700" cap="flat" cmpd="sng" algn="ctr">
                      <a:solidFill>
                        <a:srgbClr val="000000">
                          <a:alpha val="9804"/>
                        </a:srgbClr>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7835543"/>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6008921"/>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8630715"/>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7524425"/>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4282795"/>
                  </a:ext>
                </a:extLst>
              </a:tr>
              <a:tr h="978584">
                <a:tc>
                  <a:txBody>
                    <a:bodyPr/>
                    <a:lstStyle/>
                    <a:p>
                      <a:pPr>
                        <a:lnSpc>
                          <a:spcPct val="90000"/>
                        </a:lnSpc>
                      </a:pPr>
                      <a:r>
                        <a:rPr lang="ru-RU" sz="1000" dirty="0">
                          <a:solidFill>
                            <a:schemeClr val="tx1"/>
                          </a:solidFill>
                          <a:latin typeface="+mn-lt"/>
                        </a:rPr>
                        <a:t>Здесь должен быть ваш текст.</a:t>
                      </a:r>
                    </a:p>
                    <a:p>
                      <a:pPr>
                        <a:lnSpc>
                          <a:spcPct val="90000"/>
                        </a:lnSpc>
                      </a:pPr>
                      <a:endParaRPr lang="ru-RU" sz="1000" dirty="0">
                        <a:solidFill>
                          <a:schemeClr val="tx1"/>
                        </a:solidFill>
                        <a:latin typeface="+mn-lt"/>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chemeClr val="tx1">
                              <a:alpha val="45000"/>
                            </a:schemeClr>
                          </a:solidFill>
                          <a:latin typeface="+mn-lt"/>
                        </a:rPr>
                        <a:t>Здесь должен быть ваш текст. Здесь должен быть ваш текст. Здесь должен быть ваш текст. </a:t>
                      </a:r>
                    </a:p>
                  </a:txBody>
                  <a:tcPr marL="143981" marR="143981" marT="143981" marB="143981">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10196"/>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9804"/>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143981" marR="143981" marT="22857" marB="22857">
                    <a:lnL w="12700" cap="flat" cmpd="sng" algn="ctr">
                      <a:solidFill>
                        <a:srgbClr val="000000">
                          <a:alpha val="9804"/>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2440116"/>
                  </a:ext>
                </a:extLst>
              </a:tr>
            </a:tbl>
          </a:graphicData>
        </a:graphic>
      </p:graphicFrame>
      <p:grpSp>
        <p:nvGrpSpPr>
          <p:cNvPr id="6" name="Google Shape;1321;p18">
            <a:extLst>
              <a:ext uri="{FF2B5EF4-FFF2-40B4-BE49-F238E27FC236}">
                <a16:creationId xmlns:a16="http://schemas.microsoft.com/office/drawing/2014/main" id="{8125076B-E93B-BF60-1595-E0507160AC15}"/>
              </a:ext>
            </a:extLst>
          </p:cNvPr>
          <p:cNvGrpSpPr/>
          <p:nvPr/>
        </p:nvGrpSpPr>
        <p:grpSpPr>
          <a:xfrm>
            <a:off x="3257533" y="1495106"/>
            <a:ext cx="3263883" cy="778345"/>
            <a:chOff x="3190240" y="1724537"/>
            <a:chExt cx="3246120" cy="540000"/>
          </a:xfrm>
        </p:grpSpPr>
        <p:sp>
          <p:nvSpPr>
            <p:cNvPr id="7" name="Google Shape;1322;p18">
              <a:extLst>
                <a:ext uri="{FF2B5EF4-FFF2-40B4-BE49-F238E27FC236}">
                  <a16:creationId xmlns:a16="http://schemas.microsoft.com/office/drawing/2014/main" id="{DD42D313-CE40-B203-2134-6B35A8CD24A0}"/>
                </a:ext>
              </a:extLst>
            </p:cNvPr>
            <p:cNvSpPr/>
            <p:nvPr/>
          </p:nvSpPr>
          <p:spPr>
            <a:xfrm>
              <a:off x="3190240" y="1724537"/>
              <a:ext cx="182753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8" name="Google Shape;1323;p18">
              <a:extLst>
                <a:ext uri="{FF2B5EF4-FFF2-40B4-BE49-F238E27FC236}">
                  <a16:creationId xmlns:a16="http://schemas.microsoft.com/office/drawing/2014/main" id="{0305C73E-5730-41E8-3F82-ECD8B8BAB518}"/>
                </a:ext>
              </a:extLst>
            </p:cNvPr>
            <p:cNvSpPr/>
            <p:nvPr/>
          </p:nvSpPr>
          <p:spPr>
            <a:xfrm>
              <a:off x="3190240" y="1904537"/>
              <a:ext cx="2520000" cy="180000"/>
            </a:xfrm>
            <a:prstGeom prst="homePlate">
              <a:avLst>
                <a:gd name="adj" fmla="val 50000"/>
              </a:avLst>
            </a:prstGeom>
            <a:solidFill>
              <a:srgbClr val="F9CCE4"/>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9" name="Google Shape;1324;p18">
              <a:extLst>
                <a:ext uri="{FF2B5EF4-FFF2-40B4-BE49-F238E27FC236}">
                  <a16:creationId xmlns:a16="http://schemas.microsoft.com/office/drawing/2014/main" id="{5FB005C7-CAA6-070F-F62F-3A04961D5EC6}"/>
                </a:ext>
              </a:extLst>
            </p:cNvPr>
            <p:cNvSpPr/>
            <p:nvPr/>
          </p:nvSpPr>
          <p:spPr>
            <a:xfrm>
              <a:off x="3190240" y="2084537"/>
              <a:ext cx="3246120" cy="180000"/>
            </a:xfrm>
            <a:prstGeom prst="homePlate">
              <a:avLst>
                <a:gd name="adj" fmla="val 50000"/>
              </a:avLst>
            </a:prstGeom>
            <a:solidFill>
              <a:srgbClr val="FFDBDA"/>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grpSp>
        <p:nvGrpSpPr>
          <p:cNvPr id="10" name="Google Shape;1321;p18">
            <a:extLst>
              <a:ext uri="{FF2B5EF4-FFF2-40B4-BE49-F238E27FC236}">
                <a16:creationId xmlns:a16="http://schemas.microsoft.com/office/drawing/2014/main" id="{AC7D3C54-D8FC-49AF-9AFF-3BBF0CEF1F16}"/>
              </a:ext>
            </a:extLst>
          </p:cNvPr>
          <p:cNvGrpSpPr/>
          <p:nvPr/>
        </p:nvGrpSpPr>
        <p:grpSpPr>
          <a:xfrm>
            <a:off x="4686276" y="2480359"/>
            <a:ext cx="3263883" cy="778345"/>
            <a:chOff x="3190240" y="1724537"/>
            <a:chExt cx="3246120" cy="540000"/>
          </a:xfrm>
        </p:grpSpPr>
        <p:sp>
          <p:nvSpPr>
            <p:cNvPr id="11" name="Google Shape;1322;p18">
              <a:extLst>
                <a:ext uri="{FF2B5EF4-FFF2-40B4-BE49-F238E27FC236}">
                  <a16:creationId xmlns:a16="http://schemas.microsoft.com/office/drawing/2014/main" id="{964CBA02-9357-109A-04BD-68A5EF0E16BA}"/>
                </a:ext>
              </a:extLst>
            </p:cNvPr>
            <p:cNvSpPr/>
            <p:nvPr/>
          </p:nvSpPr>
          <p:spPr>
            <a:xfrm>
              <a:off x="3190240" y="1724537"/>
              <a:ext cx="182753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2" name="Google Shape;1323;p18">
              <a:extLst>
                <a:ext uri="{FF2B5EF4-FFF2-40B4-BE49-F238E27FC236}">
                  <a16:creationId xmlns:a16="http://schemas.microsoft.com/office/drawing/2014/main" id="{BDF639C5-ED44-7A13-4569-508C242579CB}"/>
                </a:ext>
              </a:extLst>
            </p:cNvPr>
            <p:cNvSpPr/>
            <p:nvPr/>
          </p:nvSpPr>
          <p:spPr>
            <a:xfrm>
              <a:off x="3190240" y="1904537"/>
              <a:ext cx="2520000" cy="180000"/>
            </a:xfrm>
            <a:prstGeom prst="homePlate">
              <a:avLst>
                <a:gd name="adj" fmla="val 50000"/>
              </a:avLst>
            </a:prstGeom>
            <a:solidFill>
              <a:srgbClr val="F9CCE4"/>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3" name="Google Shape;1324;p18">
              <a:extLst>
                <a:ext uri="{FF2B5EF4-FFF2-40B4-BE49-F238E27FC236}">
                  <a16:creationId xmlns:a16="http://schemas.microsoft.com/office/drawing/2014/main" id="{C85C5E84-DD83-2433-337C-AE2AB9E68F5B}"/>
                </a:ext>
              </a:extLst>
            </p:cNvPr>
            <p:cNvSpPr/>
            <p:nvPr/>
          </p:nvSpPr>
          <p:spPr>
            <a:xfrm>
              <a:off x="3190240" y="2084537"/>
              <a:ext cx="3246120" cy="180000"/>
            </a:xfrm>
            <a:prstGeom prst="homePlate">
              <a:avLst>
                <a:gd name="adj" fmla="val 50000"/>
              </a:avLst>
            </a:prstGeom>
            <a:solidFill>
              <a:srgbClr val="FFDBDA"/>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grpSp>
        <p:nvGrpSpPr>
          <p:cNvPr id="14" name="Google Shape;1321;p18">
            <a:extLst>
              <a:ext uri="{FF2B5EF4-FFF2-40B4-BE49-F238E27FC236}">
                <a16:creationId xmlns:a16="http://schemas.microsoft.com/office/drawing/2014/main" id="{6EC320E4-A272-CCD6-5694-B50168323CB1}"/>
              </a:ext>
            </a:extLst>
          </p:cNvPr>
          <p:cNvGrpSpPr/>
          <p:nvPr/>
        </p:nvGrpSpPr>
        <p:grpSpPr>
          <a:xfrm>
            <a:off x="7543761" y="3451530"/>
            <a:ext cx="3263883" cy="778345"/>
            <a:chOff x="3190240" y="1724537"/>
            <a:chExt cx="3246120" cy="540000"/>
          </a:xfrm>
        </p:grpSpPr>
        <p:sp>
          <p:nvSpPr>
            <p:cNvPr id="15" name="Google Shape;1322;p18">
              <a:extLst>
                <a:ext uri="{FF2B5EF4-FFF2-40B4-BE49-F238E27FC236}">
                  <a16:creationId xmlns:a16="http://schemas.microsoft.com/office/drawing/2014/main" id="{FE3307E0-26FA-BC06-0CD1-F2169AB4A27D}"/>
                </a:ext>
              </a:extLst>
            </p:cNvPr>
            <p:cNvSpPr/>
            <p:nvPr/>
          </p:nvSpPr>
          <p:spPr>
            <a:xfrm>
              <a:off x="3190240" y="1724537"/>
              <a:ext cx="182753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6" name="Google Shape;1323;p18">
              <a:extLst>
                <a:ext uri="{FF2B5EF4-FFF2-40B4-BE49-F238E27FC236}">
                  <a16:creationId xmlns:a16="http://schemas.microsoft.com/office/drawing/2014/main" id="{75BA73F7-AAFE-EE30-5CA4-8F0789668710}"/>
                </a:ext>
              </a:extLst>
            </p:cNvPr>
            <p:cNvSpPr/>
            <p:nvPr/>
          </p:nvSpPr>
          <p:spPr>
            <a:xfrm>
              <a:off x="3190240" y="1904537"/>
              <a:ext cx="2520000" cy="180000"/>
            </a:xfrm>
            <a:prstGeom prst="homePlate">
              <a:avLst>
                <a:gd name="adj" fmla="val 50000"/>
              </a:avLst>
            </a:prstGeom>
            <a:solidFill>
              <a:srgbClr val="F9CCE4"/>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17" name="Google Shape;1324;p18">
              <a:extLst>
                <a:ext uri="{FF2B5EF4-FFF2-40B4-BE49-F238E27FC236}">
                  <a16:creationId xmlns:a16="http://schemas.microsoft.com/office/drawing/2014/main" id="{FC63AD2C-9ABE-F4D6-5A0B-9A70B840840C}"/>
                </a:ext>
              </a:extLst>
            </p:cNvPr>
            <p:cNvSpPr/>
            <p:nvPr/>
          </p:nvSpPr>
          <p:spPr>
            <a:xfrm>
              <a:off x="3190240" y="2084537"/>
              <a:ext cx="3246120" cy="180000"/>
            </a:xfrm>
            <a:prstGeom prst="homePlate">
              <a:avLst>
                <a:gd name="adj" fmla="val 50000"/>
              </a:avLst>
            </a:prstGeom>
            <a:solidFill>
              <a:srgbClr val="FFDBDA"/>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grpSp>
        <p:nvGrpSpPr>
          <p:cNvPr id="18" name="Google Shape;1321;p18">
            <a:extLst>
              <a:ext uri="{FF2B5EF4-FFF2-40B4-BE49-F238E27FC236}">
                <a16:creationId xmlns:a16="http://schemas.microsoft.com/office/drawing/2014/main" id="{A47920D0-3535-9566-4B2D-F94B253B34F8}"/>
              </a:ext>
            </a:extLst>
          </p:cNvPr>
          <p:cNvGrpSpPr/>
          <p:nvPr/>
        </p:nvGrpSpPr>
        <p:grpSpPr>
          <a:xfrm>
            <a:off x="4686276" y="4420845"/>
            <a:ext cx="3263883" cy="778345"/>
            <a:chOff x="3190240" y="1724537"/>
            <a:chExt cx="3246120" cy="540000"/>
          </a:xfrm>
        </p:grpSpPr>
        <p:sp>
          <p:nvSpPr>
            <p:cNvPr id="19" name="Google Shape;1322;p18">
              <a:extLst>
                <a:ext uri="{FF2B5EF4-FFF2-40B4-BE49-F238E27FC236}">
                  <a16:creationId xmlns:a16="http://schemas.microsoft.com/office/drawing/2014/main" id="{A9AD34A5-D99C-DFDD-13DB-D78676E89469}"/>
                </a:ext>
              </a:extLst>
            </p:cNvPr>
            <p:cNvSpPr/>
            <p:nvPr/>
          </p:nvSpPr>
          <p:spPr>
            <a:xfrm>
              <a:off x="3190240" y="1724537"/>
              <a:ext cx="1827530" cy="180000"/>
            </a:xfrm>
            <a:prstGeom prst="homePlate">
              <a:avLst>
                <a:gd name="adj" fmla="val 50000"/>
              </a:avLst>
            </a:prstGeom>
            <a:solidFill>
              <a:srgbClr val="FAE6E9"/>
            </a:solidFill>
            <a:ln>
              <a:noFill/>
            </a:ln>
          </p:spPr>
          <p:txBody>
            <a:bodyPr spcFirstLastPara="1" wrap="square" lIns="17998" tIns="17998" rIns="17998" bIns="17998" anchor="ctr" anchorCtr="0">
              <a:noAutofit/>
            </a:bodyPr>
            <a:lstStyle/>
            <a:p>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20" name="Google Shape;1323;p18">
              <a:extLst>
                <a:ext uri="{FF2B5EF4-FFF2-40B4-BE49-F238E27FC236}">
                  <a16:creationId xmlns:a16="http://schemas.microsoft.com/office/drawing/2014/main" id="{C7C78DC9-B9D2-4A5B-AFEF-962E63E11D32}"/>
                </a:ext>
              </a:extLst>
            </p:cNvPr>
            <p:cNvSpPr/>
            <p:nvPr/>
          </p:nvSpPr>
          <p:spPr>
            <a:xfrm>
              <a:off x="3190240" y="1904537"/>
              <a:ext cx="2520000" cy="180000"/>
            </a:xfrm>
            <a:prstGeom prst="homePlate">
              <a:avLst>
                <a:gd name="adj" fmla="val 50000"/>
              </a:avLst>
            </a:prstGeom>
            <a:solidFill>
              <a:srgbClr val="F9CCE4"/>
            </a:solidFill>
            <a:ln>
              <a:noFill/>
            </a:ln>
          </p:spPr>
          <p:txBody>
            <a:bodyPr spcFirstLastPara="1" wrap="square" lIns="17998" tIns="17998" rIns="17998" bIns="17998" anchor="ctr" anchorCtr="0">
              <a:noAutofit/>
            </a:bodyPr>
            <a:lstStyle/>
            <a:p>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21" name="Google Shape;1324;p18">
              <a:extLst>
                <a:ext uri="{FF2B5EF4-FFF2-40B4-BE49-F238E27FC236}">
                  <a16:creationId xmlns:a16="http://schemas.microsoft.com/office/drawing/2014/main" id="{3379B8BA-B9C7-E9BF-F30D-DEBDD20E4F1B}"/>
                </a:ext>
              </a:extLst>
            </p:cNvPr>
            <p:cNvSpPr/>
            <p:nvPr/>
          </p:nvSpPr>
          <p:spPr>
            <a:xfrm>
              <a:off x="3190240" y="2084537"/>
              <a:ext cx="3246120" cy="180000"/>
            </a:xfrm>
            <a:prstGeom prst="homePlate">
              <a:avLst>
                <a:gd name="adj" fmla="val 50000"/>
              </a:avLst>
            </a:prstGeom>
            <a:solidFill>
              <a:srgbClr val="FFDBDA"/>
            </a:solidFill>
            <a:ln>
              <a:noFill/>
            </a:ln>
          </p:spPr>
          <p:txBody>
            <a:bodyPr spcFirstLastPara="1" wrap="square" lIns="17998" tIns="17998" rIns="17998" bIns="17998" anchor="ctr" anchorCtr="0">
              <a:noAutofit/>
            </a:bodyPr>
            <a:lstStyle/>
            <a:p>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grpSp>
      <p:sp>
        <p:nvSpPr>
          <p:cNvPr id="22" name="Google Shape;1324;p18">
            <a:extLst>
              <a:ext uri="{FF2B5EF4-FFF2-40B4-BE49-F238E27FC236}">
                <a16:creationId xmlns:a16="http://schemas.microsoft.com/office/drawing/2014/main" id="{D9B7A478-E56F-26F8-9132-E08EDE94B863}"/>
              </a:ext>
            </a:extLst>
          </p:cNvPr>
          <p:cNvSpPr/>
          <p:nvPr/>
        </p:nvSpPr>
        <p:spPr>
          <a:xfrm>
            <a:off x="4686276" y="5663909"/>
            <a:ext cx="7134188" cy="259448"/>
          </a:xfrm>
          <a:prstGeom prst="homePlate">
            <a:avLst>
              <a:gd name="adj" fmla="val 50000"/>
            </a:avLst>
          </a:prstGeom>
          <a:solidFill>
            <a:srgbClr val="FFDBDA"/>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sp>
        <p:nvSpPr>
          <p:cNvPr id="4" name="Номер слайда 1">
            <a:extLst>
              <a:ext uri="{FF2B5EF4-FFF2-40B4-BE49-F238E27FC236}">
                <a16:creationId xmlns:a16="http://schemas.microsoft.com/office/drawing/2014/main" id="{24D39D4B-D0F5-D24D-ECC0-A60FF87E0A1A}"/>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30</a:t>
            </a:fld>
            <a:endParaRPr lang="ru-RU" dirty="0"/>
          </a:p>
        </p:txBody>
      </p:sp>
      <p:sp>
        <p:nvSpPr>
          <p:cNvPr id="5" name="Заголовок 4">
            <a:extLst>
              <a:ext uri="{FF2B5EF4-FFF2-40B4-BE49-F238E27FC236}">
                <a16:creationId xmlns:a16="http://schemas.microsoft.com/office/drawing/2014/main" id="{A7FEAA80-1D4F-28C6-6E83-0B190C218797}"/>
              </a:ext>
            </a:extLst>
          </p:cNvPr>
          <p:cNvSpPr>
            <a:spLocks noGrp="1"/>
          </p:cNvSpPr>
          <p:nvPr>
            <p:ph type="title"/>
          </p:nvPr>
        </p:nvSpPr>
        <p:spPr/>
        <p:txBody>
          <a:bodyPr/>
          <a:lstStyle/>
          <a:p>
            <a:r>
              <a:rPr lang="ru-RU" dirty="0"/>
              <a:t>Таймлайн</a:t>
            </a:r>
          </a:p>
        </p:txBody>
      </p:sp>
    </p:spTree>
    <p:extLst>
      <p:ext uri="{BB962C8B-B14F-4D97-AF65-F5344CB8AC3E}">
        <p14:creationId xmlns:p14="http://schemas.microsoft.com/office/powerpoint/2010/main" val="39702066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965FA06-6722-6C8F-D857-E6861EB1B94F}"/>
              </a:ext>
            </a:extLst>
          </p:cNvPr>
          <p:cNvSpPr>
            <a:spLocks noGrp="1"/>
          </p:cNvSpPr>
          <p:nvPr>
            <p:ph sz="quarter" idx="29"/>
          </p:nvPr>
        </p:nvSpPr>
        <p:spPr>
          <a:xfrm>
            <a:off x="601362" y="6119359"/>
            <a:ext cx="2229354" cy="112467"/>
          </a:xfrm>
        </p:spPr>
        <p:txBody>
          <a:bodyPr/>
          <a:lstStyle/>
          <a:p>
            <a:r>
              <a:rPr lang="ru-RU" dirty="0"/>
              <a:t>Здесь должен быть ваш текст</a:t>
            </a:r>
          </a:p>
        </p:txBody>
      </p:sp>
      <p:sp>
        <p:nvSpPr>
          <p:cNvPr id="4" name="Объект 3">
            <a:extLst>
              <a:ext uri="{FF2B5EF4-FFF2-40B4-BE49-F238E27FC236}">
                <a16:creationId xmlns:a16="http://schemas.microsoft.com/office/drawing/2014/main" id="{80FA8C4C-BD62-9152-5C98-A27091536349}"/>
              </a:ext>
            </a:extLst>
          </p:cNvPr>
          <p:cNvSpPr>
            <a:spLocks noGrp="1"/>
          </p:cNvSpPr>
          <p:nvPr>
            <p:ph sz="quarter" idx="30"/>
          </p:nvPr>
        </p:nvSpPr>
        <p:spPr>
          <a:xfrm>
            <a:off x="3477966" y="6119359"/>
            <a:ext cx="2229354" cy="112467"/>
          </a:xfrm>
        </p:spPr>
        <p:txBody>
          <a:bodyPr/>
          <a:lstStyle/>
          <a:p>
            <a:r>
              <a:rPr lang="ru-RU" dirty="0"/>
              <a:t>Здесь должен быть ваш текст</a:t>
            </a:r>
          </a:p>
        </p:txBody>
      </p:sp>
      <p:sp>
        <p:nvSpPr>
          <p:cNvPr id="5" name="Объект 4">
            <a:extLst>
              <a:ext uri="{FF2B5EF4-FFF2-40B4-BE49-F238E27FC236}">
                <a16:creationId xmlns:a16="http://schemas.microsoft.com/office/drawing/2014/main" id="{40CC2649-44CA-C36C-389F-CC7C626AC5A9}"/>
              </a:ext>
            </a:extLst>
          </p:cNvPr>
          <p:cNvSpPr>
            <a:spLocks noGrp="1"/>
          </p:cNvSpPr>
          <p:nvPr>
            <p:ph sz="quarter" idx="31"/>
          </p:nvPr>
        </p:nvSpPr>
        <p:spPr>
          <a:xfrm>
            <a:off x="6453657" y="6119359"/>
            <a:ext cx="2229354" cy="112467"/>
          </a:xfrm>
        </p:spPr>
        <p:txBody>
          <a:bodyPr/>
          <a:lstStyle/>
          <a:p>
            <a:r>
              <a:rPr lang="ru-RU" dirty="0"/>
              <a:t>Здесь должен быть ваш текст</a:t>
            </a:r>
          </a:p>
        </p:txBody>
      </p:sp>
      <p:sp>
        <p:nvSpPr>
          <p:cNvPr id="6" name="Номер слайда 5">
            <a:extLst>
              <a:ext uri="{FF2B5EF4-FFF2-40B4-BE49-F238E27FC236}">
                <a16:creationId xmlns:a16="http://schemas.microsoft.com/office/drawing/2014/main" id="{3C88D640-3EC6-ACFF-6413-40311FF4C518}"/>
              </a:ext>
            </a:extLst>
          </p:cNvPr>
          <p:cNvSpPr>
            <a:spLocks noGrp="1"/>
          </p:cNvSpPr>
          <p:nvPr>
            <p:ph type="sldNum" sz="quarter" idx="4"/>
          </p:nvPr>
        </p:nvSpPr>
        <p:spPr/>
        <p:txBody>
          <a:bodyPr/>
          <a:lstStyle/>
          <a:p>
            <a:fld id="{13FB4C0F-BB20-4298-B11D-AEB97E17A107}" type="slidenum">
              <a:rPr lang="ru-RU" smtClean="0"/>
              <a:pPr/>
              <a:t>31</a:t>
            </a:fld>
            <a:endParaRPr lang="ru-RU" dirty="0"/>
          </a:p>
        </p:txBody>
      </p:sp>
      <p:graphicFrame>
        <p:nvGraphicFramePr>
          <p:cNvPr id="8" name="Таблица 7">
            <a:extLst>
              <a:ext uri="{FF2B5EF4-FFF2-40B4-BE49-F238E27FC236}">
                <a16:creationId xmlns:a16="http://schemas.microsoft.com/office/drawing/2014/main" id="{EFFDCFBC-9233-10E4-4B39-236286D04C57}"/>
              </a:ext>
            </a:extLst>
          </p:cNvPr>
          <p:cNvGraphicFramePr>
            <a:graphicFrameLocks noGrp="1"/>
          </p:cNvGraphicFramePr>
          <p:nvPr>
            <p:extLst>
              <p:ext uri="{D42A27DB-BD31-4B8C-83A1-F6EECF244321}">
                <p14:modId xmlns:p14="http://schemas.microsoft.com/office/powerpoint/2010/main" val="1087217330"/>
              </p:ext>
            </p:extLst>
          </p:nvPr>
        </p:nvGraphicFramePr>
        <p:xfrm>
          <a:off x="355599" y="952823"/>
          <a:ext cx="11468033" cy="4790393"/>
        </p:xfrm>
        <a:graphic>
          <a:graphicData uri="http://schemas.openxmlformats.org/drawingml/2006/table">
            <a:tbl>
              <a:tblPr firstRow="1" bandRow="1">
                <a:tableStyleId>{5C22544A-7EE6-4342-B048-85BDC9FD1C3A}</a:tableStyleId>
              </a:tblPr>
              <a:tblGrid>
                <a:gridCol w="5793389">
                  <a:extLst>
                    <a:ext uri="{9D8B030D-6E8A-4147-A177-3AD203B41FA5}">
                      <a16:colId xmlns:a16="http://schemas.microsoft.com/office/drawing/2014/main" val="1007580172"/>
                    </a:ext>
                  </a:extLst>
                </a:gridCol>
                <a:gridCol w="472887">
                  <a:extLst>
                    <a:ext uri="{9D8B030D-6E8A-4147-A177-3AD203B41FA5}">
                      <a16:colId xmlns:a16="http://schemas.microsoft.com/office/drawing/2014/main" val="2977248216"/>
                    </a:ext>
                  </a:extLst>
                </a:gridCol>
                <a:gridCol w="472887">
                  <a:extLst>
                    <a:ext uri="{9D8B030D-6E8A-4147-A177-3AD203B41FA5}">
                      <a16:colId xmlns:a16="http://schemas.microsoft.com/office/drawing/2014/main" val="2651941535"/>
                    </a:ext>
                  </a:extLst>
                </a:gridCol>
                <a:gridCol w="472887">
                  <a:extLst>
                    <a:ext uri="{9D8B030D-6E8A-4147-A177-3AD203B41FA5}">
                      <a16:colId xmlns:a16="http://schemas.microsoft.com/office/drawing/2014/main" val="2604986627"/>
                    </a:ext>
                  </a:extLst>
                </a:gridCol>
                <a:gridCol w="472887">
                  <a:extLst>
                    <a:ext uri="{9D8B030D-6E8A-4147-A177-3AD203B41FA5}">
                      <a16:colId xmlns:a16="http://schemas.microsoft.com/office/drawing/2014/main" val="3612667472"/>
                    </a:ext>
                  </a:extLst>
                </a:gridCol>
                <a:gridCol w="472887">
                  <a:extLst>
                    <a:ext uri="{9D8B030D-6E8A-4147-A177-3AD203B41FA5}">
                      <a16:colId xmlns:a16="http://schemas.microsoft.com/office/drawing/2014/main" val="1326461906"/>
                    </a:ext>
                  </a:extLst>
                </a:gridCol>
                <a:gridCol w="472887">
                  <a:extLst>
                    <a:ext uri="{9D8B030D-6E8A-4147-A177-3AD203B41FA5}">
                      <a16:colId xmlns:a16="http://schemas.microsoft.com/office/drawing/2014/main" val="109393743"/>
                    </a:ext>
                  </a:extLst>
                </a:gridCol>
                <a:gridCol w="472887">
                  <a:extLst>
                    <a:ext uri="{9D8B030D-6E8A-4147-A177-3AD203B41FA5}">
                      <a16:colId xmlns:a16="http://schemas.microsoft.com/office/drawing/2014/main" val="3442878435"/>
                    </a:ext>
                  </a:extLst>
                </a:gridCol>
                <a:gridCol w="472887">
                  <a:extLst>
                    <a:ext uri="{9D8B030D-6E8A-4147-A177-3AD203B41FA5}">
                      <a16:colId xmlns:a16="http://schemas.microsoft.com/office/drawing/2014/main" val="734401942"/>
                    </a:ext>
                  </a:extLst>
                </a:gridCol>
                <a:gridCol w="472887">
                  <a:extLst>
                    <a:ext uri="{9D8B030D-6E8A-4147-A177-3AD203B41FA5}">
                      <a16:colId xmlns:a16="http://schemas.microsoft.com/office/drawing/2014/main" val="1717613864"/>
                    </a:ext>
                  </a:extLst>
                </a:gridCol>
                <a:gridCol w="472887">
                  <a:extLst>
                    <a:ext uri="{9D8B030D-6E8A-4147-A177-3AD203B41FA5}">
                      <a16:colId xmlns:a16="http://schemas.microsoft.com/office/drawing/2014/main" val="3443608323"/>
                    </a:ext>
                  </a:extLst>
                </a:gridCol>
                <a:gridCol w="472887">
                  <a:extLst>
                    <a:ext uri="{9D8B030D-6E8A-4147-A177-3AD203B41FA5}">
                      <a16:colId xmlns:a16="http://schemas.microsoft.com/office/drawing/2014/main" val="3630161758"/>
                    </a:ext>
                  </a:extLst>
                </a:gridCol>
                <a:gridCol w="472887">
                  <a:extLst>
                    <a:ext uri="{9D8B030D-6E8A-4147-A177-3AD203B41FA5}">
                      <a16:colId xmlns:a16="http://schemas.microsoft.com/office/drawing/2014/main" val="3794674477"/>
                    </a:ext>
                  </a:extLst>
                </a:gridCol>
              </a:tblGrid>
              <a:tr h="294096">
                <a:tc rowSpan="2">
                  <a:txBody>
                    <a:bodyPr/>
                    <a:lstStyle/>
                    <a:p>
                      <a:r>
                        <a:rPr lang="ru-RU" sz="400" dirty="0">
                          <a:latin typeface="+mn-lt"/>
                        </a:rPr>
                        <a:t>     </a:t>
                      </a:r>
                    </a:p>
                  </a:txBody>
                  <a:tcPr marL="45714" marR="45714" marT="22857" marB="22857">
                    <a:lnL w="28575" cap="flat" cmpd="sng" algn="ctr">
                      <a:no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ru-RU" sz="1200" b="0" dirty="0">
                          <a:solidFill>
                            <a:schemeClr val="tx1"/>
                          </a:solidFill>
                          <a:latin typeface="+mn-lt"/>
                        </a:rPr>
                        <a:t>июль</a:t>
                      </a:r>
                    </a:p>
                  </a:txBody>
                  <a:tcPr marL="53993" marR="53993" marT="22857" marB="22857" anchor="ctr">
                    <a:lnL w="28575" cap="flat" cmpd="sng" algn="ctr">
                      <a:solidFill>
                        <a:schemeClr val="bg2"/>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gridSpan="4">
                  <a:txBody>
                    <a:bodyPr/>
                    <a:lstStyle/>
                    <a:p>
                      <a:pPr algn="ctr"/>
                      <a:r>
                        <a:rPr lang="ru-RU" sz="1200" b="0" dirty="0">
                          <a:solidFill>
                            <a:schemeClr val="tx1"/>
                          </a:solidFill>
                          <a:latin typeface="+mn-lt"/>
                        </a:rPr>
                        <a:t>август</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gridSpan="4">
                  <a:txBody>
                    <a:bodyPr/>
                    <a:lstStyle/>
                    <a:p>
                      <a:pPr algn="ctr"/>
                      <a:r>
                        <a:rPr lang="ru-RU" sz="1200" b="0" dirty="0">
                          <a:solidFill>
                            <a:schemeClr val="tx1"/>
                          </a:solidFill>
                          <a:latin typeface="+mn-lt"/>
                        </a:rPr>
                        <a:t>сентябрь</a:t>
                      </a:r>
                    </a:p>
                  </a:txBody>
                  <a:tcPr marL="53993" marR="53993" marT="22857" marB="22857" anchor="ctr">
                    <a:lnL w="12700" cap="flat" cmpd="sng" algn="ctr">
                      <a:solidFill>
                        <a:srgbClr val="000000">
                          <a:alpha val="10196"/>
                        </a:srgbClr>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B w="285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189735683"/>
                  </a:ext>
                </a:extLst>
              </a:tr>
              <a:tr h="294096">
                <a:tc vMerge="1">
                  <a:txBody>
                    <a:bodyPr/>
                    <a:lstStyle/>
                    <a:p>
                      <a:endParaRPr lang="ru-RU" dirty="0"/>
                    </a:p>
                  </a:txBody>
                  <a:tcPr>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01</a:t>
                      </a:r>
                    </a:p>
                  </a:txBody>
                  <a:tcPr marL="53993" marR="53993" marT="22857" marB="22857" anchor="ctr">
                    <a:lnL w="28575" cap="flat" cmpd="sng" algn="ctr">
                      <a:solidFill>
                        <a:schemeClr val="bg2"/>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02</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03</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04</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05</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06</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07</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08</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09</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10</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11</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12</a:t>
                      </a:r>
                    </a:p>
                  </a:txBody>
                  <a:tcPr marL="53993" marR="53993" marT="22857" marB="22857" anchor="ctr">
                    <a:lnL w="12700" cap="flat" cmpd="sng" algn="ctr">
                      <a:solidFill>
                        <a:srgbClr val="000000">
                          <a:alpha val="10196"/>
                        </a:srgbClr>
                      </a:solidFill>
                      <a:prstDash val="solid"/>
                      <a:round/>
                      <a:headEnd type="none" w="med" len="med"/>
                      <a:tailEnd type="none" w="med" len="med"/>
                    </a:lnL>
                    <a:lnR w="28575" cap="flat" cmpd="sng" algn="ctr">
                      <a:solidFill>
                        <a:schemeClr val="bg2"/>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7835543"/>
                  </a:ext>
                </a:extLst>
              </a:tr>
              <a:tr h="468000">
                <a:tc>
                  <a:txBody>
                    <a:bodyPr/>
                    <a:lstStyle/>
                    <a:p>
                      <a:pPr marL="0" marR="0" lvl="0" indent="0" algn="l" defTabSz="914400" rtl="0" eaLnBrk="1" fontAlgn="auto" latinLnBrk="0" hangingPunct="1">
                        <a:lnSpc>
                          <a:spcPts val="24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Этап</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1</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Текст</a:t>
                      </a:r>
                      <a:endParaRPr lang="en-US" sz="1200" dirty="0">
                        <a:latin typeface="+mn-lt"/>
                      </a:endParaRPr>
                    </a:p>
                  </a:txBody>
                  <a:tcPr marL="144000" marR="144000" marT="72000" marB="72000">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F80BB"/>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F80BB"/>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F80BB"/>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F80BB"/>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F80BB"/>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F80BB"/>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extLst>
                  <a:ext uri="{0D108BD9-81ED-4DB2-BD59-A6C34878D82A}">
                    <a16:rowId xmlns:a16="http://schemas.microsoft.com/office/drawing/2014/main" val="1506008921"/>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1.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1898940822"/>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2.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4097524425"/>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3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282795"/>
                  </a:ext>
                </a:extLst>
              </a:tr>
              <a:tr h="468000">
                <a:tc>
                  <a:txBody>
                    <a:bodyPr/>
                    <a:lstStyle/>
                    <a:p>
                      <a:pPr marL="0" marR="0" lvl="0" indent="0" algn="l" defTabSz="914400" rtl="0" eaLnBrk="1" fontAlgn="auto" latinLnBrk="0" hangingPunct="1">
                        <a:lnSpc>
                          <a:spcPts val="24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Этап 2</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Текст</a:t>
                      </a:r>
                      <a:endParaRPr lang="en-US" sz="1200" dirty="0">
                        <a:latin typeface="+mn-lt"/>
                      </a:endParaRPr>
                    </a:p>
                  </a:txBody>
                  <a:tcPr marL="144000" marR="144000" marT="72000" marB="72000">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F80BB"/>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F80BB"/>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F80BB"/>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F80BB"/>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extLst>
                  <a:ext uri="{0D108BD9-81ED-4DB2-BD59-A6C34878D82A}">
                    <a16:rowId xmlns:a16="http://schemas.microsoft.com/office/drawing/2014/main" val="2362440116"/>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1.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2823829905"/>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2.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7183189"/>
                  </a:ext>
                </a:extLst>
              </a:tr>
              <a:tr h="468000">
                <a:tc>
                  <a:txBody>
                    <a:bodyPr/>
                    <a:lstStyle/>
                    <a:p>
                      <a:pPr marL="0" marR="0" lvl="0" indent="0" algn="l" defTabSz="914400" rtl="0" eaLnBrk="1" fontAlgn="auto" latinLnBrk="0" hangingPunct="1">
                        <a:lnSpc>
                          <a:spcPts val="24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Этап</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3</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Текст</a:t>
                      </a:r>
                      <a:endParaRPr lang="en-US" sz="1200" dirty="0">
                        <a:latin typeface="+mn-lt"/>
                      </a:endParaRPr>
                    </a:p>
                  </a:txBody>
                  <a:tcPr marL="144000" marR="144000" marT="72000" marB="72000">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F80BB"/>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F80BB"/>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F80BB"/>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F80BB"/>
                    </a:solidFill>
                  </a:tcPr>
                </a:tc>
                <a:extLst>
                  <a:ext uri="{0D108BD9-81ED-4DB2-BD59-A6C34878D82A}">
                    <a16:rowId xmlns:a16="http://schemas.microsoft.com/office/drawing/2014/main" val="3045057220"/>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1.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2767946975"/>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2.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extLst>
                  <a:ext uri="{0D108BD9-81ED-4DB2-BD59-A6C34878D82A}">
                    <a16:rowId xmlns:a16="http://schemas.microsoft.com/office/drawing/2014/main" val="3866460169"/>
                  </a:ext>
                </a:extLst>
              </a:tr>
            </a:tbl>
          </a:graphicData>
        </a:graphic>
      </p:graphicFrame>
      <p:pic>
        <p:nvPicPr>
          <p:cNvPr id="9" name="Image 2" descr=" ">
            <a:extLst>
              <a:ext uri="{FF2B5EF4-FFF2-40B4-BE49-F238E27FC236}">
                <a16:creationId xmlns:a16="http://schemas.microsoft.com/office/drawing/2014/main" id="{2E9B57F0-AFD8-7B9B-7D79-C31F6F00AD2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614548" y="1257583"/>
            <a:ext cx="12700" cy="4526961"/>
          </a:xfrm>
          <a:prstGeom prst="rect">
            <a:avLst/>
          </a:prstGeom>
        </p:spPr>
      </p:pic>
      <p:pic>
        <p:nvPicPr>
          <p:cNvPr id="10" name="Image 4" descr=" ">
            <a:extLst>
              <a:ext uri="{FF2B5EF4-FFF2-40B4-BE49-F238E27FC236}">
                <a16:creationId xmlns:a16="http://schemas.microsoft.com/office/drawing/2014/main" id="{88FA168F-54E1-10CF-0F29-A98F4557ADC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60693" y="1257583"/>
            <a:ext cx="12700" cy="4526961"/>
          </a:xfrm>
          <a:prstGeom prst="rect">
            <a:avLst/>
          </a:prstGeom>
        </p:spPr>
      </p:pic>
      <p:pic>
        <p:nvPicPr>
          <p:cNvPr id="11" name="Image 5" descr=" ">
            <a:extLst>
              <a:ext uri="{FF2B5EF4-FFF2-40B4-BE49-F238E27FC236}">
                <a16:creationId xmlns:a16="http://schemas.microsoft.com/office/drawing/2014/main" id="{39C8CB32-0A7B-2FF3-A59C-2DB4376A09B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34823" y="952822"/>
            <a:ext cx="12700" cy="4831721"/>
          </a:xfrm>
          <a:prstGeom prst="rect">
            <a:avLst/>
          </a:prstGeom>
        </p:spPr>
      </p:pic>
      <p:pic>
        <p:nvPicPr>
          <p:cNvPr id="12" name="Image 6" descr=" ">
            <a:extLst>
              <a:ext uri="{FF2B5EF4-FFF2-40B4-BE49-F238E27FC236}">
                <a16:creationId xmlns:a16="http://schemas.microsoft.com/office/drawing/2014/main" id="{0272630F-9844-DDC7-B1EE-5D57A9571D2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508956" y="1244884"/>
            <a:ext cx="12700" cy="4539659"/>
          </a:xfrm>
          <a:prstGeom prst="rect">
            <a:avLst/>
          </a:prstGeom>
        </p:spPr>
      </p:pic>
      <p:pic>
        <p:nvPicPr>
          <p:cNvPr id="13" name="Image 7" descr=" ">
            <a:extLst>
              <a:ext uri="{FF2B5EF4-FFF2-40B4-BE49-F238E27FC236}">
                <a16:creationId xmlns:a16="http://schemas.microsoft.com/office/drawing/2014/main" id="{BB2B8B79-BEC4-6920-2DB3-73CD231D92A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985203" y="1244884"/>
            <a:ext cx="12700" cy="4539659"/>
          </a:xfrm>
          <a:prstGeom prst="rect">
            <a:avLst/>
          </a:prstGeom>
        </p:spPr>
      </p:pic>
      <p:pic>
        <p:nvPicPr>
          <p:cNvPr id="14" name="Image 8" descr=" ">
            <a:extLst>
              <a:ext uri="{FF2B5EF4-FFF2-40B4-BE49-F238E27FC236}">
                <a16:creationId xmlns:a16="http://schemas.microsoft.com/office/drawing/2014/main" id="{7A74069D-B414-143A-9DF2-6DA944D8351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455101" y="1244884"/>
            <a:ext cx="12700" cy="4539659"/>
          </a:xfrm>
          <a:prstGeom prst="rect">
            <a:avLst/>
          </a:prstGeom>
        </p:spPr>
      </p:pic>
      <p:pic>
        <p:nvPicPr>
          <p:cNvPr id="15" name="Image 9" descr=" ">
            <a:extLst>
              <a:ext uri="{FF2B5EF4-FFF2-40B4-BE49-F238E27FC236}">
                <a16:creationId xmlns:a16="http://schemas.microsoft.com/office/drawing/2014/main" id="{2831575D-5C22-C232-DFBE-8178B3BC76C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929234" y="952822"/>
            <a:ext cx="12700" cy="4831721"/>
          </a:xfrm>
          <a:prstGeom prst="rect">
            <a:avLst/>
          </a:prstGeom>
        </p:spPr>
      </p:pic>
      <p:pic>
        <p:nvPicPr>
          <p:cNvPr id="16" name="Image 10" descr=" ">
            <a:extLst>
              <a:ext uri="{FF2B5EF4-FFF2-40B4-BE49-F238E27FC236}">
                <a16:creationId xmlns:a16="http://schemas.microsoft.com/office/drawing/2014/main" id="{EE9A89C2-63FB-307E-1F7B-20DE006B7146}"/>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403364" y="1244884"/>
            <a:ext cx="12700" cy="4539659"/>
          </a:xfrm>
          <a:prstGeom prst="rect">
            <a:avLst/>
          </a:prstGeom>
        </p:spPr>
      </p:pic>
      <p:pic>
        <p:nvPicPr>
          <p:cNvPr id="17" name="Image 11" descr=" ">
            <a:extLst>
              <a:ext uri="{FF2B5EF4-FFF2-40B4-BE49-F238E27FC236}">
                <a16:creationId xmlns:a16="http://schemas.microsoft.com/office/drawing/2014/main" id="{FDD87988-79B3-E76D-0900-DCB01F258AE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879611" y="1244884"/>
            <a:ext cx="12700" cy="4539659"/>
          </a:xfrm>
          <a:prstGeom prst="rect">
            <a:avLst/>
          </a:prstGeom>
        </p:spPr>
      </p:pic>
      <p:pic>
        <p:nvPicPr>
          <p:cNvPr id="18" name="Image 12" descr=" ">
            <a:extLst>
              <a:ext uri="{FF2B5EF4-FFF2-40B4-BE49-F238E27FC236}">
                <a16:creationId xmlns:a16="http://schemas.microsoft.com/office/drawing/2014/main" id="{5C984242-83EF-47ED-3835-A9D3C3154B5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1349509" y="1244884"/>
            <a:ext cx="12700" cy="4539659"/>
          </a:xfrm>
          <a:prstGeom prst="rect">
            <a:avLst/>
          </a:prstGeom>
        </p:spPr>
      </p:pic>
      <p:sp>
        <p:nvSpPr>
          <p:cNvPr id="19" name="Полилиния: фигура 18">
            <a:extLst>
              <a:ext uri="{FF2B5EF4-FFF2-40B4-BE49-F238E27FC236}">
                <a16:creationId xmlns:a16="http://schemas.microsoft.com/office/drawing/2014/main" id="{8C5745D7-3788-6CF1-EA5C-5129358D9253}"/>
              </a:ext>
            </a:extLst>
          </p:cNvPr>
          <p:cNvSpPr/>
          <p:nvPr/>
        </p:nvSpPr>
        <p:spPr>
          <a:xfrm>
            <a:off x="6728460" y="2124374"/>
            <a:ext cx="253998" cy="165079"/>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algn="ctr" defTabSz="444411">
              <a:spcBef>
                <a:spcPct val="0"/>
              </a:spcBef>
              <a:spcAft>
                <a:spcPct val="35000"/>
              </a:spcAft>
            </a:pPr>
            <a:r>
              <a:rPr lang="ru-RU" sz="700" dirty="0">
                <a:latin typeface="Stapel" panose="020B0504020202020204" pitchFamily="34" charset="-52"/>
              </a:rPr>
              <a:t>1</a:t>
            </a:r>
          </a:p>
        </p:txBody>
      </p:sp>
      <p:sp>
        <p:nvSpPr>
          <p:cNvPr id="20" name="Полилиния: фигура 19">
            <a:extLst>
              <a:ext uri="{FF2B5EF4-FFF2-40B4-BE49-F238E27FC236}">
                <a16:creationId xmlns:a16="http://schemas.microsoft.com/office/drawing/2014/main" id="{6E5FDCE8-A037-2AD2-AF88-12EB2E06F559}"/>
              </a:ext>
            </a:extLst>
          </p:cNvPr>
          <p:cNvSpPr/>
          <p:nvPr/>
        </p:nvSpPr>
        <p:spPr>
          <a:xfrm>
            <a:off x="7685156" y="2924209"/>
            <a:ext cx="253998" cy="165079"/>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algn="ctr" defTabSz="444411">
              <a:spcBef>
                <a:spcPct val="0"/>
              </a:spcBef>
              <a:spcAft>
                <a:spcPct val="35000"/>
              </a:spcAft>
            </a:pPr>
            <a:r>
              <a:rPr lang="ru-RU" sz="700" dirty="0">
                <a:latin typeface="Stapel" panose="020B0504020202020204" pitchFamily="34" charset="-52"/>
              </a:rPr>
              <a:t>2</a:t>
            </a:r>
          </a:p>
        </p:txBody>
      </p:sp>
      <p:sp>
        <p:nvSpPr>
          <p:cNvPr id="21" name="Полилиния: фигура 20">
            <a:extLst>
              <a:ext uri="{FF2B5EF4-FFF2-40B4-BE49-F238E27FC236}">
                <a16:creationId xmlns:a16="http://schemas.microsoft.com/office/drawing/2014/main" id="{A39687DE-DFD3-B137-BF9B-F72FF29BA84A}"/>
              </a:ext>
            </a:extLst>
          </p:cNvPr>
          <p:cNvSpPr/>
          <p:nvPr/>
        </p:nvSpPr>
        <p:spPr>
          <a:xfrm>
            <a:off x="10521896" y="5063608"/>
            <a:ext cx="253998" cy="165079"/>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algn="ctr" defTabSz="444411">
              <a:spcBef>
                <a:spcPct val="0"/>
              </a:spcBef>
              <a:spcAft>
                <a:spcPct val="35000"/>
              </a:spcAft>
            </a:pPr>
            <a:r>
              <a:rPr lang="ru-RU" sz="700" dirty="0">
                <a:latin typeface="Stapel" panose="020B0504020202020204" pitchFamily="34" charset="-52"/>
              </a:rPr>
              <a:t>3</a:t>
            </a:r>
          </a:p>
        </p:txBody>
      </p:sp>
      <p:sp>
        <p:nvSpPr>
          <p:cNvPr id="22" name="Полилиния: фигура 21">
            <a:extLst>
              <a:ext uri="{FF2B5EF4-FFF2-40B4-BE49-F238E27FC236}">
                <a16:creationId xmlns:a16="http://schemas.microsoft.com/office/drawing/2014/main" id="{C2AE86C2-140F-A8C6-F22D-7BE27D10F9A1}"/>
              </a:ext>
            </a:extLst>
          </p:cNvPr>
          <p:cNvSpPr/>
          <p:nvPr/>
        </p:nvSpPr>
        <p:spPr>
          <a:xfrm>
            <a:off x="10968512" y="5466679"/>
            <a:ext cx="253998" cy="165079"/>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algn="ctr" defTabSz="444411">
              <a:spcBef>
                <a:spcPct val="0"/>
              </a:spcBef>
              <a:spcAft>
                <a:spcPct val="35000"/>
              </a:spcAft>
            </a:pPr>
            <a:r>
              <a:rPr lang="ru-RU" sz="700" dirty="0">
                <a:latin typeface="Stapel" panose="020B0504020202020204" pitchFamily="34" charset="-52"/>
              </a:rPr>
              <a:t>4</a:t>
            </a:r>
          </a:p>
        </p:txBody>
      </p:sp>
      <p:cxnSp>
        <p:nvCxnSpPr>
          <p:cNvPr id="23" name="Прямая соединительная линия 22">
            <a:extLst>
              <a:ext uri="{FF2B5EF4-FFF2-40B4-BE49-F238E27FC236}">
                <a16:creationId xmlns:a16="http://schemas.microsoft.com/office/drawing/2014/main" id="{C4489401-638D-3035-C9BF-C491A053C908}"/>
              </a:ext>
            </a:extLst>
          </p:cNvPr>
          <p:cNvCxnSpPr>
            <a:cxnSpLocks/>
          </p:cNvCxnSpPr>
          <p:nvPr/>
        </p:nvCxnSpPr>
        <p:spPr>
          <a:xfrm>
            <a:off x="8643515" y="1549667"/>
            <a:ext cx="0" cy="4193549"/>
          </a:xfrm>
          <a:prstGeom prst="line">
            <a:avLst/>
          </a:prstGeom>
          <a:ln w="25400">
            <a:solidFill>
              <a:schemeClr val="accent5"/>
            </a:solidFill>
            <a:prstDash val="lgDash"/>
            <a:tailEnd type="diamond"/>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a:extLst>
              <a:ext uri="{FF2B5EF4-FFF2-40B4-BE49-F238E27FC236}">
                <a16:creationId xmlns:a16="http://schemas.microsoft.com/office/drawing/2014/main" id="{033BA450-FAE7-A4C3-F956-AB9F32836B8B}"/>
              </a:ext>
            </a:extLst>
          </p:cNvPr>
          <p:cNvCxnSpPr>
            <a:cxnSpLocks/>
          </p:cNvCxnSpPr>
          <p:nvPr/>
        </p:nvCxnSpPr>
        <p:spPr>
          <a:xfrm>
            <a:off x="10056000" y="3195587"/>
            <a:ext cx="0" cy="2547629"/>
          </a:xfrm>
          <a:prstGeom prst="line">
            <a:avLst/>
          </a:prstGeom>
          <a:ln w="25400">
            <a:solidFill>
              <a:schemeClr val="accent5"/>
            </a:solidFill>
            <a:prstDash val="lgDash"/>
            <a:tailEnd type="diamond"/>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a:extLst>
              <a:ext uri="{FF2B5EF4-FFF2-40B4-BE49-F238E27FC236}">
                <a16:creationId xmlns:a16="http://schemas.microsoft.com/office/drawing/2014/main" id="{55523C9B-B3B4-90D0-0CAD-53FB87E828F2}"/>
              </a:ext>
            </a:extLst>
          </p:cNvPr>
          <p:cNvCxnSpPr>
            <a:cxnSpLocks/>
          </p:cNvCxnSpPr>
          <p:nvPr/>
        </p:nvCxnSpPr>
        <p:spPr>
          <a:xfrm>
            <a:off x="11485324" y="4475747"/>
            <a:ext cx="432" cy="1269361"/>
          </a:xfrm>
          <a:prstGeom prst="line">
            <a:avLst/>
          </a:prstGeom>
          <a:ln w="25400">
            <a:solidFill>
              <a:schemeClr val="accent5"/>
            </a:solidFill>
            <a:prstDash val="lgDash"/>
            <a:tailEnd type="diamond"/>
          </a:ln>
        </p:spPr>
        <p:style>
          <a:lnRef idx="1">
            <a:schemeClr val="accent1"/>
          </a:lnRef>
          <a:fillRef idx="0">
            <a:schemeClr val="accent1"/>
          </a:fillRef>
          <a:effectRef idx="0">
            <a:schemeClr val="accent1"/>
          </a:effectRef>
          <a:fontRef idx="minor">
            <a:schemeClr val="tx1"/>
          </a:fontRef>
        </p:style>
      </p:cxnSp>
      <p:sp>
        <p:nvSpPr>
          <p:cNvPr id="26" name="Text 69">
            <a:extLst>
              <a:ext uri="{FF2B5EF4-FFF2-40B4-BE49-F238E27FC236}">
                <a16:creationId xmlns:a16="http://schemas.microsoft.com/office/drawing/2014/main" id="{EBB52C32-0676-34C5-5206-9BB524CF27B6}"/>
              </a:ext>
            </a:extLst>
          </p:cNvPr>
          <p:cNvSpPr/>
          <p:nvPr/>
        </p:nvSpPr>
        <p:spPr>
          <a:xfrm>
            <a:off x="8417940" y="5880341"/>
            <a:ext cx="499531" cy="182010"/>
          </a:xfrm>
          <a:prstGeom prst="rect">
            <a:avLst/>
          </a:prstGeom>
          <a:noFill/>
          <a:ln/>
        </p:spPr>
        <p:txBody>
          <a:bodyPr wrap="square" lIns="0" tIns="0" rIns="0" bIns="0" rtlCol="0" anchor="t"/>
          <a:lstStyle/>
          <a:p>
            <a:pPr algn="ctr">
              <a:lnSpc>
                <a:spcPts val="1100"/>
              </a:lnSpc>
            </a:pPr>
            <a:r>
              <a:rPr lang="en-US" sz="1000" dirty="0">
                <a:ea typeface="Stapel" pitchFamily="34" charset="-122"/>
                <a:cs typeface="Stapel" pitchFamily="34" charset="-120"/>
              </a:rPr>
              <a:t>УК</a:t>
            </a:r>
            <a:endParaRPr lang="en-US" sz="1000" dirty="0"/>
          </a:p>
        </p:txBody>
      </p:sp>
      <p:sp>
        <p:nvSpPr>
          <p:cNvPr id="27" name="Text 69">
            <a:extLst>
              <a:ext uri="{FF2B5EF4-FFF2-40B4-BE49-F238E27FC236}">
                <a16:creationId xmlns:a16="http://schemas.microsoft.com/office/drawing/2014/main" id="{6587A8B1-0A2D-76FA-CF54-4A5F2CA56699}"/>
              </a:ext>
            </a:extLst>
          </p:cNvPr>
          <p:cNvSpPr/>
          <p:nvPr/>
        </p:nvSpPr>
        <p:spPr>
          <a:xfrm>
            <a:off x="9830425" y="5880341"/>
            <a:ext cx="499531" cy="182010"/>
          </a:xfrm>
          <a:prstGeom prst="rect">
            <a:avLst/>
          </a:prstGeom>
          <a:noFill/>
          <a:ln/>
        </p:spPr>
        <p:txBody>
          <a:bodyPr wrap="square" lIns="0" tIns="0" rIns="0" bIns="0" rtlCol="0" anchor="t"/>
          <a:lstStyle/>
          <a:p>
            <a:pPr algn="ctr">
              <a:lnSpc>
                <a:spcPts val="1100"/>
              </a:lnSpc>
            </a:pPr>
            <a:r>
              <a:rPr lang="en-US" sz="1000" dirty="0">
                <a:ea typeface="Stapel" pitchFamily="34" charset="-122"/>
                <a:cs typeface="Stapel" pitchFamily="34" charset="-120"/>
              </a:rPr>
              <a:t>УК</a:t>
            </a:r>
            <a:endParaRPr lang="en-US" sz="1000" dirty="0"/>
          </a:p>
        </p:txBody>
      </p:sp>
      <p:sp>
        <p:nvSpPr>
          <p:cNvPr id="28" name="Text 69">
            <a:extLst>
              <a:ext uri="{FF2B5EF4-FFF2-40B4-BE49-F238E27FC236}">
                <a16:creationId xmlns:a16="http://schemas.microsoft.com/office/drawing/2014/main" id="{188849C8-9D49-31ED-2757-38963051B409}"/>
              </a:ext>
            </a:extLst>
          </p:cNvPr>
          <p:cNvSpPr/>
          <p:nvPr/>
        </p:nvSpPr>
        <p:spPr>
          <a:xfrm>
            <a:off x="11259749" y="5880341"/>
            <a:ext cx="499531" cy="182010"/>
          </a:xfrm>
          <a:prstGeom prst="rect">
            <a:avLst/>
          </a:prstGeom>
          <a:noFill/>
          <a:ln/>
        </p:spPr>
        <p:txBody>
          <a:bodyPr wrap="square" lIns="0" tIns="0" rIns="0" bIns="0" rtlCol="0" anchor="t"/>
          <a:lstStyle/>
          <a:p>
            <a:pPr algn="ctr">
              <a:lnSpc>
                <a:spcPts val="1100"/>
              </a:lnSpc>
            </a:pPr>
            <a:r>
              <a:rPr lang="en-US" sz="1000" dirty="0">
                <a:ea typeface="Stapel" pitchFamily="34" charset="-122"/>
                <a:cs typeface="Stapel" pitchFamily="34" charset="-120"/>
              </a:rPr>
              <a:t>УК</a:t>
            </a:r>
            <a:endParaRPr lang="en-US" sz="1000" dirty="0"/>
          </a:p>
        </p:txBody>
      </p:sp>
      <p:sp>
        <p:nvSpPr>
          <p:cNvPr id="29" name="Заголовок 28">
            <a:extLst>
              <a:ext uri="{FF2B5EF4-FFF2-40B4-BE49-F238E27FC236}">
                <a16:creationId xmlns:a16="http://schemas.microsoft.com/office/drawing/2014/main" id="{38C77B34-EFB1-C918-32A0-D3AEF5A1CEFE}"/>
              </a:ext>
            </a:extLst>
          </p:cNvPr>
          <p:cNvSpPr>
            <a:spLocks noGrp="1"/>
          </p:cNvSpPr>
          <p:nvPr>
            <p:ph type="title"/>
          </p:nvPr>
        </p:nvSpPr>
        <p:spPr/>
        <p:txBody>
          <a:bodyPr/>
          <a:lstStyle/>
          <a:p>
            <a:r>
              <a:rPr lang="ru-RU" dirty="0"/>
              <a:t>Дорожная карта проекта</a:t>
            </a:r>
          </a:p>
        </p:txBody>
      </p:sp>
    </p:spTree>
    <p:extLst>
      <p:ext uri="{BB962C8B-B14F-4D97-AF65-F5344CB8AC3E}">
        <p14:creationId xmlns:p14="http://schemas.microsoft.com/office/powerpoint/2010/main" val="37643791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965FA06-6722-6C8F-D857-E6861EB1B94F}"/>
              </a:ext>
            </a:extLst>
          </p:cNvPr>
          <p:cNvSpPr>
            <a:spLocks noGrp="1"/>
          </p:cNvSpPr>
          <p:nvPr>
            <p:ph sz="quarter" idx="29"/>
          </p:nvPr>
        </p:nvSpPr>
        <p:spPr>
          <a:xfrm>
            <a:off x="601362" y="6119359"/>
            <a:ext cx="2229354" cy="112467"/>
          </a:xfrm>
        </p:spPr>
        <p:txBody>
          <a:bodyPr/>
          <a:lstStyle/>
          <a:p>
            <a:r>
              <a:rPr lang="ru-RU" dirty="0"/>
              <a:t>Здесь должен быть ваш текст</a:t>
            </a:r>
          </a:p>
        </p:txBody>
      </p:sp>
      <p:sp>
        <p:nvSpPr>
          <p:cNvPr id="4" name="Объект 3">
            <a:extLst>
              <a:ext uri="{FF2B5EF4-FFF2-40B4-BE49-F238E27FC236}">
                <a16:creationId xmlns:a16="http://schemas.microsoft.com/office/drawing/2014/main" id="{80FA8C4C-BD62-9152-5C98-A27091536349}"/>
              </a:ext>
            </a:extLst>
          </p:cNvPr>
          <p:cNvSpPr>
            <a:spLocks noGrp="1"/>
          </p:cNvSpPr>
          <p:nvPr>
            <p:ph sz="quarter" idx="30"/>
          </p:nvPr>
        </p:nvSpPr>
        <p:spPr>
          <a:xfrm>
            <a:off x="3477966" y="6119359"/>
            <a:ext cx="2229354" cy="112467"/>
          </a:xfrm>
        </p:spPr>
        <p:txBody>
          <a:bodyPr/>
          <a:lstStyle/>
          <a:p>
            <a:r>
              <a:rPr lang="ru-RU" dirty="0"/>
              <a:t>Здесь должен быть ваш текст</a:t>
            </a:r>
          </a:p>
        </p:txBody>
      </p:sp>
      <p:sp>
        <p:nvSpPr>
          <p:cNvPr id="5" name="Объект 4">
            <a:extLst>
              <a:ext uri="{FF2B5EF4-FFF2-40B4-BE49-F238E27FC236}">
                <a16:creationId xmlns:a16="http://schemas.microsoft.com/office/drawing/2014/main" id="{40CC2649-44CA-C36C-389F-CC7C626AC5A9}"/>
              </a:ext>
            </a:extLst>
          </p:cNvPr>
          <p:cNvSpPr>
            <a:spLocks noGrp="1"/>
          </p:cNvSpPr>
          <p:nvPr>
            <p:ph sz="quarter" idx="31"/>
          </p:nvPr>
        </p:nvSpPr>
        <p:spPr>
          <a:xfrm>
            <a:off x="6453657" y="6119359"/>
            <a:ext cx="2229354" cy="112467"/>
          </a:xfrm>
        </p:spPr>
        <p:txBody>
          <a:bodyPr/>
          <a:lstStyle/>
          <a:p>
            <a:r>
              <a:rPr lang="ru-RU" dirty="0"/>
              <a:t>Здесь должен быть ваш текст</a:t>
            </a:r>
          </a:p>
        </p:txBody>
      </p:sp>
      <p:sp>
        <p:nvSpPr>
          <p:cNvPr id="6" name="Номер слайда 5">
            <a:extLst>
              <a:ext uri="{FF2B5EF4-FFF2-40B4-BE49-F238E27FC236}">
                <a16:creationId xmlns:a16="http://schemas.microsoft.com/office/drawing/2014/main" id="{3C88D640-3EC6-ACFF-6413-40311FF4C518}"/>
              </a:ext>
            </a:extLst>
          </p:cNvPr>
          <p:cNvSpPr>
            <a:spLocks noGrp="1"/>
          </p:cNvSpPr>
          <p:nvPr>
            <p:ph type="sldNum" sz="quarter" idx="4"/>
          </p:nvPr>
        </p:nvSpPr>
        <p:spPr/>
        <p:txBody>
          <a:bodyPr/>
          <a:lstStyle/>
          <a:p>
            <a:fld id="{13FB4C0F-BB20-4298-B11D-AEB97E17A107}" type="slidenum">
              <a:rPr lang="ru-RU" smtClean="0"/>
              <a:pPr/>
              <a:t>32</a:t>
            </a:fld>
            <a:endParaRPr lang="ru-RU" dirty="0"/>
          </a:p>
        </p:txBody>
      </p:sp>
      <p:graphicFrame>
        <p:nvGraphicFramePr>
          <p:cNvPr id="8" name="Таблица 7">
            <a:extLst>
              <a:ext uri="{FF2B5EF4-FFF2-40B4-BE49-F238E27FC236}">
                <a16:creationId xmlns:a16="http://schemas.microsoft.com/office/drawing/2014/main" id="{EFFDCFBC-9233-10E4-4B39-236286D04C57}"/>
              </a:ext>
            </a:extLst>
          </p:cNvPr>
          <p:cNvGraphicFramePr>
            <a:graphicFrameLocks noGrp="1"/>
          </p:cNvGraphicFramePr>
          <p:nvPr/>
        </p:nvGraphicFramePr>
        <p:xfrm>
          <a:off x="355599" y="952823"/>
          <a:ext cx="11468033" cy="4790393"/>
        </p:xfrm>
        <a:graphic>
          <a:graphicData uri="http://schemas.openxmlformats.org/drawingml/2006/table">
            <a:tbl>
              <a:tblPr firstRow="1" bandRow="1">
                <a:tableStyleId>{5C22544A-7EE6-4342-B048-85BDC9FD1C3A}</a:tableStyleId>
              </a:tblPr>
              <a:tblGrid>
                <a:gridCol w="5793389">
                  <a:extLst>
                    <a:ext uri="{9D8B030D-6E8A-4147-A177-3AD203B41FA5}">
                      <a16:colId xmlns:a16="http://schemas.microsoft.com/office/drawing/2014/main" val="1007580172"/>
                    </a:ext>
                  </a:extLst>
                </a:gridCol>
                <a:gridCol w="472887">
                  <a:extLst>
                    <a:ext uri="{9D8B030D-6E8A-4147-A177-3AD203B41FA5}">
                      <a16:colId xmlns:a16="http://schemas.microsoft.com/office/drawing/2014/main" val="2977248216"/>
                    </a:ext>
                  </a:extLst>
                </a:gridCol>
                <a:gridCol w="472887">
                  <a:extLst>
                    <a:ext uri="{9D8B030D-6E8A-4147-A177-3AD203B41FA5}">
                      <a16:colId xmlns:a16="http://schemas.microsoft.com/office/drawing/2014/main" val="2651941535"/>
                    </a:ext>
                  </a:extLst>
                </a:gridCol>
                <a:gridCol w="472887">
                  <a:extLst>
                    <a:ext uri="{9D8B030D-6E8A-4147-A177-3AD203B41FA5}">
                      <a16:colId xmlns:a16="http://schemas.microsoft.com/office/drawing/2014/main" val="2604986627"/>
                    </a:ext>
                  </a:extLst>
                </a:gridCol>
                <a:gridCol w="472887">
                  <a:extLst>
                    <a:ext uri="{9D8B030D-6E8A-4147-A177-3AD203B41FA5}">
                      <a16:colId xmlns:a16="http://schemas.microsoft.com/office/drawing/2014/main" val="3612667472"/>
                    </a:ext>
                  </a:extLst>
                </a:gridCol>
                <a:gridCol w="472887">
                  <a:extLst>
                    <a:ext uri="{9D8B030D-6E8A-4147-A177-3AD203B41FA5}">
                      <a16:colId xmlns:a16="http://schemas.microsoft.com/office/drawing/2014/main" val="1326461906"/>
                    </a:ext>
                  </a:extLst>
                </a:gridCol>
                <a:gridCol w="472887">
                  <a:extLst>
                    <a:ext uri="{9D8B030D-6E8A-4147-A177-3AD203B41FA5}">
                      <a16:colId xmlns:a16="http://schemas.microsoft.com/office/drawing/2014/main" val="109393743"/>
                    </a:ext>
                  </a:extLst>
                </a:gridCol>
                <a:gridCol w="472887">
                  <a:extLst>
                    <a:ext uri="{9D8B030D-6E8A-4147-A177-3AD203B41FA5}">
                      <a16:colId xmlns:a16="http://schemas.microsoft.com/office/drawing/2014/main" val="3442878435"/>
                    </a:ext>
                  </a:extLst>
                </a:gridCol>
                <a:gridCol w="472887">
                  <a:extLst>
                    <a:ext uri="{9D8B030D-6E8A-4147-A177-3AD203B41FA5}">
                      <a16:colId xmlns:a16="http://schemas.microsoft.com/office/drawing/2014/main" val="734401942"/>
                    </a:ext>
                  </a:extLst>
                </a:gridCol>
                <a:gridCol w="472887">
                  <a:extLst>
                    <a:ext uri="{9D8B030D-6E8A-4147-A177-3AD203B41FA5}">
                      <a16:colId xmlns:a16="http://schemas.microsoft.com/office/drawing/2014/main" val="1717613864"/>
                    </a:ext>
                  </a:extLst>
                </a:gridCol>
                <a:gridCol w="472887">
                  <a:extLst>
                    <a:ext uri="{9D8B030D-6E8A-4147-A177-3AD203B41FA5}">
                      <a16:colId xmlns:a16="http://schemas.microsoft.com/office/drawing/2014/main" val="3443608323"/>
                    </a:ext>
                  </a:extLst>
                </a:gridCol>
                <a:gridCol w="472887">
                  <a:extLst>
                    <a:ext uri="{9D8B030D-6E8A-4147-A177-3AD203B41FA5}">
                      <a16:colId xmlns:a16="http://schemas.microsoft.com/office/drawing/2014/main" val="3630161758"/>
                    </a:ext>
                  </a:extLst>
                </a:gridCol>
                <a:gridCol w="472887">
                  <a:extLst>
                    <a:ext uri="{9D8B030D-6E8A-4147-A177-3AD203B41FA5}">
                      <a16:colId xmlns:a16="http://schemas.microsoft.com/office/drawing/2014/main" val="3794674477"/>
                    </a:ext>
                  </a:extLst>
                </a:gridCol>
              </a:tblGrid>
              <a:tr h="294096">
                <a:tc rowSpan="2">
                  <a:txBody>
                    <a:bodyPr/>
                    <a:lstStyle/>
                    <a:p>
                      <a:r>
                        <a:rPr lang="ru-RU" sz="400" dirty="0">
                          <a:latin typeface="+mn-lt"/>
                        </a:rPr>
                        <a:t>     </a:t>
                      </a:r>
                    </a:p>
                  </a:txBody>
                  <a:tcPr marL="45714" marR="45714" marT="22857" marB="22857">
                    <a:lnL w="28575" cap="flat" cmpd="sng" algn="ctr">
                      <a:no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ru-RU" sz="1200" b="0" dirty="0">
                          <a:solidFill>
                            <a:schemeClr val="tx1"/>
                          </a:solidFill>
                          <a:latin typeface="+mn-lt"/>
                        </a:rPr>
                        <a:t>июль</a:t>
                      </a:r>
                    </a:p>
                  </a:txBody>
                  <a:tcPr marL="53993" marR="53993" marT="22857" marB="22857" anchor="ctr">
                    <a:lnL w="28575" cap="flat" cmpd="sng" algn="ctr">
                      <a:solidFill>
                        <a:schemeClr val="bg2"/>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gridSpan="4">
                  <a:txBody>
                    <a:bodyPr/>
                    <a:lstStyle/>
                    <a:p>
                      <a:pPr algn="ctr"/>
                      <a:r>
                        <a:rPr lang="ru-RU" sz="1200" b="0" dirty="0">
                          <a:solidFill>
                            <a:schemeClr val="tx1"/>
                          </a:solidFill>
                          <a:latin typeface="+mn-lt"/>
                        </a:rPr>
                        <a:t>август</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gridSpan="4">
                  <a:txBody>
                    <a:bodyPr/>
                    <a:lstStyle/>
                    <a:p>
                      <a:pPr algn="ctr"/>
                      <a:r>
                        <a:rPr lang="ru-RU" sz="1200" b="0" dirty="0">
                          <a:solidFill>
                            <a:schemeClr val="tx1"/>
                          </a:solidFill>
                          <a:latin typeface="+mn-lt"/>
                        </a:rPr>
                        <a:t>сентябрь</a:t>
                      </a:r>
                    </a:p>
                  </a:txBody>
                  <a:tcPr marL="53993" marR="53993" marT="22857" marB="22857" anchor="ctr">
                    <a:lnL w="12700" cap="flat" cmpd="sng" algn="ctr">
                      <a:solidFill>
                        <a:srgbClr val="000000">
                          <a:alpha val="10196"/>
                        </a:srgbClr>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B w="285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189735683"/>
                  </a:ext>
                </a:extLst>
              </a:tr>
              <a:tr h="294096">
                <a:tc vMerge="1">
                  <a:txBody>
                    <a:bodyPr/>
                    <a:lstStyle/>
                    <a:p>
                      <a:endParaRPr lang="ru-RU" dirty="0"/>
                    </a:p>
                  </a:txBody>
                  <a:tcPr>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01</a:t>
                      </a:r>
                    </a:p>
                  </a:txBody>
                  <a:tcPr marL="53993" marR="53993" marT="22857" marB="22857" anchor="ctr">
                    <a:lnL w="28575" cap="flat" cmpd="sng" algn="ctr">
                      <a:solidFill>
                        <a:schemeClr val="bg2"/>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02</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03</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04</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05</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06</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07</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08</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09</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10</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11</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12</a:t>
                      </a:r>
                    </a:p>
                  </a:txBody>
                  <a:tcPr marL="53993" marR="53993" marT="22857" marB="22857" anchor="ctr">
                    <a:lnL w="12700" cap="flat" cmpd="sng" algn="ctr">
                      <a:solidFill>
                        <a:srgbClr val="000000">
                          <a:alpha val="10196"/>
                        </a:srgbClr>
                      </a:solidFill>
                      <a:prstDash val="solid"/>
                      <a:round/>
                      <a:headEnd type="none" w="med" len="med"/>
                      <a:tailEnd type="none" w="med" len="med"/>
                    </a:lnL>
                    <a:lnR w="28575" cap="flat" cmpd="sng" algn="ctr">
                      <a:solidFill>
                        <a:schemeClr val="bg2"/>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7835543"/>
                  </a:ext>
                </a:extLst>
              </a:tr>
              <a:tr h="468000">
                <a:tc>
                  <a:txBody>
                    <a:bodyPr/>
                    <a:lstStyle/>
                    <a:p>
                      <a:pPr marL="0" marR="0" lvl="0" indent="0" algn="l" defTabSz="914400" rtl="0" eaLnBrk="1" fontAlgn="auto" latinLnBrk="0" hangingPunct="1">
                        <a:lnSpc>
                          <a:spcPts val="24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Этап</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1</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Текст</a:t>
                      </a:r>
                      <a:endParaRPr lang="en-US" sz="1200" dirty="0">
                        <a:latin typeface="+mn-lt"/>
                      </a:endParaRPr>
                    </a:p>
                  </a:txBody>
                  <a:tcPr marL="144000" marR="144000" marT="72000" marB="72000">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D5BFED"/>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D5BFED"/>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D5BFED"/>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D5BFED"/>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D5BFED"/>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D5BFED"/>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extLst>
                  <a:ext uri="{0D108BD9-81ED-4DB2-BD59-A6C34878D82A}">
                    <a16:rowId xmlns:a16="http://schemas.microsoft.com/office/drawing/2014/main" val="1506008921"/>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1.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1898940822"/>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2.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4097524425"/>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3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282795"/>
                  </a:ext>
                </a:extLst>
              </a:tr>
              <a:tr h="468000">
                <a:tc>
                  <a:txBody>
                    <a:bodyPr/>
                    <a:lstStyle/>
                    <a:p>
                      <a:pPr marL="0" marR="0" lvl="0" indent="0" algn="l" defTabSz="914400" rtl="0" eaLnBrk="1" fontAlgn="auto" latinLnBrk="0" hangingPunct="1">
                        <a:lnSpc>
                          <a:spcPts val="24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Этап 2</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Текст</a:t>
                      </a:r>
                      <a:endParaRPr lang="en-US" sz="1200" dirty="0">
                        <a:latin typeface="+mn-lt"/>
                      </a:endParaRPr>
                    </a:p>
                  </a:txBody>
                  <a:tcPr marL="144000" marR="144000" marT="72000" marB="72000">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D4BDEC"/>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D4BDEC"/>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D4BDEC"/>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D4BDEC"/>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extLst>
                  <a:ext uri="{0D108BD9-81ED-4DB2-BD59-A6C34878D82A}">
                    <a16:rowId xmlns:a16="http://schemas.microsoft.com/office/drawing/2014/main" val="2362440116"/>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1.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2823829905"/>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2.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7183189"/>
                  </a:ext>
                </a:extLst>
              </a:tr>
              <a:tr h="468000">
                <a:tc>
                  <a:txBody>
                    <a:bodyPr/>
                    <a:lstStyle/>
                    <a:p>
                      <a:pPr marL="0" marR="0" lvl="0" indent="0" algn="l" defTabSz="914400" rtl="0" eaLnBrk="1" fontAlgn="auto" latinLnBrk="0" hangingPunct="1">
                        <a:lnSpc>
                          <a:spcPts val="24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Этап</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3</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Текст</a:t>
                      </a:r>
                      <a:endParaRPr lang="en-US" sz="1200" dirty="0">
                        <a:latin typeface="+mn-lt"/>
                      </a:endParaRPr>
                    </a:p>
                  </a:txBody>
                  <a:tcPr marL="144000" marR="144000" marT="72000" marB="72000">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D4BDEC"/>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D4BDEC"/>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D4BDEC"/>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D4BDEC"/>
                    </a:solidFill>
                  </a:tcPr>
                </a:tc>
                <a:extLst>
                  <a:ext uri="{0D108BD9-81ED-4DB2-BD59-A6C34878D82A}">
                    <a16:rowId xmlns:a16="http://schemas.microsoft.com/office/drawing/2014/main" val="3045057220"/>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1.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2767946975"/>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2.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9CCE4"/>
                    </a:solidFill>
                  </a:tcPr>
                </a:tc>
                <a:extLst>
                  <a:ext uri="{0D108BD9-81ED-4DB2-BD59-A6C34878D82A}">
                    <a16:rowId xmlns:a16="http://schemas.microsoft.com/office/drawing/2014/main" val="3866460169"/>
                  </a:ext>
                </a:extLst>
              </a:tr>
            </a:tbl>
          </a:graphicData>
        </a:graphic>
      </p:graphicFrame>
      <p:pic>
        <p:nvPicPr>
          <p:cNvPr id="9" name="Image 2" descr=" ">
            <a:extLst>
              <a:ext uri="{FF2B5EF4-FFF2-40B4-BE49-F238E27FC236}">
                <a16:creationId xmlns:a16="http://schemas.microsoft.com/office/drawing/2014/main" id="{2E9B57F0-AFD8-7B9B-7D79-C31F6F00AD2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614548" y="1257583"/>
            <a:ext cx="12700" cy="4526961"/>
          </a:xfrm>
          <a:prstGeom prst="rect">
            <a:avLst/>
          </a:prstGeom>
        </p:spPr>
      </p:pic>
      <p:pic>
        <p:nvPicPr>
          <p:cNvPr id="10" name="Image 4" descr=" ">
            <a:extLst>
              <a:ext uri="{FF2B5EF4-FFF2-40B4-BE49-F238E27FC236}">
                <a16:creationId xmlns:a16="http://schemas.microsoft.com/office/drawing/2014/main" id="{88FA168F-54E1-10CF-0F29-A98F4557ADC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60693" y="1257583"/>
            <a:ext cx="12700" cy="4526961"/>
          </a:xfrm>
          <a:prstGeom prst="rect">
            <a:avLst/>
          </a:prstGeom>
        </p:spPr>
      </p:pic>
      <p:pic>
        <p:nvPicPr>
          <p:cNvPr id="11" name="Image 5" descr=" ">
            <a:extLst>
              <a:ext uri="{FF2B5EF4-FFF2-40B4-BE49-F238E27FC236}">
                <a16:creationId xmlns:a16="http://schemas.microsoft.com/office/drawing/2014/main" id="{39C8CB32-0A7B-2FF3-A59C-2DB4376A09B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34823" y="952822"/>
            <a:ext cx="12700" cy="4831721"/>
          </a:xfrm>
          <a:prstGeom prst="rect">
            <a:avLst/>
          </a:prstGeom>
        </p:spPr>
      </p:pic>
      <p:pic>
        <p:nvPicPr>
          <p:cNvPr id="12" name="Image 6" descr=" ">
            <a:extLst>
              <a:ext uri="{FF2B5EF4-FFF2-40B4-BE49-F238E27FC236}">
                <a16:creationId xmlns:a16="http://schemas.microsoft.com/office/drawing/2014/main" id="{0272630F-9844-DDC7-B1EE-5D57A9571D2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508956" y="1244884"/>
            <a:ext cx="12700" cy="4539659"/>
          </a:xfrm>
          <a:prstGeom prst="rect">
            <a:avLst/>
          </a:prstGeom>
        </p:spPr>
      </p:pic>
      <p:pic>
        <p:nvPicPr>
          <p:cNvPr id="13" name="Image 7" descr=" ">
            <a:extLst>
              <a:ext uri="{FF2B5EF4-FFF2-40B4-BE49-F238E27FC236}">
                <a16:creationId xmlns:a16="http://schemas.microsoft.com/office/drawing/2014/main" id="{BB2B8B79-BEC4-6920-2DB3-73CD231D92A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985203" y="1244884"/>
            <a:ext cx="12700" cy="4539659"/>
          </a:xfrm>
          <a:prstGeom prst="rect">
            <a:avLst/>
          </a:prstGeom>
        </p:spPr>
      </p:pic>
      <p:pic>
        <p:nvPicPr>
          <p:cNvPr id="14" name="Image 8" descr=" ">
            <a:extLst>
              <a:ext uri="{FF2B5EF4-FFF2-40B4-BE49-F238E27FC236}">
                <a16:creationId xmlns:a16="http://schemas.microsoft.com/office/drawing/2014/main" id="{7A74069D-B414-143A-9DF2-6DA944D8351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455101" y="1244884"/>
            <a:ext cx="12700" cy="4539659"/>
          </a:xfrm>
          <a:prstGeom prst="rect">
            <a:avLst/>
          </a:prstGeom>
        </p:spPr>
      </p:pic>
      <p:pic>
        <p:nvPicPr>
          <p:cNvPr id="15" name="Image 9" descr=" ">
            <a:extLst>
              <a:ext uri="{FF2B5EF4-FFF2-40B4-BE49-F238E27FC236}">
                <a16:creationId xmlns:a16="http://schemas.microsoft.com/office/drawing/2014/main" id="{2831575D-5C22-C232-DFBE-8178B3BC76C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929234" y="952822"/>
            <a:ext cx="12700" cy="4831721"/>
          </a:xfrm>
          <a:prstGeom prst="rect">
            <a:avLst/>
          </a:prstGeom>
        </p:spPr>
      </p:pic>
      <p:pic>
        <p:nvPicPr>
          <p:cNvPr id="16" name="Image 10" descr=" ">
            <a:extLst>
              <a:ext uri="{FF2B5EF4-FFF2-40B4-BE49-F238E27FC236}">
                <a16:creationId xmlns:a16="http://schemas.microsoft.com/office/drawing/2014/main" id="{EE9A89C2-63FB-307E-1F7B-20DE006B7146}"/>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403364" y="1244884"/>
            <a:ext cx="12700" cy="4539659"/>
          </a:xfrm>
          <a:prstGeom prst="rect">
            <a:avLst/>
          </a:prstGeom>
        </p:spPr>
      </p:pic>
      <p:pic>
        <p:nvPicPr>
          <p:cNvPr id="17" name="Image 11" descr=" ">
            <a:extLst>
              <a:ext uri="{FF2B5EF4-FFF2-40B4-BE49-F238E27FC236}">
                <a16:creationId xmlns:a16="http://schemas.microsoft.com/office/drawing/2014/main" id="{FDD87988-79B3-E76D-0900-DCB01F258AE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879611" y="1244884"/>
            <a:ext cx="12700" cy="4539659"/>
          </a:xfrm>
          <a:prstGeom prst="rect">
            <a:avLst/>
          </a:prstGeom>
        </p:spPr>
      </p:pic>
      <p:pic>
        <p:nvPicPr>
          <p:cNvPr id="18" name="Image 12" descr=" ">
            <a:extLst>
              <a:ext uri="{FF2B5EF4-FFF2-40B4-BE49-F238E27FC236}">
                <a16:creationId xmlns:a16="http://schemas.microsoft.com/office/drawing/2014/main" id="{5C984242-83EF-47ED-3835-A9D3C3154B5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1349509" y="1244884"/>
            <a:ext cx="12700" cy="4539659"/>
          </a:xfrm>
          <a:prstGeom prst="rect">
            <a:avLst/>
          </a:prstGeom>
        </p:spPr>
      </p:pic>
      <p:sp>
        <p:nvSpPr>
          <p:cNvPr id="19" name="Полилиния: фигура 18">
            <a:extLst>
              <a:ext uri="{FF2B5EF4-FFF2-40B4-BE49-F238E27FC236}">
                <a16:creationId xmlns:a16="http://schemas.microsoft.com/office/drawing/2014/main" id="{8C5745D7-3788-6CF1-EA5C-5129358D9253}"/>
              </a:ext>
            </a:extLst>
          </p:cNvPr>
          <p:cNvSpPr/>
          <p:nvPr/>
        </p:nvSpPr>
        <p:spPr>
          <a:xfrm>
            <a:off x="6728460" y="2124374"/>
            <a:ext cx="253998" cy="165079"/>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algn="ctr" defTabSz="444411">
              <a:spcBef>
                <a:spcPct val="0"/>
              </a:spcBef>
              <a:spcAft>
                <a:spcPct val="35000"/>
              </a:spcAft>
            </a:pPr>
            <a:r>
              <a:rPr lang="ru-RU" sz="700" dirty="0">
                <a:latin typeface="Stapel" panose="020B0504020202020204" pitchFamily="34" charset="-52"/>
              </a:rPr>
              <a:t>1</a:t>
            </a:r>
          </a:p>
        </p:txBody>
      </p:sp>
      <p:sp>
        <p:nvSpPr>
          <p:cNvPr id="20" name="Полилиния: фигура 19">
            <a:extLst>
              <a:ext uri="{FF2B5EF4-FFF2-40B4-BE49-F238E27FC236}">
                <a16:creationId xmlns:a16="http://schemas.microsoft.com/office/drawing/2014/main" id="{6E5FDCE8-A037-2AD2-AF88-12EB2E06F559}"/>
              </a:ext>
            </a:extLst>
          </p:cNvPr>
          <p:cNvSpPr/>
          <p:nvPr/>
        </p:nvSpPr>
        <p:spPr>
          <a:xfrm>
            <a:off x="7685156" y="2924209"/>
            <a:ext cx="253998" cy="165079"/>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algn="ctr" defTabSz="444411">
              <a:spcBef>
                <a:spcPct val="0"/>
              </a:spcBef>
              <a:spcAft>
                <a:spcPct val="35000"/>
              </a:spcAft>
            </a:pPr>
            <a:r>
              <a:rPr lang="ru-RU" sz="700" dirty="0">
                <a:latin typeface="Stapel" panose="020B0504020202020204" pitchFamily="34" charset="-52"/>
              </a:rPr>
              <a:t>2</a:t>
            </a:r>
          </a:p>
        </p:txBody>
      </p:sp>
      <p:sp>
        <p:nvSpPr>
          <p:cNvPr id="21" name="Полилиния: фигура 20">
            <a:extLst>
              <a:ext uri="{FF2B5EF4-FFF2-40B4-BE49-F238E27FC236}">
                <a16:creationId xmlns:a16="http://schemas.microsoft.com/office/drawing/2014/main" id="{A39687DE-DFD3-B137-BF9B-F72FF29BA84A}"/>
              </a:ext>
            </a:extLst>
          </p:cNvPr>
          <p:cNvSpPr/>
          <p:nvPr/>
        </p:nvSpPr>
        <p:spPr>
          <a:xfrm>
            <a:off x="10521896" y="5063608"/>
            <a:ext cx="253998" cy="165079"/>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algn="ctr" defTabSz="444411">
              <a:spcBef>
                <a:spcPct val="0"/>
              </a:spcBef>
              <a:spcAft>
                <a:spcPct val="35000"/>
              </a:spcAft>
            </a:pPr>
            <a:r>
              <a:rPr lang="ru-RU" sz="700" dirty="0">
                <a:latin typeface="Stapel" panose="020B0504020202020204" pitchFamily="34" charset="-52"/>
              </a:rPr>
              <a:t>3</a:t>
            </a:r>
          </a:p>
        </p:txBody>
      </p:sp>
      <p:sp>
        <p:nvSpPr>
          <p:cNvPr id="22" name="Полилиния: фигура 21">
            <a:extLst>
              <a:ext uri="{FF2B5EF4-FFF2-40B4-BE49-F238E27FC236}">
                <a16:creationId xmlns:a16="http://schemas.microsoft.com/office/drawing/2014/main" id="{C2AE86C2-140F-A8C6-F22D-7BE27D10F9A1}"/>
              </a:ext>
            </a:extLst>
          </p:cNvPr>
          <p:cNvSpPr/>
          <p:nvPr/>
        </p:nvSpPr>
        <p:spPr>
          <a:xfrm>
            <a:off x="10968512" y="5466679"/>
            <a:ext cx="253998" cy="165079"/>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algn="ctr" defTabSz="444411">
              <a:spcBef>
                <a:spcPct val="0"/>
              </a:spcBef>
              <a:spcAft>
                <a:spcPct val="35000"/>
              </a:spcAft>
            </a:pPr>
            <a:r>
              <a:rPr lang="ru-RU" sz="700" dirty="0">
                <a:latin typeface="Stapel" panose="020B0504020202020204" pitchFamily="34" charset="-52"/>
              </a:rPr>
              <a:t>4</a:t>
            </a:r>
          </a:p>
        </p:txBody>
      </p:sp>
      <p:cxnSp>
        <p:nvCxnSpPr>
          <p:cNvPr id="23" name="Прямая соединительная линия 22">
            <a:extLst>
              <a:ext uri="{FF2B5EF4-FFF2-40B4-BE49-F238E27FC236}">
                <a16:creationId xmlns:a16="http://schemas.microsoft.com/office/drawing/2014/main" id="{C4489401-638D-3035-C9BF-C491A053C908}"/>
              </a:ext>
            </a:extLst>
          </p:cNvPr>
          <p:cNvCxnSpPr>
            <a:cxnSpLocks/>
          </p:cNvCxnSpPr>
          <p:nvPr/>
        </p:nvCxnSpPr>
        <p:spPr>
          <a:xfrm>
            <a:off x="8643515" y="1549667"/>
            <a:ext cx="0" cy="4193549"/>
          </a:xfrm>
          <a:prstGeom prst="line">
            <a:avLst/>
          </a:prstGeom>
          <a:ln w="25400">
            <a:solidFill>
              <a:schemeClr val="accent5"/>
            </a:solidFill>
            <a:prstDash val="lgDash"/>
            <a:tailEnd type="diamond"/>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a:extLst>
              <a:ext uri="{FF2B5EF4-FFF2-40B4-BE49-F238E27FC236}">
                <a16:creationId xmlns:a16="http://schemas.microsoft.com/office/drawing/2014/main" id="{033BA450-FAE7-A4C3-F956-AB9F32836B8B}"/>
              </a:ext>
            </a:extLst>
          </p:cNvPr>
          <p:cNvCxnSpPr>
            <a:cxnSpLocks/>
          </p:cNvCxnSpPr>
          <p:nvPr/>
        </p:nvCxnSpPr>
        <p:spPr>
          <a:xfrm>
            <a:off x="10056000" y="3195587"/>
            <a:ext cx="0" cy="2547629"/>
          </a:xfrm>
          <a:prstGeom prst="line">
            <a:avLst/>
          </a:prstGeom>
          <a:ln w="25400">
            <a:solidFill>
              <a:schemeClr val="accent5"/>
            </a:solidFill>
            <a:prstDash val="lgDash"/>
            <a:tailEnd type="diamond"/>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a:extLst>
              <a:ext uri="{FF2B5EF4-FFF2-40B4-BE49-F238E27FC236}">
                <a16:creationId xmlns:a16="http://schemas.microsoft.com/office/drawing/2014/main" id="{55523C9B-B3B4-90D0-0CAD-53FB87E828F2}"/>
              </a:ext>
            </a:extLst>
          </p:cNvPr>
          <p:cNvCxnSpPr>
            <a:cxnSpLocks/>
          </p:cNvCxnSpPr>
          <p:nvPr/>
        </p:nvCxnSpPr>
        <p:spPr>
          <a:xfrm>
            <a:off x="11485324" y="4475747"/>
            <a:ext cx="432" cy="1269361"/>
          </a:xfrm>
          <a:prstGeom prst="line">
            <a:avLst/>
          </a:prstGeom>
          <a:ln w="25400">
            <a:solidFill>
              <a:schemeClr val="accent5"/>
            </a:solidFill>
            <a:prstDash val="lgDash"/>
            <a:tailEnd type="diamond"/>
          </a:ln>
        </p:spPr>
        <p:style>
          <a:lnRef idx="1">
            <a:schemeClr val="accent1"/>
          </a:lnRef>
          <a:fillRef idx="0">
            <a:schemeClr val="accent1"/>
          </a:fillRef>
          <a:effectRef idx="0">
            <a:schemeClr val="accent1"/>
          </a:effectRef>
          <a:fontRef idx="minor">
            <a:schemeClr val="tx1"/>
          </a:fontRef>
        </p:style>
      </p:cxnSp>
      <p:sp>
        <p:nvSpPr>
          <p:cNvPr id="26" name="Text 69">
            <a:extLst>
              <a:ext uri="{FF2B5EF4-FFF2-40B4-BE49-F238E27FC236}">
                <a16:creationId xmlns:a16="http://schemas.microsoft.com/office/drawing/2014/main" id="{EBB52C32-0676-34C5-5206-9BB524CF27B6}"/>
              </a:ext>
            </a:extLst>
          </p:cNvPr>
          <p:cNvSpPr/>
          <p:nvPr/>
        </p:nvSpPr>
        <p:spPr>
          <a:xfrm>
            <a:off x="8417940" y="5880341"/>
            <a:ext cx="499531" cy="182010"/>
          </a:xfrm>
          <a:prstGeom prst="rect">
            <a:avLst/>
          </a:prstGeom>
          <a:noFill/>
          <a:ln/>
        </p:spPr>
        <p:txBody>
          <a:bodyPr wrap="square" lIns="0" tIns="0" rIns="0" bIns="0" rtlCol="0" anchor="t"/>
          <a:lstStyle/>
          <a:p>
            <a:pPr algn="ctr">
              <a:lnSpc>
                <a:spcPts val="1100"/>
              </a:lnSpc>
            </a:pPr>
            <a:r>
              <a:rPr lang="en-US" sz="1000" dirty="0">
                <a:ea typeface="Stapel" pitchFamily="34" charset="-122"/>
                <a:cs typeface="Stapel" pitchFamily="34" charset="-120"/>
              </a:rPr>
              <a:t>УК</a:t>
            </a:r>
            <a:endParaRPr lang="en-US" sz="1000" dirty="0"/>
          </a:p>
        </p:txBody>
      </p:sp>
      <p:sp>
        <p:nvSpPr>
          <p:cNvPr id="27" name="Text 69">
            <a:extLst>
              <a:ext uri="{FF2B5EF4-FFF2-40B4-BE49-F238E27FC236}">
                <a16:creationId xmlns:a16="http://schemas.microsoft.com/office/drawing/2014/main" id="{6587A8B1-0A2D-76FA-CF54-4A5F2CA56699}"/>
              </a:ext>
            </a:extLst>
          </p:cNvPr>
          <p:cNvSpPr/>
          <p:nvPr/>
        </p:nvSpPr>
        <p:spPr>
          <a:xfrm>
            <a:off x="9830425" y="5880341"/>
            <a:ext cx="499531" cy="182010"/>
          </a:xfrm>
          <a:prstGeom prst="rect">
            <a:avLst/>
          </a:prstGeom>
          <a:noFill/>
          <a:ln/>
        </p:spPr>
        <p:txBody>
          <a:bodyPr wrap="square" lIns="0" tIns="0" rIns="0" bIns="0" rtlCol="0" anchor="t"/>
          <a:lstStyle/>
          <a:p>
            <a:pPr algn="ctr">
              <a:lnSpc>
                <a:spcPts val="1100"/>
              </a:lnSpc>
            </a:pPr>
            <a:r>
              <a:rPr lang="en-US" sz="1000" dirty="0">
                <a:ea typeface="Stapel" pitchFamily="34" charset="-122"/>
                <a:cs typeface="Stapel" pitchFamily="34" charset="-120"/>
              </a:rPr>
              <a:t>УК</a:t>
            </a:r>
            <a:endParaRPr lang="en-US" sz="1000" dirty="0"/>
          </a:p>
        </p:txBody>
      </p:sp>
      <p:sp>
        <p:nvSpPr>
          <p:cNvPr id="28" name="Text 69">
            <a:extLst>
              <a:ext uri="{FF2B5EF4-FFF2-40B4-BE49-F238E27FC236}">
                <a16:creationId xmlns:a16="http://schemas.microsoft.com/office/drawing/2014/main" id="{188849C8-9D49-31ED-2757-38963051B409}"/>
              </a:ext>
            </a:extLst>
          </p:cNvPr>
          <p:cNvSpPr/>
          <p:nvPr/>
        </p:nvSpPr>
        <p:spPr>
          <a:xfrm>
            <a:off x="11259749" y="5880341"/>
            <a:ext cx="499531" cy="182010"/>
          </a:xfrm>
          <a:prstGeom prst="rect">
            <a:avLst/>
          </a:prstGeom>
          <a:noFill/>
          <a:ln/>
        </p:spPr>
        <p:txBody>
          <a:bodyPr wrap="square" lIns="0" tIns="0" rIns="0" bIns="0" rtlCol="0" anchor="t"/>
          <a:lstStyle/>
          <a:p>
            <a:pPr algn="ctr">
              <a:lnSpc>
                <a:spcPts val="1100"/>
              </a:lnSpc>
            </a:pPr>
            <a:r>
              <a:rPr lang="en-US" sz="1000" dirty="0">
                <a:ea typeface="Stapel" pitchFamily="34" charset="-122"/>
                <a:cs typeface="Stapel" pitchFamily="34" charset="-120"/>
              </a:rPr>
              <a:t>УК</a:t>
            </a:r>
            <a:endParaRPr lang="en-US" sz="1000" dirty="0"/>
          </a:p>
        </p:txBody>
      </p:sp>
      <p:sp>
        <p:nvSpPr>
          <p:cNvPr id="29" name="Заголовок 28">
            <a:extLst>
              <a:ext uri="{FF2B5EF4-FFF2-40B4-BE49-F238E27FC236}">
                <a16:creationId xmlns:a16="http://schemas.microsoft.com/office/drawing/2014/main" id="{38C77B34-EFB1-C918-32A0-D3AEF5A1CEFE}"/>
              </a:ext>
            </a:extLst>
          </p:cNvPr>
          <p:cNvSpPr>
            <a:spLocks noGrp="1"/>
          </p:cNvSpPr>
          <p:nvPr>
            <p:ph type="title"/>
          </p:nvPr>
        </p:nvSpPr>
        <p:spPr/>
        <p:txBody>
          <a:bodyPr/>
          <a:lstStyle/>
          <a:p>
            <a:r>
              <a:rPr lang="ru-RU" dirty="0"/>
              <a:t>Дорожная карта проекта</a:t>
            </a:r>
          </a:p>
        </p:txBody>
      </p:sp>
      <p:sp>
        <p:nvSpPr>
          <p:cNvPr id="33" name="Shape 62">
            <a:extLst>
              <a:ext uri="{FF2B5EF4-FFF2-40B4-BE49-F238E27FC236}">
                <a16:creationId xmlns:a16="http://schemas.microsoft.com/office/drawing/2014/main" id="{54C3AECA-09E6-9C4B-BF57-EDCEE509BE1C}"/>
              </a:ext>
            </a:extLst>
          </p:cNvPr>
          <p:cNvSpPr/>
          <p:nvPr/>
        </p:nvSpPr>
        <p:spPr>
          <a:xfrm>
            <a:off x="450848" y="6117333"/>
            <a:ext cx="101599" cy="101600"/>
          </a:xfrm>
          <a:prstGeom prst="rect">
            <a:avLst/>
          </a:prstGeom>
          <a:solidFill>
            <a:srgbClr val="D5BFED"/>
          </a:solidFill>
          <a:ln/>
        </p:spPr>
      </p:sp>
      <p:sp>
        <p:nvSpPr>
          <p:cNvPr id="34" name="Shape 66">
            <a:extLst>
              <a:ext uri="{FF2B5EF4-FFF2-40B4-BE49-F238E27FC236}">
                <a16:creationId xmlns:a16="http://schemas.microsoft.com/office/drawing/2014/main" id="{45239AC1-E13C-EC49-A061-474D70294D8A}"/>
              </a:ext>
            </a:extLst>
          </p:cNvPr>
          <p:cNvSpPr/>
          <p:nvPr/>
        </p:nvSpPr>
        <p:spPr>
          <a:xfrm>
            <a:off x="3327383" y="6117333"/>
            <a:ext cx="101599" cy="101600"/>
          </a:xfrm>
          <a:prstGeom prst="rect">
            <a:avLst/>
          </a:prstGeom>
          <a:solidFill>
            <a:srgbClr val="F9CCE4"/>
          </a:solidFill>
          <a:ln/>
        </p:spPr>
      </p:sp>
      <p:sp>
        <p:nvSpPr>
          <p:cNvPr id="35" name="Полилиния: фигура 26">
            <a:extLst>
              <a:ext uri="{FF2B5EF4-FFF2-40B4-BE49-F238E27FC236}">
                <a16:creationId xmlns:a16="http://schemas.microsoft.com/office/drawing/2014/main" id="{F04BE479-454F-B24D-84AD-8D9F0DFC4AA6}"/>
              </a:ext>
            </a:extLst>
          </p:cNvPr>
          <p:cNvSpPr/>
          <p:nvPr/>
        </p:nvSpPr>
        <p:spPr>
          <a:xfrm>
            <a:off x="6146769" y="6085583"/>
            <a:ext cx="253998" cy="165100"/>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marL="0" lvl="0" indent="0" algn="ctr" defTabSz="444411">
              <a:lnSpc>
                <a:spcPct val="100000"/>
              </a:lnSpc>
              <a:spcBef>
                <a:spcPct val="0"/>
              </a:spcBef>
              <a:spcAft>
                <a:spcPct val="35000"/>
              </a:spcAft>
              <a:buNone/>
            </a:pPr>
            <a:r>
              <a:rPr lang="en-US" sz="700" kern="1200" dirty="0">
                <a:latin typeface="Stapel" panose="020B0504020202020204" pitchFamily="34" charset="-52"/>
              </a:rPr>
              <a:t>#</a:t>
            </a:r>
            <a:endParaRPr lang="ru-RU" sz="700" kern="1200" dirty="0">
              <a:latin typeface="Stapel" panose="020B0504020202020204" pitchFamily="34" charset="-52"/>
            </a:endParaRPr>
          </a:p>
        </p:txBody>
      </p:sp>
    </p:spTree>
    <p:extLst>
      <p:ext uri="{BB962C8B-B14F-4D97-AF65-F5344CB8AC3E}">
        <p14:creationId xmlns:p14="http://schemas.microsoft.com/office/powerpoint/2010/main" val="312412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965FA06-6722-6C8F-D857-E6861EB1B94F}"/>
              </a:ext>
            </a:extLst>
          </p:cNvPr>
          <p:cNvSpPr>
            <a:spLocks noGrp="1"/>
          </p:cNvSpPr>
          <p:nvPr>
            <p:ph sz="quarter" idx="29"/>
          </p:nvPr>
        </p:nvSpPr>
        <p:spPr>
          <a:xfrm>
            <a:off x="601362" y="6119359"/>
            <a:ext cx="2229354" cy="112467"/>
          </a:xfrm>
        </p:spPr>
        <p:txBody>
          <a:bodyPr/>
          <a:lstStyle/>
          <a:p>
            <a:r>
              <a:rPr lang="ru-RU" dirty="0"/>
              <a:t>Здесь должен быть ваш текст</a:t>
            </a:r>
          </a:p>
        </p:txBody>
      </p:sp>
      <p:sp>
        <p:nvSpPr>
          <p:cNvPr id="4" name="Объект 3">
            <a:extLst>
              <a:ext uri="{FF2B5EF4-FFF2-40B4-BE49-F238E27FC236}">
                <a16:creationId xmlns:a16="http://schemas.microsoft.com/office/drawing/2014/main" id="{80FA8C4C-BD62-9152-5C98-A27091536349}"/>
              </a:ext>
            </a:extLst>
          </p:cNvPr>
          <p:cNvSpPr>
            <a:spLocks noGrp="1"/>
          </p:cNvSpPr>
          <p:nvPr>
            <p:ph sz="quarter" idx="30"/>
          </p:nvPr>
        </p:nvSpPr>
        <p:spPr>
          <a:xfrm>
            <a:off x="3477966" y="6119359"/>
            <a:ext cx="2229354" cy="112467"/>
          </a:xfrm>
        </p:spPr>
        <p:txBody>
          <a:bodyPr/>
          <a:lstStyle/>
          <a:p>
            <a:r>
              <a:rPr lang="ru-RU" dirty="0"/>
              <a:t>Здесь должен быть ваш текст</a:t>
            </a:r>
          </a:p>
        </p:txBody>
      </p:sp>
      <p:sp>
        <p:nvSpPr>
          <p:cNvPr id="5" name="Объект 4">
            <a:extLst>
              <a:ext uri="{FF2B5EF4-FFF2-40B4-BE49-F238E27FC236}">
                <a16:creationId xmlns:a16="http://schemas.microsoft.com/office/drawing/2014/main" id="{40CC2649-44CA-C36C-389F-CC7C626AC5A9}"/>
              </a:ext>
            </a:extLst>
          </p:cNvPr>
          <p:cNvSpPr>
            <a:spLocks noGrp="1"/>
          </p:cNvSpPr>
          <p:nvPr>
            <p:ph sz="quarter" idx="31"/>
          </p:nvPr>
        </p:nvSpPr>
        <p:spPr>
          <a:xfrm>
            <a:off x="6453657" y="6119359"/>
            <a:ext cx="2229354" cy="112467"/>
          </a:xfrm>
        </p:spPr>
        <p:txBody>
          <a:bodyPr/>
          <a:lstStyle/>
          <a:p>
            <a:r>
              <a:rPr lang="ru-RU" dirty="0"/>
              <a:t>Здесь должен быть ваш текст</a:t>
            </a:r>
          </a:p>
        </p:txBody>
      </p:sp>
      <p:sp>
        <p:nvSpPr>
          <p:cNvPr id="6" name="Номер слайда 5">
            <a:extLst>
              <a:ext uri="{FF2B5EF4-FFF2-40B4-BE49-F238E27FC236}">
                <a16:creationId xmlns:a16="http://schemas.microsoft.com/office/drawing/2014/main" id="{3C88D640-3EC6-ACFF-6413-40311FF4C518}"/>
              </a:ext>
            </a:extLst>
          </p:cNvPr>
          <p:cNvSpPr>
            <a:spLocks noGrp="1"/>
          </p:cNvSpPr>
          <p:nvPr>
            <p:ph type="sldNum" sz="quarter" idx="4"/>
          </p:nvPr>
        </p:nvSpPr>
        <p:spPr/>
        <p:txBody>
          <a:bodyPr/>
          <a:lstStyle/>
          <a:p>
            <a:fld id="{13FB4C0F-BB20-4298-B11D-AEB97E17A107}" type="slidenum">
              <a:rPr lang="ru-RU" smtClean="0"/>
              <a:pPr/>
              <a:t>33</a:t>
            </a:fld>
            <a:endParaRPr lang="ru-RU" dirty="0"/>
          </a:p>
        </p:txBody>
      </p:sp>
      <p:graphicFrame>
        <p:nvGraphicFramePr>
          <p:cNvPr id="8" name="Таблица 7">
            <a:extLst>
              <a:ext uri="{FF2B5EF4-FFF2-40B4-BE49-F238E27FC236}">
                <a16:creationId xmlns:a16="http://schemas.microsoft.com/office/drawing/2014/main" id="{EFFDCFBC-9233-10E4-4B39-236286D04C57}"/>
              </a:ext>
            </a:extLst>
          </p:cNvPr>
          <p:cNvGraphicFramePr>
            <a:graphicFrameLocks noGrp="1"/>
          </p:cNvGraphicFramePr>
          <p:nvPr/>
        </p:nvGraphicFramePr>
        <p:xfrm>
          <a:off x="355599" y="952823"/>
          <a:ext cx="11468033" cy="4790393"/>
        </p:xfrm>
        <a:graphic>
          <a:graphicData uri="http://schemas.openxmlformats.org/drawingml/2006/table">
            <a:tbl>
              <a:tblPr firstRow="1" bandRow="1">
                <a:tableStyleId>{5C22544A-7EE6-4342-B048-85BDC9FD1C3A}</a:tableStyleId>
              </a:tblPr>
              <a:tblGrid>
                <a:gridCol w="5793389">
                  <a:extLst>
                    <a:ext uri="{9D8B030D-6E8A-4147-A177-3AD203B41FA5}">
                      <a16:colId xmlns:a16="http://schemas.microsoft.com/office/drawing/2014/main" val="1007580172"/>
                    </a:ext>
                  </a:extLst>
                </a:gridCol>
                <a:gridCol w="472887">
                  <a:extLst>
                    <a:ext uri="{9D8B030D-6E8A-4147-A177-3AD203B41FA5}">
                      <a16:colId xmlns:a16="http://schemas.microsoft.com/office/drawing/2014/main" val="2977248216"/>
                    </a:ext>
                  </a:extLst>
                </a:gridCol>
                <a:gridCol w="472887">
                  <a:extLst>
                    <a:ext uri="{9D8B030D-6E8A-4147-A177-3AD203B41FA5}">
                      <a16:colId xmlns:a16="http://schemas.microsoft.com/office/drawing/2014/main" val="2651941535"/>
                    </a:ext>
                  </a:extLst>
                </a:gridCol>
                <a:gridCol w="472887">
                  <a:extLst>
                    <a:ext uri="{9D8B030D-6E8A-4147-A177-3AD203B41FA5}">
                      <a16:colId xmlns:a16="http://schemas.microsoft.com/office/drawing/2014/main" val="2604986627"/>
                    </a:ext>
                  </a:extLst>
                </a:gridCol>
                <a:gridCol w="472887">
                  <a:extLst>
                    <a:ext uri="{9D8B030D-6E8A-4147-A177-3AD203B41FA5}">
                      <a16:colId xmlns:a16="http://schemas.microsoft.com/office/drawing/2014/main" val="3612667472"/>
                    </a:ext>
                  </a:extLst>
                </a:gridCol>
                <a:gridCol w="472887">
                  <a:extLst>
                    <a:ext uri="{9D8B030D-6E8A-4147-A177-3AD203B41FA5}">
                      <a16:colId xmlns:a16="http://schemas.microsoft.com/office/drawing/2014/main" val="1326461906"/>
                    </a:ext>
                  </a:extLst>
                </a:gridCol>
                <a:gridCol w="472887">
                  <a:extLst>
                    <a:ext uri="{9D8B030D-6E8A-4147-A177-3AD203B41FA5}">
                      <a16:colId xmlns:a16="http://schemas.microsoft.com/office/drawing/2014/main" val="109393743"/>
                    </a:ext>
                  </a:extLst>
                </a:gridCol>
                <a:gridCol w="472887">
                  <a:extLst>
                    <a:ext uri="{9D8B030D-6E8A-4147-A177-3AD203B41FA5}">
                      <a16:colId xmlns:a16="http://schemas.microsoft.com/office/drawing/2014/main" val="3442878435"/>
                    </a:ext>
                  </a:extLst>
                </a:gridCol>
                <a:gridCol w="472887">
                  <a:extLst>
                    <a:ext uri="{9D8B030D-6E8A-4147-A177-3AD203B41FA5}">
                      <a16:colId xmlns:a16="http://schemas.microsoft.com/office/drawing/2014/main" val="734401942"/>
                    </a:ext>
                  </a:extLst>
                </a:gridCol>
                <a:gridCol w="472887">
                  <a:extLst>
                    <a:ext uri="{9D8B030D-6E8A-4147-A177-3AD203B41FA5}">
                      <a16:colId xmlns:a16="http://schemas.microsoft.com/office/drawing/2014/main" val="1717613864"/>
                    </a:ext>
                  </a:extLst>
                </a:gridCol>
                <a:gridCol w="472887">
                  <a:extLst>
                    <a:ext uri="{9D8B030D-6E8A-4147-A177-3AD203B41FA5}">
                      <a16:colId xmlns:a16="http://schemas.microsoft.com/office/drawing/2014/main" val="3443608323"/>
                    </a:ext>
                  </a:extLst>
                </a:gridCol>
                <a:gridCol w="472887">
                  <a:extLst>
                    <a:ext uri="{9D8B030D-6E8A-4147-A177-3AD203B41FA5}">
                      <a16:colId xmlns:a16="http://schemas.microsoft.com/office/drawing/2014/main" val="3630161758"/>
                    </a:ext>
                  </a:extLst>
                </a:gridCol>
                <a:gridCol w="472887">
                  <a:extLst>
                    <a:ext uri="{9D8B030D-6E8A-4147-A177-3AD203B41FA5}">
                      <a16:colId xmlns:a16="http://schemas.microsoft.com/office/drawing/2014/main" val="3794674477"/>
                    </a:ext>
                  </a:extLst>
                </a:gridCol>
              </a:tblGrid>
              <a:tr h="294096">
                <a:tc rowSpan="2">
                  <a:txBody>
                    <a:bodyPr/>
                    <a:lstStyle/>
                    <a:p>
                      <a:r>
                        <a:rPr lang="ru-RU" sz="400" dirty="0">
                          <a:latin typeface="+mn-lt"/>
                        </a:rPr>
                        <a:t>     </a:t>
                      </a:r>
                    </a:p>
                  </a:txBody>
                  <a:tcPr marL="45714" marR="45714" marT="22857" marB="22857">
                    <a:lnL w="28575" cap="flat" cmpd="sng" algn="ctr">
                      <a:no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ru-RU" sz="1200" b="0" dirty="0">
                          <a:solidFill>
                            <a:schemeClr val="tx1"/>
                          </a:solidFill>
                          <a:latin typeface="+mn-lt"/>
                        </a:rPr>
                        <a:t>июль</a:t>
                      </a:r>
                    </a:p>
                  </a:txBody>
                  <a:tcPr marL="53993" marR="53993" marT="22857" marB="22857" anchor="ctr">
                    <a:lnL w="28575" cap="flat" cmpd="sng" algn="ctr">
                      <a:solidFill>
                        <a:schemeClr val="bg2"/>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gridSpan="4">
                  <a:txBody>
                    <a:bodyPr/>
                    <a:lstStyle/>
                    <a:p>
                      <a:pPr algn="ctr"/>
                      <a:r>
                        <a:rPr lang="ru-RU" sz="1200" b="0" dirty="0">
                          <a:solidFill>
                            <a:schemeClr val="tx1"/>
                          </a:solidFill>
                          <a:latin typeface="+mn-lt"/>
                        </a:rPr>
                        <a:t>август</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gridSpan="4">
                  <a:txBody>
                    <a:bodyPr/>
                    <a:lstStyle/>
                    <a:p>
                      <a:pPr algn="ctr"/>
                      <a:r>
                        <a:rPr lang="ru-RU" sz="1200" b="0" dirty="0">
                          <a:solidFill>
                            <a:schemeClr val="tx1"/>
                          </a:solidFill>
                          <a:latin typeface="+mn-lt"/>
                        </a:rPr>
                        <a:t>сентябрь</a:t>
                      </a:r>
                    </a:p>
                  </a:txBody>
                  <a:tcPr marL="53993" marR="53993" marT="22857" marB="22857" anchor="ctr">
                    <a:lnL w="12700" cap="flat" cmpd="sng" algn="ctr">
                      <a:solidFill>
                        <a:srgbClr val="000000">
                          <a:alpha val="10196"/>
                        </a:srgbClr>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B w="28575" cap="flat" cmpd="sng" algn="ctr">
                      <a:solidFill>
                        <a:schemeClr val="bg2"/>
                      </a:solidFill>
                      <a:prstDash val="solid"/>
                      <a:round/>
                      <a:headEnd type="none" w="med" len="med"/>
                      <a:tailEnd type="none" w="med" len="med"/>
                    </a:lnB>
                    <a:noFill/>
                  </a:tcPr>
                </a:tc>
                <a:tc hMerge="1">
                  <a:txBody>
                    <a:bodyPr/>
                    <a:lstStyle/>
                    <a:p>
                      <a:endParaRPr lang="ru-RU" dirty="0"/>
                    </a:p>
                  </a:txBody>
                  <a:tcPr>
                    <a:lnL w="28575" cap="flat" cmpd="sng" algn="ctr">
                      <a:solidFill>
                        <a:schemeClr val="bg2"/>
                      </a:solidFill>
                      <a:prstDash val="solid"/>
                      <a:round/>
                      <a:headEnd type="none" w="med" len="med"/>
                      <a:tailEnd type="none" w="med" len="med"/>
                    </a:lnL>
                    <a:lnB w="285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189735683"/>
                  </a:ext>
                </a:extLst>
              </a:tr>
              <a:tr h="294096">
                <a:tc vMerge="1">
                  <a:txBody>
                    <a:bodyPr/>
                    <a:lstStyle/>
                    <a:p>
                      <a:endParaRPr lang="ru-RU" dirty="0"/>
                    </a:p>
                  </a:txBody>
                  <a:tcPr>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01</a:t>
                      </a:r>
                    </a:p>
                  </a:txBody>
                  <a:tcPr marL="53993" marR="53993" marT="22857" marB="22857" anchor="ctr">
                    <a:lnL w="28575" cap="flat" cmpd="sng" algn="ctr">
                      <a:solidFill>
                        <a:schemeClr val="bg2"/>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02</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03</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04</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05</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06</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07</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08</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09</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10</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11</a:t>
                      </a:r>
                    </a:p>
                  </a:txBody>
                  <a:tcPr marL="53993" marR="53993"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solidFill>
                            <a:schemeClr val="tx1"/>
                          </a:solidFill>
                          <a:latin typeface="+mn-lt"/>
                        </a:rPr>
                        <a:t>12</a:t>
                      </a:r>
                    </a:p>
                  </a:txBody>
                  <a:tcPr marL="53993" marR="53993" marT="22857" marB="22857" anchor="ctr">
                    <a:lnL w="12700" cap="flat" cmpd="sng" algn="ctr">
                      <a:solidFill>
                        <a:srgbClr val="000000">
                          <a:alpha val="10196"/>
                        </a:srgbClr>
                      </a:solidFill>
                      <a:prstDash val="solid"/>
                      <a:round/>
                      <a:headEnd type="none" w="med" len="med"/>
                      <a:tailEnd type="none" w="med" len="med"/>
                    </a:lnL>
                    <a:lnR w="28575" cap="flat" cmpd="sng" algn="ctr">
                      <a:solidFill>
                        <a:schemeClr val="bg2"/>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7835543"/>
                  </a:ext>
                </a:extLst>
              </a:tr>
              <a:tr h="468000">
                <a:tc>
                  <a:txBody>
                    <a:bodyPr/>
                    <a:lstStyle/>
                    <a:p>
                      <a:pPr marL="0" marR="0" lvl="0" indent="0" algn="l" defTabSz="914400" rtl="0" eaLnBrk="1" fontAlgn="auto" latinLnBrk="0" hangingPunct="1">
                        <a:lnSpc>
                          <a:spcPts val="24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Этап</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1</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Текст</a:t>
                      </a:r>
                      <a:endParaRPr lang="en-US" sz="1200" dirty="0">
                        <a:latin typeface="+mn-lt"/>
                      </a:endParaRPr>
                    </a:p>
                  </a:txBody>
                  <a:tcPr marL="144000" marR="144000" marT="72000" marB="72000">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ECB5E5"/>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ECB5E5"/>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ECB5E5"/>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extLst>
                  <a:ext uri="{0D108BD9-81ED-4DB2-BD59-A6C34878D82A}">
                    <a16:rowId xmlns:a16="http://schemas.microsoft.com/office/drawing/2014/main" val="1506008921"/>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1. </a:t>
                      </a:r>
                      <a:r>
                        <a:rPr lang="ru-RU" sz="1000" dirty="0">
                          <a:latin typeface="+mn-lt"/>
                        </a:rPr>
                        <a:t>Здесь должен быть ваш текст</a:t>
                      </a:r>
                    </a:p>
                  </a:txBody>
                  <a:tcPr marL="144000" marR="144000" marT="108000" marB="108000">
                    <a:lnR w="12700" cap="flat" cmpd="sng" algn="ctr">
                      <a:no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no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1898940822"/>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2.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4097524425"/>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3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282795"/>
                  </a:ext>
                </a:extLst>
              </a:tr>
              <a:tr h="468000">
                <a:tc>
                  <a:txBody>
                    <a:bodyPr/>
                    <a:lstStyle/>
                    <a:p>
                      <a:pPr marL="0" marR="0" lvl="0" indent="0" algn="l" defTabSz="914400" rtl="0" eaLnBrk="1" fontAlgn="auto" latinLnBrk="0" hangingPunct="1">
                        <a:lnSpc>
                          <a:spcPts val="24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Этап 2</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Текст</a:t>
                      </a:r>
                      <a:endParaRPr lang="en-US" sz="1200" dirty="0">
                        <a:latin typeface="+mn-lt"/>
                      </a:endParaRPr>
                    </a:p>
                  </a:txBody>
                  <a:tcPr marL="144000" marR="144000" marT="72000" marB="72000">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extLst>
                  <a:ext uri="{0D108BD9-81ED-4DB2-BD59-A6C34878D82A}">
                    <a16:rowId xmlns:a16="http://schemas.microsoft.com/office/drawing/2014/main" val="2362440116"/>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1.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2823829905"/>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2.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7183189"/>
                  </a:ext>
                </a:extLst>
              </a:tr>
              <a:tr h="468000">
                <a:tc>
                  <a:txBody>
                    <a:bodyPr/>
                    <a:lstStyle/>
                    <a:p>
                      <a:pPr marL="0" marR="0" lvl="0" indent="0" algn="l" defTabSz="914400" rtl="0" eaLnBrk="1" fontAlgn="auto" latinLnBrk="0" hangingPunct="1">
                        <a:lnSpc>
                          <a:spcPts val="2400"/>
                        </a:lnSpc>
                        <a:spcBef>
                          <a:spcPts val="0"/>
                        </a:spcBef>
                        <a:spcAft>
                          <a:spcPts val="0"/>
                        </a:spcAft>
                        <a:buClrTx/>
                        <a:buSzTx/>
                        <a:buFontTx/>
                        <a:buNone/>
                        <a:tabLst/>
                        <a:defRPr/>
                      </a:pPr>
                      <a:r>
                        <a:rPr lang="ru-RU" sz="1200" dirty="0">
                          <a:solidFill>
                            <a:srgbClr val="000000">
                              <a:alpha val="100000"/>
                            </a:srgbClr>
                          </a:solidFill>
                          <a:latin typeface="+mn-lt"/>
                          <a:ea typeface="Stapel" pitchFamily="34" charset="-122"/>
                          <a:cs typeface="Stapel" pitchFamily="34" charset="-120"/>
                        </a:rPr>
                        <a:t>Этап</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3</a:t>
                      </a:r>
                      <a:r>
                        <a:rPr lang="en-US" sz="1200" dirty="0">
                          <a:solidFill>
                            <a:srgbClr val="000000">
                              <a:alpha val="100000"/>
                            </a:srgbClr>
                          </a:solidFill>
                          <a:latin typeface="+mn-lt"/>
                          <a:ea typeface="Stapel" pitchFamily="34" charset="-122"/>
                          <a:cs typeface="Stapel" pitchFamily="34" charset="-120"/>
                        </a:rPr>
                        <a:t>. </a:t>
                      </a:r>
                      <a:r>
                        <a:rPr lang="ru-RU" sz="1200" dirty="0">
                          <a:solidFill>
                            <a:srgbClr val="000000">
                              <a:alpha val="100000"/>
                            </a:srgbClr>
                          </a:solidFill>
                          <a:latin typeface="+mn-lt"/>
                          <a:ea typeface="Stapel" pitchFamily="34" charset="-122"/>
                          <a:cs typeface="Stapel" pitchFamily="34" charset="-120"/>
                        </a:rPr>
                        <a:t>Текст</a:t>
                      </a:r>
                      <a:endParaRPr lang="en-US" sz="1200" dirty="0">
                        <a:latin typeface="+mn-lt"/>
                      </a:endParaRPr>
                    </a:p>
                  </a:txBody>
                  <a:tcPr marL="144000" marR="144000" marT="72000" marB="72000">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chemeClr val="bg2"/>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tc>
                  <a:txBody>
                    <a:bodyPr/>
                    <a:lstStyle/>
                    <a:p>
                      <a:pPr algn="ctr"/>
                      <a:endParaRPr lang="ru-RU" sz="1200" dirty="0">
                        <a:solidFill>
                          <a:schemeClr val="tx1"/>
                        </a:solidFill>
                        <a:latin typeface="+mn-lt"/>
                      </a:endParaRPr>
                    </a:p>
                  </a:txBody>
                  <a:tcPr marL="144000" marR="144000" marT="72000" marB="72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ECB5E5"/>
                    </a:solidFill>
                  </a:tcPr>
                </a:tc>
                <a:extLst>
                  <a:ext uri="{0D108BD9-81ED-4DB2-BD59-A6C34878D82A}">
                    <a16:rowId xmlns:a16="http://schemas.microsoft.com/office/drawing/2014/main" val="3045057220"/>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1.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2767946975"/>
                  </a:ext>
                </a:extLst>
              </a:tr>
              <a:tr h="39974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1000" dirty="0">
                          <a:solidFill>
                            <a:srgbClr val="000000">
                              <a:alpha val="100000"/>
                            </a:srgbClr>
                          </a:solidFill>
                          <a:latin typeface="+mn-lt"/>
                          <a:ea typeface="Stapel" pitchFamily="34" charset="-122"/>
                          <a:cs typeface="Stapel" pitchFamily="34" charset="-120"/>
                        </a:rPr>
                        <a:t>2. </a:t>
                      </a:r>
                      <a:r>
                        <a:rPr lang="ru-RU" sz="1000" dirty="0">
                          <a:latin typeface="+mn-lt"/>
                        </a:rPr>
                        <a:t>Здесь должен быть ваш текст</a:t>
                      </a:r>
                    </a:p>
                  </a:txBody>
                  <a:tcPr marL="144000" marR="144000" marT="108000" marB="108000">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no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AE6E9"/>
                    </a:solidFill>
                  </a:tcPr>
                </a:tc>
                <a:tc>
                  <a:txBody>
                    <a:bodyPr/>
                    <a:lstStyle/>
                    <a:p>
                      <a:pPr algn="ctr"/>
                      <a:endParaRPr lang="ru-RU" sz="1000" dirty="0">
                        <a:solidFill>
                          <a:schemeClr val="tx1"/>
                        </a:solidFill>
                        <a:latin typeface="+mn-lt"/>
                      </a:endParaRPr>
                    </a:p>
                  </a:txBody>
                  <a:tcPr marL="144000" marR="144000" marT="108000" marB="108000"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solidFill>
                      <a:srgbClr val="FAE6E9"/>
                    </a:solidFill>
                  </a:tcPr>
                </a:tc>
                <a:extLst>
                  <a:ext uri="{0D108BD9-81ED-4DB2-BD59-A6C34878D82A}">
                    <a16:rowId xmlns:a16="http://schemas.microsoft.com/office/drawing/2014/main" val="3866460169"/>
                  </a:ext>
                </a:extLst>
              </a:tr>
            </a:tbl>
          </a:graphicData>
        </a:graphic>
      </p:graphicFrame>
      <p:pic>
        <p:nvPicPr>
          <p:cNvPr id="9" name="Image 2" descr=" ">
            <a:extLst>
              <a:ext uri="{FF2B5EF4-FFF2-40B4-BE49-F238E27FC236}">
                <a16:creationId xmlns:a16="http://schemas.microsoft.com/office/drawing/2014/main" id="{2E9B57F0-AFD8-7B9B-7D79-C31F6F00AD2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614548" y="1257583"/>
            <a:ext cx="12700" cy="4526961"/>
          </a:xfrm>
          <a:prstGeom prst="rect">
            <a:avLst/>
          </a:prstGeom>
        </p:spPr>
      </p:pic>
      <p:pic>
        <p:nvPicPr>
          <p:cNvPr id="10" name="Image 4" descr=" ">
            <a:extLst>
              <a:ext uri="{FF2B5EF4-FFF2-40B4-BE49-F238E27FC236}">
                <a16:creationId xmlns:a16="http://schemas.microsoft.com/office/drawing/2014/main" id="{88FA168F-54E1-10CF-0F29-A98F4557ADC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60693" y="1257583"/>
            <a:ext cx="12700" cy="4526961"/>
          </a:xfrm>
          <a:prstGeom prst="rect">
            <a:avLst/>
          </a:prstGeom>
        </p:spPr>
      </p:pic>
      <p:pic>
        <p:nvPicPr>
          <p:cNvPr id="11" name="Image 5" descr=" ">
            <a:extLst>
              <a:ext uri="{FF2B5EF4-FFF2-40B4-BE49-F238E27FC236}">
                <a16:creationId xmlns:a16="http://schemas.microsoft.com/office/drawing/2014/main" id="{39C8CB32-0A7B-2FF3-A59C-2DB4376A09B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34823" y="952822"/>
            <a:ext cx="12700" cy="4831721"/>
          </a:xfrm>
          <a:prstGeom prst="rect">
            <a:avLst/>
          </a:prstGeom>
        </p:spPr>
      </p:pic>
      <p:pic>
        <p:nvPicPr>
          <p:cNvPr id="12" name="Image 6" descr=" ">
            <a:extLst>
              <a:ext uri="{FF2B5EF4-FFF2-40B4-BE49-F238E27FC236}">
                <a16:creationId xmlns:a16="http://schemas.microsoft.com/office/drawing/2014/main" id="{0272630F-9844-DDC7-B1EE-5D57A9571D2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508956" y="1244884"/>
            <a:ext cx="12700" cy="4539659"/>
          </a:xfrm>
          <a:prstGeom prst="rect">
            <a:avLst/>
          </a:prstGeom>
        </p:spPr>
      </p:pic>
      <p:pic>
        <p:nvPicPr>
          <p:cNvPr id="13" name="Image 7" descr=" ">
            <a:extLst>
              <a:ext uri="{FF2B5EF4-FFF2-40B4-BE49-F238E27FC236}">
                <a16:creationId xmlns:a16="http://schemas.microsoft.com/office/drawing/2014/main" id="{BB2B8B79-BEC4-6920-2DB3-73CD231D92A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985203" y="1244884"/>
            <a:ext cx="12700" cy="4539659"/>
          </a:xfrm>
          <a:prstGeom prst="rect">
            <a:avLst/>
          </a:prstGeom>
        </p:spPr>
      </p:pic>
      <p:pic>
        <p:nvPicPr>
          <p:cNvPr id="14" name="Image 8" descr=" ">
            <a:extLst>
              <a:ext uri="{FF2B5EF4-FFF2-40B4-BE49-F238E27FC236}">
                <a16:creationId xmlns:a16="http://schemas.microsoft.com/office/drawing/2014/main" id="{7A74069D-B414-143A-9DF2-6DA944D8351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455101" y="1244884"/>
            <a:ext cx="12700" cy="4539659"/>
          </a:xfrm>
          <a:prstGeom prst="rect">
            <a:avLst/>
          </a:prstGeom>
        </p:spPr>
      </p:pic>
      <p:pic>
        <p:nvPicPr>
          <p:cNvPr id="15" name="Image 9" descr=" ">
            <a:extLst>
              <a:ext uri="{FF2B5EF4-FFF2-40B4-BE49-F238E27FC236}">
                <a16:creationId xmlns:a16="http://schemas.microsoft.com/office/drawing/2014/main" id="{2831575D-5C22-C232-DFBE-8178B3BC76C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929234" y="952822"/>
            <a:ext cx="12700" cy="4831721"/>
          </a:xfrm>
          <a:prstGeom prst="rect">
            <a:avLst/>
          </a:prstGeom>
        </p:spPr>
      </p:pic>
      <p:pic>
        <p:nvPicPr>
          <p:cNvPr id="16" name="Image 10" descr=" ">
            <a:extLst>
              <a:ext uri="{FF2B5EF4-FFF2-40B4-BE49-F238E27FC236}">
                <a16:creationId xmlns:a16="http://schemas.microsoft.com/office/drawing/2014/main" id="{EE9A89C2-63FB-307E-1F7B-20DE006B7146}"/>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403364" y="1244884"/>
            <a:ext cx="12700" cy="4539659"/>
          </a:xfrm>
          <a:prstGeom prst="rect">
            <a:avLst/>
          </a:prstGeom>
        </p:spPr>
      </p:pic>
      <p:pic>
        <p:nvPicPr>
          <p:cNvPr id="17" name="Image 11" descr=" ">
            <a:extLst>
              <a:ext uri="{FF2B5EF4-FFF2-40B4-BE49-F238E27FC236}">
                <a16:creationId xmlns:a16="http://schemas.microsoft.com/office/drawing/2014/main" id="{FDD87988-79B3-E76D-0900-DCB01F258AE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879611" y="1244884"/>
            <a:ext cx="12700" cy="4539659"/>
          </a:xfrm>
          <a:prstGeom prst="rect">
            <a:avLst/>
          </a:prstGeom>
        </p:spPr>
      </p:pic>
      <p:pic>
        <p:nvPicPr>
          <p:cNvPr id="18" name="Image 12" descr=" ">
            <a:extLst>
              <a:ext uri="{FF2B5EF4-FFF2-40B4-BE49-F238E27FC236}">
                <a16:creationId xmlns:a16="http://schemas.microsoft.com/office/drawing/2014/main" id="{5C984242-83EF-47ED-3835-A9D3C3154B5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1349509" y="1244884"/>
            <a:ext cx="12700" cy="4539659"/>
          </a:xfrm>
          <a:prstGeom prst="rect">
            <a:avLst/>
          </a:prstGeom>
        </p:spPr>
      </p:pic>
      <p:sp>
        <p:nvSpPr>
          <p:cNvPr id="19" name="Полилиния: фигура 18">
            <a:extLst>
              <a:ext uri="{FF2B5EF4-FFF2-40B4-BE49-F238E27FC236}">
                <a16:creationId xmlns:a16="http://schemas.microsoft.com/office/drawing/2014/main" id="{8C5745D7-3788-6CF1-EA5C-5129358D9253}"/>
              </a:ext>
            </a:extLst>
          </p:cNvPr>
          <p:cNvSpPr/>
          <p:nvPr/>
        </p:nvSpPr>
        <p:spPr>
          <a:xfrm>
            <a:off x="6728460" y="2124374"/>
            <a:ext cx="253998" cy="165079"/>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algn="ctr" defTabSz="444411">
              <a:spcBef>
                <a:spcPct val="0"/>
              </a:spcBef>
              <a:spcAft>
                <a:spcPct val="35000"/>
              </a:spcAft>
            </a:pPr>
            <a:r>
              <a:rPr lang="ru-RU" sz="700" dirty="0">
                <a:latin typeface="Stapel" panose="020B0504020202020204" pitchFamily="34" charset="-52"/>
              </a:rPr>
              <a:t>1</a:t>
            </a:r>
          </a:p>
        </p:txBody>
      </p:sp>
      <p:sp>
        <p:nvSpPr>
          <p:cNvPr id="20" name="Полилиния: фигура 19">
            <a:extLst>
              <a:ext uri="{FF2B5EF4-FFF2-40B4-BE49-F238E27FC236}">
                <a16:creationId xmlns:a16="http://schemas.microsoft.com/office/drawing/2014/main" id="{6E5FDCE8-A037-2AD2-AF88-12EB2E06F559}"/>
              </a:ext>
            </a:extLst>
          </p:cNvPr>
          <p:cNvSpPr/>
          <p:nvPr/>
        </p:nvSpPr>
        <p:spPr>
          <a:xfrm>
            <a:off x="7685156" y="2924209"/>
            <a:ext cx="253998" cy="165079"/>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algn="ctr" defTabSz="444411">
              <a:spcBef>
                <a:spcPct val="0"/>
              </a:spcBef>
              <a:spcAft>
                <a:spcPct val="35000"/>
              </a:spcAft>
            </a:pPr>
            <a:r>
              <a:rPr lang="ru-RU" sz="700" dirty="0">
                <a:latin typeface="Stapel" panose="020B0504020202020204" pitchFamily="34" charset="-52"/>
              </a:rPr>
              <a:t>2</a:t>
            </a:r>
          </a:p>
        </p:txBody>
      </p:sp>
      <p:sp>
        <p:nvSpPr>
          <p:cNvPr id="21" name="Полилиния: фигура 20">
            <a:extLst>
              <a:ext uri="{FF2B5EF4-FFF2-40B4-BE49-F238E27FC236}">
                <a16:creationId xmlns:a16="http://schemas.microsoft.com/office/drawing/2014/main" id="{A39687DE-DFD3-B137-BF9B-F72FF29BA84A}"/>
              </a:ext>
            </a:extLst>
          </p:cNvPr>
          <p:cNvSpPr/>
          <p:nvPr/>
        </p:nvSpPr>
        <p:spPr>
          <a:xfrm>
            <a:off x="10521896" y="5063608"/>
            <a:ext cx="253998" cy="165079"/>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algn="ctr" defTabSz="444411">
              <a:spcBef>
                <a:spcPct val="0"/>
              </a:spcBef>
              <a:spcAft>
                <a:spcPct val="35000"/>
              </a:spcAft>
            </a:pPr>
            <a:r>
              <a:rPr lang="ru-RU" sz="700" dirty="0">
                <a:latin typeface="Stapel" panose="020B0504020202020204" pitchFamily="34" charset="-52"/>
              </a:rPr>
              <a:t>3</a:t>
            </a:r>
          </a:p>
        </p:txBody>
      </p:sp>
      <p:sp>
        <p:nvSpPr>
          <p:cNvPr id="22" name="Полилиния: фигура 21">
            <a:extLst>
              <a:ext uri="{FF2B5EF4-FFF2-40B4-BE49-F238E27FC236}">
                <a16:creationId xmlns:a16="http://schemas.microsoft.com/office/drawing/2014/main" id="{C2AE86C2-140F-A8C6-F22D-7BE27D10F9A1}"/>
              </a:ext>
            </a:extLst>
          </p:cNvPr>
          <p:cNvSpPr/>
          <p:nvPr/>
        </p:nvSpPr>
        <p:spPr>
          <a:xfrm>
            <a:off x="10968512" y="5466679"/>
            <a:ext cx="253998" cy="165079"/>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algn="ctr" defTabSz="444411">
              <a:spcBef>
                <a:spcPct val="0"/>
              </a:spcBef>
              <a:spcAft>
                <a:spcPct val="35000"/>
              </a:spcAft>
            </a:pPr>
            <a:r>
              <a:rPr lang="ru-RU" sz="700" dirty="0">
                <a:latin typeface="Stapel" panose="020B0504020202020204" pitchFamily="34" charset="-52"/>
              </a:rPr>
              <a:t>4</a:t>
            </a:r>
          </a:p>
        </p:txBody>
      </p:sp>
      <p:cxnSp>
        <p:nvCxnSpPr>
          <p:cNvPr id="23" name="Прямая соединительная линия 22">
            <a:extLst>
              <a:ext uri="{FF2B5EF4-FFF2-40B4-BE49-F238E27FC236}">
                <a16:creationId xmlns:a16="http://schemas.microsoft.com/office/drawing/2014/main" id="{C4489401-638D-3035-C9BF-C491A053C908}"/>
              </a:ext>
            </a:extLst>
          </p:cNvPr>
          <p:cNvCxnSpPr>
            <a:cxnSpLocks/>
          </p:cNvCxnSpPr>
          <p:nvPr/>
        </p:nvCxnSpPr>
        <p:spPr>
          <a:xfrm>
            <a:off x="8643515" y="1549667"/>
            <a:ext cx="0" cy="4193549"/>
          </a:xfrm>
          <a:prstGeom prst="line">
            <a:avLst/>
          </a:prstGeom>
          <a:ln w="25400">
            <a:solidFill>
              <a:srgbClr val="CF0522"/>
            </a:solidFill>
            <a:prstDash val="lgDash"/>
            <a:tailEnd type="diamond"/>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a:extLst>
              <a:ext uri="{FF2B5EF4-FFF2-40B4-BE49-F238E27FC236}">
                <a16:creationId xmlns:a16="http://schemas.microsoft.com/office/drawing/2014/main" id="{033BA450-FAE7-A4C3-F956-AB9F32836B8B}"/>
              </a:ext>
            </a:extLst>
          </p:cNvPr>
          <p:cNvCxnSpPr>
            <a:cxnSpLocks/>
          </p:cNvCxnSpPr>
          <p:nvPr/>
        </p:nvCxnSpPr>
        <p:spPr>
          <a:xfrm>
            <a:off x="10056000" y="3195587"/>
            <a:ext cx="0" cy="2547629"/>
          </a:xfrm>
          <a:prstGeom prst="line">
            <a:avLst/>
          </a:prstGeom>
          <a:ln w="25400">
            <a:solidFill>
              <a:srgbClr val="CF0522"/>
            </a:solidFill>
            <a:prstDash val="lgDash"/>
            <a:tailEnd type="diamond"/>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a:extLst>
              <a:ext uri="{FF2B5EF4-FFF2-40B4-BE49-F238E27FC236}">
                <a16:creationId xmlns:a16="http://schemas.microsoft.com/office/drawing/2014/main" id="{55523C9B-B3B4-90D0-0CAD-53FB87E828F2}"/>
              </a:ext>
            </a:extLst>
          </p:cNvPr>
          <p:cNvCxnSpPr>
            <a:cxnSpLocks/>
          </p:cNvCxnSpPr>
          <p:nvPr/>
        </p:nvCxnSpPr>
        <p:spPr>
          <a:xfrm>
            <a:off x="11485324" y="4475747"/>
            <a:ext cx="432" cy="1269361"/>
          </a:xfrm>
          <a:prstGeom prst="line">
            <a:avLst/>
          </a:prstGeom>
          <a:ln w="25400">
            <a:solidFill>
              <a:srgbClr val="C00000"/>
            </a:solidFill>
            <a:prstDash val="lgDash"/>
            <a:tailEnd type="diamond"/>
          </a:ln>
        </p:spPr>
        <p:style>
          <a:lnRef idx="1">
            <a:schemeClr val="accent1"/>
          </a:lnRef>
          <a:fillRef idx="0">
            <a:schemeClr val="accent1"/>
          </a:fillRef>
          <a:effectRef idx="0">
            <a:schemeClr val="accent1"/>
          </a:effectRef>
          <a:fontRef idx="minor">
            <a:schemeClr val="tx1"/>
          </a:fontRef>
        </p:style>
      </p:cxnSp>
      <p:sp>
        <p:nvSpPr>
          <p:cNvPr id="26" name="Text 69">
            <a:extLst>
              <a:ext uri="{FF2B5EF4-FFF2-40B4-BE49-F238E27FC236}">
                <a16:creationId xmlns:a16="http://schemas.microsoft.com/office/drawing/2014/main" id="{EBB52C32-0676-34C5-5206-9BB524CF27B6}"/>
              </a:ext>
            </a:extLst>
          </p:cNvPr>
          <p:cNvSpPr/>
          <p:nvPr/>
        </p:nvSpPr>
        <p:spPr>
          <a:xfrm>
            <a:off x="8417940" y="5880341"/>
            <a:ext cx="499531" cy="182010"/>
          </a:xfrm>
          <a:prstGeom prst="rect">
            <a:avLst/>
          </a:prstGeom>
          <a:noFill/>
          <a:ln/>
        </p:spPr>
        <p:txBody>
          <a:bodyPr wrap="square" lIns="0" tIns="0" rIns="0" bIns="0" rtlCol="0" anchor="t"/>
          <a:lstStyle/>
          <a:p>
            <a:pPr algn="ctr">
              <a:lnSpc>
                <a:spcPts val="1100"/>
              </a:lnSpc>
            </a:pPr>
            <a:r>
              <a:rPr lang="en-US" sz="1000" dirty="0">
                <a:ea typeface="Stapel" pitchFamily="34" charset="-122"/>
                <a:cs typeface="Stapel" pitchFamily="34" charset="-120"/>
              </a:rPr>
              <a:t>УК</a:t>
            </a:r>
            <a:endParaRPr lang="en-US" sz="1000" dirty="0"/>
          </a:p>
        </p:txBody>
      </p:sp>
      <p:sp>
        <p:nvSpPr>
          <p:cNvPr id="27" name="Text 69">
            <a:extLst>
              <a:ext uri="{FF2B5EF4-FFF2-40B4-BE49-F238E27FC236}">
                <a16:creationId xmlns:a16="http://schemas.microsoft.com/office/drawing/2014/main" id="{6587A8B1-0A2D-76FA-CF54-4A5F2CA56699}"/>
              </a:ext>
            </a:extLst>
          </p:cNvPr>
          <p:cNvSpPr/>
          <p:nvPr/>
        </p:nvSpPr>
        <p:spPr>
          <a:xfrm>
            <a:off x="9830425" y="5880341"/>
            <a:ext cx="499531" cy="182010"/>
          </a:xfrm>
          <a:prstGeom prst="rect">
            <a:avLst/>
          </a:prstGeom>
          <a:noFill/>
          <a:ln/>
        </p:spPr>
        <p:txBody>
          <a:bodyPr wrap="square" lIns="0" tIns="0" rIns="0" bIns="0" rtlCol="0" anchor="t"/>
          <a:lstStyle/>
          <a:p>
            <a:pPr algn="ctr">
              <a:lnSpc>
                <a:spcPts val="1100"/>
              </a:lnSpc>
            </a:pPr>
            <a:r>
              <a:rPr lang="en-US" sz="1000" dirty="0">
                <a:ea typeface="Stapel" pitchFamily="34" charset="-122"/>
                <a:cs typeface="Stapel" pitchFamily="34" charset="-120"/>
              </a:rPr>
              <a:t>УК</a:t>
            </a:r>
            <a:endParaRPr lang="en-US" sz="1000" dirty="0"/>
          </a:p>
        </p:txBody>
      </p:sp>
      <p:sp>
        <p:nvSpPr>
          <p:cNvPr id="28" name="Text 69">
            <a:extLst>
              <a:ext uri="{FF2B5EF4-FFF2-40B4-BE49-F238E27FC236}">
                <a16:creationId xmlns:a16="http://schemas.microsoft.com/office/drawing/2014/main" id="{188849C8-9D49-31ED-2757-38963051B409}"/>
              </a:ext>
            </a:extLst>
          </p:cNvPr>
          <p:cNvSpPr/>
          <p:nvPr/>
        </p:nvSpPr>
        <p:spPr>
          <a:xfrm>
            <a:off x="11259749" y="5880341"/>
            <a:ext cx="499531" cy="182010"/>
          </a:xfrm>
          <a:prstGeom prst="rect">
            <a:avLst/>
          </a:prstGeom>
          <a:noFill/>
          <a:ln/>
        </p:spPr>
        <p:txBody>
          <a:bodyPr wrap="square" lIns="0" tIns="0" rIns="0" bIns="0" rtlCol="0" anchor="t"/>
          <a:lstStyle/>
          <a:p>
            <a:pPr algn="ctr">
              <a:lnSpc>
                <a:spcPts val="1100"/>
              </a:lnSpc>
            </a:pPr>
            <a:r>
              <a:rPr lang="en-US" sz="1000" dirty="0">
                <a:ea typeface="Stapel" pitchFamily="34" charset="-122"/>
                <a:cs typeface="Stapel" pitchFamily="34" charset="-120"/>
              </a:rPr>
              <a:t>УК</a:t>
            </a:r>
            <a:endParaRPr lang="en-US" sz="1000" dirty="0"/>
          </a:p>
        </p:txBody>
      </p:sp>
      <p:sp>
        <p:nvSpPr>
          <p:cNvPr id="29" name="Заголовок 28">
            <a:extLst>
              <a:ext uri="{FF2B5EF4-FFF2-40B4-BE49-F238E27FC236}">
                <a16:creationId xmlns:a16="http://schemas.microsoft.com/office/drawing/2014/main" id="{38C77B34-EFB1-C918-32A0-D3AEF5A1CEFE}"/>
              </a:ext>
            </a:extLst>
          </p:cNvPr>
          <p:cNvSpPr>
            <a:spLocks noGrp="1"/>
          </p:cNvSpPr>
          <p:nvPr>
            <p:ph type="title"/>
          </p:nvPr>
        </p:nvSpPr>
        <p:spPr/>
        <p:txBody>
          <a:bodyPr/>
          <a:lstStyle/>
          <a:p>
            <a:r>
              <a:rPr lang="ru-RU" dirty="0"/>
              <a:t>Дорожная карта проекта</a:t>
            </a:r>
          </a:p>
        </p:txBody>
      </p:sp>
      <p:sp>
        <p:nvSpPr>
          <p:cNvPr id="33" name="Shape 62">
            <a:extLst>
              <a:ext uri="{FF2B5EF4-FFF2-40B4-BE49-F238E27FC236}">
                <a16:creationId xmlns:a16="http://schemas.microsoft.com/office/drawing/2014/main" id="{1CA2CCFF-4C24-E443-A371-6569B16FF30E}"/>
              </a:ext>
            </a:extLst>
          </p:cNvPr>
          <p:cNvSpPr/>
          <p:nvPr/>
        </p:nvSpPr>
        <p:spPr>
          <a:xfrm>
            <a:off x="450848" y="6117333"/>
            <a:ext cx="101599" cy="101600"/>
          </a:xfrm>
          <a:prstGeom prst="rect">
            <a:avLst/>
          </a:prstGeom>
          <a:solidFill>
            <a:srgbClr val="ECB5E5"/>
          </a:solidFill>
          <a:ln/>
        </p:spPr>
      </p:sp>
      <p:sp>
        <p:nvSpPr>
          <p:cNvPr id="34" name="Shape 66">
            <a:extLst>
              <a:ext uri="{FF2B5EF4-FFF2-40B4-BE49-F238E27FC236}">
                <a16:creationId xmlns:a16="http://schemas.microsoft.com/office/drawing/2014/main" id="{411C7452-34A2-834B-859D-8A2517EE8828}"/>
              </a:ext>
            </a:extLst>
          </p:cNvPr>
          <p:cNvSpPr/>
          <p:nvPr/>
        </p:nvSpPr>
        <p:spPr>
          <a:xfrm>
            <a:off x="3327383" y="6117333"/>
            <a:ext cx="101599" cy="101600"/>
          </a:xfrm>
          <a:prstGeom prst="rect">
            <a:avLst/>
          </a:prstGeom>
          <a:solidFill>
            <a:srgbClr val="FAE6E9"/>
          </a:solidFill>
          <a:ln/>
        </p:spPr>
      </p:sp>
      <p:sp>
        <p:nvSpPr>
          <p:cNvPr id="35" name="Полилиния: фигура 26">
            <a:extLst>
              <a:ext uri="{FF2B5EF4-FFF2-40B4-BE49-F238E27FC236}">
                <a16:creationId xmlns:a16="http://schemas.microsoft.com/office/drawing/2014/main" id="{716C1C36-ABE6-604D-AF08-FD77453F3542}"/>
              </a:ext>
            </a:extLst>
          </p:cNvPr>
          <p:cNvSpPr/>
          <p:nvPr/>
        </p:nvSpPr>
        <p:spPr>
          <a:xfrm>
            <a:off x="6146769" y="6085583"/>
            <a:ext cx="253998" cy="165100"/>
          </a:xfrm>
          <a:custGeom>
            <a:avLst/>
            <a:gdLst>
              <a:gd name="connsiteX0" fmla="*/ 0 w 1242577"/>
              <a:gd name="connsiteY0" fmla="*/ 0 h 745546"/>
              <a:gd name="connsiteX1" fmla="*/ 1242577 w 1242577"/>
              <a:gd name="connsiteY1" fmla="*/ 0 h 745546"/>
              <a:gd name="connsiteX2" fmla="*/ 1242577 w 1242577"/>
              <a:gd name="connsiteY2" fmla="*/ 745546 h 745546"/>
              <a:gd name="connsiteX3" fmla="*/ 0 w 1242577"/>
              <a:gd name="connsiteY3" fmla="*/ 745546 h 745546"/>
              <a:gd name="connsiteX4" fmla="*/ 0 w 1242577"/>
              <a:gd name="connsiteY4" fmla="*/ 0 h 74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7" h="745546">
                <a:moveTo>
                  <a:pt x="0" y="0"/>
                </a:moveTo>
                <a:lnTo>
                  <a:pt x="1242577" y="0"/>
                </a:lnTo>
                <a:lnTo>
                  <a:pt x="1242577" y="745546"/>
                </a:lnTo>
                <a:lnTo>
                  <a:pt x="0" y="745546"/>
                </a:lnTo>
                <a:lnTo>
                  <a:pt x="0" y="0"/>
                </a:lnTo>
                <a:close/>
              </a:path>
            </a:pathLst>
          </a:custGeom>
          <a:solidFill>
            <a:schemeClr val="tx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8095" tIns="38095" rIns="38095" bIns="38095" numCol="1" spcCol="1270" anchor="ctr" anchorCtr="0">
            <a:noAutofit/>
          </a:bodyPr>
          <a:lstStyle/>
          <a:p>
            <a:pPr marL="0" lvl="0" indent="0" algn="ctr" defTabSz="444411">
              <a:lnSpc>
                <a:spcPct val="100000"/>
              </a:lnSpc>
              <a:spcBef>
                <a:spcPct val="0"/>
              </a:spcBef>
              <a:spcAft>
                <a:spcPct val="35000"/>
              </a:spcAft>
              <a:buNone/>
            </a:pPr>
            <a:r>
              <a:rPr lang="en-US" sz="700" kern="1200" dirty="0">
                <a:latin typeface="Stapel" panose="020B0504020202020204" pitchFamily="34" charset="-52"/>
              </a:rPr>
              <a:t>#</a:t>
            </a:r>
            <a:endParaRPr lang="ru-RU" sz="700" kern="1200" dirty="0">
              <a:latin typeface="Stapel" panose="020B0504020202020204" pitchFamily="34" charset="-52"/>
            </a:endParaRPr>
          </a:p>
        </p:txBody>
      </p:sp>
    </p:spTree>
    <p:extLst>
      <p:ext uri="{BB962C8B-B14F-4D97-AF65-F5344CB8AC3E}">
        <p14:creationId xmlns:p14="http://schemas.microsoft.com/office/powerpoint/2010/main" val="31227108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Таблица 50">
            <a:extLst>
              <a:ext uri="{FF2B5EF4-FFF2-40B4-BE49-F238E27FC236}">
                <a16:creationId xmlns:a16="http://schemas.microsoft.com/office/drawing/2014/main" id="{8589C7D8-E887-90AB-B6FE-64CB79C5F096}"/>
              </a:ext>
            </a:extLst>
          </p:cNvPr>
          <p:cNvGraphicFramePr>
            <a:graphicFrameLocks noGrp="1"/>
          </p:cNvGraphicFramePr>
          <p:nvPr>
            <p:extLst>
              <p:ext uri="{D42A27DB-BD31-4B8C-83A1-F6EECF244321}">
                <p14:modId xmlns:p14="http://schemas.microsoft.com/office/powerpoint/2010/main" val="1359657985"/>
              </p:ext>
            </p:extLst>
          </p:nvPr>
        </p:nvGraphicFramePr>
        <p:xfrm>
          <a:off x="355598" y="1467720"/>
          <a:ext cx="11474388" cy="2596198"/>
        </p:xfrm>
        <a:graphic>
          <a:graphicData uri="http://schemas.openxmlformats.org/drawingml/2006/table">
            <a:tbl>
              <a:tblPr firstRow="1" bandRow="1">
                <a:tableStyleId>{5C22544A-7EE6-4342-B048-85BDC9FD1C3A}</a:tableStyleId>
              </a:tblPr>
              <a:tblGrid>
                <a:gridCol w="2868597">
                  <a:extLst>
                    <a:ext uri="{9D8B030D-6E8A-4147-A177-3AD203B41FA5}">
                      <a16:colId xmlns:a16="http://schemas.microsoft.com/office/drawing/2014/main" val="3863623165"/>
                    </a:ext>
                  </a:extLst>
                </a:gridCol>
                <a:gridCol w="2868597">
                  <a:extLst>
                    <a:ext uri="{9D8B030D-6E8A-4147-A177-3AD203B41FA5}">
                      <a16:colId xmlns:a16="http://schemas.microsoft.com/office/drawing/2014/main" val="688726039"/>
                    </a:ext>
                  </a:extLst>
                </a:gridCol>
                <a:gridCol w="2868597">
                  <a:extLst>
                    <a:ext uri="{9D8B030D-6E8A-4147-A177-3AD203B41FA5}">
                      <a16:colId xmlns:a16="http://schemas.microsoft.com/office/drawing/2014/main" val="1932324469"/>
                    </a:ext>
                  </a:extLst>
                </a:gridCol>
                <a:gridCol w="2868597">
                  <a:extLst>
                    <a:ext uri="{9D8B030D-6E8A-4147-A177-3AD203B41FA5}">
                      <a16:colId xmlns:a16="http://schemas.microsoft.com/office/drawing/2014/main" val="1561140666"/>
                    </a:ext>
                  </a:extLst>
                </a:gridCol>
              </a:tblGrid>
              <a:tr h="358357">
                <a:tc gridSpan="4">
                  <a:txBody>
                    <a:bodyPr/>
                    <a:lstStyle/>
                    <a:p>
                      <a:pPr algn="ctr"/>
                      <a:r>
                        <a:rPr lang="ru-RU" sz="1200" b="0" dirty="0">
                          <a:solidFill>
                            <a:schemeClr val="tx1"/>
                          </a:solidFill>
                          <a:latin typeface="+mn-lt"/>
                        </a:rPr>
                        <a:t>2023</a:t>
                      </a:r>
                    </a:p>
                  </a:txBody>
                  <a:tcPr marL="45714" marR="45714" marT="22857" marB="22857" anchor="ctr">
                    <a:lnL w="12700" cap="flat" cmpd="sng" algn="ctr">
                      <a:solidFill>
                        <a:srgbClr val="000000">
                          <a:alpha val="10196"/>
                        </a:srgbClr>
                      </a:solidFill>
                      <a:prstDash val="solid"/>
                      <a:round/>
                      <a:headEnd type="none" w="med" len="med"/>
                      <a:tailEnd type="none" w="med" len="med"/>
                    </a:lnL>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ru-RU" sz="1000" dirty="0">
                        <a:solidFill>
                          <a:schemeClr val="tx1"/>
                        </a:solidFill>
                        <a:latin typeface="+mn-lt"/>
                      </a:endParaRPr>
                    </a:p>
                  </a:txBody>
                  <a:tcPr marL="45714" marR="45714"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hMerge="1">
                  <a:txBody>
                    <a:bodyPr/>
                    <a:lstStyle/>
                    <a:p>
                      <a:pPr algn="ctr"/>
                      <a:endParaRPr lang="ru-RU" sz="2000" dirty="0">
                        <a:solidFill>
                          <a:schemeClr val="tx1"/>
                        </a:solidFill>
                        <a:latin typeface="+mn-lt"/>
                      </a:endParaRPr>
                    </a:p>
                  </a:txBody>
                  <a:tcPr anchor="ctr">
                    <a:lnB w="28575" cap="flat" cmpd="sng" algn="ctr">
                      <a:solidFill>
                        <a:schemeClr val="tx1"/>
                      </a:solidFill>
                      <a:prstDash val="solid"/>
                      <a:round/>
                      <a:headEnd type="none" w="med" len="med"/>
                      <a:tailEnd type="none" w="med" len="med"/>
                    </a:lnB>
                    <a:noFill/>
                  </a:tcPr>
                </a:tc>
                <a:tc hMerge="1">
                  <a:txBody>
                    <a:bodyPr/>
                    <a:lstStyle/>
                    <a:p>
                      <a:pPr algn="ctr"/>
                      <a:endParaRPr lang="ru-RU" sz="2000" dirty="0">
                        <a:solidFill>
                          <a:schemeClr val="tx1"/>
                        </a:solidFill>
                        <a:latin typeface="+mn-lt"/>
                      </a:endParaRPr>
                    </a:p>
                  </a:txBody>
                  <a:tcPr anchor="ctr">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7835543"/>
                  </a:ext>
                </a:extLst>
              </a:tr>
              <a:tr h="2237841">
                <a:tc>
                  <a:txBody>
                    <a:bodyPr/>
                    <a:lstStyle/>
                    <a:p>
                      <a:pPr algn="ctr"/>
                      <a:r>
                        <a:rPr lang="ru-RU" sz="1000" dirty="0">
                          <a:solidFill>
                            <a:schemeClr val="tx1"/>
                          </a:solidFill>
                          <a:latin typeface="+mn-lt"/>
                        </a:rPr>
                        <a:t>М9</a:t>
                      </a:r>
                    </a:p>
                  </a:txBody>
                  <a:tcPr marL="53993" marR="53993" marT="53993" marB="53993">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tc>
                  <a:txBody>
                    <a:bodyPr/>
                    <a:lstStyle/>
                    <a:p>
                      <a:pPr algn="ctr"/>
                      <a:r>
                        <a:rPr lang="ru-RU" sz="1000" dirty="0">
                          <a:solidFill>
                            <a:schemeClr val="tx1"/>
                          </a:solidFill>
                          <a:latin typeface="+mn-lt"/>
                        </a:rPr>
                        <a:t>М10</a:t>
                      </a:r>
                    </a:p>
                  </a:txBody>
                  <a:tcPr marL="53993" marR="53993" marT="53993" marB="53993">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tc>
                  <a:txBody>
                    <a:bodyPr/>
                    <a:lstStyle/>
                    <a:p>
                      <a:pPr algn="ctr"/>
                      <a:r>
                        <a:rPr lang="ru-RU" sz="1000" dirty="0">
                          <a:solidFill>
                            <a:schemeClr val="tx1"/>
                          </a:solidFill>
                          <a:latin typeface="+mn-lt"/>
                        </a:rPr>
                        <a:t>М11</a:t>
                      </a:r>
                    </a:p>
                  </a:txBody>
                  <a:tcPr marL="53993" marR="53993" marT="53993" marB="53993">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tc>
                  <a:txBody>
                    <a:bodyPr/>
                    <a:lstStyle/>
                    <a:p>
                      <a:pPr algn="ctr"/>
                      <a:r>
                        <a:rPr lang="ru-RU" sz="1000" dirty="0">
                          <a:solidFill>
                            <a:schemeClr val="tx1"/>
                          </a:solidFill>
                          <a:latin typeface="+mn-lt"/>
                        </a:rPr>
                        <a:t>М12</a:t>
                      </a:r>
                    </a:p>
                  </a:txBody>
                  <a:tcPr marL="53993" marR="53993" marT="53993" marB="53993">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1506008921"/>
                  </a:ext>
                </a:extLst>
              </a:tr>
            </a:tbl>
          </a:graphicData>
        </a:graphic>
      </p:graphicFrame>
      <p:sp>
        <p:nvSpPr>
          <p:cNvPr id="3" name="Текст 2">
            <a:extLst>
              <a:ext uri="{FF2B5EF4-FFF2-40B4-BE49-F238E27FC236}">
                <a16:creationId xmlns:a16="http://schemas.microsoft.com/office/drawing/2014/main" id="{D4B38D70-CC9A-E995-02DF-DAD1F4ED0B82}"/>
              </a:ext>
            </a:extLst>
          </p:cNvPr>
          <p:cNvSpPr>
            <a:spLocks noGrp="1"/>
          </p:cNvSpPr>
          <p:nvPr>
            <p:ph type="body" sz="quarter" idx="34"/>
          </p:nvPr>
        </p:nvSpPr>
        <p:spPr>
          <a:xfrm>
            <a:off x="404813" y="4687888"/>
            <a:ext cx="2736850" cy="552908"/>
          </a:xfrm>
        </p:spPr>
        <p:txBody>
          <a:bodyPr/>
          <a:lstStyle/>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p:txBody>
      </p:sp>
      <p:sp>
        <p:nvSpPr>
          <p:cNvPr id="4" name="Текст 3">
            <a:extLst>
              <a:ext uri="{FF2B5EF4-FFF2-40B4-BE49-F238E27FC236}">
                <a16:creationId xmlns:a16="http://schemas.microsoft.com/office/drawing/2014/main" id="{167C600F-55B8-CD59-DA83-630DE2FD3525}"/>
              </a:ext>
            </a:extLst>
          </p:cNvPr>
          <p:cNvSpPr>
            <a:spLocks noGrp="1"/>
          </p:cNvSpPr>
          <p:nvPr>
            <p:ph type="body" sz="quarter" idx="35"/>
          </p:nvPr>
        </p:nvSpPr>
        <p:spPr>
          <a:xfrm>
            <a:off x="3298825" y="4687888"/>
            <a:ext cx="2735263" cy="552908"/>
          </a:xfrm>
        </p:spPr>
        <p:txBody>
          <a:bodyPr/>
          <a:lstStyle/>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p:txBody>
      </p:sp>
      <p:sp>
        <p:nvSpPr>
          <p:cNvPr id="5" name="Текст 4">
            <a:extLst>
              <a:ext uri="{FF2B5EF4-FFF2-40B4-BE49-F238E27FC236}">
                <a16:creationId xmlns:a16="http://schemas.microsoft.com/office/drawing/2014/main" id="{36FC11A1-9710-EB03-E415-DC248F64036E}"/>
              </a:ext>
            </a:extLst>
          </p:cNvPr>
          <p:cNvSpPr>
            <a:spLocks noGrp="1"/>
          </p:cNvSpPr>
          <p:nvPr>
            <p:ph type="body" sz="quarter" idx="36"/>
          </p:nvPr>
        </p:nvSpPr>
        <p:spPr>
          <a:xfrm>
            <a:off x="6194425" y="4687888"/>
            <a:ext cx="2735263" cy="552908"/>
          </a:xfrm>
        </p:spPr>
        <p:txBody>
          <a:bodyPr/>
          <a:lstStyle/>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p:txBody>
      </p:sp>
      <p:sp>
        <p:nvSpPr>
          <p:cNvPr id="6" name="Текст 5">
            <a:extLst>
              <a:ext uri="{FF2B5EF4-FFF2-40B4-BE49-F238E27FC236}">
                <a16:creationId xmlns:a16="http://schemas.microsoft.com/office/drawing/2014/main" id="{CE6675D7-2A15-E0EB-E7DB-E51CA671A7E9}"/>
              </a:ext>
            </a:extLst>
          </p:cNvPr>
          <p:cNvSpPr>
            <a:spLocks noGrp="1"/>
          </p:cNvSpPr>
          <p:nvPr>
            <p:ph type="body" sz="quarter" idx="37"/>
          </p:nvPr>
        </p:nvSpPr>
        <p:spPr>
          <a:xfrm>
            <a:off x="9088438" y="4687888"/>
            <a:ext cx="2735262" cy="552908"/>
          </a:xfrm>
        </p:spPr>
        <p:txBody>
          <a:bodyPr/>
          <a:lstStyle/>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p:txBody>
      </p:sp>
      <p:sp>
        <p:nvSpPr>
          <p:cNvPr id="7" name="Номер слайда 6">
            <a:extLst>
              <a:ext uri="{FF2B5EF4-FFF2-40B4-BE49-F238E27FC236}">
                <a16:creationId xmlns:a16="http://schemas.microsoft.com/office/drawing/2014/main" id="{8EF6CCBE-1CDF-5050-35DD-5BA10B7D9398}"/>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34</a:t>
            </a:fld>
            <a:endParaRPr lang="ru-RU" dirty="0"/>
          </a:p>
        </p:txBody>
      </p:sp>
      <p:sp>
        <p:nvSpPr>
          <p:cNvPr id="50" name="Текст 49">
            <a:extLst>
              <a:ext uri="{FF2B5EF4-FFF2-40B4-BE49-F238E27FC236}">
                <a16:creationId xmlns:a16="http://schemas.microsoft.com/office/drawing/2014/main" id="{D9B2DE74-AB7B-B931-AD29-DF60E08C800F}"/>
              </a:ext>
            </a:extLst>
          </p:cNvPr>
          <p:cNvSpPr>
            <a:spLocks noGrp="1"/>
          </p:cNvSpPr>
          <p:nvPr>
            <p:ph type="body" sz="quarter" idx="41"/>
          </p:nvPr>
        </p:nvSpPr>
        <p:spPr/>
        <p:txBody>
          <a:bodyPr/>
          <a:lstStyle/>
          <a:p>
            <a:r>
              <a:rPr lang="ru-RU" dirty="0"/>
              <a:t>Результаты</a:t>
            </a:r>
          </a:p>
        </p:txBody>
      </p:sp>
      <p:sp>
        <p:nvSpPr>
          <p:cNvPr id="47" name="Объект 46">
            <a:extLst>
              <a:ext uri="{FF2B5EF4-FFF2-40B4-BE49-F238E27FC236}">
                <a16:creationId xmlns:a16="http://schemas.microsoft.com/office/drawing/2014/main" id="{DA700051-E962-31F4-3864-3C8B716FEC6C}"/>
              </a:ext>
            </a:extLst>
          </p:cNvPr>
          <p:cNvSpPr>
            <a:spLocks noGrp="1"/>
          </p:cNvSpPr>
          <p:nvPr>
            <p:ph sz="quarter" idx="29"/>
          </p:nvPr>
        </p:nvSpPr>
        <p:spPr>
          <a:xfrm>
            <a:off x="601362" y="6119359"/>
            <a:ext cx="2229354" cy="112467"/>
          </a:xfrm>
        </p:spPr>
        <p:txBody>
          <a:bodyPr/>
          <a:lstStyle/>
          <a:p>
            <a:r>
              <a:rPr lang="ru-RU" dirty="0"/>
              <a:t>Здесь должен быть ваш текст</a:t>
            </a:r>
          </a:p>
        </p:txBody>
      </p:sp>
      <p:sp>
        <p:nvSpPr>
          <p:cNvPr id="48" name="Объект 47">
            <a:extLst>
              <a:ext uri="{FF2B5EF4-FFF2-40B4-BE49-F238E27FC236}">
                <a16:creationId xmlns:a16="http://schemas.microsoft.com/office/drawing/2014/main" id="{80B10EF2-C4E7-8294-E6C8-26A1CAA5A3C7}"/>
              </a:ext>
            </a:extLst>
          </p:cNvPr>
          <p:cNvSpPr>
            <a:spLocks noGrp="1"/>
          </p:cNvSpPr>
          <p:nvPr>
            <p:ph sz="quarter" idx="30"/>
          </p:nvPr>
        </p:nvSpPr>
        <p:spPr>
          <a:xfrm>
            <a:off x="3477966" y="6119359"/>
            <a:ext cx="2229354" cy="112467"/>
          </a:xfrm>
        </p:spPr>
        <p:txBody>
          <a:bodyPr/>
          <a:lstStyle/>
          <a:p>
            <a:r>
              <a:rPr lang="ru-RU" dirty="0"/>
              <a:t>Здесь должен быть ваш текст</a:t>
            </a:r>
          </a:p>
        </p:txBody>
      </p:sp>
      <p:sp>
        <p:nvSpPr>
          <p:cNvPr id="49" name="Объект 48">
            <a:extLst>
              <a:ext uri="{FF2B5EF4-FFF2-40B4-BE49-F238E27FC236}">
                <a16:creationId xmlns:a16="http://schemas.microsoft.com/office/drawing/2014/main" id="{696A890F-E4F8-25C5-1F9D-E9C2574EBBC5}"/>
              </a:ext>
            </a:extLst>
          </p:cNvPr>
          <p:cNvSpPr>
            <a:spLocks noGrp="1"/>
          </p:cNvSpPr>
          <p:nvPr>
            <p:ph sz="quarter" idx="31"/>
          </p:nvPr>
        </p:nvSpPr>
        <p:spPr>
          <a:xfrm>
            <a:off x="6453657" y="6119359"/>
            <a:ext cx="2229354" cy="112467"/>
          </a:xfrm>
        </p:spPr>
        <p:txBody>
          <a:bodyPr/>
          <a:lstStyle/>
          <a:p>
            <a:r>
              <a:rPr lang="ru-RU" dirty="0"/>
              <a:t>Здесь должен быть ваш текст</a:t>
            </a:r>
          </a:p>
        </p:txBody>
      </p:sp>
      <p:sp>
        <p:nvSpPr>
          <p:cNvPr id="14" name="Shape 0">
            <a:extLst>
              <a:ext uri="{FF2B5EF4-FFF2-40B4-BE49-F238E27FC236}">
                <a16:creationId xmlns:a16="http://schemas.microsoft.com/office/drawing/2014/main" id="{B7F3D76F-3B67-F3CF-5BD6-AB170EDA68F5}"/>
              </a:ext>
            </a:extLst>
          </p:cNvPr>
          <p:cNvSpPr/>
          <p:nvPr/>
        </p:nvSpPr>
        <p:spPr>
          <a:xfrm>
            <a:off x="355599" y="1816310"/>
            <a:ext cx="11480740" cy="1968244"/>
          </a:xfrm>
          <a:prstGeom prst="rect">
            <a:avLst/>
          </a:prstGeom>
          <a:noFill/>
          <a:ln/>
        </p:spPr>
      </p:sp>
      <p:sp>
        <p:nvSpPr>
          <p:cNvPr id="15" name="Shape 37">
            <a:extLst>
              <a:ext uri="{FF2B5EF4-FFF2-40B4-BE49-F238E27FC236}">
                <a16:creationId xmlns:a16="http://schemas.microsoft.com/office/drawing/2014/main" id="{30DBD4F6-D743-CE32-CEEA-5A4E3BCD2368}"/>
              </a:ext>
            </a:extLst>
          </p:cNvPr>
          <p:cNvSpPr/>
          <p:nvPr/>
        </p:nvSpPr>
        <p:spPr>
          <a:xfrm>
            <a:off x="11785539" y="3022653"/>
            <a:ext cx="101599" cy="101587"/>
          </a:xfrm>
          <a:prstGeom prst="rect">
            <a:avLst/>
          </a:prstGeom>
          <a:noFill/>
          <a:ln/>
        </p:spPr>
      </p:sp>
      <p:pic>
        <p:nvPicPr>
          <p:cNvPr id="16" name="Image 23" descr=" ">
            <a:extLst>
              <a:ext uri="{FF2B5EF4-FFF2-40B4-BE49-F238E27FC236}">
                <a16:creationId xmlns:a16="http://schemas.microsoft.com/office/drawing/2014/main" id="{81E3902F-CC68-D7E8-B1FA-A8DFC8DB86F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785539" y="3022653"/>
            <a:ext cx="101599" cy="101587"/>
          </a:xfrm>
          <a:prstGeom prst="rect">
            <a:avLst/>
          </a:prstGeom>
        </p:spPr>
      </p:pic>
      <p:pic>
        <p:nvPicPr>
          <p:cNvPr id="17" name="Image 24" descr=" ">
            <a:extLst>
              <a:ext uri="{FF2B5EF4-FFF2-40B4-BE49-F238E27FC236}">
                <a16:creationId xmlns:a16="http://schemas.microsoft.com/office/drawing/2014/main" id="{45CDB7BB-45E4-FCCB-8E25-FDC84BD1DA0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794004" y="3033243"/>
            <a:ext cx="84676" cy="80431"/>
          </a:xfrm>
          <a:prstGeom prst="rect">
            <a:avLst/>
          </a:prstGeom>
        </p:spPr>
      </p:pic>
      <p:sp>
        <p:nvSpPr>
          <p:cNvPr id="18" name="Shape 38">
            <a:extLst>
              <a:ext uri="{FF2B5EF4-FFF2-40B4-BE49-F238E27FC236}">
                <a16:creationId xmlns:a16="http://schemas.microsoft.com/office/drawing/2014/main" id="{95A9AA83-B520-0F9A-F6DE-62BB8493D457}"/>
              </a:ext>
            </a:extLst>
          </p:cNvPr>
          <p:cNvSpPr/>
          <p:nvPr/>
        </p:nvSpPr>
        <p:spPr>
          <a:xfrm>
            <a:off x="6045169" y="3022653"/>
            <a:ext cx="101599" cy="101587"/>
          </a:xfrm>
          <a:prstGeom prst="rect">
            <a:avLst/>
          </a:prstGeom>
          <a:noFill/>
          <a:ln/>
        </p:spPr>
      </p:sp>
      <p:pic>
        <p:nvPicPr>
          <p:cNvPr id="19" name="Image 25" descr=" ">
            <a:extLst>
              <a:ext uri="{FF2B5EF4-FFF2-40B4-BE49-F238E27FC236}">
                <a16:creationId xmlns:a16="http://schemas.microsoft.com/office/drawing/2014/main" id="{4C1AC9E1-4853-8379-5F7E-58A42B6F866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045169" y="3022653"/>
            <a:ext cx="101599" cy="101587"/>
          </a:xfrm>
          <a:prstGeom prst="rect">
            <a:avLst/>
          </a:prstGeom>
        </p:spPr>
      </p:pic>
      <p:pic>
        <p:nvPicPr>
          <p:cNvPr id="20" name="Image 26" descr=" ">
            <a:extLst>
              <a:ext uri="{FF2B5EF4-FFF2-40B4-BE49-F238E27FC236}">
                <a16:creationId xmlns:a16="http://schemas.microsoft.com/office/drawing/2014/main" id="{2D76F448-60E3-2DCB-031D-8C9511BDBFA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53634" y="3033243"/>
            <a:ext cx="84676" cy="80431"/>
          </a:xfrm>
          <a:prstGeom prst="rect">
            <a:avLst/>
          </a:prstGeom>
        </p:spPr>
      </p:pic>
      <p:sp>
        <p:nvSpPr>
          <p:cNvPr id="21" name="Shape 39">
            <a:extLst>
              <a:ext uri="{FF2B5EF4-FFF2-40B4-BE49-F238E27FC236}">
                <a16:creationId xmlns:a16="http://schemas.microsoft.com/office/drawing/2014/main" id="{E97A3597-E1FC-C042-1CDD-141BD7EB9FBF}"/>
              </a:ext>
            </a:extLst>
          </p:cNvPr>
          <p:cNvSpPr/>
          <p:nvPr/>
        </p:nvSpPr>
        <p:spPr>
          <a:xfrm>
            <a:off x="11785539" y="3555983"/>
            <a:ext cx="101599" cy="101587"/>
          </a:xfrm>
          <a:prstGeom prst="rect">
            <a:avLst/>
          </a:prstGeom>
          <a:noFill/>
          <a:ln/>
        </p:spPr>
      </p:sp>
      <p:pic>
        <p:nvPicPr>
          <p:cNvPr id="22" name="Image 27" descr=" ">
            <a:extLst>
              <a:ext uri="{FF2B5EF4-FFF2-40B4-BE49-F238E27FC236}">
                <a16:creationId xmlns:a16="http://schemas.microsoft.com/office/drawing/2014/main" id="{69B5045F-CFB0-3A1C-7C12-918F30257B1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785539" y="3555983"/>
            <a:ext cx="101599" cy="101587"/>
          </a:xfrm>
          <a:prstGeom prst="rect">
            <a:avLst/>
          </a:prstGeom>
        </p:spPr>
      </p:pic>
      <p:pic>
        <p:nvPicPr>
          <p:cNvPr id="23" name="Image 28" descr=" ">
            <a:extLst>
              <a:ext uri="{FF2B5EF4-FFF2-40B4-BE49-F238E27FC236}">
                <a16:creationId xmlns:a16="http://schemas.microsoft.com/office/drawing/2014/main" id="{1DCE468F-1230-74D9-40A4-CA27DC90AA1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794004" y="3566574"/>
            <a:ext cx="84676" cy="80431"/>
          </a:xfrm>
          <a:prstGeom prst="rect">
            <a:avLst/>
          </a:prstGeom>
        </p:spPr>
      </p:pic>
      <p:sp>
        <p:nvSpPr>
          <p:cNvPr id="24" name="Shape 40">
            <a:extLst>
              <a:ext uri="{FF2B5EF4-FFF2-40B4-BE49-F238E27FC236}">
                <a16:creationId xmlns:a16="http://schemas.microsoft.com/office/drawing/2014/main" id="{71ABF5AE-F2B1-5EF6-24CF-BB2A2D73B27F}"/>
              </a:ext>
            </a:extLst>
          </p:cNvPr>
          <p:cNvSpPr/>
          <p:nvPr/>
        </p:nvSpPr>
        <p:spPr>
          <a:xfrm>
            <a:off x="6045169" y="3555983"/>
            <a:ext cx="101599" cy="101587"/>
          </a:xfrm>
          <a:prstGeom prst="rect">
            <a:avLst/>
          </a:prstGeom>
          <a:noFill/>
          <a:ln/>
        </p:spPr>
      </p:sp>
      <p:pic>
        <p:nvPicPr>
          <p:cNvPr id="25" name="Image 29" descr=" ">
            <a:extLst>
              <a:ext uri="{FF2B5EF4-FFF2-40B4-BE49-F238E27FC236}">
                <a16:creationId xmlns:a16="http://schemas.microsoft.com/office/drawing/2014/main" id="{D8360C59-172C-A277-3F42-C824D882A34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045169" y="3555983"/>
            <a:ext cx="101599" cy="101587"/>
          </a:xfrm>
          <a:prstGeom prst="rect">
            <a:avLst/>
          </a:prstGeom>
        </p:spPr>
      </p:pic>
      <p:pic>
        <p:nvPicPr>
          <p:cNvPr id="26" name="Image 30" descr=" ">
            <a:extLst>
              <a:ext uri="{FF2B5EF4-FFF2-40B4-BE49-F238E27FC236}">
                <a16:creationId xmlns:a16="http://schemas.microsoft.com/office/drawing/2014/main" id="{22E9F983-760D-C672-A6CB-E8268439DEE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53634" y="3566574"/>
            <a:ext cx="84676" cy="80431"/>
          </a:xfrm>
          <a:prstGeom prst="rect">
            <a:avLst/>
          </a:prstGeom>
        </p:spPr>
      </p:pic>
      <p:sp>
        <p:nvSpPr>
          <p:cNvPr id="27" name="Text 41">
            <a:extLst>
              <a:ext uri="{FF2B5EF4-FFF2-40B4-BE49-F238E27FC236}">
                <a16:creationId xmlns:a16="http://schemas.microsoft.com/office/drawing/2014/main" id="{454B7121-38E7-6169-FD8E-EAE23AD0241E}"/>
              </a:ext>
            </a:extLst>
          </p:cNvPr>
          <p:cNvSpPr/>
          <p:nvPr/>
        </p:nvSpPr>
        <p:spPr>
          <a:xfrm>
            <a:off x="10151481" y="2171864"/>
            <a:ext cx="499531" cy="182010"/>
          </a:xfrm>
          <a:prstGeom prst="rect">
            <a:avLst/>
          </a:prstGeom>
          <a:noFill/>
          <a:ln/>
        </p:spPr>
        <p:txBody>
          <a:bodyPr wrap="square" lIns="0" tIns="0" rIns="0" bIns="0" rtlCol="0" anchor="t"/>
          <a:lstStyle/>
          <a:p>
            <a:pPr algn="ct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УК-1</a:t>
            </a:r>
            <a:endParaRPr lang="en-US" sz="1000" dirty="0"/>
          </a:p>
        </p:txBody>
      </p:sp>
      <p:sp>
        <p:nvSpPr>
          <p:cNvPr id="28" name="Shape 42">
            <a:extLst>
              <a:ext uri="{FF2B5EF4-FFF2-40B4-BE49-F238E27FC236}">
                <a16:creationId xmlns:a16="http://schemas.microsoft.com/office/drawing/2014/main" id="{B0606F75-46DC-DD6F-6D92-CF9E2DABA021}"/>
              </a:ext>
            </a:extLst>
          </p:cNvPr>
          <p:cNvSpPr/>
          <p:nvPr/>
        </p:nvSpPr>
        <p:spPr>
          <a:xfrm>
            <a:off x="10375846" y="2089325"/>
            <a:ext cx="50800" cy="50793"/>
          </a:xfrm>
          <a:prstGeom prst="rect">
            <a:avLst/>
          </a:prstGeom>
          <a:solidFill>
            <a:srgbClr val="722BC3">
              <a:alpha val="100000"/>
            </a:srgbClr>
          </a:solidFill>
          <a:ln/>
        </p:spPr>
      </p:sp>
      <p:sp>
        <p:nvSpPr>
          <p:cNvPr id="29" name="Google Shape;1322;p18">
            <a:extLst>
              <a:ext uri="{FF2B5EF4-FFF2-40B4-BE49-F238E27FC236}">
                <a16:creationId xmlns:a16="http://schemas.microsoft.com/office/drawing/2014/main" id="{7E9A3C34-9812-F52C-9103-5625F8E83763}"/>
              </a:ext>
            </a:extLst>
          </p:cNvPr>
          <p:cNvSpPr/>
          <p:nvPr/>
        </p:nvSpPr>
        <p:spPr>
          <a:xfrm>
            <a:off x="355598" y="2166383"/>
            <a:ext cx="4133829" cy="259448"/>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0" name="Google Shape;1322;p18">
            <a:extLst>
              <a:ext uri="{FF2B5EF4-FFF2-40B4-BE49-F238E27FC236}">
                <a16:creationId xmlns:a16="http://schemas.microsoft.com/office/drawing/2014/main" id="{429D5EAE-647E-844B-59C3-A44AD0D1E7F1}"/>
              </a:ext>
            </a:extLst>
          </p:cNvPr>
          <p:cNvSpPr/>
          <p:nvPr/>
        </p:nvSpPr>
        <p:spPr>
          <a:xfrm>
            <a:off x="355597" y="2476599"/>
            <a:ext cx="5698036" cy="259448"/>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1" name="Google Shape;1322;p18">
            <a:extLst>
              <a:ext uri="{FF2B5EF4-FFF2-40B4-BE49-F238E27FC236}">
                <a16:creationId xmlns:a16="http://schemas.microsoft.com/office/drawing/2014/main" id="{65791FDA-352D-A2D3-75D0-339093C75C8E}"/>
              </a:ext>
            </a:extLst>
          </p:cNvPr>
          <p:cNvSpPr/>
          <p:nvPr/>
        </p:nvSpPr>
        <p:spPr>
          <a:xfrm>
            <a:off x="355598" y="2773795"/>
            <a:ext cx="4405353" cy="259448"/>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2" name="Google Shape;1322;p18">
            <a:extLst>
              <a:ext uri="{FF2B5EF4-FFF2-40B4-BE49-F238E27FC236}">
                <a16:creationId xmlns:a16="http://schemas.microsoft.com/office/drawing/2014/main" id="{1DEB5F62-F9DD-CF2F-A58B-37CB2C1C6BBA}"/>
              </a:ext>
            </a:extLst>
          </p:cNvPr>
          <p:cNvSpPr/>
          <p:nvPr/>
        </p:nvSpPr>
        <p:spPr>
          <a:xfrm>
            <a:off x="4540226" y="2166383"/>
            <a:ext cx="4133829" cy="259448"/>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3" name="Google Shape;1322;p18">
            <a:extLst>
              <a:ext uri="{FF2B5EF4-FFF2-40B4-BE49-F238E27FC236}">
                <a16:creationId xmlns:a16="http://schemas.microsoft.com/office/drawing/2014/main" id="{03F44E8D-17D0-B8BC-F2C1-7BCE910BE340}"/>
              </a:ext>
            </a:extLst>
          </p:cNvPr>
          <p:cNvSpPr/>
          <p:nvPr/>
        </p:nvSpPr>
        <p:spPr>
          <a:xfrm>
            <a:off x="1662820" y="3101487"/>
            <a:ext cx="4405353" cy="465086"/>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4" name="Google Shape;1322;p18">
            <a:extLst>
              <a:ext uri="{FF2B5EF4-FFF2-40B4-BE49-F238E27FC236}">
                <a16:creationId xmlns:a16="http://schemas.microsoft.com/office/drawing/2014/main" id="{0CA0A019-0A1D-DD17-0348-DFCF6DD22E2A}"/>
              </a:ext>
            </a:extLst>
          </p:cNvPr>
          <p:cNvSpPr/>
          <p:nvPr/>
        </p:nvSpPr>
        <p:spPr>
          <a:xfrm>
            <a:off x="6197568" y="3101487"/>
            <a:ext cx="4405353" cy="465086"/>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5" name="Google Shape;1322;p18">
            <a:extLst>
              <a:ext uri="{FF2B5EF4-FFF2-40B4-BE49-F238E27FC236}">
                <a16:creationId xmlns:a16="http://schemas.microsoft.com/office/drawing/2014/main" id="{00653BEA-83C2-9D41-7A0C-B06E7797982F}"/>
              </a:ext>
            </a:extLst>
          </p:cNvPr>
          <p:cNvSpPr/>
          <p:nvPr/>
        </p:nvSpPr>
        <p:spPr>
          <a:xfrm>
            <a:off x="355598" y="3657570"/>
            <a:ext cx="5734021" cy="259448"/>
          </a:xfrm>
          <a:prstGeom prst="homePlate">
            <a:avLst>
              <a:gd name="adj" fmla="val 50000"/>
            </a:avLst>
          </a:prstGeom>
          <a:solidFill>
            <a:srgbClr val="D5BFED"/>
          </a:solidFill>
          <a:ln>
            <a:noFill/>
          </a:ln>
        </p:spPr>
        <p:txBody>
          <a:bodyPr spcFirstLastPara="1" wrap="square" lIns="17998" tIns="17998" rIns="17998" bIns="17998" anchor="ctr" anchorCtr="0">
            <a:noAutofit/>
          </a:bodyPr>
          <a:lstStyle/>
          <a:p>
            <a:pPr marL="71986"/>
            <a:r>
              <a:rPr lang="ru-RU" sz="750" dirty="0">
                <a:latin typeface="Stapel" panose="020B0504020202020204" pitchFamily="34" charset="-52"/>
                <a:ea typeface="Arial"/>
                <a:cs typeface="Arial"/>
                <a:sym typeface="Arial"/>
              </a:rPr>
              <a:t>Здесь должен быть ваш текст</a:t>
            </a:r>
            <a:endParaRPr sz="750" dirty="0">
              <a:latin typeface="Stapel" panose="020B0504020202020204" pitchFamily="34" charset="-52"/>
              <a:ea typeface="Arial"/>
              <a:cs typeface="Arial"/>
              <a:sym typeface="Arial"/>
            </a:endParaRPr>
          </a:p>
        </p:txBody>
      </p:sp>
      <p:sp>
        <p:nvSpPr>
          <p:cNvPr id="36" name="Google Shape;1322;p18">
            <a:extLst>
              <a:ext uri="{FF2B5EF4-FFF2-40B4-BE49-F238E27FC236}">
                <a16:creationId xmlns:a16="http://schemas.microsoft.com/office/drawing/2014/main" id="{68F0C760-97A2-FE04-4AFE-C4D7921BAF62}"/>
              </a:ext>
            </a:extLst>
          </p:cNvPr>
          <p:cNvSpPr/>
          <p:nvPr/>
        </p:nvSpPr>
        <p:spPr>
          <a:xfrm>
            <a:off x="6197568" y="3657570"/>
            <a:ext cx="5625714" cy="259448"/>
          </a:xfrm>
          <a:prstGeom prst="homePlate">
            <a:avLst>
              <a:gd name="adj" fmla="val 50000"/>
            </a:avLst>
          </a:prstGeom>
          <a:solidFill>
            <a:srgbClr val="D5BFED"/>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pic>
        <p:nvPicPr>
          <p:cNvPr id="37" name="Image 4" descr=" ">
            <a:extLst>
              <a:ext uri="{FF2B5EF4-FFF2-40B4-BE49-F238E27FC236}">
                <a16:creationId xmlns:a16="http://schemas.microsoft.com/office/drawing/2014/main" id="{F22C9E11-573F-B1FC-508D-CA46A89D028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829989" y="3606777"/>
            <a:ext cx="12700" cy="2241258"/>
          </a:xfrm>
          <a:prstGeom prst="rect">
            <a:avLst/>
          </a:prstGeom>
        </p:spPr>
      </p:pic>
      <p:pic>
        <p:nvPicPr>
          <p:cNvPr id="38" name="Image 5" descr=" ">
            <a:extLst>
              <a:ext uri="{FF2B5EF4-FFF2-40B4-BE49-F238E27FC236}">
                <a16:creationId xmlns:a16="http://schemas.microsoft.com/office/drawing/2014/main" id="{EEEE8607-0432-6AD3-F146-34B68276AB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089619" y="3606777"/>
            <a:ext cx="12700" cy="2241258"/>
          </a:xfrm>
          <a:prstGeom prst="rect">
            <a:avLst/>
          </a:prstGeom>
        </p:spPr>
      </p:pic>
      <p:graphicFrame>
        <p:nvGraphicFramePr>
          <p:cNvPr id="39" name="Схема 38">
            <a:extLst>
              <a:ext uri="{FF2B5EF4-FFF2-40B4-BE49-F238E27FC236}">
                <a16:creationId xmlns:a16="http://schemas.microsoft.com/office/drawing/2014/main" id="{9AE801DE-0651-9F15-D736-5ECF7CC7CE58}"/>
              </a:ext>
            </a:extLst>
          </p:cNvPr>
          <p:cNvGraphicFramePr/>
          <p:nvPr>
            <p:extLst>
              <p:ext uri="{D42A27DB-BD31-4B8C-83A1-F6EECF244321}">
                <p14:modId xmlns:p14="http://schemas.microsoft.com/office/powerpoint/2010/main" val="3692111394"/>
              </p:ext>
            </p:extLst>
          </p:nvPr>
        </p:nvGraphicFramePr>
        <p:xfrm>
          <a:off x="334432" y="1062841"/>
          <a:ext cx="11654306" cy="33645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9" name="Заголовок 8">
            <a:extLst>
              <a:ext uri="{FF2B5EF4-FFF2-40B4-BE49-F238E27FC236}">
                <a16:creationId xmlns:a16="http://schemas.microsoft.com/office/drawing/2014/main" id="{11100625-A1C7-7C57-DB6A-A72CCB0DF008}"/>
              </a:ext>
            </a:extLst>
          </p:cNvPr>
          <p:cNvSpPr>
            <a:spLocks noGrp="1"/>
          </p:cNvSpPr>
          <p:nvPr>
            <p:ph type="title"/>
          </p:nvPr>
        </p:nvSpPr>
        <p:spPr/>
        <p:txBody>
          <a:bodyPr/>
          <a:lstStyle/>
          <a:p>
            <a:r>
              <a:rPr lang="ru-RU" dirty="0"/>
              <a:t>Направление 1. Дизайн операционной модели</a:t>
            </a:r>
          </a:p>
        </p:txBody>
      </p:sp>
    </p:spTree>
    <p:extLst>
      <p:ext uri="{BB962C8B-B14F-4D97-AF65-F5344CB8AC3E}">
        <p14:creationId xmlns:p14="http://schemas.microsoft.com/office/powerpoint/2010/main" val="22216365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Таблица 50">
            <a:extLst>
              <a:ext uri="{FF2B5EF4-FFF2-40B4-BE49-F238E27FC236}">
                <a16:creationId xmlns:a16="http://schemas.microsoft.com/office/drawing/2014/main" id="{8589C7D8-E887-90AB-B6FE-64CB79C5F096}"/>
              </a:ext>
            </a:extLst>
          </p:cNvPr>
          <p:cNvGraphicFramePr>
            <a:graphicFrameLocks noGrp="1"/>
          </p:cNvGraphicFramePr>
          <p:nvPr/>
        </p:nvGraphicFramePr>
        <p:xfrm>
          <a:off x="355598" y="1467720"/>
          <a:ext cx="11474388" cy="2596198"/>
        </p:xfrm>
        <a:graphic>
          <a:graphicData uri="http://schemas.openxmlformats.org/drawingml/2006/table">
            <a:tbl>
              <a:tblPr firstRow="1" bandRow="1">
                <a:tableStyleId>{5C22544A-7EE6-4342-B048-85BDC9FD1C3A}</a:tableStyleId>
              </a:tblPr>
              <a:tblGrid>
                <a:gridCol w="2868597">
                  <a:extLst>
                    <a:ext uri="{9D8B030D-6E8A-4147-A177-3AD203B41FA5}">
                      <a16:colId xmlns:a16="http://schemas.microsoft.com/office/drawing/2014/main" val="3863623165"/>
                    </a:ext>
                  </a:extLst>
                </a:gridCol>
                <a:gridCol w="2868597">
                  <a:extLst>
                    <a:ext uri="{9D8B030D-6E8A-4147-A177-3AD203B41FA5}">
                      <a16:colId xmlns:a16="http://schemas.microsoft.com/office/drawing/2014/main" val="688726039"/>
                    </a:ext>
                  </a:extLst>
                </a:gridCol>
                <a:gridCol w="2868597">
                  <a:extLst>
                    <a:ext uri="{9D8B030D-6E8A-4147-A177-3AD203B41FA5}">
                      <a16:colId xmlns:a16="http://schemas.microsoft.com/office/drawing/2014/main" val="1932324469"/>
                    </a:ext>
                  </a:extLst>
                </a:gridCol>
                <a:gridCol w="2868597">
                  <a:extLst>
                    <a:ext uri="{9D8B030D-6E8A-4147-A177-3AD203B41FA5}">
                      <a16:colId xmlns:a16="http://schemas.microsoft.com/office/drawing/2014/main" val="1561140666"/>
                    </a:ext>
                  </a:extLst>
                </a:gridCol>
              </a:tblGrid>
              <a:tr h="358357">
                <a:tc gridSpan="4">
                  <a:txBody>
                    <a:bodyPr/>
                    <a:lstStyle/>
                    <a:p>
                      <a:pPr algn="ctr"/>
                      <a:r>
                        <a:rPr lang="ru-RU" sz="1200" b="0" dirty="0">
                          <a:solidFill>
                            <a:schemeClr val="tx1"/>
                          </a:solidFill>
                          <a:latin typeface="+mn-lt"/>
                        </a:rPr>
                        <a:t>2023</a:t>
                      </a:r>
                    </a:p>
                  </a:txBody>
                  <a:tcPr marL="45714" marR="45714" marT="22857" marB="22857" anchor="ctr">
                    <a:lnL w="12700" cap="flat" cmpd="sng" algn="ctr">
                      <a:solidFill>
                        <a:srgbClr val="000000">
                          <a:alpha val="10196"/>
                        </a:srgbClr>
                      </a:solidFill>
                      <a:prstDash val="solid"/>
                      <a:round/>
                      <a:headEnd type="none" w="med" len="med"/>
                      <a:tailEnd type="none" w="med" len="med"/>
                    </a:lnL>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ru-RU" sz="1000" dirty="0">
                        <a:solidFill>
                          <a:schemeClr val="tx1"/>
                        </a:solidFill>
                        <a:latin typeface="+mn-lt"/>
                      </a:endParaRPr>
                    </a:p>
                  </a:txBody>
                  <a:tcPr marL="45714" marR="45714"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hMerge="1">
                  <a:txBody>
                    <a:bodyPr/>
                    <a:lstStyle/>
                    <a:p>
                      <a:pPr algn="ctr"/>
                      <a:endParaRPr lang="ru-RU" sz="2000" dirty="0">
                        <a:solidFill>
                          <a:schemeClr val="tx1"/>
                        </a:solidFill>
                        <a:latin typeface="+mn-lt"/>
                      </a:endParaRPr>
                    </a:p>
                  </a:txBody>
                  <a:tcPr anchor="ctr">
                    <a:lnB w="28575" cap="flat" cmpd="sng" algn="ctr">
                      <a:solidFill>
                        <a:schemeClr val="tx1"/>
                      </a:solidFill>
                      <a:prstDash val="solid"/>
                      <a:round/>
                      <a:headEnd type="none" w="med" len="med"/>
                      <a:tailEnd type="none" w="med" len="med"/>
                    </a:lnB>
                    <a:noFill/>
                  </a:tcPr>
                </a:tc>
                <a:tc hMerge="1">
                  <a:txBody>
                    <a:bodyPr/>
                    <a:lstStyle/>
                    <a:p>
                      <a:pPr algn="ctr"/>
                      <a:endParaRPr lang="ru-RU" sz="2000" dirty="0">
                        <a:solidFill>
                          <a:schemeClr val="tx1"/>
                        </a:solidFill>
                        <a:latin typeface="+mn-lt"/>
                      </a:endParaRPr>
                    </a:p>
                  </a:txBody>
                  <a:tcPr anchor="ctr">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7835543"/>
                  </a:ext>
                </a:extLst>
              </a:tr>
              <a:tr h="2237841">
                <a:tc>
                  <a:txBody>
                    <a:bodyPr/>
                    <a:lstStyle/>
                    <a:p>
                      <a:pPr algn="ctr"/>
                      <a:r>
                        <a:rPr lang="ru-RU" sz="1000" dirty="0">
                          <a:solidFill>
                            <a:schemeClr val="tx1"/>
                          </a:solidFill>
                          <a:latin typeface="+mn-lt"/>
                        </a:rPr>
                        <a:t>М9</a:t>
                      </a:r>
                    </a:p>
                  </a:txBody>
                  <a:tcPr marL="53993" marR="53993" marT="53993" marB="53993">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tc>
                  <a:txBody>
                    <a:bodyPr/>
                    <a:lstStyle/>
                    <a:p>
                      <a:pPr algn="ctr"/>
                      <a:r>
                        <a:rPr lang="ru-RU" sz="1000" dirty="0">
                          <a:solidFill>
                            <a:schemeClr val="tx1"/>
                          </a:solidFill>
                          <a:latin typeface="+mn-lt"/>
                        </a:rPr>
                        <a:t>М10</a:t>
                      </a:r>
                    </a:p>
                  </a:txBody>
                  <a:tcPr marL="53993" marR="53993" marT="53993" marB="53993">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tc>
                  <a:txBody>
                    <a:bodyPr/>
                    <a:lstStyle/>
                    <a:p>
                      <a:pPr algn="ctr"/>
                      <a:r>
                        <a:rPr lang="ru-RU" sz="1000" dirty="0">
                          <a:solidFill>
                            <a:schemeClr val="tx1"/>
                          </a:solidFill>
                          <a:latin typeface="+mn-lt"/>
                        </a:rPr>
                        <a:t>М11</a:t>
                      </a:r>
                    </a:p>
                  </a:txBody>
                  <a:tcPr marL="53993" marR="53993" marT="53993" marB="53993">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tc>
                  <a:txBody>
                    <a:bodyPr/>
                    <a:lstStyle/>
                    <a:p>
                      <a:pPr algn="ctr"/>
                      <a:r>
                        <a:rPr lang="ru-RU" sz="1000" dirty="0">
                          <a:solidFill>
                            <a:schemeClr val="tx1"/>
                          </a:solidFill>
                          <a:latin typeface="+mn-lt"/>
                        </a:rPr>
                        <a:t>М12</a:t>
                      </a:r>
                    </a:p>
                  </a:txBody>
                  <a:tcPr marL="53993" marR="53993" marT="53993" marB="53993">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1506008921"/>
                  </a:ext>
                </a:extLst>
              </a:tr>
            </a:tbl>
          </a:graphicData>
        </a:graphic>
      </p:graphicFrame>
      <p:sp>
        <p:nvSpPr>
          <p:cNvPr id="3" name="Текст 2">
            <a:extLst>
              <a:ext uri="{FF2B5EF4-FFF2-40B4-BE49-F238E27FC236}">
                <a16:creationId xmlns:a16="http://schemas.microsoft.com/office/drawing/2014/main" id="{D4B38D70-CC9A-E995-02DF-DAD1F4ED0B82}"/>
              </a:ext>
            </a:extLst>
          </p:cNvPr>
          <p:cNvSpPr>
            <a:spLocks noGrp="1"/>
          </p:cNvSpPr>
          <p:nvPr>
            <p:ph type="body" sz="quarter" idx="34"/>
          </p:nvPr>
        </p:nvSpPr>
        <p:spPr>
          <a:xfrm>
            <a:off x="404813" y="4687888"/>
            <a:ext cx="2736850" cy="552908"/>
          </a:xfrm>
        </p:spPr>
        <p:txBody>
          <a:bodyPr/>
          <a:lstStyle/>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p:txBody>
      </p:sp>
      <p:sp>
        <p:nvSpPr>
          <p:cNvPr id="4" name="Текст 3">
            <a:extLst>
              <a:ext uri="{FF2B5EF4-FFF2-40B4-BE49-F238E27FC236}">
                <a16:creationId xmlns:a16="http://schemas.microsoft.com/office/drawing/2014/main" id="{167C600F-55B8-CD59-DA83-630DE2FD3525}"/>
              </a:ext>
            </a:extLst>
          </p:cNvPr>
          <p:cNvSpPr>
            <a:spLocks noGrp="1"/>
          </p:cNvSpPr>
          <p:nvPr>
            <p:ph type="body" sz="quarter" idx="35"/>
          </p:nvPr>
        </p:nvSpPr>
        <p:spPr>
          <a:xfrm>
            <a:off x="3298825" y="4687888"/>
            <a:ext cx="2735263" cy="552908"/>
          </a:xfrm>
        </p:spPr>
        <p:txBody>
          <a:bodyPr/>
          <a:lstStyle/>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p:txBody>
      </p:sp>
      <p:sp>
        <p:nvSpPr>
          <p:cNvPr id="5" name="Текст 4">
            <a:extLst>
              <a:ext uri="{FF2B5EF4-FFF2-40B4-BE49-F238E27FC236}">
                <a16:creationId xmlns:a16="http://schemas.microsoft.com/office/drawing/2014/main" id="{36FC11A1-9710-EB03-E415-DC248F64036E}"/>
              </a:ext>
            </a:extLst>
          </p:cNvPr>
          <p:cNvSpPr>
            <a:spLocks noGrp="1"/>
          </p:cNvSpPr>
          <p:nvPr>
            <p:ph type="body" sz="quarter" idx="36"/>
          </p:nvPr>
        </p:nvSpPr>
        <p:spPr>
          <a:xfrm>
            <a:off x="6194425" y="4687888"/>
            <a:ext cx="2735263" cy="552908"/>
          </a:xfrm>
        </p:spPr>
        <p:txBody>
          <a:bodyPr/>
          <a:lstStyle/>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p:txBody>
      </p:sp>
      <p:sp>
        <p:nvSpPr>
          <p:cNvPr id="6" name="Текст 5">
            <a:extLst>
              <a:ext uri="{FF2B5EF4-FFF2-40B4-BE49-F238E27FC236}">
                <a16:creationId xmlns:a16="http://schemas.microsoft.com/office/drawing/2014/main" id="{CE6675D7-2A15-E0EB-E7DB-E51CA671A7E9}"/>
              </a:ext>
            </a:extLst>
          </p:cNvPr>
          <p:cNvSpPr>
            <a:spLocks noGrp="1"/>
          </p:cNvSpPr>
          <p:nvPr>
            <p:ph type="body" sz="quarter" idx="37"/>
          </p:nvPr>
        </p:nvSpPr>
        <p:spPr>
          <a:xfrm>
            <a:off x="9088438" y="4687888"/>
            <a:ext cx="2735262" cy="552908"/>
          </a:xfrm>
        </p:spPr>
        <p:txBody>
          <a:bodyPr/>
          <a:lstStyle/>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p:txBody>
      </p:sp>
      <p:sp>
        <p:nvSpPr>
          <p:cNvPr id="7" name="Номер слайда 6">
            <a:extLst>
              <a:ext uri="{FF2B5EF4-FFF2-40B4-BE49-F238E27FC236}">
                <a16:creationId xmlns:a16="http://schemas.microsoft.com/office/drawing/2014/main" id="{8EF6CCBE-1CDF-5050-35DD-5BA10B7D9398}"/>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35</a:t>
            </a:fld>
            <a:endParaRPr lang="ru-RU" dirty="0"/>
          </a:p>
        </p:txBody>
      </p:sp>
      <p:sp>
        <p:nvSpPr>
          <p:cNvPr id="50" name="Текст 49">
            <a:extLst>
              <a:ext uri="{FF2B5EF4-FFF2-40B4-BE49-F238E27FC236}">
                <a16:creationId xmlns:a16="http://schemas.microsoft.com/office/drawing/2014/main" id="{D9B2DE74-AB7B-B931-AD29-DF60E08C800F}"/>
              </a:ext>
            </a:extLst>
          </p:cNvPr>
          <p:cNvSpPr>
            <a:spLocks noGrp="1"/>
          </p:cNvSpPr>
          <p:nvPr>
            <p:ph type="body" sz="quarter" idx="41"/>
          </p:nvPr>
        </p:nvSpPr>
        <p:spPr/>
        <p:txBody>
          <a:bodyPr/>
          <a:lstStyle/>
          <a:p>
            <a:r>
              <a:rPr lang="ru-RU" dirty="0"/>
              <a:t>Результаты</a:t>
            </a:r>
          </a:p>
        </p:txBody>
      </p:sp>
      <p:sp>
        <p:nvSpPr>
          <p:cNvPr id="47" name="Объект 46">
            <a:extLst>
              <a:ext uri="{FF2B5EF4-FFF2-40B4-BE49-F238E27FC236}">
                <a16:creationId xmlns:a16="http://schemas.microsoft.com/office/drawing/2014/main" id="{DA700051-E962-31F4-3864-3C8B716FEC6C}"/>
              </a:ext>
            </a:extLst>
          </p:cNvPr>
          <p:cNvSpPr>
            <a:spLocks noGrp="1"/>
          </p:cNvSpPr>
          <p:nvPr>
            <p:ph sz="quarter" idx="29"/>
          </p:nvPr>
        </p:nvSpPr>
        <p:spPr>
          <a:xfrm>
            <a:off x="601362" y="6119359"/>
            <a:ext cx="2229354" cy="112467"/>
          </a:xfrm>
        </p:spPr>
        <p:txBody>
          <a:bodyPr/>
          <a:lstStyle/>
          <a:p>
            <a:r>
              <a:rPr lang="ru-RU" dirty="0"/>
              <a:t>Здесь должен быть ваш текст</a:t>
            </a:r>
          </a:p>
        </p:txBody>
      </p:sp>
      <p:sp>
        <p:nvSpPr>
          <p:cNvPr id="48" name="Объект 47">
            <a:extLst>
              <a:ext uri="{FF2B5EF4-FFF2-40B4-BE49-F238E27FC236}">
                <a16:creationId xmlns:a16="http://schemas.microsoft.com/office/drawing/2014/main" id="{80B10EF2-C4E7-8294-E6C8-26A1CAA5A3C7}"/>
              </a:ext>
            </a:extLst>
          </p:cNvPr>
          <p:cNvSpPr>
            <a:spLocks noGrp="1"/>
          </p:cNvSpPr>
          <p:nvPr>
            <p:ph sz="quarter" idx="30"/>
          </p:nvPr>
        </p:nvSpPr>
        <p:spPr>
          <a:xfrm>
            <a:off x="3477966" y="6119359"/>
            <a:ext cx="2229354" cy="112467"/>
          </a:xfrm>
        </p:spPr>
        <p:txBody>
          <a:bodyPr/>
          <a:lstStyle/>
          <a:p>
            <a:r>
              <a:rPr lang="ru-RU" dirty="0"/>
              <a:t>Здесь должен быть ваш текст</a:t>
            </a:r>
          </a:p>
        </p:txBody>
      </p:sp>
      <p:sp>
        <p:nvSpPr>
          <p:cNvPr id="49" name="Объект 48">
            <a:extLst>
              <a:ext uri="{FF2B5EF4-FFF2-40B4-BE49-F238E27FC236}">
                <a16:creationId xmlns:a16="http://schemas.microsoft.com/office/drawing/2014/main" id="{696A890F-E4F8-25C5-1F9D-E9C2574EBBC5}"/>
              </a:ext>
            </a:extLst>
          </p:cNvPr>
          <p:cNvSpPr>
            <a:spLocks noGrp="1"/>
          </p:cNvSpPr>
          <p:nvPr>
            <p:ph sz="quarter" idx="31"/>
          </p:nvPr>
        </p:nvSpPr>
        <p:spPr>
          <a:xfrm>
            <a:off x="6453657" y="6119359"/>
            <a:ext cx="2229354" cy="112467"/>
          </a:xfrm>
        </p:spPr>
        <p:txBody>
          <a:bodyPr/>
          <a:lstStyle/>
          <a:p>
            <a:r>
              <a:rPr lang="ru-RU" dirty="0"/>
              <a:t>Здесь должен быть ваш текст</a:t>
            </a:r>
          </a:p>
        </p:txBody>
      </p:sp>
      <p:sp>
        <p:nvSpPr>
          <p:cNvPr id="14" name="Shape 0">
            <a:extLst>
              <a:ext uri="{FF2B5EF4-FFF2-40B4-BE49-F238E27FC236}">
                <a16:creationId xmlns:a16="http://schemas.microsoft.com/office/drawing/2014/main" id="{B7F3D76F-3B67-F3CF-5BD6-AB170EDA68F5}"/>
              </a:ext>
            </a:extLst>
          </p:cNvPr>
          <p:cNvSpPr/>
          <p:nvPr/>
        </p:nvSpPr>
        <p:spPr>
          <a:xfrm>
            <a:off x="355599" y="1816310"/>
            <a:ext cx="11480740" cy="1968244"/>
          </a:xfrm>
          <a:prstGeom prst="rect">
            <a:avLst/>
          </a:prstGeom>
          <a:noFill/>
          <a:ln/>
        </p:spPr>
      </p:sp>
      <p:sp>
        <p:nvSpPr>
          <p:cNvPr id="15" name="Shape 37">
            <a:extLst>
              <a:ext uri="{FF2B5EF4-FFF2-40B4-BE49-F238E27FC236}">
                <a16:creationId xmlns:a16="http://schemas.microsoft.com/office/drawing/2014/main" id="{30DBD4F6-D743-CE32-CEEA-5A4E3BCD2368}"/>
              </a:ext>
            </a:extLst>
          </p:cNvPr>
          <p:cNvSpPr/>
          <p:nvPr/>
        </p:nvSpPr>
        <p:spPr>
          <a:xfrm>
            <a:off x="11785539" y="3022653"/>
            <a:ext cx="101599" cy="101587"/>
          </a:xfrm>
          <a:prstGeom prst="rect">
            <a:avLst/>
          </a:prstGeom>
          <a:noFill/>
          <a:ln/>
        </p:spPr>
      </p:sp>
      <p:pic>
        <p:nvPicPr>
          <p:cNvPr id="16" name="Image 23" descr=" ">
            <a:extLst>
              <a:ext uri="{FF2B5EF4-FFF2-40B4-BE49-F238E27FC236}">
                <a16:creationId xmlns:a16="http://schemas.microsoft.com/office/drawing/2014/main" id="{81E3902F-CC68-D7E8-B1FA-A8DFC8DB86F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785539" y="3022653"/>
            <a:ext cx="101599" cy="101587"/>
          </a:xfrm>
          <a:prstGeom prst="rect">
            <a:avLst/>
          </a:prstGeom>
        </p:spPr>
      </p:pic>
      <p:pic>
        <p:nvPicPr>
          <p:cNvPr id="17" name="Image 24" descr=" ">
            <a:extLst>
              <a:ext uri="{FF2B5EF4-FFF2-40B4-BE49-F238E27FC236}">
                <a16:creationId xmlns:a16="http://schemas.microsoft.com/office/drawing/2014/main" id="{45CDB7BB-45E4-FCCB-8E25-FDC84BD1DA0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794004" y="3033243"/>
            <a:ext cx="84676" cy="80431"/>
          </a:xfrm>
          <a:prstGeom prst="rect">
            <a:avLst/>
          </a:prstGeom>
        </p:spPr>
      </p:pic>
      <p:sp>
        <p:nvSpPr>
          <p:cNvPr id="18" name="Shape 38">
            <a:extLst>
              <a:ext uri="{FF2B5EF4-FFF2-40B4-BE49-F238E27FC236}">
                <a16:creationId xmlns:a16="http://schemas.microsoft.com/office/drawing/2014/main" id="{95A9AA83-B520-0F9A-F6DE-62BB8493D457}"/>
              </a:ext>
            </a:extLst>
          </p:cNvPr>
          <p:cNvSpPr/>
          <p:nvPr/>
        </p:nvSpPr>
        <p:spPr>
          <a:xfrm>
            <a:off x="6045169" y="3022653"/>
            <a:ext cx="101599" cy="101587"/>
          </a:xfrm>
          <a:prstGeom prst="rect">
            <a:avLst/>
          </a:prstGeom>
          <a:noFill/>
          <a:ln/>
        </p:spPr>
      </p:sp>
      <p:pic>
        <p:nvPicPr>
          <p:cNvPr id="19" name="Image 25" descr=" ">
            <a:extLst>
              <a:ext uri="{FF2B5EF4-FFF2-40B4-BE49-F238E27FC236}">
                <a16:creationId xmlns:a16="http://schemas.microsoft.com/office/drawing/2014/main" id="{4C1AC9E1-4853-8379-5F7E-58A42B6F866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45169" y="3022653"/>
            <a:ext cx="101599" cy="101587"/>
          </a:xfrm>
          <a:prstGeom prst="rect">
            <a:avLst/>
          </a:prstGeom>
        </p:spPr>
      </p:pic>
      <p:pic>
        <p:nvPicPr>
          <p:cNvPr id="20" name="Image 26" descr=" ">
            <a:extLst>
              <a:ext uri="{FF2B5EF4-FFF2-40B4-BE49-F238E27FC236}">
                <a16:creationId xmlns:a16="http://schemas.microsoft.com/office/drawing/2014/main" id="{2D76F448-60E3-2DCB-031D-8C9511BDBFA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53634" y="3033243"/>
            <a:ext cx="84676" cy="80431"/>
          </a:xfrm>
          <a:prstGeom prst="rect">
            <a:avLst/>
          </a:prstGeom>
        </p:spPr>
      </p:pic>
      <p:sp>
        <p:nvSpPr>
          <p:cNvPr id="21" name="Shape 39">
            <a:extLst>
              <a:ext uri="{FF2B5EF4-FFF2-40B4-BE49-F238E27FC236}">
                <a16:creationId xmlns:a16="http://schemas.microsoft.com/office/drawing/2014/main" id="{E97A3597-E1FC-C042-1CDD-141BD7EB9FBF}"/>
              </a:ext>
            </a:extLst>
          </p:cNvPr>
          <p:cNvSpPr/>
          <p:nvPr/>
        </p:nvSpPr>
        <p:spPr>
          <a:xfrm>
            <a:off x="11785539" y="3555983"/>
            <a:ext cx="101599" cy="101587"/>
          </a:xfrm>
          <a:prstGeom prst="rect">
            <a:avLst/>
          </a:prstGeom>
          <a:noFill/>
          <a:ln/>
        </p:spPr>
      </p:sp>
      <p:pic>
        <p:nvPicPr>
          <p:cNvPr id="22" name="Image 27" descr=" ">
            <a:extLst>
              <a:ext uri="{FF2B5EF4-FFF2-40B4-BE49-F238E27FC236}">
                <a16:creationId xmlns:a16="http://schemas.microsoft.com/office/drawing/2014/main" id="{69B5045F-CFB0-3A1C-7C12-918F30257B1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785539" y="3555983"/>
            <a:ext cx="101599" cy="101587"/>
          </a:xfrm>
          <a:prstGeom prst="rect">
            <a:avLst/>
          </a:prstGeom>
        </p:spPr>
      </p:pic>
      <p:pic>
        <p:nvPicPr>
          <p:cNvPr id="23" name="Image 28" descr=" ">
            <a:extLst>
              <a:ext uri="{FF2B5EF4-FFF2-40B4-BE49-F238E27FC236}">
                <a16:creationId xmlns:a16="http://schemas.microsoft.com/office/drawing/2014/main" id="{1DCE468F-1230-74D9-40A4-CA27DC90AA1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794004" y="3566574"/>
            <a:ext cx="84676" cy="80431"/>
          </a:xfrm>
          <a:prstGeom prst="rect">
            <a:avLst/>
          </a:prstGeom>
        </p:spPr>
      </p:pic>
      <p:sp>
        <p:nvSpPr>
          <p:cNvPr id="24" name="Shape 40">
            <a:extLst>
              <a:ext uri="{FF2B5EF4-FFF2-40B4-BE49-F238E27FC236}">
                <a16:creationId xmlns:a16="http://schemas.microsoft.com/office/drawing/2014/main" id="{71ABF5AE-F2B1-5EF6-24CF-BB2A2D73B27F}"/>
              </a:ext>
            </a:extLst>
          </p:cNvPr>
          <p:cNvSpPr/>
          <p:nvPr/>
        </p:nvSpPr>
        <p:spPr>
          <a:xfrm>
            <a:off x="6045169" y="3555983"/>
            <a:ext cx="101599" cy="101587"/>
          </a:xfrm>
          <a:prstGeom prst="rect">
            <a:avLst/>
          </a:prstGeom>
          <a:noFill/>
          <a:ln/>
        </p:spPr>
      </p:sp>
      <p:pic>
        <p:nvPicPr>
          <p:cNvPr id="25" name="Image 29" descr=" ">
            <a:extLst>
              <a:ext uri="{FF2B5EF4-FFF2-40B4-BE49-F238E27FC236}">
                <a16:creationId xmlns:a16="http://schemas.microsoft.com/office/drawing/2014/main" id="{D8360C59-172C-A277-3F42-C824D882A34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45169" y="3555983"/>
            <a:ext cx="101599" cy="101587"/>
          </a:xfrm>
          <a:prstGeom prst="rect">
            <a:avLst/>
          </a:prstGeom>
        </p:spPr>
      </p:pic>
      <p:pic>
        <p:nvPicPr>
          <p:cNvPr id="26" name="Image 30" descr=" ">
            <a:extLst>
              <a:ext uri="{FF2B5EF4-FFF2-40B4-BE49-F238E27FC236}">
                <a16:creationId xmlns:a16="http://schemas.microsoft.com/office/drawing/2014/main" id="{22E9F983-760D-C672-A6CB-E8268439DE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53634" y="3566574"/>
            <a:ext cx="84676" cy="80431"/>
          </a:xfrm>
          <a:prstGeom prst="rect">
            <a:avLst/>
          </a:prstGeom>
        </p:spPr>
      </p:pic>
      <p:sp>
        <p:nvSpPr>
          <p:cNvPr id="27" name="Text 41">
            <a:extLst>
              <a:ext uri="{FF2B5EF4-FFF2-40B4-BE49-F238E27FC236}">
                <a16:creationId xmlns:a16="http://schemas.microsoft.com/office/drawing/2014/main" id="{454B7121-38E7-6169-FD8E-EAE23AD0241E}"/>
              </a:ext>
            </a:extLst>
          </p:cNvPr>
          <p:cNvSpPr/>
          <p:nvPr/>
        </p:nvSpPr>
        <p:spPr>
          <a:xfrm>
            <a:off x="10151481" y="2171864"/>
            <a:ext cx="499531" cy="182010"/>
          </a:xfrm>
          <a:prstGeom prst="rect">
            <a:avLst/>
          </a:prstGeom>
          <a:noFill/>
          <a:ln/>
        </p:spPr>
        <p:txBody>
          <a:bodyPr wrap="square" lIns="0" tIns="0" rIns="0" bIns="0" rtlCol="0" anchor="t"/>
          <a:lstStyle/>
          <a:p>
            <a:pPr algn="ct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УК-1</a:t>
            </a:r>
            <a:endParaRPr lang="en-US" sz="1000" dirty="0"/>
          </a:p>
        </p:txBody>
      </p:sp>
      <p:sp>
        <p:nvSpPr>
          <p:cNvPr id="28" name="Shape 42">
            <a:extLst>
              <a:ext uri="{FF2B5EF4-FFF2-40B4-BE49-F238E27FC236}">
                <a16:creationId xmlns:a16="http://schemas.microsoft.com/office/drawing/2014/main" id="{B0606F75-46DC-DD6F-6D92-CF9E2DABA021}"/>
              </a:ext>
            </a:extLst>
          </p:cNvPr>
          <p:cNvSpPr/>
          <p:nvPr/>
        </p:nvSpPr>
        <p:spPr>
          <a:xfrm>
            <a:off x="10375846" y="2089325"/>
            <a:ext cx="50800" cy="50793"/>
          </a:xfrm>
          <a:prstGeom prst="rect">
            <a:avLst/>
          </a:prstGeom>
          <a:solidFill>
            <a:srgbClr val="722BC3">
              <a:alpha val="100000"/>
            </a:srgbClr>
          </a:solidFill>
          <a:ln/>
        </p:spPr>
      </p:sp>
      <p:sp>
        <p:nvSpPr>
          <p:cNvPr id="29" name="Google Shape;1322;p18">
            <a:extLst>
              <a:ext uri="{FF2B5EF4-FFF2-40B4-BE49-F238E27FC236}">
                <a16:creationId xmlns:a16="http://schemas.microsoft.com/office/drawing/2014/main" id="{7E9A3C34-9812-F52C-9103-5625F8E83763}"/>
              </a:ext>
            </a:extLst>
          </p:cNvPr>
          <p:cNvSpPr/>
          <p:nvPr/>
        </p:nvSpPr>
        <p:spPr>
          <a:xfrm>
            <a:off x="355598" y="2166383"/>
            <a:ext cx="4133829" cy="259448"/>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0" name="Google Shape;1322;p18">
            <a:extLst>
              <a:ext uri="{FF2B5EF4-FFF2-40B4-BE49-F238E27FC236}">
                <a16:creationId xmlns:a16="http://schemas.microsoft.com/office/drawing/2014/main" id="{429D5EAE-647E-844B-59C3-A44AD0D1E7F1}"/>
              </a:ext>
            </a:extLst>
          </p:cNvPr>
          <p:cNvSpPr/>
          <p:nvPr/>
        </p:nvSpPr>
        <p:spPr>
          <a:xfrm>
            <a:off x="355597" y="2476599"/>
            <a:ext cx="5698036" cy="259448"/>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1" name="Google Shape;1322;p18">
            <a:extLst>
              <a:ext uri="{FF2B5EF4-FFF2-40B4-BE49-F238E27FC236}">
                <a16:creationId xmlns:a16="http://schemas.microsoft.com/office/drawing/2014/main" id="{65791FDA-352D-A2D3-75D0-339093C75C8E}"/>
              </a:ext>
            </a:extLst>
          </p:cNvPr>
          <p:cNvSpPr/>
          <p:nvPr/>
        </p:nvSpPr>
        <p:spPr>
          <a:xfrm>
            <a:off x="355598" y="2773795"/>
            <a:ext cx="4405353" cy="259448"/>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2" name="Google Shape;1322;p18">
            <a:extLst>
              <a:ext uri="{FF2B5EF4-FFF2-40B4-BE49-F238E27FC236}">
                <a16:creationId xmlns:a16="http://schemas.microsoft.com/office/drawing/2014/main" id="{1DEB5F62-F9DD-CF2F-A58B-37CB2C1C6BBA}"/>
              </a:ext>
            </a:extLst>
          </p:cNvPr>
          <p:cNvSpPr/>
          <p:nvPr/>
        </p:nvSpPr>
        <p:spPr>
          <a:xfrm>
            <a:off x="4540226" y="2166383"/>
            <a:ext cx="4133829" cy="259448"/>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3" name="Google Shape;1322;p18">
            <a:extLst>
              <a:ext uri="{FF2B5EF4-FFF2-40B4-BE49-F238E27FC236}">
                <a16:creationId xmlns:a16="http://schemas.microsoft.com/office/drawing/2014/main" id="{03F44E8D-17D0-B8BC-F2C1-7BCE910BE340}"/>
              </a:ext>
            </a:extLst>
          </p:cNvPr>
          <p:cNvSpPr/>
          <p:nvPr/>
        </p:nvSpPr>
        <p:spPr>
          <a:xfrm>
            <a:off x="1662820" y="3101487"/>
            <a:ext cx="4405353" cy="465086"/>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4" name="Google Shape;1322;p18">
            <a:extLst>
              <a:ext uri="{FF2B5EF4-FFF2-40B4-BE49-F238E27FC236}">
                <a16:creationId xmlns:a16="http://schemas.microsoft.com/office/drawing/2014/main" id="{0CA0A019-0A1D-DD17-0348-DFCF6DD22E2A}"/>
              </a:ext>
            </a:extLst>
          </p:cNvPr>
          <p:cNvSpPr/>
          <p:nvPr/>
        </p:nvSpPr>
        <p:spPr>
          <a:xfrm>
            <a:off x="6197568" y="3101487"/>
            <a:ext cx="4405353" cy="465086"/>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5" name="Google Shape;1322;p18">
            <a:extLst>
              <a:ext uri="{FF2B5EF4-FFF2-40B4-BE49-F238E27FC236}">
                <a16:creationId xmlns:a16="http://schemas.microsoft.com/office/drawing/2014/main" id="{00653BEA-83C2-9D41-7A0C-B06E7797982F}"/>
              </a:ext>
            </a:extLst>
          </p:cNvPr>
          <p:cNvSpPr/>
          <p:nvPr/>
        </p:nvSpPr>
        <p:spPr>
          <a:xfrm>
            <a:off x="355598" y="3657570"/>
            <a:ext cx="5734021" cy="259448"/>
          </a:xfrm>
          <a:prstGeom prst="homePlate">
            <a:avLst>
              <a:gd name="adj" fmla="val 50000"/>
            </a:avLst>
          </a:prstGeom>
          <a:solidFill>
            <a:srgbClr val="ECB5E5"/>
          </a:solidFill>
          <a:ln>
            <a:noFill/>
          </a:ln>
        </p:spPr>
        <p:txBody>
          <a:bodyPr spcFirstLastPara="1" wrap="square" lIns="17998" tIns="17998" rIns="17998" bIns="17998" anchor="ctr" anchorCtr="0">
            <a:noAutofit/>
          </a:bodyPr>
          <a:lstStyle/>
          <a:p>
            <a:pPr marL="71986"/>
            <a:r>
              <a:rPr lang="ru-RU" sz="750" dirty="0">
                <a:latin typeface="Stapel" panose="020B0504020202020204" pitchFamily="34" charset="-52"/>
                <a:ea typeface="Arial"/>
                <a:cs typeface="Arial"/>
                <a:sym typeface="Arial"/>
              </a:rPr>
              <a:t>Здесь должен быть ваш текст</a:t>
            </a:r>
            <a:endParaRPr sz="750" dirty="0">
              <a:latin typeface="Stapel" panose="020B0504020202020204" pitchFamily="34" charset="-52"/>
              <a:ea typeface="Arial"/>
              <a:cs typeface="Arial"/>
              <a:sym typeface="Arial"/>
            </a:endParaRPr>
          </a:p>
        </p:txBody>
      </p:sp>
      <p:sp>
        <p:nvSpPr>
          <p:cNvPr id="36" name="Google Shape;1322;p18">
            <a:extLst>
              <a:ext uri="{FF2B5EF4-FFF2-40B4-BE49-F238E27FC236}">
                <a16:creationId xmlns:a16="http://schemas.microsoft.com/office/drawing/2014/main" id="{68F0C760-97A2-FE04-4AFE-C4D7921BAF62}"/>
              </a:ext>
            </a:extLst>
          </p:cNvPr>
          <p:cNvSpPr/>
          <p:nvPr/>
        </p:nvSpPr>
        <p:spPr>
          <a:xfrm>
            <a:off x="6197568" y="3657570"/>
            <a:ext cx="5625714" cy="259448"/>
          </a:xfrm>
          <a:prstGeom prst="homePlate">
            <a:avLst>
              <a:gd name="adj" fmla="val 50000"/>
            </a:avLst>
          </a:prstGeom>
          <a:solidFill>
            <a:srgbClr val="ECB5E5"/>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pic>
        <p:nvPicPr>
          <p:cNvPr id="37" name="Image 4" descr=" ">
            <a:extLst>
              <a:ext uri="{FF2B5EF4-FFF2-40B4-BE49-F238E27FC236}">
                <a16:creationId xmlns:a16="http://schemas.microsoft.com/office/drawing/2014/main" id="{F22C9E11-573F-B1FC-508D-CA46A89D028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829989" y="3606777"/>
            <a:ext cx="12700" cy="2241258"/>
          </a:xfrm>
          <a:prstGeom prst="rect">
            <a:avLst/>
          </a:prstGeom>
        </p:spPr>
      </p:pic>
      <p:pic>
        <p:nvPicPr>
          <p:cNvPr id="38" name="Image 5" descr=" ">
            <a:extLst>
              <a:ext uri="{FF2B5EF4-FFF2-40B4-BE49-F238E27FC236}">
                <a16:creationId xmlns:a16="http://schemas.microsoft.com/office/drawing/2014/main" id="{EEEE8607-0432-6AD3-F146-34B68276AB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089619" y="3606777"/>
            <a:ext cx="12700" cy="2241258"/>
          </a:xfrm>
          <a:prstGeom prst="rect">
            <a:avLst/>
          </a:prstGeom>
        </p:spPr>
      </p:pic>
      <p:graphicFrame>
        <p:nvGraphicFramePr>
          <p:cNvPr id="39" name="Схема 38">
            <a:extLst>
              <a:ext uri="{FF2B5EF4-FFF2-40B4-BE49-F238E27FC236}">
                <a16:creationId xmlns:a16="http://schemas.microsoft.com/office/drawing/2014/main" id="{9AE801DE-0651-9F15-D736-5ECF7CC7CE58}"/>
              </a:ext>
            </a:extLst>
          </p:cNvPr>
          <p:cNvGraphicFramePr/>
          <p:nvPr/>
        </p:nvGraphicFramePr>
        <p:xfrm>
          <a:off x="334432" y="1062841"/>
          <a:ext cx="11654306" cy="33645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9" name="Заголовок 8">
            <a:extLst>
              <a:ext uri="{FF2B5EF4-FFF2-40B4-BE49-F238E27FC236}">
                <a16:creationId xmlns:a16="http://schemas.microsoft.com/office/drawing/2014/main" id="{11100625-A1C7-7C57-DB6A-A72CCB0DF008}"/>
              </a:ext>
            </a:extLst>
          </p:cNvPr>
          <p:cNvSpPr>
            <a:spLocks noGrp="1"/>
          </p:cNvSpPr>
          <p:nvPr>
            <p:ph type="title"/>
          </p:nvPr>
        </p:nvSpPr>
        <p:spPr/>
        <p:txBody>
          <a:bodyPr/>
          <a:lstStyle/>
          <a:p>
            <a:r>
              <a:rPr lang="ru-RU" dirty="0"/>
              <a:t>Направление 1. Дизайн операционной модели</a:t>
            </a:r>
          </a:p>
        </p:txBody>
      </p:sp>
      <p:pic>
        <p:nvPicPr>
          <p:cNvPr id="40" name="Image 22" descr=" ">
            <a:extLst>
              <a:ext uri="{FF2B5EF4-FFF2-40B4-BE49-F238E27FC236}">
                <a16:creationId xmlns:a16="http://schemas.microsoft.com/office/drawing/2014/main" id="{0B59B0E0-9871-9F44-B79E-CE834F98835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97693" y="6117366"/>
            <a:ext cx="84676" cy="80442"/>
          </a:xfrm>
          <a:prstGeom prst="rect">
            <a:avLst/>
          </a:prstGeom>
        </p:spPr>
      </p:pic>
      <p:sp>
        <p:nvSpPr>
          <p:cNvPr id="41" name="Shape 62">
            <a:extLst>
              <a:ext uri="{FF2B5EF4-FFF2-40B4-BE49-F238E27FC236}">
                <a16:creationId xmlns:a16="http://schemas.microsoft.com/office/drawing/2014/main" id="{8B6EB83E-D250-BB4A-933C-30479D8808CA}"/>
              </a:ext>
            </a:extLst>
          </p:cNvPr>
          <p:cNvSpPr/>
          <p:nvPr/>
        </p:nvSpPr>
        <p:spPr>
          <a:xfrm>
            <a:off x="450848" y="6117333"/>
            <a:ext cx="101599" cy="101600"/>
          </a:xfrm>
          <a:prstGeom prst="rect">
            <a:avLst/>
          </a:prstGeom>
          <a:solidFill>
            <a:srgbClr val="F5F4F4"/>
          </a:solidFill>
          <a:ln/>
        </p:spPr>
      </p:sp>
      <p:sp>
        <p:nvSpPr>
          <p:cNvPr id="42" name="Shape 66">
            <a:extLst>
              <a:ext uri="{FF2B5EF4-FFF2-40B4-BE49-F238E27FC236}">
                <a16:creationId xmlns:a16="http://schemas.microsoft.com/office/drawing/2014/main" id="{B769CC32-BC2F-BC40-8D80-755E443796A4}"/>
              </a:ext>
            </a:extLst>
          </p:cNvPr>
          <p:cNvSpPr/>
          <p:nvPr/>
        </p:nvSpPr>
        <p:spPr>
          <a:xfrm>
            <a:off x="3327383" y="6117333"/>
            <a:ext cx="101599" cy="101600"/>
          </a:xfrm>
          <a:prstGeom prst="rect">
            <a:avLst/>
          </a:prstGeom>
          <a:solidFill>
            <a:srgbClr val="ECB5E5"/>
          </a:solidFill>
          <a:ln/>
        </p:spPr>
      </p:sp>
    </p:spTree>
    <p:extLst>
      <p:ext uri="{BB962C8B-B14F-4D97-AF65-F5344CB8AC3E}">
        <p14:creationId xmlns:p14="http://schemas.microsoft.com/office/powerpoint/2010/main" val="24162194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Таблица 50">
            <a:extLst>
              <a:ext uri="{FF2B5EF4-FFF2-40B4-BE49-F238E27FC236}">
                <a16:creationId xmlns:a16="http://schemas.microsoft.com/office/drawing/2014/main" id="{8589C7D8-E887-90AB-B6FE-64CB79C5F096}"/>
              </a:ext>
            </a:extLst>
          </p:cNvPr>
          <p:cNvGraphicFramePr>
            <a:graphicFrameLocks noGrp="1"/>
          </p:cNvGraphicFramePr>
          <p:nvPr/>
        </p:nvGraphicFramePr>
        <p:xfrm>
          <a:off x="355598" y="1467720"/>
          <a:ext cx="11474388" cy="2596198"/>
        </p:xfrm>
        <a:graphic>
          <a:graphicData uri="http://schemas.openxmlformats.org/drawingml/2006/table">
            <a:tbl>
              <a:tblPr firstRow="1" bandRow="1">
                <a:tableStyleId>{5C22544A-7EE6-4342-B048-85BDC9FD1C3A}</a:tableStyleId>
              </a:tblPr>
              <a:tblGrid>
                <a:gridCol w="2868597">
                  <a:extLst>
                    <a:ext uri="{9D8B030D-6E8A-4147-A177-3AD203B41FA5}">
                      <a16:colId xmlns:a16="http://schemas.microsoft.com/office/drawing/2014/main" val="3863623165"/>
                    </a:ext>
                  </a:extLst>
                </a:gridCol>
                <a:gridCol w="2868597">
                  <a:extLst>
                    <a:ext uri="{9D8B030D-6E8A-4147-A177-3AD203B41FA5}">
                      <a16:colId xmlns:a16="http://schemas.microsoft.com/office/drawing/2014/main" val="688726039"/>
                    </a:ext>
                  </a:extLst>
                </a:gridCol>
                <a:gridCol w="2868597">
                  <a:extLst>
                    <a:ext uri="{9D8B030D-6E8A-4147-A177-3AD203B41FA5}">
                      <a16:colId xmlns:a16="http://schemas.microsoft.com/office/drawing/2014/main" val="1932324469"/>
                    </a:ext>
                  </a:extLst>
                </a:gridCol>
                <a:gridCol w="2868597">
                  <a:extLst>
                    <a:ext uri="{9D8B030D-6E8A-4147-A177-3AD203B41FA5}">
                      <a16:colId xmlns:a16="http://schemas.microsoft.com/office/drawing/2014/main" val="1561140666"/>
                    </a:ext>
                  </a:extLst>
                </a:gridCol>
              </a:tblGrid>
              <a:tr h="358357">
                <a:tc gridSpan="4">
                  <a:txBody>
                    <a:bodyPr/>
                    <a:lstStyle/>
                    <a:p>
                      <a:pPr algn="ctr"/>
                      <a:r>
                        <a:rPr lang="ru-RU" sz="1200" b="0" dirty="0">
                          <a:solidFill>
                            <a:schemeClr val="tx1"/>
                          </a:solidFill>
                          <a:latin typeface="+mn-lt"/>
                        </a:rPr>
                        <a:t>2023</a:t>
                      </a:r>
                    </a:p>
                  </a:txBody>
                  <a:tcPr marL="45714" marR="45714" marT="22857" marB="22857" anchor="ctr">
                    <a:lnL w="12700" cap="flat" cmpd="sng" algn="ctr">
                      <a:solidFill>
                        <a:srgbClr val="000000">
                          <a:alpha val="10196"/>
                        </a:srgbClr>
                      </a:solidFill>
                      <a:prstDash val="solid"/>
                      <a:round/>
                      <a:headEnd type="none" w="med" len="med"/>
                      <a:tailEnd type="none" w="med" len="med"/>
                    </a:lnL>
                    <a:lnT w="12700" cap="flat" cmpd="sng" algn="ctr">
                      <a:solidFill>
                        <a:srgbClr val="000000">
                          <a:alpha val="10196"/>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ru-RU" sz="1000" dirty="0">
                        <a:solidFill>
                          <a:schemeClr val="tx1"/>
                        </a:solidFill>
                        <a:latin typeface="+mn-lt"/>
                      </a:endParaRPr>
                    </a:p>
                  </a:txBody>
                  <a:tcPr marL="45714" marR="45714" marT="22857" marB="22857" anchor="ctr">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hMerge="1">
                  <a:txBody>
                    <a:bodyPr/>
                    <a:lstStyle/>
                    <a:p>
                      <a:pPr algn="ctr"/>
                      <a:endParaRPr lang="ru-RU" sz="2000" dirty="0">
                        <a:solidFill>
                          <a:schemeClr val="tx1"/>
                        </a:solidFill>
                        <a:latin typeface="+mn-lt"/>
                      </a:endParaRPr>
                    </a:p>
                  </a:txBody>
                  <a:tcPr anchor="ctr">
                    <a:lnB w="28575" cap="flat" cmpd="sng" algn="ctr">
                      <a:solidFill>
                        <a:schemeClr val="tx1"/>
                      </a:solidFill>
                      <a:prstDash val="solid"/>
                      <a:round/>
                      <a:headEnd type="none" w="med" len="med"/>
                      <a:tailEnd type="none" w="med" len="med"/>
                    </a:lnB>
                    <a:noFill/>
                  </a:tcPr>
                </a:tc>
                <a:tc hMerge="1">
                  <a:txBody>
                    <a:bodyPr/>
                    <a:lstStyle/>
                    <a:p>
                      <a:pPr algn="ctr"/>
                      <a:endParaRPr lang="ru-RU" sz="2000" dirty="0">
                        <a:solidFill>
                          <a:schemeClr val="tx1"/>
                        </a:solidFill>
                        <a:latin typeface="+mn-lt"/>
                      </a:endParaRPr>
                    </a:p>
                  </a:txBody>
                  <a:tcPr anchor="ctr">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7835543"/>
                  </a:ext>
                </a:extLst>
              </a:tr>
              <a:tr h="2237841">
                <a:tc>
                  <a:txBody>
                    <a:bodyPr/>
                    <a:lstStyle/>
                    <a:p>
                      <a:pPr algn="ctr"/>
                      <a:r>
                        <a:rPr lang="ru-RU" sz="1000" dirty="0">
                          <a:solidFill>
                            <a:schemeClr val="tx1"/>
                          </a:solidFill>
                          <a:latin typeface="+mn-lt"/>
                        </a:rPr>
                        <a:t>М9</a:t>
                      </a:r>
                    </a:p>
                  </a:txBody>
                  <a:tcPr marL="53993" marR="53993" marT="53993" marB="53993">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tc>
                  <a:txBody>
                    <a:bodyPr/>
                    <a:lstStyle/>
                    <a:p>
                      <a:pPr algn="ctr"/>
                      <a:r>
                        <a:rPr lang="ru-RU" sz="1000" dirty="0">
                          <a:solidFill>
                            <a:schemeClr val="tx1"/>
                          </a:solidFill>
                          <a:latin typeface="+mn-lt"/>
                        </a:rPr>
                        <a:t>М10</a:t>
                      </a:r>
                    </a:p>
                  </a:txBody>
                  <a:tcPr marL="53993" marR="53993" marT="53993" marB="53993">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tc>
                  <a:txBody>
                    <a:bodyPr/>
                    <a:lstStyle/>
                    <a:p>
                      <a:pPr algn="ctr"/>
                      <a:r>
                        <a:rPr lang="ru-RU" sz="1000" dirty="0">
                          <a:solidFill>
                            <a:schemeClr val="tx1"/>
                          </a:solidFill>
                          <a:latin typeface="+mn-lt"/>
                        </a:rPr>
                        <a:t>М11</a:t>
                      </a:r>
                    </a:p>
                  </a:txBody>
                  <a:tcPr marL="53993" marR="53993" marT="53993" marB="53993">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tc>
                  <a:txBody>
                    <a:bodyPr/>
                    <a:lstStyle/>
                    <a:p>
                      <a:pPr algn="ctr"/>
                      <a:r>
                        <a:rPr lang="ru-RU" sz="1000" dirty="0">
                          <a:solidFill>
                            <a:schemeClr val="tx1"/>
                          </a:solidFill>
                          <a:latin typeface="+mn-lt"/>
                        </a:rPr>
                        <a:t>М12</a:t>
                      </a:r>
                    </a:p>
                  </a:txBody>
                  <a:tcPr marL="53993" marR="53993" marT="53993" marB="53993">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extLst>
                  <a:ext uri="{0D108BD9-81ED-4DB2-BD59-A6C34878D82A}">
                    <a16:rowId xmlns:a16="http://schemas.microsoft.com/office/drawing/2014/main" val="1506008921"/>
                  </a:ext>
                </a:extLst>
              </a:tr>
            </a:tbl>
          </a:graphicData>
        </a:graphic>
      </p:graphicFrame>
      <p:sp>
        <p:nvSpPr>
          <p:cNvPr id="3" name="Текст 2">
            <a:extLst>
              <a:ext uri="{FF2B5EF4-FFF2-40B4-BE49-F238E27FC236}">
                <a16:creationId xmlns:a16="http://schemas.microsoft.com/office/drawing/2014/main" id="{D4B38D70-CC9A-E995-02DF-DAD1F4ED0B82}"/>
              </a:ext>
            </a:extLst>
          </p:cNvPr>
          <p:cNvSpPr>
            <a:spLocks noGrp="1"/>
          </p:cNvSpPr>
          <p:nvPr>
            <p:ph type="body" sz="quarter" idx="34"/>
          </p:nvPr>
        </p:nvSpPr>
        <p:spPr>
          <a:xfrm>
            <a:off x="404813" y="4687888"/>
            <a:ext cx="2736850" cy="552908"/>
          </a:xfrm>
        </p:spPr>
        <p:txBody>
          <a:bodyPr/>
          <a:lstStyle/>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p:txBody>
      </p:sp>
      <p:sp>
        <p:nvSpPr>
          <p:cNvPr id="4" name="Текст 3">
            <a:extLst>
              <a:ext uri="{FF2B5EF4-FFF2-40B4-BE49-F238E27FC236}">
                <a16:creationId xmlns:a16="http://schemas.microsoft.com/office/drawing/2014/main" id="{167C600F-55B8-CD59-DA83-630DE2FD3525}"/>
              </a:ext>
            </a:extLst>
          </p:cNvPr>
          <p:cNvSpPr>
            <a:spLocks noGrp="1"/>
          </p:cNvSpPr>
          <p:nvPr>
            <p:ph type="body" sz="quarter" idx="35"/>
          </p:nvPr>
        </p:nvSpPr>
        <p:spPr>
          <a:xfrm>
            <a:off x="3298825" y="4687888"/>
            <a:ext cx="2735263" cy="552908"/>
          </a:xfrm>
        </p:spPr>
        <p:txBody>
          <a:bodyPr/>
          <a:lstStyle/>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p:txBody>
      </p:sp>
      <p:sp>
        <p:nvSpPr>
          <p:cNvPr id="5" name="Текст 4">
            <a:extLst>
              <a:ext uri="{FF2B5EF4-FFF2-40B4-BE49-F238E27FC236}">
                <a16:creationId xmlns:a16="http://schemas.microsoft.com/office/drawing/2014/main" id="{36FC11A1-9710-EB03-E415-DC248F64036E}"/>
              </a:ext>
            </a:extLst>
          </p:cNvPr>
          <p:cNvSpPr>
            <a:spLocks noGrp="1"/>
          </p:cNvSpPr>
          <p:nvPr>
            <p:ph type="body" sz="quarter" idx="36"/>
          </p:nvPr>
        </p:nvSpPr>
        <p:spPr>
          <a:xfrm>
            <a:off x="6194425" y="4687888"/>
            <a:ext cx="2735263" cy="552908"/>
          </a:xfrm>
        </p:spPr>
        <p:txBody>
          <a:bodyPr/>
          <a:lstStyle/>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p:txBody>
      </p:sp>
      <p:sp>
        <p:nvSpPr>
          <p:cNvPr id="6" name="Текст 5">
            <a:extLst>
              <a:ext uri="{FF2B5EF4-FFF2-40B4-BE49-F238E27FC236}">
                <a16:creationId xmlns:a16="http://schemas.microsoft.com/office/drawing/2014/main" id="{CE6675D7-2A15-E0EB-E7DB-E51CA671A7E9}"/>
              </a:ext>
            </a:extLst>
          </p:cNvPr>
          <p:cNvSpPr>
            <a:spLocks noGrp="1"/>
          </p:cNvSpPr>
          <p:nvPr>
            <p:ph type="body" sz="quarter" idx="37"/>
          </p:nvPr>
        </p:nvSpPr>
        <p:spPr>
          <a:xfrm>
            <a:off x="9088438" y="4687888"/>
            <a:ext cx="2735262" cy="552908"/>
          </a:xfrm>
        </p:spPr>
        <p:txBody>
          <a:bodyPr/>
          <a:lstStyle/>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a:p>
            <a:pPr marL="171450" indent="-171450">
              <a:buFont typeface="Arial" panose="020B0604020202020204" pitchFamily="34" charset="0"/>
              <a:buChar char="•"/>
            </a:pPr>
            <a:r>
              <a:rPr lang="ru-RU" dirty="0">
                <a:latin typeface="+mn-lt"/>
              </a:rPr>
              <a:t>Маркированный список</a:t>
            </a:r>
          </a:p>
        </p:txBody>
      </p:sp>
      <p:sp>
        <p:nvSpPr>
          <p:cNvPr id="7" name="Номер слайда 6">
            <a:extLst>
              <a:ext uri="{FF2B5EF4-FFF2-40B4-BE49-F238E27FC236}">
                <a16:creationId xmlns:a16="http://schemas.microsoft.com/office/drawing/2014/main" id="{8EF6CCBE-1CDF-5050-35DD-5BA10B7D9398}"/>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36</a:t>
            </a:fld>
            <a:endParaRPr lang="ru-RU" dirty="0"/>
          </a:p>
        </p:txBody>
      </p:sp>
      <p:sp>
        <p:nvSpPr>
          <p:cNvPr id="50" name="Текст 49">
            <a:extLst>
              <a:ext uri="{FF2B5EF4-FFF2-40B4-BE49-F238E27FC236}">
                <a16:creationId xmlns:a16="http://schemas.microsoft.com/office/drawing/2014/main" id="{D9B2DE74-AB7B-B931-AD29-DF60E08C800F}"/>
              </a:ext>
            </a:extLst>
          </p:cNvPr>
          <p:cNvSpPr>
            <a:spLocks noGrp="1"/>
          </p:cNvSpPr>
          <p:nvPr>
            <p:ph type="body" sz="quarter" idx="41"/>
          </p:nvPr>
        </p:nvSpPr>
        <p:spPr/>
        <p:txBody>
          <a:bodyPr/>
          <a:lstStyle/>
          <a:p>
            <a:r>
              <a:rPr lang="ru-RU" dirty="0"/>
              <a:t>Результаты</a:t>
            </a:r>
          </a:p>
        </p:txBody>
      </p:sp>
      <p:sp>
        <p:nvSpPr>
          <p:cNvPr id="47" name="Объект 46">
            <a:extLst>
              <a:ext uri="{FF2B5EF4-FFF2-40B4-BE49-F238E27FC236}">
                <a16:creationId xmlns:a16="http://schemas.microsoft.com/office/drawing/2014/main" id="{DA700051-E962-31F4-3864-3C8B716FEC6C}"/>
              </a:ext>
            </a:extLst>
          </p:cNvPr>
          <p:cNvSpPr>
            <a:spLocks noGrp="1"/>
          </p:cNvSpPr>
          <p:nvPr>
            <p:ph sz="quarter" idx="29"/>
          </p:nvPr>
        </p:nvSpPr>
        <p:spPr>
          <a:xfrm>
            <a:off x="601362" y="6119359"/>
            <a:ext cx="2229354" cy="112467"/>
          </a:xfrm>
        </p:spPr>
        <p:txBody>
          <a:bodyPr/>
          <a:lstStyle/>
          <a:p>
            <a:r>
              <a:rPr lang="ru-RU" dirty="0"/>
              <a:t>Здесь должен быть ваш текст</a:t>
            </a:r>
          </a:p>
        </p:txBody>
      </p:sp>
      <p:sp>
        <p:nvSpPr>
          <p:cNvPr id="48" name="Объект 47">
            <a:extLst>
              <a:ext uri="{FF2B5EF4-FFF2-40B4-BE49-F238E27FC236}">
                <a16:creationId xmlns:a16="http://schemas.microsoft.com/office/drawing/2014/main" id="{80B10EF2-C4E7-8294-E6C8-26A1CAA5A3C7}"/>
              </a:ext>
            </a:extLst>
          </p:cNvPr>
          <p:cNvSpPr>
            <a:spLocks noGrp="1"/>
          </p:cNvSpPr>
          <p:nvPr>
            <p:ph sz="quarter" idx="30"/>
          </p:nvPr>
        </p:nvSpPr>
        <p:spPr>
          <a:xfrm>
            <a:off x="3477966" y="6119359"/>
            <a:ext cx="2229354" cy="112467"/>
          </a:xfrm>
        </p:spPr>
        <p:txBody>
          <a:bodyPr/>
          <a:lstStyle/>
          <a:p>
            <a:r>
              <a:rPr lang="ru-RU" dirty="0"/>
              <a:t>Здесь должен быть ваш текст</a:t>
            </a:r>
          </a:p>
        </p:txBody>
      </p:sp>
      <p:sp>
        <p:nvSpPr>
          <p:cNvPr id="49" name="Объект 48">
            <a:extLst>
              <a:ext uri="{FF2B5EF4-FFF2-40B4-BE49-F238E27FC236}">
                <a16:creationId xmlns:a16="http://schemas.microsoft.com/office/drawing/2014/main" id="{696A890F-E4F8-25C5-1F9D-E9C2574EBBC5}"/>
              </a:ext>
            </a:extLst>
          </p:cNvPr>
          <p:cNvSpPr>
            <a:spLocks noGrp="1"/>
          </p:cNvSpPr>
          <p:nvPr>
            <p:ph sz="quarter" idx="31"/>
          </p:nvPr>
        </p:nvSpPr>
        <p:spPr>
          <a:xfrm>
            <a:off x="6453657" y="6119359"/>
            <a:ext cx="2229354" cy="112467"/>
          </a:xfrm>
        </p:spPr>
        <p:txBody>
          <a:bodyPr/>
          <a:lstStyle/>
          <a:p>
            <a:r>
              <a:rPr lang="ru-RU" dirty="0"/>
              <a:t>Здесь должен быть ваш текст</a:t>
            </a:r>
          </a:p>
        </p:txBody>
      </p:sp>
      <p:sp>
        <p:nvSpPr>
          <p:cNvPr id="14" name="Shape 0">
            <a:extLst>
              <a:ext uri="{FF2B5EF4-FFF2-40B4-BE49-F238E27FC236}">
                <a16:creationId xmlns:a16="http://schemas.microsoft.com/office/drawing/2014/main" id="{B7F3D76F-3B67-F3CF-5BD6-AB170EDA68F5}"/>
              </a:ext>
            </a:extLst>
          </p:cNvPr>
          <p:cNvSpPr/>
          <p:nvPr/>
        </p:nvSpPr>
        <p:spPr>
          <a:xfrm>
            <a:off x="355599" y="1816310"/>
            <a:ext cx="11480740" cy="1968244"/>
          </a:xfrm>
          <a:prstGeom prst="rect">
            <a:avLst/>
          </a:prstGeom>
          <a:noFill/>
          <a:ln/>
        </p:spPr>
      </p:sp>
      <p:sp>
        <p:nvSpPr>
          <p:cNvPr id="15" name="Shape 37">
            <a:extLst>
              <a:ext uri="{FF2B5EF4-FFF2-40B4-BE49-F238E27FC236}">
                <a16:creationId xmlns:a16="http://schemas.microsoft.com/office/drawing/2014/main" id="{30DBD4F6-D743-CE32-CEEA-5A4E3BCD2368}"/>
              </a:ext>
            </a:extLst>
          </p:cNvPr>
          <p:cNvSpPr/>
          <p:nvPr/>
        </p:nvSpPr>
        <p:spPr>
          <a:xfrm>
            <a:off x="11785539" y="3022653"/>
            <a:ext cx="101599" cy="101587"/>
          </a:xfrm>
          <a:prstGeom prst="rect">
            <a:avLst/>
          </a:prstGeom>
          <a:noFill/>
          <a:ln/>
        </p:spPr>
      </p:sp>
      <p:pic>
        <p:nvPicPr>
          <p:cNvPr id="16" name="Image 23" descr=" ">
            <a:extLst>
              <a:ext uri="{FF2B5EF4-FFF2-40B4-BE49-F238E27FC236}">
                <a16:creationId xmlns:a16="http://schemas.microsoft.com/office/drawing/2014/main" id="{81E3902F-CC68-D7E8-B1FA-A8DFC8DB86F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785539" y="3022653"/>
            <a:ext cx="101599" cy="101587"/>
          </a:xfrm>
          <a:prstGeom prst="rect">
            <a:avLst/>
          </a:prstGeom>
        </p:spPr>
      </p:pic>
      <p:pic>
        <p:nvPicPr>
          <p:cNvPr id="17" name="Image 24" descr=" ">
            <a:extLst>
              <a:ext uri="{FF2B5EF4-FFF2-40B4-BE49-F238E27FC236}">
                <a16:creationId xmlns:a16="http://schemas.microsoft.com/office/drawing/2014/main" id="{45CDB7BB-45E4-FCCB-8E25-FDC84BD1DA0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794004" y="3033243"/>
            <a:ext cx="84676" cy="80431"/>
          </a:xfrm>
          <a:prstGeom prst="rect">
            <a:avLst/>
          </a:prstGeom>
        </p:spPr>
      </p:pic>
      <p:sp>
        <p:nvSpPr>
          <p:cNvPr id="18" name="Shape 38">
            <a:extLst>
              <a:ext uri="{FF2B5EF4-FFF2-40B4-BE49-F238E27FC236}">
                <a16:creationId xmlns:a16="http://schemas.microsoft.com/office/drawing/2014/main" id="{95A9AA83-B520-0F9A-F6DE-62BB8493D457}"/>
              </a:ext>
            </a:extLst>
          </p:cNvPr>
          <p:cNvSpPr/>
          <p:nvPr/>
        </p:nvSpPr>
        <p:spPr>
          <a:xfrm>
            <a:off x="6045169" y="3022653"/>
            <a:ext cx="101599" cy="101587"/>
          </a:xfrm>
          <a:prstGeom prst="rect">
            <a:avLst/>
          </a:prstGeom>
          <a:noFill/>
          <a:ln/>
        </p:spPr>
      </p:sp>
      <p:pic>
        <p:nvPicPr>
          <p:cNvPr id="19" name="Image 25" descr=" ">
            <a:extLst>
              <a:ext uri="{FF2B5EF4-FFF2-40B4-BE49-F238E27FC236}">
                <a16:creationId xmlns:a16="http://schemas.microsoft.com/office/drawing/2014/main" id="{4C1AC9E1-4853-8379-5F7E-58A42B6F866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45169" y="3022653"/>
            <a:ext cx="101599" cy="101587"/>
          </a:xfrm>
          <a:prstGeom prst="rect">
            <a:avLst/>
          </a:prstGeom>
        </p:spPr>
      </p:pic>
      <p:pic>
        <p:nvPicPr>
          <p:cNvPr id="20" name="Image 26" descr=" ">
            <a:extLst>
              <a:ext uri="{FF2B5EF4-FFF2-40B4-BE49-F238E27FC236}">
                <a16:creationId xmlns:a16="http://schemas.microsoft.com/office/drawing/2014/main" id="{2D76F448-60E3-2DCB-031D-8C9511BDBFA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53634" y="3033243"/>
            <a:ext cx="84676" cy="80431"/>
          </a:xfrm>
          <a:prstGeom prst="rect">
            <a:avLst/>
          </a:prstGeom>
        </p:spPr>
      </p:pic>
      <p:sp>
        <p:nvSpPr>
          <p:cNvPr id="21" name="Shape 39">
            <a:extLst>
              <a:ext uri="{FF2B5EF4-FFF2-40B4-BE49-F238E27FC236}">
                <a16:creationId xmlns:a16="http://schemas.microsoft.com/office/drawing/2014/main" id="{E97A3597-E1FC-C042-1CDD-141BD7EB9FBF}"/>
              </a:ext>
            </a:extLst>
          </p:cNvPr>
          <p:cNvSpPr/>
          <p:nvPr/>
        </p:nvSpPr>
        <p:spPr>
          <a:xfrm>
            <a:off x="11785539" y="3555983"/>
            <a:ext cx="101599" cy="101587"/>
          </a:xfrm>
          <a:prstGeom prst="rect">
            <a:avLst/>
          </a:prstGeom>
          <a:noFill/>
          <a:ln/>
        </p:spPr>
      </p:sp>
      <p:pic>
        <p:nvPicPr>
          <p:cNvPr id="22" name="Image 27" descr=" ">
            <a:extLst>
              <a:ext uri="{FF2B5EF4-FFF2-40B4-BE49-F238E27FC236}">
                <a16:creationId xmlns:a16="http://schemas.microsoft.com/office/drawing/2014/main" id="{69B5045F-CFB0-3A1C-7C12-918F30257B1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785539" y="3555983"/>
            <a:ext cx="101599" cy="101587"/>
          </a:xfrm>
          <a:prstGeom prst="rect">
            <a:avLst/>
          </a:prstGeom>
        </p:spPr>
      </p:pic>
      <p:pic>
        <p:nvPicPr>
          <p:cNvPr id="23" name="Image 28" descr=" ">
            <a:extLst>
              <a:ext uri="{FF2B5EF4-FFF2-40B4-BE49-F238E27FC236}">
                <a16:creationId xmlns:a16="http://schemas.microsoft.com/office/drawing/2014/main" id="{1DCE468F-1230-74D9-40A4-CA27DC90AA1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794004" y="3566574"/>
            <a:ext cx="84676" cy="80431"/>
          </a:xfrm>
          <a:prstGeom prst="rect">
            <a:avLst/>
          </a:prstGeom>
        </p:spPr>
      </p:pic>
      <p:sp>
        <p:nvSpPr>
          <p:cNvPr id="24" name="Shape 40">
            <a:extLst>
              <a:ext uri="{FF2B5EF4-FFF2-40B4-BE49-F238E27FC236}">
                <a16:creationId xmlns:a16="http://schemas.microsoft.com/office/drawing/2014/main" id="{71ABF5AE-F2B1-5EF6-24CF-BB2A2D73B27F}"/>
              </a:ext>
            </a:extLst>
          </p:cNvPr>
          <p:cNvSpPr/>
          <p:nvPr/>
        </p:nvSpPr>
        <p:spPr>
          <a:xfrm>
            <a:off x="6045169" y="3555983"/>
            <a:ext cx="101599" cy="101587"/>
          </a:xfrm>
          <a:prstGeom prst="rect">
            <a:avLst/>
          </a:prstGeom>
          <a:noFill/>
          <a:ln/>
        </p:spPr>
      </p:sp>
      <p:pic>
        <p:nvPicPr>
          <p:cNvPr id="25" name="Image 29" descr=" ">
            <a:extLst>
              <a:ext uri="{FF2B5EF4-FFF2-40B4-BE49-F238E27FC236}">
                <a16:creationId xmlns:a16="http://schemas.microsoft.com/office/drawing/2014/main" id="{D8360C59-172C-A277-3F42-C824D882A34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45169" y="3555983"/>
            <a:ext cx="101599" cy="101587"/>
          </a:xfrm>
          <a:prstGeom prst="rect">
            <a:avLst/>
          </a:prstGeom>
        </p:spPr>
      </p:pic>
      <p:pic>
        <p:nvPicPr>
          <p:cNvPr id="26" name="Image 30" descr=" ">
            <a:extLst>
              <a:ext uri="{FF2B5EF4-FFF2-40B4-BE49-F238E27FC236}">
                <a16:creationId xmlns:a16="http://schemas.microsoft.com/office/drawing/2014/main" id="{22E9F983-760D-C672-A6CB-E8268439DE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53634" y="3566574"/>
            <a:ext cx="84676" cy="80431"/>
          </a:xfrm>
          <a:prstGeom prst="rect">
            <a:avLst/>
          </a:prstGeom>
        </p:spPr>
      </p:pic>
      <p:sp>
        <p:nvSpPr>
          <p:cNvPr id="27" name="Text 41">
            <a:extLst>
              <a:ext uri="{FF2B5EF4-FFF2-40B4-BE49-F238E27FC236}">
                <a16:creationId xmlns:a16="http://schemas.microsoft.com/office/drawing/2014/main" id="{454B7121-38E7-6169-FD8E-EAE23AD0241E}"/>
              </a:ext>
            </a:extLst>
          </p:cNvPr>
          <p:cNvSpPr/>
          <p:nvPr/>
        </p:nvSpPr>
        <p:spPr>
          <a:xfrm>
            <a:off x="10151481" y="2171864"/>
            <a:ext cx="499531" cy="182010"/>
          </a:xfrm>
          <a:prstGeom prst="rect">
            <a:avLst/>
          </a:prstGeom>
          <a:noFill/>
          <a:ln/>
        </p:spPr>
        <p:txBody>
          <a:bodyPr wrap="square" lIns="0" tIns="0" rIns="0" bIns="0" rtlCol="0" anchor="t"/>
          <a:lstStyle/>
          <a:p>
            <a:pPr algn="ct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УК-1</a:t>
            </a:r>
            <a:endParaRPr lang="en-US" sz="1000" dirty="0"/>
          </a:p>
        </p:txBody>
      </p:sp>
      <p:sp>
        <p:nvSpPr>
          <p:cNvPr id="28" name="Shape 42">
            <a:extLst>
              <a:ext uri="{FF2B5EF4-FFF2-40B4-BE49-F238E27FC236}">
                <a16:creationId xmlns:a16="http://schemas.microsoft.com/office/drawing/2014/main" id="{B0606F75-46DC-DD6F-6D92-CF9E2DABA021}"/>
              </a:ext>
            </a:extLst>
          </p:cNvPr>
          <p:cNvSpPr/>
          <p:nvPr/>
        </p:nvSpPr>
        <p:spPr>
          <a:xfrm>
            <a:off x="10375846" y="2089325"/>
            <a:ext cx="50800" cy="50793"/>
          </a:xfrm>
          <a:prstGeom prst="rect">
            <a:avLst/>
          </a:prstGeom>
          <a:solidFill>
            <a:srgbClr val="722BC3">
              <a:alpha val="100000"/>
            </a:srgbClr>
          </a:solidFill>
          <a:ln/>
        </p:spPr>
      </p:sp>
      <p:sp>
        <p:nvSpPr>
          <p:cNvPr id="29" name="Google Shape;1322;p18">
            <a:extLst>
              <a:ext uri="{FF2B5EF4-FFF2-40B4-BE49-F238E27FC236}">
                <a16:creationId xmlns:a16="http://schemas.microsoft.com/office/drawing/2014/main" id="{7E9A3C34-9812-F52C-9103-5625F8E83763}"/>
              </a:ext>
            </a:extLst>
          </p:cNvPr>
          <p:cNvSpPr/>
          <p:nvPr/>
        </p:nvSpPr>
        <p:spPr>
          <a:xfrm>
            <a:off x="355598" y="2166383"/>
            <a:ext cx="4133829" cy="259448"/>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0" name="Google Shape;1322;p18">
            <a:extLst>
              <a:ext uri="{FF2B5EF4-FFF2-40B4-BE49-F238E27FC236}">
                <a16:creationId xmlns:a16="http://schemas.microsoft.com/office/drawing/2014/main" id="{429D5EAE-647E-844B-59C3-A44AD0D1E7F1}"/>
              </a:ext>
            </a:extLst>
          </p:cNvPr>
          <p:cNvSpPr/>
          <p:nvPr/>
        </p:nvSpPr>
        <p:spPr>
          <a:xfrm>
            <a:off x="355597" y="2476599"/>
            <a:ext cx="5698036" cy="259448"/>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1" name="Google Shape;1322;p18">
            <a:extLst>
              <a:ext uri="{FF2B5EF4-FFF2-40B4-BE49-F238E27FC236}">
                <a16:creationId xmlns:a16="http://schemas.microsoft.com/office/drawing/2014/main" id="{65791FDA-352D-A2D3-75D0-339093C75C8E}"/>
              </a:ext>
            </a:extLst>
          </p:cNvPr>
          <p:cNvSpPr/>
          <p:nvPr/>
        </p:nvSpPr>
        <p:spPr>
          <a:xfrm>
            <a:off x="355598" y="2773795"/>
            <a:ext cx="4405353" cy="259448"/>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2" name="Google Shape;1322;p18">
            <a:extLst>
              <a:ext uri="{FF2B5EF4-FFF2-40B4-BE49-F238E27FC236}">
                <a16:creationId xmlns:a16="http://schemas.microsoft.com/office/drawing/2014/main" id="{1DEB5F62-F9DD-CF2F-A58B-37CB2C1C6BBA}"/>
              </a:ext>
            </a:extLst>
          </p:cNvPr>
          <p:cNvSpPr/>
          <p:nvPr/>
        </p:nvSpPr>
        <p:spPr>
          <a:xfrm>
            <a:off x="4540226" y="2166383"/>
            <a:ext cx="4133829" cy="259448"/>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3" name="Google Shape;1322;p18">
            <a:extLst>
              <a:ext uri="{FF2B5EF4-FFF2-40B4-BE49-F238E27FC236}">
                <a16:creationId xmlns:a16="http://schemas.microsoft.com/office/drawing/2014/main" id="{03F44E8D-17D0-B8BC-F2C1-7BCE910BE340}"/>
              </a:ext>
            </a:extLst>
          </p:cNvPr>
          <p:cNvSpPr/>
          <p:nvPr/>
        </p:nvSpPr>
        <p:spPr>
          <a:xfrm>
            <a:off x="1662820" y="3101487"/>
            <a:ext cx="4405353" cy="465086"/>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4" name="Google Shape;1322;p18">
            <a:extLst>
              <a:ext uri="{FF2B5EF4-FFF2-40B4-BE49-F238E27FC236}">
                <a16:creationId xmlns:a16="http://schemas.microsoft.com/office/drawing/2014/main" id="{0CA0A019-0A1D-DD17-0348-DFCF6DD22E2A}"/>
              </a:ext>
            </a:extLst>
          </p:cNvPr>
          <p:cNvSpPr/>
          <p:nvPr/>
        </p:nvSpPr>
        <p:spPr>
          <a:xfrm>
            <a:off x="6197568" y="3101487"/>
            <a:ext cx="4405353" cy="465086"/>
          </a:xfrm>
          <a:prstGeom prst="homePlate">
            <a:avLst>
              <a:gd name="adj" fmla="val 50000"/>
            </a:avLst>
          </a:prstGeom>
          <a:solidFill>
            <a:srgbClr val="F5F4F4"/>
          </a:solidFill>
          <a:ln>
            <a:noFill/>
          </a:ln>
        </p:spPr>
        <p:txBody>
          <a:bodyPr spcFirstLastPara="1" wrap="square" lIns="17998" tIns="17998" rIns="17998" bIns="17998" anchor="ctr" anchorCtr="0">
            <a:noAutofit/>
          </a:bodyPr>
          <a:lstStyle/>
          <a:p>
            <a:pPr marL="71986"/>
            <a:r>
              <a:rPr lang="ru-RU" sz="800" dirty="0">
                <a:ea typeface="Arial"/>
                <a:cs typeface="Arial"/>
                <a:sym typeface="Arial"/>
              </a:rPr>
              <a:t>Здесь должен быть ваш текст</a:t>
            </a:r>
            <a:endParaRPr sz="800" dirty="0">
              <a:ea typeface="Arial"/>
              <a:cs typeface="Arial"/>
              <a:sym typeface="Arial"/>
            </a:endParaRPr>
          </a:p>
        </p:txBody>
      </p:sp>
      <p:sp>
        <p:nvSpPr>
          <p:cNvPr id="35" name="Google Shape;1322;p18">
            <a:extLst>
              <a:ext uri="{FF2B5EF4-FFF2-40B4-BE49-F238E27FC236}">
                <a16:creationId xmlns:a16="http://schemas.microsoft.com/office/drawing/2014/main" id="{00653BEA-83C2-9D41-7A0C-B06E7797982F}"/>
              </a:ext>
            </a:extLst>
          </p:cNvPr>
          <p:cNvSpPr/>
          <p:nvPr/>
        </p:nvSpPr>
        <p:spPr>
          <a:xfrm>
            <a:off x="355598" y="3657570"/>
            <a:ext cx="5734021" cy="259448"/>
          </a:xfrm>
          <a:prstGeom prst="homePlate">
            <a:avLst>
              <a:gd name="adj" fmla="val 50000"/>
            </a:avLst>
          </a:prstGeom>
          <a:solidFill>
            <a:srgbClr val="FFDBDA"/>
          </a:solidFill>
          <a:ln>
            <a:noFill/>
          </a:ln>
        </p:spPr>
        <p:txBody>
          <a:bodyPr spcFirstLastPara="1" wrap="square" lIns="17998" tIns="17998" rIns="17998" bIns="17998" anchor="ctr" anchorCtr="0">
            <a:noAutofit/>
          </a:bodyPr>
          <a:lstStyle/>
          <a:p>
            <a:pPr marL="71986"/>
            <a:r>
              <a:rPr lang="ru-RU" sz="750" dirty="0">
                <a:latin typeface="Stapel" panose="020B0504020202020204" pitchFamily="34" charset="-52"/>
                <a:ea typeface="Arial"/>
                <a:cs typeface="Arial"/>
                <a:sym typeface="Arial"/>
              </a:rPr>
              <a:t>Здесь должен быть ваш текст</a:t>
            </a:r>
            <a:endParaRPr sz="750" dirty="0">
              <a:latin typeface="Stapel" panose="020B0504020202020204" pitchFamily="34" charset="-52"/>
              <a:ea typeface="Arial"/>
              <a:cs typeface="Arial"/>
              <a:sym typeface="Arial"/>
            </a:endParaRPr>
          </a:p>
        </p:txBody>
      </p:sp>
      <p:sp>
        <p:nvSpPr>
          <p:cNvPr id="36" name="Google Shape;1322;p18">
            <a:extLst>
              <a:ext uri="{FF2B5EF4-FFF2-40B4-BE49-F238E27FC236}">
                <a16:creationId xmlns:a16="http://schemas.microsoft.com/office/drawing/2014/main" id="{68F0C760-97A2-FE04-4AFE-C4D7921BAF62}"/>
              </a:ext>
            </a:extLst>
          </p:cNvPr>
          <p:cNvSpPr/>
          <p:nvPr/>
        </p:nvSpPr>
        <p:spPr>
          <a:xfrm>
            <a:off x="6197568" y="3657570"/>
            <a:ext cx="5625714" cy="259448"/>
          </a:xfrm>
          <a:prstGeom prst="homePlate">
            <a:avLst>
              <a:gd name="adj" fmla="val 50000"/>
            </a:avLst>
          </a:prstGeom>
          <a:solidFill>
            <a:srgbClr val="FFDBDA"/>
          </a:solidFill>
          <a:ln>
            <a:noFill/>
          </a:ln>
        </p:spPr>
        <p:txBody>
          <a:bodyPr spcFirstLastPara="1" wrap="square" lIns="17998" tIns="17998" rIns="17998" bIns="17998" anchor="ctr" anchorCtr="0">
            <a:noAutofit/>
          </a:bodyPr>
          <a:lstStyle/>
          <a:p>
            <a:pPr marL="71986"/>
            <a:r>
              <a:rPr lang="ru-RU" sz="800" dirty="0">
                <a:latin typeface="Stapel" panose="020B0504020202020204" pitchFamily="34" charset="-52"/>
                <a:ea typeface="Arial"/>
                <a:cs typeface="Arial"/>
                <a:sym typeface="Arial"/>
              </a:rPr>
              <a:t>Здесь должен быть ваш текст</a:t>
            </a:r>
            <a:endParaRPr sz="800" dirty="0">
              <a:latin typeface="Stapel" panose="020B0504020202020204" pitchFamily="34" charset="-52"/>
              <a:ea typeface="Arial"/>
              <a:cs typeface="Arial"/>
              <a:sym typeface="Arial"/>
            </a:endParaRPr>
          </a:p>
        </p:txBody>
      </p:sp>
      <p:pic>
        <p:nvPicPr>
          <p:cNvPr id="37" name="Image 4" descr=" ">
            <a:extLst>
              <a:ext uri="{FF2B5EF4-FFF2-40B4-BE49-F238E27FC236}">
                <a16:creationId xmlns:a16="http://schemas.microsoft.com/office/drawing/2014/main" id="{F22C9E11-573F-B1FC-508D-CA46A89D028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829989" y="3606777"/>
            <a:ext cx="12700" cy="2241258"/>
          </a:xfrm>
          <a:prstGeom prst="rect">
            <a:avLst/>
          </a:prstGeom>
        </p:spPr>
      </p:pic>
      <p:pic>
        <p:nvPicPr>
          <p:cNvPr id="38" name="Image 5" descr=" ">
            <a:extLst>
              <a:ext uri="{FF2B5EF4-FFF2-40B4-BE49-F238E27FC236}">
                <a16:creationId xmlns:a16="http://schemas.microsoft.com/office/drawing/2014/main" id="{EEEE8607-0432-6AD3-F146-34B68276AB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089619" y="3606777"/>
            <a:ext cx="12700" cy="2241258"/>
          </a:xfrm>
          <a:prstGeom prst="rect">
            <a:avLst/>
          </a:prstGeom>
        </p:spPr>
      </p:pic>
      <p:graphicFrame>
        <p:nvGraphicFramePr>
          <p:cNvPr id="39" name="Схема 38">
            <a:extLst>
              <a:ext uri="{FF2B5EF4-FFF2-40B4-BE49-F238E27FC236}">
                <a16:creationId xmlns:a16="http://schemas.microsoft.com/office/drawing/2014/main" id="{9AE801DE-0651-9F15-D736-5ECF7CC7CE58}"/>
              </a:ext>
            </a:extLst>
          </p:cNvPr>
          <p:cNvGraphicFramePr/>
          <p:nvPr/>
        </p:nvGraphicFramePr>
        <p:xfrm>
          <a:off x="334432" y="1062841"/>
          <a:ext cx="11654306" cy="33645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9" name="Заголовок 8">
            <a:extLst>
              <a:ext uri="{FF2B5EF4-FFF2-40B4-BE49-F238E27FC236}">
                <a16:creationId xmlns:a16="http://schemas.microsoft.com/office/drawing/2014/main" id="{11100625-A1C7-7C57-DB6A-A72CCB0DF008}"/>
              </a:ext>
            </a:extLst>
          </p:cNvPr>
          <p:cNvSpPr>
            <a:spLocks noGrp="1"/>
          </p:cNvSpPr>
          <p:nvPr>
            <p:ph type="title"/>
          </p:nvPr>
        </p:nvSpPr>
        <p:spPr/>
        <p:txBody>
          <a:bodyPr/>
          <a:lstStyle/>
          <a:p>
            <a:r>
              <a:rPr lang="ru-RU" dirty="0"/>
              <a:t>Направление 1. Дизайн операционной модели</a:t>
            </a:r>
          </a:p>
        </p:txBody>
      </p:sp>
      <p:pic>
        <p:nvPicPr>
          <p:cNvPr id="40" name="Image 22" descr=" ">
            <a:extLst>
              <a:ext uri="{FF2B5EF4-FFF2-40B4-BE49-F238E27FC236}">
                <a16:creationId xmlns:a16="http://schemas.microsoft.com/office/drawing/2014/main" id="{B3BEF7BA-C504-E341-A89E-DAE4FFCA1B1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97693" y="6117366"/>
            <a:ext cx="84676" cy="80442"/>
          </a:xfrm>
          <a:prstGeom prst="rect">
            <a:avLst/>
          </a:prstGeom>
        </p:spPr>
      </p:pic>
      <p:sp>
        <p:nvSpPr>
          <p:cNvPr id="41" name="Shape 62">
            <a:extLst>
              <a:ext uri="{FF2B5EF4-FFF2-40B4-BE49-F238E27FC236}">
                <a16:creationId xmlns:a16="http://schemas.microsoft.com/office/drawing/2014/main" id="{BDF6E372-4E54-BF43-91CA-C762036B4970}"/>
              </a:ext>
            </a:extLst>
          </p:cNvPr>
          <p:cNvSpPr/>
          <p:nvPr/>
        </p:nvSpPr>
        <p:spPr>
          <a:xfrm>
            <a:off x="450848" y="6117333"/>
            <a:ext cx="101599" cy="101600"/>
          </a:xfrm>
          <a:prstGeom prst="rect">
            <a:avLst/>
          </a:prstGeom>
          <a:solidFill>
            <a:srgbClr val="F5F4F4"/>
          </a:solidFill>
          <a:ln/>
        </p:spPr>
      </p:sp>
      <p:sp>
        <p:nvSpPr>
          <p:cNvPr id="42" name="Shape 66">
            <a:extLst>
              <a:ext uri="{FF2B5EF4-FFF2-40B4-BE49-F238E27FC236}">
                <a16:creationId xmlns:a16="http://schemas.microsoft.com/office/drawing/2014/main" id="{FE00117F-A667-2E4D-801C-E53CA21FBB4F}"/>
              </a:ext>
            </a:extLst>
          </p:cNvPr>
          <p:cNvSpPr/>
          <p:nvPr/>
        </p:nvSpPr>
        <p:spPr>
          <a:xfrm>
            <a:off x="3327383" y="6117333"/>
            <a:ext cx="101599" cy="101600"/>
          </a:xfrm>
          <a:prstGeom prst="rect">
            <a:avLst/>
          </a:prstGeom>
          <a:solidFill>
            <a:srgbClr val="FFDBDA"/>
          </a:solidFill>
          <a:ln/>
        </p:spPr>
      </p:sp>
    </p:spTree>
    <p:extLst>
      <p:ext uri="{BB962C8B-B14F-4D97-AF65-F5344CB8AC3E}">
        <p14:creationId xmlns:p14="http://schemas.microsoft.com/office/powerpoint/2010/main" val="11091856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Таблица 13">
            <a:extLst>
              <a:ext uri="{FF2B5EF4-FFF2-40B4-BE49-F238E27FC236}">
                <a16:creationId xmlns:a16="http://schemas.microsoft.com/office/drawing/2014/main" id="{F862311F-8F64-5865-921F-E6B568B087E9}"/>
              </a:ext>
            </a:extLst>
          </p:cNvPr>
          <p:cNvGraphicFramePr>
            <a:graphicFrameLocks noGrp="1"/>
          </p:cNvGraphicFramePr>
          <p:nvPr>
            <p:extLst>
              <p:ext uri="{D42A27DB-BD31-4B8C-83A1-F6EECF244321}">
                <p14:modId xmlns:p14="http://schemas.microsoft.com/office/powerpoint/2010/main" val="3321108095"/>
              </p:ext>
            </p:extLst>
          </p:nvPr>
        </p:nvGraphicFramePr>
        <p:xfrm>
          <a:off x="355599" y="1333428"/>
          <a:ext cx="11480750" cy="1454376"/>
        </p:xfrm>
        <a:graphic>
          <a:graphicData uri="http://schemas.openxmlformats.org/drawingml/2006/table">
            <a:tbl>
              <a:tblPr firstRow="1" bandRow="1">
                <a:tableStyleId>{5C22544A-7EE6-4342-B048-85BDC9FD1C3A}</a:tableStyleId>
              </a:tblPr>
              <a:tblGrid>
                <a:gridCol w="1148075">
                  <a:extLst>
                    <a:ext uri="{9D8B030D-6E8A-4147-A177-3AD203B41FA5}">
                      <a16:colId xmlns:a16="http://schemas.microsoft.com/office/drawing/2014/main" val="3168457040"/>
                    </a:ext>
                  </a:extLst>
                </a:gridCol>
                <a:gridCol w="1148075">
                  <a:extLst>
                    <a:ext uri="{9D8B030D-6E8A-4147-A177-3AD203B41FA5}">
                      <a16:colId xmlns:a16="http://schemas.microsoft.com/office/drawing/2014/main" val="2101039237"/>
                    </a:ext>
                  </a:extLst>
                </a:gridCol>
                <a:gridCol w="1148075">
                  <a:extLst>
                    <a:ext uri="{9D8B030D-6E8A-4147-A177-3AD203B41FA5}">
                      <a16:colId xmlns:a16="http://schemas.microsoft.com/office/drawing/2014/main" val="4224125109"/>
                    </a:ext>
                  </a:extLst>
                </a:gridCol>
                <a:gridCol w="1148075">
                  <a:extLst>
                    <a:ext uri="{9D8B030D-6E8A-4147-A177-3AD203B41FA5}">
                      <a16:colId xmlns:a16="http://schemas.microsoft.com/office/drawing/2014/main" val="2241535062"/>
                    </a:ext>
                  </a:extLst>
                </a:gridCol>
                <a:gridCol w="1148075">
                  <a:extLst>
                    <a:ext uri="{9D8B030D-6E8A-4147-A177-3AD203B41FA5}">
                      <a16:colId xmlns:a16="http://schemas.microsoft.com/office/drawing/2014/main" val="1227045412"/>
                    </a:ext>
                  </a:extLst>
                </a:gridCol>
                <a:gridCol w="1148075">
                  <a:extLst>
                    <a:ext uri="{9D8B030D-6E8A-4147-A177-3AD203B41FA5}">
                      <a16:colId xmlns:a16="http://schemas.microsoft.com/office/drawing/2014/main" val="962931951"/>
                    </a:ext>
                  </a:extLst>
                </a:gridCol>
                <a:gridCol w="1148075">
                  <a:extLst>
                    <a:ext uri="{9D8B030D-6E8A-4147-A177-3AD203B41FA5}">
                      <a16:colId xmlns:a16="http://schemas.microsoft.com/office/drawing/2014/main" val="1297464112"/>
                    </a:ext>
                  </a:extLst>
                </a:gridCol>
                <a:gridCol w="1148075">
                  <a:extLst>
                    <a:ext uri="{9D8B030D-6E8A-4147-A177-3AD203B41FA5}">
                      <a16:colId xmlns:a16="http://schemas.microsoft.com/office/drawing/2014/main" val="3248859457"/>
                    </a:ext>
                  </a:extLst>
                </a:gridCol>
                <a:gridCol w="1148075">
                  <a:extLst>
                    <a:ext uri="{9D8B030D-6E8A-4147-A177-3AD203B41FA5}">
                      <a16:colId xmlns:a16="http://schemas.microsoft.com/office/drawing/2014/main" val="813688195"/>
                    </a:ext>
                  </a:extLst>
                </a:gridCol>
                <a:gridCol w="1148075">
                  <a:extLst>
                    <a:ext uri="{9D8B030D-6E8A-4147-A177-3AD203B41FA5}">
                      <a16:colId xmlns:a16="http://schemas.microsoft.com/office/drawing/2014/main" val="2157794356"/>
                    </a:ext>
                  </a:extLst>
                </a:gridCol>
              </a:tblGrid>
              <a:tr h="3323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chemeClr val="tx1"/>
                          </a:solidFill>
                          <a:latin typeface="+mn-lt"/>
                          <a:ea typeface="Stapel" pitchFamily="34" charset="-122"/>
                          <a:cs typeface="Stapel" pitchFamily="34" charset="-120"/>
                        </a:rPr>
                        <a:t>1 </a:t>
                      </a:r>
                      <a:r>
                        <a:rPr lang="ru-RU" sz="1000" b="0" dirty="0">
                          <a:solidFill>
                            <a:schemeClr val="tx1"/>
                          </a:solidFill>
                          <a:latin typeface="+mn-lt"/>
                          <a:ea typeface="Stapel" pitchFamily="34" charset="-122"/>
                          <a:cs typeface="Stapel" pitchFamily="34" charset="-120"/>
                        </a:rPr>
                        <a:t>неделя</a:t>
                      </a:r>
                      <a:endParaRPr lang="en-US" sz="1000" b="0" dirty="0">
                        <a:solidFill>
                          <a:schemeClr val="tx1"/>
                        </a:solidFill>
                        <a:latin typeface="+mn-lt"/>
                      </a:endParaRPr>
                    </a:p>
                  </a:txBody>
                  <a:tcPr marL="89988" marR="89988" marT="89988" marB="89988">
                    <a:lnL w="12700" cmpd="sng">
                      <a:noFill/>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E6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ea typeface="Stapel" pitchFamily="34" charset="-122"/>
                          <a:cs typeface="Stapel" pitchFamily="34" charset="-120"/>
                        </a:rPr>
                        <a:t>2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E6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3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E6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4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E6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5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E6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6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E6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7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E6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8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E6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9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E6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10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E6E9"/>
                    </a:solidFill>
                  </a:tcPr>
                </a:tc>
                <a:extLst>
                  <a:ext uri="{0D108BD9-81ED-4DB2-BD59-A6C34878D82A}">
                    <a16:rowId xmlns:a16="http://schemas.microsoft.com/office/drawing/2014/main" val="3212540771"/>
                  </a:ext>
                </a:extLst>
              </a:tr>
              <a:tr h="219571">
                <a:tc gridSpan="2">
                  <a:txBody>
                    <a:bodyPr/>
                    <a:lstStyle/>
                    <a:p>
                      <a:pPr algn="ctr"/>
                      <a:r>
                        <a:rPr lang="ru-RU" sz="1000" dirty="0">
                          <a:solidFill>
                            <a:schemeClr val="tx1"/>
                          </a:solidFill>
                        </a:rPr>
                        <a:t>Мобилизация</a:t>
                      </a:r>
                      <a:endParaRPr lang="ru-RU" sz="1000" dirty="0">
                        <a:solidFill>
                          <a:schemeClr val="tx1"/>
                        </a:solidFill>
                        <a:latin typeface="+mn-lt"/>
                      </a:endParaRP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pattFill prst="ltUpDiag">
                      <a:fgClr>
                        <a:schemeClr val="accent1"/>
                      </a:fgClr>
                      <a:bgClr>
                        <a:srgbClr val="FAE6E9"/>
                      </a:bgClr>
                    </a:pattFill>
                  </a:tcPr>
                </a:tc>
                <a:tc hMerge="1">
                  <a:txBody>
                    <a:bodyPr/>
                    <a:lstStyle/>
                    <a:p>
                      <a:endParaRPr lang="ru-RU" sz="2000" dirty="0">
                        <a:solidFill>
                          <a:schemeClr val="bg2"/>
                        </a:solidFill>
                        <a:latin typeface="+mn-lt"/>
                      </a:endParaRPr>
                    </a:p>
                  </a:txBody>
                  <a:tcPr marL="180000" marR="180000">
                    <a:lnL w="28575" cap="flat" cmpd="sng" algn="ctr">
                      <a:solidFill>
                        <a:srgbClr val="000000">
                          <a:alpha val="10196"/>
                        </a:srgbClr>
                      </a:solidFill>
                      <a:prstDash val="solid"/>
                      <a:round/>
                      <a:headEnd type="none" w="med" len="med"/>
                      <a:tailEnd type="none" w="med" len="med"/>
                    </a:lnL>
                    <a:lnR w="28575" cap="flat" cmpd="sng" algn="ctr">
                      <a:solidFill>
                        <a:srgbClr val="000000">
                          <a:alpha val="10196"/>
                        </a:srgbClr>
                      </a:solidFill>
                      <a:prstDash val="solid"/>
                      <a:round/>
                      <a:headEnd type="none" w="med" len="med"/>
                      <a:tailEnd type="none" w="med" len="med"/>
                    </a:lnR>
                    <a:lnT w="28575" cap="flat" cmpd="sng" algn="ctr">
                      <a:solidFill>
                        <a:srgbClr val="000000">
                          <a:alpha val="10196"/>
                        </a:srgbClr>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1556084"/>
                  </a:ext>
                </a:extLst>
              </a:tr>
              <a:tr h="219571">
                <a:tc>
                  <a:txBody>
                    <a:bodyPr/>
                    <a:lstStyle/>
                    <a:p>
                      <a:r>
                        <a:rPr lang="ru-RU" sz="1000" dirty="0">
                          <a:solidFill>
                            <a:schemeClr val="tx1"/>
                          </a:solidFill>
                          <a:latin typeface="+mn-lt"/>
                        </a:rPr>
                        <a:t>1.</a:t>
                      </a: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1925112"/>
                  </a:ext>
                </a:extLst>
              </a:tr>
              <a:tr h="219571">
                <a:tc>
                  <a:txBody>
                    <a:bodyPr/>
                    <a:lstStyle/>
                    <a:p>
                      <a:endParaRPr lang="ru-RU" sz="1000">
                        <a:solidFill>
                          <a:schemeClr val="tx1"/>
                        </a:solidFill>
                        <a:latin typeface="+mn-lt"/>
                      </a:endParaRP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solidFill>
                            <a:schemeClr val="tx1"/>
                          </a:solidFill>
                          <a:latin typeface="+mn-lt"/>
                        </a:rPr>
                        <a:t>2.</a:t>
                      </a: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9209483"/>
                  </a:ext>
                </a:extLst>
              </a:tr>
              <a:tr h="219571">
                <a:tc>
                  <a:txBody>
                    <a:bodyPr/>
                    <a:lstStyle/>
                    <a:p>
                      <a:endParaRPr lang="ru-RU" sz="1000" dirty="0">
                        <a:solidFill>
                          <a:schemeClr val="tx1"/>
                        </a:solidFill>
                        <a:latin typeface="+mn-lt"/>
                      </a:endParaRP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solidFill>
                            <a:schemeClr val="tx1"/>
                          </a:solidFill>
                          <a:latin typeface="+mn-lt"/>
                        </a:rPr>
                        <a:t>3.</a:t>
                      </a: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5872251"/>
                  </a:ext>
                </a:extLst>
              </a:tr>
              <a:tr h="219571">
                <a:tc>
                  <a:txBody>
                    <a:bodyPr/>
                    <a:lstStyle/>
                    <a:p>
                      <a:endParaRPr lang="ru-RU" sz="1000" dirty="0">
                        <a:solidFill>
                          <a:schemeClr val="tx1"/>
                        </a:solidFill>
                        <a:latin typeface="+mn-lt"/>
                      </a:endParaRP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solidFill>
                            <a:schemeClr val="tx1"/>
                          </a:solidFill>
                          <a:latin typeface="+mn-lt"/>
                        </a:rPr>
                        <a:t>4.</a:t>
                      </a: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extLst>
                  <a:ext uri="{0D108BD9-81ED-4DB2-BD59-A6C34878D82A}">
                    <a16:rowId xmlns:a16="http://schemas.microsoft.com/office/drawing/2014/main" val="2183594336"/>
                  </a:ext>
                </a:extLst>
              </a:tr>
            </a:tbl>
          </a:graphicData>
        </a:graphic>
      </p:graphicFrame>
      <p:sp>
        <p:nvSpPr>
          <p:cNvPr id="3" name="Текст 2">
            <a:extLst>
              <a:ext uri="{FF2B5EF4-FFF2-40B4-BE49-F238E27FC236}">
                <a16:creationId xmlns:a16="http://schemas.microsoft.com/office/drawing/2014/main" id="{AF25656A-CE91-9EC7-38F2-3913CACED12B}"/>
              </a:ext>
            </a:extLst>
          </p:cNvPr>
          <p:cNvSpPr>
            <a:spLocks noGrp="1"/>
          </p:cNvSpPr>
          <p:nvPr>
            <p:ph type="body" sz="quarter" idx="30"/>
          </p:nvPr>
        </p:nvSpPr>
        <p:spPr>
          <a:xfrm>
            <a:off x="348063" y="1077913"/>
            <a:ext cx="8583612" cy="233362"/>
          </a:xfrm>
        </p:spPr>
        <p:txBody>
          <a:bodyPr/>
          <a:lstStyle/>
          <a:p>
            <a:r>
              <a:rPr lang="ru-RU" dirty="0"/>
              <a:t>Направление 1. Текст</a:t>
            </a:r>
          </a:p>
        </p:txBody>
      </p:sp>
      <p:sp>
        <p:nvSpPr>
          <p:cNvPr id="4" name="Объект 3">
            <a:extLst>
              <a:ext uri="{FF2B5EF4-FFF2-40B4-BE49-F238E27FC236}">
                <a16:creationId xmlns:a16="http://schemas.microsoft.com/office/drawing/2014/main" id="{28A4B84B-65F4-F03C-9959-F84B8EA37700}"/>
              </a:ext>
            </a:extLst>
          </p:cNvPr>
          <p:cNvSpPr>
            <a:spLocks noGrp="1"/>
          </p:cNvSpPr>
          <p:nvPr>
            <p:ph sz="quarter" idx="29"/>
          </p:nvPr>
        </p:nvSpPr>
        <p:spPr>
          <a:xfrm>
            <a:off x="601663" y="3006725"/>
            <a:ext cx="2228850" cy="112713"/>
          </a:xfrm>
        </p:spPr>
        <p:txBody>
          <a:bodyPr/>
          <a:lstStyle/>
          <a:p>
            <a:r>
              <a:rPr lang="ru-RU" dirty="0"/>
              <a:t>Здесь должен быть ваш текст</a:t>
            </a:r>
          </a:p>
        </p:txBody>
      </p:sp>
      <p:sp>
        <p:nvSpPr>
          <p:cNvPr id="5" name="Объект 4">
            <a:extLst>
              <a:ext uri="{FF2B5EF4-FFF2-40B4-BE49-F238E27FC236}">
                <a16:creationId xmlns:a16="http://schemas.microsoft.com/office/drawing/2014/main" id="{A9A4BE26-746E-9DBA-BCCE-6A7FFA436DDB}"/>
              </a:ext>
            </a:extLst>
          </p:cNvPr>
          <p:cNvSpPr>
            <a:spLocks noGrp="1"/>
          </p:cNvSpPr>
          <p:nvPr>
            <p:ph sz="quarter" idx="35"/>
          </p:nvPr>
        </p:nvSpPr>
        <p:spPr>
          <a:xfrm>
            <a:off x="3478213" y="3006725"/>
            <a:ext cx="2228850" cy="112713"/>
          </a:xfrm>
        </p:spPr>
        <p:txBody>
          <a:bodyPr/>
          <a:lstStyle/>
          <a:p>
            <a:r>
              <a:rPr lang="ru-RU" dirty="0"/>
              <a:t>Здесь должен быть ваш текст</a:t>
            </a:r>
          </a:p>
        </p:txBody>
      </p:sp>
      <p:sp>
        <p:nvSpPr>
          <p:cNvPr id="6" name="Объект 5">
            <a:extLst>
              <a:ext uri="{FF2B5EF4-FFF2-40B4-BE49-F238E27FC236}">
                <a16:creationId xmlns:a16="http://schemas.microsoft.com/office/drawing/2014/main" id="{F6D9A0FF-DAE9-EF08-2FE5-0AADA8C66D73}"/>
              </a:ext>
            </a:extLst>
          </p:cNvPr>
          <p:cNvSpPr>
            <a:spLocks noGrp="1"/>
          </p:cNvSpPr>
          <p:nvPr>
            <p:ph sz="quarter" idx="36"/>
          </p:nvPr>
        </p:nvSpPr>
        <p:spPr>
          <a:xfrm>
            <a:off x="6453188" y="3006725"/>
            <a:ext cx="2230437" cy="112713"/>
          </a:xfrm>
        </p:spPr>
        <p:txBody>
          <a:bodyPr/>
          <a:lstStyle/>
          <a:p>
            <a:r>
              <a:rPr lang="ru-RU" dirty="0"/>
              <a:t>Здесь должен быть ваш текст</a:t>
            </a:r>
          </a:p>
        </p:txBody>
      </p:sp>
      <p:sp>
        <p:nvSpPr>
          <p:cNvPr id="7" name="Объект 6">
            <a:extLst>
              <a:ext uri="{FF2B5EF4-FFF2-40B4-BE49-F238E27FC236}">
                <a16:creationId xmlns:a16="http://schemas.microsoft.com/office/drawing/2014/main" id="{A8F57BA0-C5F8-6815-7BD3-6D5D6D4CD3C3}"/>
              </a:ext>
            </a:extLst>
          </p:cNvPr>
          <p:cNvSpPr>
            <a:spLocks noGrp="1"/>
          </p:cNvSpPr>
          <p:nvPr>
            <p:ph sz="quarter" idx="37"/>
          </p:nvPr>
        </p:nvSpPr>
        <p:spPr>
          <a:xfrm>
            <a:off x="9350375" y="3006725"/>
            <a:ext cx="2230438" cy="112713"/>
          </a:xfrm>
        </p:spPr>
        <p:txBody>
          <a:bodyPr/>
          <a:lstStyle/>
          <a:p>
            <a:r>
              <a:rPr lang="ru-RU" dirty="0"/>
              <a:t>Здесь должен быть ваш текст</a:t>
            </a:r>
          </a:p>
        </p:txBody>
      </p:sp>
      <p:sp>
        <p:nvSpPr>
          <p:cNvPr id="19" name="Равнобедренный треугольник 18">
            <a:extLst>
              <a:ext uri="{FF2B5EF4-FFF2-40B4-BE49-F238E27FC236}">
                <a16:creationId xmlns:a16="http://schemas.microsoft.com/office/drawing/2014/main" id="{038946ED-B59A-5448-D3F4-CAD1ECC916CA}"/>
              </a:ext>
            </a:extLst>
          </p:cNvPr>
          <p:cNvSpPr/>
          <p:nvPr/>
        </p:nvSpPr>
        <p:spPr>
          <a:xfrm>
            <a:off x="5458482" y="2395336"/>
            <a:ext cx="131979" cy="114285"/>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0" name="Равнобедренный треугольник 19">
            <a:extLst>
              <a:ext uri="{FF2B5EF4-FFF2-40B4-BE49-F238E27FC236}">
                <a16:creationId xmlns:a16="http://schemas.microsoft.com/office/drawing/2014/main" id="{32D73672-9A70-8F9E-6DF6-9E20BFF7717F}"/>
              </a:ext>
            </a:extLst>
          </p:cNvPr>
          <p:cNvSpPr/>
          <p:nvPr/>
        </p:nvSpPr>
        <p:spPr>
          <a:xfrm>
            <a:off x="6607826" y="2395336"/>
            <a:ext cx="131979" cy="114285"/>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1" name="Равнобедренный треугольник 20">
            <a:extLst>
              <a:ext uri="{FF2B5EF4-FFF2-40B4-BE49-F238E27FC236}">
                <a16:creationId xmlns:a16="http://schemas.microsoft.com/office/drawing/2014/main" id="{02F390DE-310E-C07B-861F-4B90B54096A5}"/>
              </a:ext>
            </a:extLst>
          </p:cNvPr>
          <p:cNvSpPr/>
          <p:nvPr/>
        </p:nvSpPr>
        <p:spPr>
          <a:xfrm>
            <a:off x="7772797" y="2395336"/>
            <a:ext cx="131979" cy="114285"/>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2" name="Равнобедренный треугольник 21">
            <a:extLst>
              <a:ext uri="{FF2B5EF4-FFF2-40B4-BE49-F238E27FC236}">
                <a16:creationId xmlns:a16="http://schemas.microsoft.com/office/drawing/2014/main" id="{40F098F5-CEC3-D45B-D265-30D4705BA4EA}"/>
              </a:ext>
            </a:extLst>
          </p:cNvPr>
          <p:cNvSpPr/>
          <p:nvPr/>
        </p:nvSpPr>
        <p:spPr>
          <a:xfrm>
            <a:off x="4309138" y="2169839"/>
            <a:ext cx="131979" cy="114285"/>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3" name="Равнобедренный треугольник 22">
            <a:extLst>
              <a:ext uri="{FF2B5EF4-FFF2-40B4-BE49-F238E27FC236}">
                <a16:creationId xmlns:a16="http://schemas.microsoft.com/office/drawing/2014/main" id="{48C4BA6D-6B7E-4FC6-C41E-C3570BC59FC1}"/>
              </a:ext>
            </a:extLst>
          </p:cNvPr>
          <p:cNvSpPr/>
          <p:nvPr/>
        </p:nvSpPr>
        <p:spPr>
          <a:xfrm>
            <a:off x="3160573" y="1944342"/>
            <a:ext cx="131979" cy="1142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4" name="Равнобедренный треугольник 23">
            <a:extLst>
              <a:ext uri="{FF2B5EF4-FFF2-40B4-BE49-F238E27FC236}">
                <a16:creationId xmlns:a16="http://schemas.microsoft.com/office/drawing/2014/main" id="{2F2F16E2-B2CF-5182-201A-4D6410DF3CDA}"/>
              </a:ext>
            </a:extLst>
          </p:cNvPr>
          <p:cNvSpPr/>
          <p:nvPr/>
        </p:nvSpPr>
        <p:spPr>
          <a:xfrm>
            <a:off x="2010450" y="1944342"/>
            <a:ext cx="131979" cy="1142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5" name="Равнобедренный треугольник 24">
            <a:extLst>
              <a:ext uri="{FF2B5EF4-FFF2-40B4-BE49-F238E27FC236}">
                <a16:creationId xmlns:a16="http://schemas.microsoft.com/office/drawing/2014/main" id="{A0D86CFC-6B76-E5A4-1031-2235AD84DEC5}"/>
              </a:ext>
            </a:extLst>
          </p:cNvPr>
          <p:cNvSpPr/>
          <p:nvPr/>
        </p:nvSpPr>
        <p:spPr>
          <a:xfrm>
            <a:off x="861106" y="1944342"/>
            <a:ext cx="131979" cy="1142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6" name="Равнобедренный треугольник 25">
            <a:extLst>
              <a:ext uri="{FF2B5EF4-FFF2-40B4-BE49-F238E27FC236}">
                <a16:creationId xmlns:a16="http://schemas.microsoft.com/office/drawing/2014/main" id="{ACCCBB6B-E18A-16E1-7435-A9BF9D9BFAA5}"/>
              </a:ext>
            </a:extLst>
          </p:cNvPr>
          <p:cNvSpPr/>
          <p:nvPr/>
        </p:nvSpPr>
        <p:spPr>
          <a:xfrm>
            <a:off x="11193743" y="2620833"/>
            <a:ext cx="131979" cy="114285"/>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graphicFrame>
        <p:nvGraphicFramePr>
          <p:cNvPr id="27" name="Таблица 26">
            <a:extLst>
              <a:ext uri="{FF2B5EF4-FFF2-40B4-BE49-F238E27FC236}">
                <a16:creationId xmlns:a16="http://schemas.microsoft.com/office/drawing/2014/main" id="{6A1673AA-E4B0-579E-A20D-71C6CB4E1708}"/>
              </a:ext>
            </a:extLst>
          </p:cNvPr>
          <p:cNvGraphicFramePr>
            <a:graphicFrameLocks noGrp="1"/>
          </p:cNvGraphicFramePr>
          <p:nvPr>
            <p:extLst>
              <p:ext uri="{D42A27DB-BD31-4B8C-83A1-F6EECF244321}">
                <p14:modId xmlns:p14="http://schemas.microsoft.com/office/powerpoint/2010/main" val="2291099237"/>
              </p:ext>
            </p:extLst>
          </p:nvPr>
        </p:nvGraphicFramePr>
        <p:xfrm>
          <a:off x="350076" y="3516508"/>
          <a:ext cx="11480739" cy="2877841"/>
        </p:xfrm>
        <a:graphic>
          <a:graphicData uri="http://schemas.openxmlformats.org/drawingml/2006/table">
            <a:tbl>
              <a:tblPr firstRow="1" bandRow="1">
                <a:tableStyleId>{5C22544A-7EE6-4342-B048-85BDC9FD1C3A}</a:tableStyleId>
              </a:tblPr>
              <a:tblGrid>
                <a:gridCol w="3826913">
                  <a:extLst>
                    <a:ext uri="{9D8B030D-6E8A-4147-A177-3AD203B41FA5}">
                      <a16:colId xmlns:a16="http://schemas.microsoft.com/office/drawing/2014/main" val="2210241728"/>
                    </a:ext>
                  </a:extLst>
                </a:gridCol>
                <a:gridCol w="3826913">
                  <a:extLst>
                    <a:ext uri="{9D8B030D-6E8A-4147-A177-3AD203B41FA5}">
                      <a16:colId xmlns:a16="http://schemas.microsoft.com/office/drawing/2014/main" val="2810700027"/>
                    </a:ext>
                  </a:extLst>
                </a:gridCol>
                <a:gridCol w="3826913">
                  <a:extLst>
                    <a:ext uri="{9D8B030D-6E8A-4147-A177-3AD203B41FA5}">
                      <a16:colId xmlns:a16="http://schemas.microsoft.com/office/drawing/2014/main" val="914724971"/>
                    </a:ext>
                  </a:extLst>
                </a:gridCol>
              </a:tblGrid>
              <a:tr h="449941">
                <a:tc>
                  <a:txBody>
                    <a:bodyPr/>
                    <a:lstStyle/>
                    <a:p>
                      <a:r>
                        <a:rPr lang="ru-RU" sz="1400" b="0" dirty="0">
                          <a:solidFill>
                            <a:schemeClr val="tx1"/>
                          </a:solidFill>
                          <a:latin typeface="+mn-lt"/>
                        </a:rPr>
                        <a:t>Работы</a:t>
                      </a:r>
                    </a:p>
                  </a:txBody>
                  <a:tcPr marL="0" marR="179977" marT="89988" marB="89988"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400" b="0" dirty="0">
                          <a:solidFill>
                            <a:srgbClr val="000000">
                              <a:alpha val="100000"/>
                            </a:srgbClr>
                          </a:solidFill>
                          <a:latin typeface="+mn-lt"/>
                          <a:ea typeface="Stapel" pitchFamily="34" charset="-122"/>
                          <a:cs typeface="Stapel" pitchFamily="34" charset="-120"/>
                        </a:rPr>
                        <a:t>Результаты</a:t>
                      </a:r>
                      <a:endParaRPr lang="en-US" sz="1400" b="0" dirty="0">
                        <a:latin typeface="+mn-lt"/>
                      </a:endParaRPr>
                    </a:p>
                  </a:txBody>
                  <a:tcPr marL="0" marR="179977" marT="89988" marB="89988"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400" b="0" dirty="0">
                          <a:solidFill>
                            <a:srgbClr val="000000">
                              <a:alpha val="100000"/>
                            </a:srgbClr>
                          </a:solidFill>
                          <a:latin typeface="+mn-lt"/>
                          <a:ea typeface="Stapel" pitchFamily="34" charset="-122"/>
                          <a:cs typeface="Stapel" pitchFamily="34" charset="-120"/>
                        </a:rPr>
                        <a:t>Ограничения</a:t>
                      </a:r>
                      <a:endParaRPr lang="en-US" sz="1400" b="0" dirty="0">
                        <a:latin typeface="+mn-lt"/>
                      </a:endParaRPr>
                    </a:p>
                  </a:txBody>
                  <a:tcPr marL="0" marR="179977" marT="89988" marB="89988"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282183"/>
                  </a:ext>
                </a:extLst>
              </a:tr>
              <a:tr h="604496">
                <a:tc>
                  <a:txBody>
                    <a:bodyPr/>
                    <a:lstStyle/>
                    <a:p>
                      <a:pPr marL="72000" marR="0" lvl="0" indent="-72000" algn="l" defTabSz="914400" rtl="0" eaLnBrk="1" fontAlgn="auto" latinLnBrk="0" hangingPunct="1">
                        <a:lnSpc>
                          <a:spcPct val="100000"/>
                        </a:lnSpc>
                        <a:spcBef>
                          <a:spcPts val="0"/>
                        </a:spcBef>
                        <a:spcAft>
                          <a:spcPts val="0"/>
                        </a:spcAft>
                        <a:buClrTx/>
                        <a:buSzTx/>
                        <a:buFontTx/>
                        <a:buNone/>
                        <a:tabLst/>
                        <a:defRPr/>
                      </a:pPr>
                      <a:r>
                        <a:rPr lang="en-US" sz="900" dirty="0">
                          <a:solidFill>
                            <a:srgbClr val="000000">
                              <a:alpha val="100000"/>
                            </a:srgbClr>
                          </a:solidFill>
                          <a:latin typeface="+mn-lt"/>
                          <a:ea typeface="Stapel" pitchFamily="34" charset="-122"/>
                          <a:cs typeface="Stapel" pitchFamily="34" charset="-120"/>
                        </a:rPr>
                        <a:t>1. </a:t>
                      </a:r>
                      <a:r>
                        <a:rPr lang="ru-RU" sz="900" dirty="0">
                          <a:solidFill>
                            <a:srgbClr val="000000">
                              <a:alpha val="100000"/>
                            </a:srgbClr>
                          </a:solidFill>
                          <a:latin typeface="+mn-lt"/>
                          <a:ea typeface="Stapel" pitchFamily="34" charset="-122"/>
                          <a:cs typeface="Stapel" pitchFamily="34" charset="-120"/>
                        </a:rPr>
                        <a:t>Текст</a:t>
                      </a:r>
                      <a:r>
                        <a:rPr lang="en-US" sz="900" dirty="0">
                          <a:solidFill>
                            <a:srgbClr val="000000">
                              <a:alpha val="100000"/>
                            </a:srgbClr>
                          </a:solidFill>
                          <a:latin typeface="+mn-lt"/>
                          <a:ea typeface="Stapel" pitchFamily="34" charset="-122"/>
                          <a:cs typeface="Stapel" pitchFamily="34" charset="-120"/>
                        </a:rPr>
                        <a:t>…</a:t>
                      </a:r>
                      <a:endParaRPr lang="en-US" sz="900" dirty="0">
                        <a:latin typeface="+mn-lt"/>
                      </a:endParaRP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841553"/>
                  </a:ext>
                </a:extLst>
              </a:tr>
              <a:tr h="604496">
                <a:tc>
                  <a:txBody>
                    <a:bodyPr/>
                    <a:lstStyle/>
                    <a:p>
                      <a:pPr marL="72000" marR="0" lvl="0" indent="-72000" algn="l" defTabSz="914400" rtl="0" eaLnBrk="1" fontAlgn="auto" latinLnBrk="0" hangingPunct="1">
                        <a:lnSpc>
                          <a:spcPct val="100000"/>
                        </a:lnSpc>
                        <a:spcBef>
                          <a:spcPts val="0"/>
                        </a:spcBef>
                        <a:spcAft>
                          <a:spcPts val="0"/>
                        </a:spcAft>
                        <a:buClrTx/>
                        <a:buSzTx/>
                        <a:buFontTx/>
                        <a:buNone/>
                        <a:tabLst/>
                        <a:defRPr/>
                      </a:pPr>
                      <a:r>
                        <a:rPr lang="ru-RU" sz="900" dirty="0">
                          <a:solidFill>
                            <a:srgbClr val="000000">
                              <a:alpha val="100000"/>
                            </a:srgbClr>
                          </a:solidFill>
                          <a:latin typeface="+mn-lt"/>
                          <a:ea typeface="Stapel" pitchFamily="34" charset="-122"/>
                          <a:cs typeface="Stapel" pitchFamily="34" charset="-120"/>
                        </a:rPr>
                        <a:t>2</a:t>
                      </a:r>
                      <a:r>
                        <a:rPr lang="en-US" sz="900" dirty="0">
                          <a:solidFill>
                            <a:srgbClr val="000000">
                              <a:alpha val="100000"/>
                            </a:srgbClr>
                          </a:solidFill>
                          <a:latin typeface="+mn-lt"/>
                          <a:ea typeface="Stapel" pitchFamily="34" charset="-122"/>
                          <a:cs typeface="Stapel" pitchFamily="34" charset="-120"/>
                        </a:rPr>
                        <a:t>. </a:t>
                      </a:r>
                      <a:r>
                        <a:rPr lang="ru-RU" sz="900" dirty="0">
                          <a:solidFill>
                            <a:srgbClr val="000000">
                              <a:alpha val="100000"/>
                            </a:srgbClr>
                          </a:solidFill>
                          <a:latin typeface="+mn-lt"/>
                          <a:ea typeface="Stapel" pitchFamily="34" charset="-122"/>
                          <a:cs typeface="Stapel" pitchFamily="34" charset="-120"/>
                        </a:rPr>
                        <a:t>Текст</a:t>
                      </a:r>
                      <a:r>
                        <a:rPr lang="en-US" sz="900" dirty="0">
                          <a:solidFill>
                            <a:srgbClr val="000000">
                              <a:alpha val="100000"/>
                            </a:srgbClr>
                          </a:solidFill>
                          <a:latin typeface="+mn-lt"/>
                          <a:ea typeface="Stapel" pitchFamily="34" charset="-122"/>
                          <a:cs typeface="Stapel" pitchFamily="34" charset="-120"/>
                        </a:rPr>
                        <a:t>…</a:t>
                      </a:r>
                      <a:endParaRPr lang="en-US" sz="900" dirty="0">
                        <a:latin typeface="+mn-lt"/>
                      </a:endParaRP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9696813"/>
                  </a:ext>
                </a:extLst>
              </a:tr>
              <a:tr h="604496">
                <a:tc>
                  <a:txBody>
                    <a:bodyPr/>
                    <a:lstStyle/>
                    <a:p>
                      <a:pPr marL="72000" marR="0" lvl="0" indent="-72000" algn="l" defTabSz="914400" rtl="0" eaLnBrk="1" fontAlgn="auto" latinLnBrk="0" hangingPunct="1">
                        <a:lnSpc>
                          <a:spcPct val="100000"/>
                        </a:lnSpc>
                        <a:spcBef>
                          <a:spcPts val="0"/>
                        </a:spcBef>
                        <a:spcAft>
                          <a:spcPts val="0"/>
                        </a:spcAft>
                        <a:buClrTx/>
                        <a:buSzTx/>
                        <a:buFontTx/>
                        <a:buNone/>
                        <a:tabLst/>
                        <a:defRPr/>
                      </a:pPr>
                      <a:r>
                        <a:rPr lang="ru-RU" sz="900" dirty="0">
                          <a:solidFill>
                            <a:srgbClr val="000000">
                              <a:alpha val="100000"/>
                            </a:srgbClr>
                          </a:solidFill>
                          <a:latin typeface="+mn-lt"/>
                          <a:ea typeface="Stapel" pitchFamily="34" charset="-122"/>
                          <a:cs typeface="Stapel" pitchFamily="34" charset="-120"/>
                        </a:rPr>
                        <a:t>3</a:t>
                      </a:r>
                      <a:r>
                        <a:rPr lang="en-US" sz="900" dirty="0">
                          <a:solidFill>
                            <a:srgbClr val="000000">
                              <a:alpha val="100000"/>
                            </a:srgbClr>
                          </a:solidFill>
                          <a:latin typeface="+mn-lt"/>
                          <a:ea typeface="Stapel" pitchFamily="34" charset="-122"/>
                          <a:cs typeface="Stapel" pitchFamily="34" charset="-120"/>
                        </a:rPr>
                        <a:t>. </a:t>
                      </a:r>
                      <a:r>
                        <a:rPr lang="ru-RU" sz="900" dirty="0">
                          <a:solidFill>
                            <a:srgbClr val="000000">
                              <a:alpha val="100000"/>
                            </a:srgbClr>
                          </a:solidFill>
                          <a:latin typeface="+mn-lt"/>
                          <a:ea typeface="Stapel" pitchFamily="34" charset="-122"/>
                          <a:cs typeface="Stapel" pitchFamily="34" charset="-120"/>
                        </a:rPr>
                        <a:t>Текст</a:t>
                      </a:r>
                      <a:r>
                        <a:rPr lang="en-US" sz="900" dirty="0">
                          <a:solidFill>
                            <a:srgbClr val="000000">
                              <a:alpha val="100000"/>
                            </a:srgbClr>
                          </a:solidFill>
                          <a:latin typeface="+mn-lt"/>
                          <a:ea typeface="Stapel" pitchFamily="34" charset="-122"/>
                          <a:cs typeface="Stapel" pitchFamily="34" charset="-120"/>
                        </a:rPr>
                        <a:t>…</a:t>
                      </a:r>
                      <a:endParaRPr lang="en-US" sz="900" dirty="0">
                        <a:latin typeface="+mn-lt"/>
                      </a:endParaRP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0121469"/>
                  </a:ext>
                </a:extLst>
              </a:tr>
              <a:tr h="604496">
                <a:tc>
                  <a:txBody>
                    <a:bodyPr/>
                    <a:lstStyle/>
                    <a:p>
                      <a:pPr marL="72000" marR="0" lvl="0" indent="-72000" algn="l" defTabSz="914400" rtl="0" eaLnBrk="1" fontAlgn="auto" latinLnBrk="0" hangingPunct="1">
                        <a:lnSpc>
                          <a:spcPct val="100000"/>
                        </a:lnSpc>
                        <a:spcBef>
                          <a:spcPts val="0"/>
                        </a:spcBef>
                        <a:spcAft>
                          <a:spcPts val="0"/>
                        </a:spcAft>
                        <a:buClrTx/>
                        <a:buSzTx/>
                        <a:buFontTx/>
                        <a:buNone/>
                        <a:tabLst/>
                        <a:defRPr/>
                      </a:pPr>
                      <a:r>
                        <a:rPr lang="ru-RU" sz="900" dirty="0">
                          <a:solidFill>
                            <a:srgbClr val="000000">
                              <a:alpha val="100000"/>
                            </a:srgbClr>
                          </a:solidFill>
                          <a:latin typeface="+mn-lt"/>
                          <a:ea typeface="Stapel" pitchFamily="34" charset="-122"/>
                          <a:cs typeface="Stapel" pitchFamily="34" charset="-120"/>
                        </a:rPr>
                        <a:t>4</a:t>
                      </a:r>
                      <a:r>
                        <a:rPr lang="en-US" sz="900" dirty="0">
                          <a:solidFill>
                            <a:srgbClr val="000000">
                              <a:alpha val="100000"/>
                            </a:srgbClr>
                          </a:solidFill>
                          <a:latin typeface="+mn-lt"/>
                          <a:ea typeface="Stapel" pitchFamily="34" charset="-122"/>
                          <a:cs typeface="Stapel" pitchFamily="34" charset="-120"/>
                        </a:rPr>
                        <a:t>. </a:t>
                      </a:r>
                      <a:r>
                        <a:rPr lang="ru-RU" sz="900" dirty="0">
                          <a:solidFill>
                            <a:srgbClr val="000000">
                              <a:alpha val="100000"/>
                            </a:srgbClr>
                          </a:solidFill>
                          <a:latin typeface="+mn-lt"/>
                          <a:ea typeface="Stapel" pitchFamily="34" charset="-122"/>
                          <a:cs typeface="Stapel" pitchFamily="34" charset="-120"/>
                        </a:rPr>
                        <a:t>Текст</a:t>
                      </a:r>
                      <a:r>
                        <a:rPr lang="en-US" sz="900" dirty="0">
                          <a:solidFill>
                            <a:srgbClr val="000000">
                              <a:alpha val="100000"/>
                            </a:srgbClr>
                          </a:solidFill>
                          <a:latin typeface="+mn-lt"/>
                          <a:ea typeface="Stapel" pitchFamily="34" charset="-122"/>
                          <a:cs typeface="Stapel" pitchFamily="34" charset="-120"/>
                        </a:rPr>
                        <a:t>…</a:t>
                      </a:r>
                      <a:endParaRPr lang="en-US" sz="900" dirty="0">
                        <a:latin typeface="+mn-lt"/>
                      </a:endParaRP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94194806"/>
                  </a:ext>
                </a:extLst>
              </a:tr>
            </a:tbl>
          </a:graphicData>
        </a:graphic>
      </p:graphicFrame>
      <p:sp>
        <p:nvSpPr>
          <p:cNvPr id="2" name="Номер слайда 1">
            <a:extLst>
              <a:ext uri="{FF2B5EF4-FFF2-40B4-BE49-F238E27FC236}">
                <a16:creationId xmlns:a16="http://schemas.microsoft.com/office/drawing/2014/main" id="{406604C5-E231-6ED9-B198-D2245FB8A3A3}"/>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37</a:t>
            </a:fld>
            <a:endParaRPr lang="ru-RU" dirty="0"/>
          </a:p>
        </p:txBody>
      </p:sp>
      <p:sp>
        <p:nvSpPr>
          <p:cNvPr id="9" name="Заголовок 8">
            <a:extLst>
              <a:ext uri="{FF2B5EF4-FFF2-40B4-BE49-F238E27FC236}">
                <a16:creationId xmlns:a16="http://schemas.microsoft.com/office/drawing/2014/main" id="{B15CF929-2C9C-4522-5B88-06D80EC0980A}"/>
              </a:ext>
            </a:extLst>
          </p:cNvPr>
          <p:cNvSpPr>
            <a:spLocks noGrp="1"/>
          </p:cNvSpPr>
          <p:nvPr>
            <p:ph type="title"/>
          </p:nvPr>
        </p:nvSpPr>
        <p:spPr/>
        <p:txBody>
          <a:bodyPr/>
          <a:lstStyle/>
          <a:p>
            <a:r>
              <a:rPr lang="ru-RU" dirty="0"/>
              <a:t>Детализация ключевых задач: </a:t>
            </a:r>
            <a:br>
              <a:rPr lang="ru-RU" dirty="0"/>
            </a:br>
            <a:r>
              <a:rPr lang="ru-RU" dirty="0"/>
              <a:t>Этап 1. Концепция цифровизации</a:t>
            </a:r>
          </a:p>
        </p:txBody>
      </p:sp>
    </p:spTree>
    <p:extLst>
      <p:ext uri="{BB962C8B-B14F-4D97-AF65-F5344CB8AC3E}">
        <p14:creationId xmlns:p14="http://schemas.microsoft.com/office/powerpoint/2010/main" val="4211036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Таблица 13">
            <a:extLst>
              <a:ext uri="{FF2B5EF4-FFF2-40B4-BE49-F238E27FC236}">
                <a16:creationId xmlns:a16="http://schemas.microsoft.com/office/drawing/2014/main" id="{F862311F-8F64-5865-921F-E6B568B087E9}"/>
              </a:ext>
            </a:extLst>
          </p:cNvPr>
          <p:cNvGraphicFramePr>
            <a:graphicFrameLocks noGrp="1"/>
          </p:cNvGraphicFramePr>
          <p:nvPr/>
        </p:nvGraphicFramePr>
        <p:xfrm>
          <a:off x="355599" y="1333428"/>
          <a:ext cx="11480750" cy="1454376"/>
        </p:xfrm>
        <a:graphic>
          <a:graphicData uri="http://schemas.openxmlformats.org/drawingml/2006/table">
            <a:tbl>
              <a:tblPr firstRow="1" bandRow="1">
                <a:tableStyleId>{5C22544A-7EE6-4342-B048-85BDC9FD1C3A}</a:tableStyleId>
              </a:tblPr>
              <a:tblGrid>
                <a:gridCol w="1148075">
                  <a:extLst>
                    <a:ext uri="{9D8B030D-6E8A-4147-A177-3AD203B41FA5}">
                      <a16:colId xmlns:a16="http://schemas.microsoft.com/office/drawing/2014/main" val="3168457040"/>
                    </a:ext>
                  </a:extLst>
                </a:gridCol>
                <a:gridCol w="1148075">
                  <a:extLst>
                    <a:ext uri="{9D8B030D-6E8A-4147-A177-3AD203B41FA5}">
                      <a16:colId xmlns:a16="http://schemas.microsoft.com/office/drawing/2014/main" val="2101039237"/>
                    </a:ext>
                  </a:extLst>
                </a:gridCol>
                <a:gridCol w="1148075">
                  <a:extLst>
                    <a:ext uri="{9D8B030D-6E8A-4147-A177-3AD203B41FA5}">
                      <a16:colId xmlns:a16="http://schemas.microsoft.com/office/drawing/2014/main" val="4224125109"/>
                    </a:ext>
                  </a:extLst>
                </a:gridCol>
                <a:gridCol w="1148075">
                  <a:extLst>
                    <a:ext uri="{9D8B030D-6E8A-4147-A177-3AD203B41FA5}">
                      <a16:colId xmlns:a16="http://schemas.microsoft.com/office/drawing/2014/main" val="2241535062"/>
                    </a:ext>
                  </a:extLst>
                </a:gridCol>
                <a:gridCol w="1148075">
                  <a:extLst>
                    <a:ext uri="{9D8B030D-6E8A-4147-A177-3AD203B41FA5}">
                      <a16:colId xmlns:a16="http://schemas.microsoft.com/office/drawing/2014/main" val="1227045412"/>
                    </a:ext>
                  </a:extLst>
                </a:gridCol>
                <a:gridCol w="1148075">
                  <a:extLst>
                    <a:ext uri="{9D8B030D-6E8A-4147-A177-3AD203B41FA5}">
                      <a16:colId xmlns:a16="http://schemas.microsoft.com/office/drawing/2014/main" val="962931951"/>
                    </a:ext>
                  </a:extLst>
                </a:gridCol>
                <a:gridCol w="1148075">
                  <a:extLst>
                    <a:ext uri="{9D8B030D-6E8A-4147-A177-3AD203B41FA5}">
                      <a16:colId xmlns:a16="http://schemas.microsoft.com/office/drawing/2014/main" val="1297464112"/>
                    </a:ext>
                  </a:extLst>
                </a:gridCol>
                <a:gridCol w="1148075">
                  <a:extLst>
                    <a:ext uri="{9D8B030D-6E8A-4147-A177-3AD203B41FA5}">
                      <a16:colId xmlns:a16="http://schemas.microsoft.com/office/drawing/2014/main" val="3248859457"/>
                    </a:ext>
                  </a:extLst>
                </a:gridCol>
                <a:gridCol w="1148075">
                  <a:extLst>
                    <a:ext uri="{9D8B030D-6E8A-4147-A177-3AD203B41FA5}">
                      <a16:colId xmlns:a16="http://schemas.microsoft.com/office/drawing/2014/main" val="813688195"/>
                    </a:ext>
                  </a:extLst>
                </a:gridCol>
                <a:gridCol w="1148075">
                  <a:extLst>
                    <a:ext uri="{9D8B030D-6E8A-4147-A177-3AD203B41FA5}">
                      <a16:colId xmlns:a16="http://schemas.microsoft.com/office/drawing/2014/main" val="2157794356"/>
                    </a:ext>
                  </a:extLst>
                </a:gridCol>
              </a:tblGrid>
              <a:tr h="3323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chemeClr val="tx1"/>
                          </a:solidFill>
                          <a:latin typeface="+mn-lt"/>
                          <a:ea typeface="Stapel" pitchFamily="34" charset="-122"/>
                          <a:cs typeface="Stapel" pitchFamily="34" charset="-120"/>
                        </a:rPr>
                        <a:t>1 </a:t>
                      </a:r>
                      <a:r>
                        <a:rPr lang="ru-RU" sz="1000" b="0" dirty="0">
                          <a:solidFill>
                            <a:schemeClr val="tx1"/>
                          </a:solidFill>
                          <a:latin typeface="+mn-lt"/>
                          <a:ea typeface="Stapel" pitchFamily="34" charset="-122"/>
                          <a:cs typeface="Stapel" pitchFamily="34" charset="-120"/>
                        </a:rPr>
                        <a:t>неделя</a:t>
                      </a:r>
                      <a:endParaRPr lang="en-US" sz="1000" b="0" dirty="0">
                        <a:solidFill>
                          <a:schemeClr val="tx1"/>
                        </a:solidFill>
                        <a:latin typeface="+mn-lt"/>
                      </a:endParaRPr>
                    </a:p>
                  </a:txBody>
                  <a:tcPr marL="89988" marR="89988" marT="89988" marB="89988">
                    <a:lnL w="12700" cmpd="sng">
                      <a:noFill/>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CC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ea typeface="Stapel" pitchFamily="34" charset="-122"/>
                          <a:cs typeface="Stapel" pitchFamily="34" charset="-120"/>
                        </a:rPr>
                        <a:t>2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CC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3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CC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4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CC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5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CC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6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CC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7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CC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8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CC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9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CC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10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CCE4"/>
                    </a:solidFill>
                  </a:tcPr>
                </a:tc>
                <a:extLst>
                  <a:ext uri="{0D108BD9-81ED-4DB2-BD59-A6C34878D82A}">
                    <a16:rowId xmlns:a16="http://schemas.microsoft.com/office/drawing/2014/main" val="3212540771"/>
                  </a:ext>
                </a:extLst>
              </a:tr>
              <a:tr h="219571">
                <a:tc gridSpan="2">
                  <a:txBody>
                    <a:bodyPr/>
                    <a:lstStyle/>
                    <a:p>
                      <a:pPr algn="ctr"/>
                      <a:r>
                        <a:rPr lang="ru-RU" sz="1000" dirty="0">
                          <a:solidFill>
                            <a:schemeClr val="tx1"/>
                          </a:solidFill>
                        </a:rPr>
                        <a:t>Мобилизация</a:t>
                      </a:r>
                      <a:endParaRPr lang="ru-RU" sz="1000" dirty="0">
                        <a:solidFill>
                          <a:schemeClr val="tx1"/>
                        </a:solidFill>
                        <a:latin typeface="+mn-lt"/>
                      </a:endParaRP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FAE6E9"/>
                    </a:solidFill>
                  </a:tcPr>
                </a:tc>
                <a:tc hMerge="1">
                  <a:txBody>
                    <a:bodyPr/>
                    <a:lstStyle/>
                    <a:p>
                      <a:endParaRPr lang="ru-RU" sz="2000" dirty="0">
                        <a:solidFill>
                          <a:schemeClr val="bg2"/>
                        </a:solidFill>
                        <a:latin typeface="+mn-lt"/>
                      </a:endParaRPr>
                    </a:p>
                  </a:txBody>
                  <a:tcPr marL="180000" marR="180000">
                    <a:lnL w="28575" cap="flat" cmpd="sng" algn="ctr">
                      <a:solidFill>
                        <a:srgbClr val="000000">
                          <a:alpha val="10196"/>
                        </a:srgbClr>
                      </a:solidFill>
                      <a:prstDash val="solid"/>
                      <a:round/>
                      <a:headEnd type="none" w="med" len="med"/>
                      <a:tailEnd type="none" w="med" len="med"/>
                    </a:lnL>
                    <a:lnR w="28575" cap="flat" cmpd="sng" algn="ctr">
                      <a:solidFill>
                        <a:srgbClr val="000000">
                          <a:alpha val="10196"/>
                        </a:srgbClr>
                      </a:solidFill>
                      <a:prstDash val="solid"/>
                      <a:round/>
                      <a:headEnd type="none" w="med" len="med"/>
                      <a:tailEnd type="none" w="med" len="med"/>
                    </a:lnR>
                    <a:lnT w="28575" cap="flat" cmpd="sng" algn="ctr">
                      <a:solidFill>
                        <a:srgbClr val="000000">
                          <a:alpha val="10196"/>
                        </a:srgbClr>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1556084"/>
                  </a:ext>
                </a:extLst>
              </a:tr>
              <a:tr h="219571">
                <a:tc>
                  <a:txBody>
                    <a:bodyPr/>
                    <a:lstStyle/>
                    <a:p>
                      <a:r>
                        <a:rPr lang="ru-RU" sz="1000" dirty="0">
                          <a:solidFill>
                            <a:schemeClr val="tx1"/>
                          </a:solidFill>
                          <a:latin typeface="+mn-lt"/>
                        </a:rPr>
                        <a:t>1.</a:t>
                      </a: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1925112"/>
                  </a:ext>
                </a:extLst>
              </a:tr>
              <a:tr h="219571">
                <a:tc>
                  <a:txBody>
                    <a:bodyPr/>
                    <a:lstStyle/>
                    <a:p>
                      <a:endParaRPr lang="ru-RU" sz="1000">
                        <a:solidFill>
                          <a:schemeClr val="tx1"/>
                        </a:solidFill>
                        <a:latin typeface="+mn-lt"/>
                      </a:endParaRP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solidFill>
                            <a:schemeClr val="tx1"/>
                          </a:solidFill>
                          <a:latin typeface="+mn-lt"/>
                        </a:rPr>
                        <a:t>2.</a:t>
                      </a: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9209483"/>
                  </a:ext>
                </a:extLst>
              </a:tr>
              <a:tr h="219571">
                <a:tc>
                  <a:txBody>
                    <a:bodyPr/>
                    <a:lstStyle/>
                    <a:p>
                      <a:endParaRPr lang="ru-RU" sz="1000" dirty="0">
                        <a:solidFill>
                          <a:schemeClr val="tx1"/>
                        </a:solidFill>
                        <a:latin typeface="+mn-lt"/>
                      </a:endParaRP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solidFill>
                            <a:schemeClr val="tx1"/>
                          </a:solidFill>
                          <a:latin typeface="+mn-lt"/>
                        </a:rPr>
                        <a:t>3.</a:t>
                      </a: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5872251"/>
                  </a:ext>
                </a:extLst>
              </a:tr>
              <a:tr h="219571">
                <a:tc>
                  <a:txBody>
                    <a:bodyPr/>
                    <a:lstStyle/>
                    <a:p>
                      <a:endParaRPr lang="ru-RU" sz="1000" dirty="0">
                        <a:solidFill>
                          <a:schemeClr val="tx1"/>
                        </a:solidFill>
                        <a:latin typeface="+mn-lt"/>
                      </a:endParaRP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solidFill>
                            <a:schemeClr val="tx1"/>
                          </a:solidFill>
                          <a:latin typeface="+mn-lt"/>
                        </a:rPr>
                        <a:t>4.</a:t>
                      </a: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extLst>
                  <a:ext uri="{0D108BD9-81ED-4DB2-BD59-A6C34878D82A}">
                    <a16:rowId xmlns:a16="http://schemas.microsoft.com/office/drawing/2014/main" val="2183594336"/>
                  </a:ext>
                </a:extLst>
              </a:tr>
            </a:tbl>
          </a:graphicData>
        </a:graphic>
      </p:graphicFrame>
      <p:sp>
        <p:nvSpPr>
          <p:cNvPr id="3" name="Текст 2">
            <a:extLst>
              <a:ext uri="{FF2B5EF4-FFF2-40B4-BE49-F238E27FC236}">
                <a16:creationId xmlns:a16="http://schemas.microsoft.com/office/drawing/2014/main" id="{AF25656A-CE91-9EC7-38F2-3913CACED12B}"/>
              </a:ext>
            </a:extLst>
          </p:cNvPr>
          <p:cNvSpPr>
            <a:spLocks noGrp="1"/>
          </p:cNvSpPr>
          <p:nvPr>
            <p:ph type="body" sz="quarter" idx="30"/>
          </p:nvPr>
        </p:nvSpPr>
        <p:spPr>
          <a:xfrm>
            <a:off x="348063" y="1077913"/>
            <a:ext cx="8583612" cy="233362"/>
          </a:xfrm>
        </p:spPr>
        <p:txBody>
          <a:bodyPr/>
          <a:lstStyle/>
          <a:p>
            <a:r>
              <a:rPr lang="ru-RU" dirty="0"/>
              <a:t>Направление 1. Текст</a:t>
            </a:r>
          </a:p>
        </p:txBody>
      </p:sp>
      <p:sp>
        <p:nvSpPr>
          <p:cNvPr id="4" name="Объект 3">
            <a:extLst>
              <a:ext uri="{FF2B5EF4-FFF2-40B4-BE49-F238E27FC236}">
                <a16:creationId xmlns:a16="http://schemas.microsoft.com/office/drawing/2014/main" id="{28A4B84B-65F4-F03C-9959-F84B8EA37700}"/>
              </a:ext>
            </a:extLst>
          </p:cNvPr>
          <p:cNvSpPr>
            <a:spLocks noGrp="1"/>
          </p:cNvSpPr>
          <p:nvPr>
            <p:ph sz="quarter" idx="29"/>
          </p:nvPr>
        </p:nvSpPr>
        <p:spPr>
          <a:xfrm>
            <a:off x="601663" y="3006725"/>
            <a:ext cx="2228850" cy="112713"/>
          </a:xfrm>
        </p:spPr>
        <p:txBody>
          <a:bodyPr/>
          <a:lstStyle/>
          <a:p>
            <a:r>
              <a:rPr lang="ru-RU" dirty="0"/>
              <a:t>Здесь должен быть ваш текст</a:t>
            </a:r>
          </a:p>
        </p:txBody>
      </p:sp>
      <p:sp>
        <p:nvSpPr>
          <p:cNvPr id="5" name="Объект 4">
            <a:extLst>
              <a:ext uri="{FF2B5EF4-FFF2-40B4-BE49-F238E27FC236}">
                <a16:creationId xmlns:a16="http://schemas.microsoft.com/office/drawing/2014/main" id="{A9A4BE26-746E-9DBA-BCCE-6A7FFA436DDB}"/>
              </a:ext>
            </a:extLst>
          </p:cNvPr>
          <p:cNvSpPr>
            <a:spLocks noGrp="1"/>
          </p:cNvSpPr>
          <p:nvPr>
            <p:ph sz="quarter" idx="35"/>
          </p:nvPr>
        </p:nvSpPr>
        <p:spPr>
          <a:xfrm>
            <a:off x="3478213" y="3006725"/>
            <a:ext cx="2228850" cy="112713"/>
          </a:xfrm>
        </p:spPr>
        <p:txBody>
          <a:bodyPr/>
          <a:lstStyle/>
          <a:p>
            <a:r>
              <a:rPr lang="ru-RU" dirty="0"/>
              <a:t>Здесь должен быть ваш текст</a:t>
            </a:r>
          </a:p>
        </p:txBody>
      </p:sp>
      <p:sp>
        <p:nvSpPr>
          <p:cNvPr id="6" name="Объект 5">
            <a:extLst>
              <a:ext uri="{FF2B5EF4-FFF2-40B4-BE49-F238E27FC236}">
                <a16:creationId xmlns:a16="http://schemas.microsoft.com/office/drawing/2014/main" id="{F6D9A0FF-DAE9-EF08-2FE5-0AADA8C66D73}"/>
              </a:ext>
            </a:extLst>
          </p:cNvPr>
          <p:cNvSpPr>
            <a:spLocks noGrp="1"/>
          </p:cNvSpPr>
          <p:nvPr>
            <p:ph sz="quarter" idx="36"/>
          </p:nvPr>
        </p:nvSpPr>
        <p:spPr>
          <a:xfrm>
            <a:off x="6453188" y="3006725"/>
            <a:ext cx="2230437" cy="112713"/>
          </a:xfrm>
        </p:spPr>
        <p:txBody>
          <a:bodyPr/>
          <a:lstStyle/>
          <a:p>
            <a:r>
              <a:rPr lang="ru-RU" dirty="0"/>
              <a:t>Здесь должен быть ваш текст</a:t>
            </a:r>
          </a:p>
        </p:txBody>
      </p:sp>
      <p:sp>
        <p:nvSpPr>
          <p:cNvPr id="7" name="Объект 6">
            <a:extLst>
              <a:ext uri="{FF2B5EF4-FFF2-40B4-BE49-F238E27FC236}">
                <a16:creationId xmlns:a16="http://schemas.microsoft.com/office/drawing/2014/main" id="{A8F57BA0-C5F8-6815-7BD3-6D5D6D4CD3C3}"/>
              </a:ext>
            </a:extLst>
          </p:cNvPr>
          <p:cNvSpPr>
            <a:spLocks noGrp="1"/>
          </p:cNvSpPr>
          <p:nvPr>
            <p:ph sz="quarter" idx="37"/>
          </p:nvPr>
        </p:nvSpPr>
        <p:spPr>
          <a:xfrm>
            <a:off x="9350375" y="3006725"/>
            <a:ext cx="2230438" cy="112713"/>
          </a:xfrm>
        </p:spPr>
        <p:txBody>
          <a:bodyPr/>
          <a:lstStyle/>
          <a:p>
            <a:r>
              <a:rPr lang="ru-RU" dirty="0"/>
              <a:t>Здесь должен быть ваш текст</a:t>
            </a:r>
          </a:p>
        </p:txBody>
      </p:sp>
      <p:sp>
        <p:nvSpPr>
          <p:cNvPr id="19" name="Равнобедренный треугольник 18">
            <a:extLst>
              <a:ext uri="{FF2B5EF4-FFF2-40B4-BE49-F238E27FC236}">
                <a16:creationId xmlns:a16="http://schemas.microsoft.com/office/drawing/2014/main" id="{038946ED-B59A-5448-D3F4-CAD1ECC916CA}"/>
              </a:ext>
            </a:extLst>
          </p:cNvPr>
          <p:cNvSpPr/>
          <p:nvPr/>
        </p:nvSpPr>
        <p:spPr>
          <a:xfrm>
            <a:off x="5458482" y="2395336"/>
            <a:ext cx="131979" cy="114285"/>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0" name="Равнобедренный треугольник 19">
            <a:extLst>
              <a:ext uri="{FF2B5EF4-FFF2-40B4-BE49-F238E27FC236}">
                <a16:creationId xmlns:a16="http://schemas.microsoft.com/office/drawing/2014/main" id="{32D73672-9A70-8F9E-6DF6-9E20BFF7717F}"/>
              </a:ext>
            </a:extLst>
          </p:cNvPr>
          <p:cNvSpPr/>
          <p:nvPr/>
        </p:nvSpPr>
        <p:spPr>
          <a:xfrm>
            <a:off x="6607826" y="2395336"/>
            <a:ext cx="131979" cy="114285"/>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1" name="Равнобедренный треугольник 20">
            <a:extLst>
              <a:ext uri="{FF2B5EF4-FFF2-40B4-BE49-F238E27FC236}">
                <a16:creationId xmlns:a16="http://schemas.microsoft.com/office/drawing/2014/main" id="{02F390DE-310E-C07B-861F-4B90B54096A5}"/>
              </a:ext>
            </a:extLst>
          </p:cNvPr>
          <p:cNvSpPr/>
          <p:nvPr/>
        </p:nvSpPr>
        <p:spPr>
          <a:xfrm>
            <a:off x="7772797" y="2395336"/>
            <a:ext cx="131979" cy="114285"/>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2" name="Равнобедренный треугольник 21">
            <a:extLst>
              <a:ext uri="{FF2B5EF4-FFF2-40B4-BE49-F238E27FC236}">
                <a16:creationId xmlns:a16="http://schemas.microsoft.com/office/drawing/2014/main" id="{40F098F5-CEC3-D45B-D265-30D4705BA4EA}"/>
              </a:ext>
            </a:extLst>
          </p:cNvPr>
          <p:cNvSpPr/>
          <p:nvPr/>
        </p:nvSpPr>
        <p:spPr>
          <a:xfrm>
            <a:off x="4309138" y="2169839"/>
            <a:ext cx="131979" cy="114285"/>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3" name="Равнобедренный треугольник 22">
            <a:extLst>
              <a:ext uri="{FF2B5EF4-FFF2-40B4-BE49-F238E27FC236}">
                <a16:creationId xmlns:a16="http://schemas.microsoft.com/office/drawing/2014/main" id="{48C4BA6D-6B7E-4FC6-C41E-C3570BC59FC1}"/>
              </a:ext>
            </a:extLst>
          </p:cNvPr>
          <p:cNvSpPr/>
          <p:nvPr/>
        </p:nvSpPr>
        <p:spPr>
          <a:xfrm>
            <a:off x="3160573" y="1944342"/>
            <a:ext cx="131979" cy="1142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4" name="Равнобедренный треугольник 23">
            <a:extLst>
              <a:ext uri="{FF2B5EF4-FFF2-40B4-BE49-F238E27FC236}">
                <a16:creationId xmlns:a16="http://schemas.microsoft.com/office/drawing/2014/main" id="{2F2F16E2-B2CF-5182-201A-4D6410DF3CDA}"/>
              </a:ext>
            </a:extLst>
          </p:cNvPr>
          <p:cNvSpPr/>
          <p:nvPr/>
        </p:nvSpPr>
        <p:spPr>
          <a:xfrm>
            <a:off x="2010450" y="1944342"/>
            <a:ext cx="131979" cy="1142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5" name="Равнобедренный треугольник 24">
            <a:extLst>
              <a:ext uri="{FF2B5EF4-FFF2-40B4-BE49-F238E27FC236}">
                <a16:creationId xmlns:a16="http://schemas.microsoft.com/office/drawing/2014/main" id="{A0D86CFC-6B76-E5A4-1031-2235AD84DEC5}"/>
              </a:ext>
            </a:extLst>
          </p:cNvPr>
          <p:cNvSpPr/>
          <p:nvPr/>
        </p:nvSpPr>
        <p:spPr>
          <a:xfrm>
            <a:off x="861106" y="1944342"/>
            <a:ext cx="131979" cy="1142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6" name="Равнобедренный треугольник 25">
            <a:extLst>
              <a:ext uri="{FF2B5EF4-FFF2-40B4-BE49-F238E27FC236}">
                <a16:creationId xmlns:a16="http://schemas.microsoft.com/office/drawing/2014/main" id="{ACCCBB6B-E18A-16E1-7435-A9BF9D9BFAA5}"/>
              </a:ext>
            </a:extLst>
          </p:cNvPr>
          <p:cNvSpPr/>
          <p:nvPr/>
        </p:nvSpPr>
        <p:spPr>
          <a:xfrm>
            <a:off x="11193743" y="2620833"/>
            <a:ext cx="131979" cy="114285"/>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graphicFrame>
        <p:nvGraphicFramePr>
          <p:cNvPr id="27" name="Таблица 26">
            <a:extLst>
              <a:ext uri="{FF2B5EF4-FFF2-40B4-BE49-F238E27FC236}">
                <a16:creationId xmlns:a16="http://schemas.microsoft.com/office/drawing/2014/main" id="{6A1673AA-E4B0-579E-A20D-71C6CB4E1708}"/>
              </a:ext>
            </a:extLst>
          </p:cNvPr>
          <p:cNvGraphicFramePr>
            <a:graphicFrameLocks noGrp="1"/>
          </p:cNvGraphicFramePr>
          <p:nvPr/>
        </p:nvGraphicFramePr>
        <p:xfrm>
          <a:off x="350076" y="3516508"/>
          <a:ext cx="11480739" cy="2877841"/>
        </p:xfrm>
        <a:graphic>
          <a:graphicData uri="http://schemas.openxmlformats.org/drawingml/2006/table">
            <a:tbl>
              <a:tblPr firstRow="1" bandRow="1">
                <a:tableStyleId>{5C22544A-7EE6-4342-B048-85BDC9FD1C3A}</a:tableStyleId>
              </a:tblPr>
              <a:tblGrid>
                <a:gridCol w="3826913">
                  <a:extLst>
                    <a:ext uri="{9D8B030D-6E8A-4147-A177-3AD203B41FA5}">
                      <a16:colId xmlns:a16="http://schemas.microsoft.com/office/drawing/2014/main" val="2210241728"/>
                    </a:ext>
                  </a:extLst>
                </a:gridCol>
                <a:gridCol w="3826913">
                  <a:extLst>
                    <a:ext uri="{9D8B030D-6E8A-4147-A177-3AD203B41FA5}">
                      <a16:colId xmlns:a16="http://schemas.microsoft.com/office/drawing/2014/main" val="2810700027"/>
                    </a:ext>
                  </a:extLst>
                </a:gridCol>
                <a:gridCol w="3826913">
                  <a:extLst>
                    <a:ext uri="{9D8B030D-6E8A-4147-A177-3AD203B41FA5}">
                      <a16:colId xmlns:a16="http://schemas.microsoft.com/office/drawing/2014/main" val="914724971"/>
                    </a:ext>
                  </a:extLst>
                </a:gridCol>
              </a:tblGrid>
              <a:tr h="449941">
                <a:tc>
                  <a:txBody>
                    <a:bodyPr/>
                    <a:lstStyle/>
                    <a:p>
                      <a:r>
                        <a:rPr lang="ru-RU" sz="1400" b="0" dirty="0">
                          <a:solidFill>
                            <a:schemeClr val="tx1"/>
                          </a:solidFill>
                          <a:latin typeface="+mn-lt"/>
                        </a:rPr>
                        <a:t>Работы</a:t>
                      </a:r>
                    </a:p>
                  </a:txBody>
                  <a:tcPr marL="0" marR="179977" marT="89988" marB="89988"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400" b="0" dirty="0">
                          <a:solidFill>
                            <a:srgbClr val="000000">
                              <a:alpha val="100000"/>
                            </a:srgbClr>
                          </a:solidFill>
                          <a:latin typeface="+mn-lt"/>
                          <a:ea typeface="Stapel" pitchFamily="34" charset="-122"/>
                          <a:cs typeface="Stapel" pitchFamily="34" charset="-120"/>
                        </a:rPr>
                        <a:t>Результаты</a:t>
                      </a:r>
                      <a:endParaRPr lang="en-US" sz="1400" b="0" dirty="0">
                        <a:latin typeface="+mn-lt"/>
                      </a:endParaRPr>
                    </a:p>
                  </a:txBody>
                  <a:tcPr marL="0" marR="179977" marT="89988" marB="89988"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400" b="0" dirty="0">
                          <a:solidFill>
                            <a:srgbClr val="000000">
                              <a:alpha val="100000"/>
                            </a:srgbClr>
                          </a:solidFill>
                          <a:latin typeface="+mn-lt"/>
                          <a:ea typeface="Stapel" pitchFamily="34" charset="-122"/>
                          <a:cs typeface="Stapel" pitchFamily="34" charset="-120"/>
                        </a:rPr>
                        <a:t>Ограничения</a:t>
                      </a:r>
                      <a:endParaRPr lang="en-US" sz="1400" b="0" dirty="0">
                        <a:latin typeface="+mn-lt"/>
                      </a:endParaRPr>
                    </a:p>
                  </a:txBody>
                  <a:tcPr marL="0" marR="179977" marT="89988" marB="89988"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282183"/>
                  </a:ext>
                </a:extLst>
              </a:tr>
              <a:tr h="604496">
                <a:tc>
                  <a:txBody>
                    <a:bodyPr/>
                    <a:lstStyle/>
                    <a:p>
                      <a:pPr marL="72000" marR="0" lvl="0" indent="-72000" algn="l" defTabSz="914400" rtl="0" eaLnBrk="1" fontAlgn="auto" latinLnBrk="0" hangingPunct="1">
                        <a:lnSpc>
                          <a:spcPct val="100000"/>
                        </a:lnSpc>
                        <a:spcBef>
                          <a:spcPts val="0"/>
                        </a:spcBef>
                        <a:spcAft>
                          <a:spcPts val="0"/>
                        </a:spcAft>
                        <a:buClrTx/>
                        <a:buSzTx/>
                        <a:buFontTx/>
                        <a:buNone/>
                        <a:tabLst/>
                        <a:defRPr/>
                      </a:pPr>
                      <a:r>
                        <a:rPr lang="en-US" sz="900" dirty="0">
                          <a:solidFill>
                            <a:srgbClr val="000000">
                              <a:alpha val="100000"/>
                            </a:srgbClr>
                          </a:solidFill>
                          <a:latin typeface="+mn-lt"/>
                          <a:ea typeface="Stapel" pitchFamily="34" charset="-122"/>
                          <a:cs typeface="Stapel" pitchFamily="34" charset="-120"/>
                        </a:rPr>
                        <a:t>1. </a:t>
                      </a:r>
                      <a:r>
                        <a:rPr lang="ru-RU" sz="900" dirty="0">
                          <a:solidFill>
                            <a:srgbClr val="000000">
                              <a:alpha val="100000"/>
                            </a:srgbClr>
                          </a:solidFill>
                          <a:latin typeface="+mn-lt"/>
                          <a:ea typeface="Stapel" pitchFamily="34" charset="-122"/>
                          <a:cs typeface="Stapel" pitchFamily="34" charset="-120"/>
                        </a:rPr>
                        <a:t>Текст</a:t>
                      </a:r>
                      <a:r>
                        <a:rPr lang="en-US" sz="900" dirty="0">
                          <a:solidFill>
                            <a:srgbClr val="000000">
                              <a:alpha val="100000"/>
                            </a:srgbClr>
                          </a:solidFill>
                          <a:latin typeface="+mn-lt"/>
                          <a:ea typeface="Stapel" pitchFamily="34" charset="-122"/>
                          <a:cs typeface="Stapel" pitchFamily="34" charset="-120"/>
                        </a:rPr>
                        <a:t>…</a:t>
                      </a:r>
                      <a:endParaRPr lang="en-US" sz="900" dirty="0">
                        <a:latin typeface="+mn-lt"/>
                      </a:endParaRP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841553"/>
                  </a:ext>
                </a:extLst>
              </a:tr>
              <a:tr h="604496">
                <a:tc>
                  <a:txBody>
                    <a:bodyPr/>
                    <a:lstStyle/>
                    <a:p>
                      <a:pPr marL="72000" marR="0" lvl="0" indent="-72000" algn="l" defTabSz="914400" rtl="0" eaLnBrk="1" fontAlgn="auto" latinLnBrk="0" hangingPunct="1">
                        <a:lnSpc>
                          <a:spcPct val="100000"/>
                        </a:lnSpc>
                        <a:spcBef>
                          <a:spcPts val="0"/>
                        </a:spcBef>
                        <a:spcAft>
                          <a:spcPts val="0"/>
                        </a:spcAft>
                        <a:buClrTx/>
                        <a:buSzTx/>
                        <a:buFontTx/>
                        <a:buNone/>
                        <a:tabLst/>
                        <a:defRPr/>
                      </a:pPr>
                      <a:r>
                        <a:rPr lang="ru-RU" sz="900" dirty="0">
                          <a:solidFill>
                            <a:srgbClr val="000000">
                              <a:alpha val="100000"/>
                            </a:srgbClr>
                          </a:solidFill>
                          <a:latin typeface="+mn-lt"/>
                          <a:ea typeface="Stapel" pitchFamily="34" charset="-122"/>
                          <a:cs typeface="Stapel" pitchFamily="34" charset="-120"/>
                        </a:rPr>
                        <a:t>2</a:t>
                      </a:r>
                      <a:r>
                        <a:rPr lang="en-US" sz="900" dirty="0">
                          <a:solidFill>
                            <a:srgbClr val="000000">
                              <a:alpha val="100000"/>
                            </a:srgbClr>
                          </a:solidFill>
                          <a:latin typeface="+mn-lt"/>
                          <a:ea typeface="Stapel" pitchFamily="34" charset="-122"/>
                          <a:cs typeface="Stapel" pitchFamily="34" charset="-120"/>
                        </a:rPr>
                        <a:t>. </a:t>
                      </a:r>
                      <a:r>
                        <a:rPr lang="ru-RU" sz="900" dirty="0">
                          <a:solidFill>
                            <a:srgbClr val="000000">
                              <a:alpha val="100000"/>
                            </a:srgbClr>
                          </a:solidFill>
                          <a:latin typeface="+mn-lt"/>
                          <a:ea typeface="Stapel" pitchFamily="34" charset="-122"/>
                          <a:cs typeface="Stapel" pitchFamily="34" charset="-120"/>
                        </a:rPr>
                        <a:t>Текст</a:t>
                      </a:r>
                      <a:r>
                        <a:rPr lang="en-US" sz="900" dirty="0">
                          <a:solidFill>
                            <a:srgbClr val="000000">
                              <a:alpha val="100000"/>
                            </a:srgbClr>
                          </a:solidFill>
                          <a:latin typeface="+mn-lt"/>
                          <a:ea typeface="Stapel" pitchFamily="34" charset="-122"/>
                          <a:cs typeface="Stapel" pitchFamily="34" charset="-120"/>
                        </a:rPr>
                        <a:t>…</a:t>
                      </a:r>
                      <a:endParaRPr lang="en-US" sz="900" dirty="0">
                        <a:latin typeface="+mn-lt"/>
                      </a:endParaRP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9696813"/>
                  </a:ext>
                </a:extLst>
              </a:tr>
              <a:tr h="604496">
                <a:tc>
                  <a:txBody>
                    <a:bodyPr/>
                    <a:lstStyle/>
                    <a:p>
                      <a:pPr marL="72000" marR="0" lvl="0" indent="-72000" algn="l" defTabSz="914400" rtl="0" eaLnBrk="1" fontAlgn="auto" latinLnBrk="0" hangingPunct="1">
                        <a:lnSpc>
                          <a:spcPct val="100000"/>
                        </a:lnSpc>
                        <a:spcBef>
                          <a:spcPts val="0"/>
                        </a:spcBef>
                        <a:spcAft>
                          <a:spcPts val="0"/>
                        </a:spcAft>
                        <a:buClrTx/>
                        <a:buSzTx/>
                        <a:buFontTx/>
                        <a:buNone/>
                        <a:tabLst/>
                        <a:defRPr/>
                      </a:pPr>
                      <a:r>
                        <a:rPr lang="ru-RU" sz="900" dirty="0">
                          <a:solidFill>
                            <a:srgbClr val="000000">
                              <a:alpha val="100000"/>
                            </a:srgbClr>
                          </a:solidFill>
                          <a:latin typeface="+mn-lt"/>
                          <a:ea typeface="Stapel" pitchFamily="34" charset="-122"/>
                          <a:cs typeface="Stapel" pitchFamily="34" charset="-120"/>
                        </a:rPr>
                        <a:t>3</a:t>
                      </a:r>
                      <a:r>
                        <a:rPr lang="en-US" sz="900" dirty="0">
                          <a:solidFill>
                            <a:srgbClr val="000000">
                              <a:alpha val="100000"/>
                            </a:srgbClr>
                          </a:solidFill>
                          <a:latin typeface="+mn-lt"/>
                          <a:ea typeface="Stapel" pitchFamily="34" charset="-122"/>
                          <a:cs typeface="Stapel" pitchFamily="34" charset="-120"/>
                        </a:rPr>
                        <a:t>. </a:t>
                      </a:r>
                      <a:r>
                        <a:rPr lang="ru-RU" sz="900" dirty="0">
                          <a:solidFill>
                            <a:srgbClr val="000000">
                              <a:alpha val="100000"/>
                            </a:srgbClr>
                          </a:solidFill>
                          <a:latin typeface="+mn-lt"/>
                          <a:ea typeface="Stapel" pitchFamily="34" charset="-122"/>
                          <a:cs typeface="Stapel" pitchFamily="34" charset="-120"/>
                        </a:rPr>
                        <a:t>Текст</a:t>
                      </a:r>
                      <a:r>
                        <a:rPr lang="en-US" sz="900" dirty="0">
                          <a:solidFill>
                            <a:srgbClr val="000000">
                              <a:alpha val="100000"/>
                            </a:srgbClr>
                          </a:solidFill>
                          <a:latin typeface="+mn-lt"/>
                          <a:ea typeface="Stapel" pitchFamily="34" charset="-122"/>
                          <a:cs typeface="Stapel" pitchFamily="34" charset="-120"/>
                        </a:rPr>
                        <a:t>…</a:t>
                      </a:r>
                      <a:endParaRPr lang="en-US" sz="900" dirty="0">
                        <a:latin typeface="+mn-lt"/>
                      </a:endParaRP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0121469"/>
                  </a:ext>
                </a:extLst>
              </a:tr>
              <a:tr h="604496">
                <a:tc>
                  <a:txBody>
                    <a:bodyPr/>
                    <a:lstStyle/>
                    <a:p>
                      <a:pPr marL="72000" marR="0" lvl="0" indent="-72000" algn="l" defTabSz="914400" rtl="0" eaLnBrk="1" fontAlgn="auto" latinLnBrk="0" hangingPunct="1">
                        <a:lnSpc>
                          <a:spcPct val="100000"/>
                        </a:lnSpc>
                        <a:spcBef>
                          <a:spcPts val="0"/>
                        </a:spcBef>
                        <a:spcAft>
                          <a:spcPts val="0"/>
                        </a:spcAft>
                        <a:buClrTx/>
                        <a:buSzTx/>
                        <a:buFontTx/>
                        <a:buNone/>
                        <a:tabLst/>
                        <a:defRPr/>
                      </a:pPr>
                      <a:r>
                        <a:rPr lang="ru-RU" sz="900" dirty="0">
                          <a:solidFill>
                            <a:srgbClr val="000000">
                              <a:alpha val="100000"/>
                            </a:srgbClr>
                          </a:solidFill>
                          <a:latin typeface="+mn-lt"/>
                          <a:ea typeface="Stapel" pitchFamily="34" charset="-122"/>
                          <a:cs typeface="Stapel" pitchFamily="34" charset="-120"/>
                        </a:rPr>
                        <a:t>4</a:t>
                      </a:r>
                      <a:r>
                        <a:rPr lang="en-US" sz="900" dirty="0">
                          <a:solidFill>
                            <a:srgbClr val="000000">
                              <a:alpha val="100000"/>
                            </a:srgbClr>
                          </a:solidFill>
                          <a:latin typeface="+mn-lt"/>
                          <a:ea typeface="Stapel" pitchFamily="34" charset="-122"/>
                          <a:cs typeface="Stapel" pitchFamily="34" charset="-120"/>
                        </a:rPr>
                        <a:t>. </a:t>
                      </a:r>
                      <a:r>
                        <a:rPr lang="ru-RU" sz="900" dirty="0">
                          <a:solidFill>
                            <a:srgbClr val="000000">
                              <a:alpha val="100000"/>
                            </a:srgbClr>
                          </a:solidFill>
                          <a:latin typeface="+mn-lt"/>
                          <a:ea typeface="Stapel" pitchFamily="34" charset="-122"/>
                          <a:cs typeface="Stapel" pitchFamily="34" charset="-120"/>
                        </a:rPr>
                        <a:t>Текст</a:t>
                      </a:r>
                      <a:r>
                        <a:rPr lang="en-US" sz="900" dirty="0">
                          <a:solidFill>
                            <a:srgbClr val="000000">
                              <a:alpha val="100000"/>
                            </a:srgbClr>
                          </a:solidFill>
                          <a:latin typeface="+mn-lt"/>
                          <a:ea typeface="Stapel" pitchFamily="34" charset="-122"/>
                          <a:cs typeface="Stapel" pitchFamily="34" charset="-120"/>
                        </a:rPr>
                        <a:t>…</a:t>
                      </a:r>
                      <a:endParaRPr lang="en-US" sz="900" dirty="0">
                        <a:latin typeface="+mn-lt"/>
                      </a:endParaRP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94194806"/>
                  </a:ext>
                </a:extLst>
              </a:tr>
            </a:tbl>
          </a:graphicData>
        </a:graphic>
      </p:graphicFrame>
      <p:sp>
        <p:nvSpPr>
          <p:cNvPr id="2" name="Номер слайда 1">
            <a:extLst>
              <a:ext uri="{FF2B5EF4-FFF2-40B4-BE49-F238E27FC236}">
                <a16:creationId xmlns:a16="http://schemas.microsoft.com/office/drawing/2014/main" id="{406604C5-E231-6ED9-B198-D2245FB8A3A3}"/>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38</a:t>
            </a:fld>
            <a:endParaRPr lang="ru-RU" dirty="0"/>
          </a:p>
        </p:txBody>
      </p:sp>
      <p:sp>
        <p:nvSpPr>
          <p:cNvPr id="9" name="Заголовок 8">
            <a:extLst>
              <a:ext uri="{FF2B5EF4-FFF2-40B4-BE49-F238E27FC236}">
                <a16:creationId xmlns:a16="http://schemas.microsoft.com/office/drawing/2014/main" id="{B15CF929-2C9C-4522-5B88-06D80EC0980A}"/>
              </a:ext>
            </a:extLst>
          </p:cNvPr>
          <p:cNvSpPr>
            <a:spLocks noGrp="1"/>
          </p:cNvSpPr>
          <p:nvPr>
            <p:ph type="title"/>
          </p:nvPr>
        </p:nvSpPr>
        <p:spPr/>
        <p:txBody>
          <a:bodyPr/>
          <a:lstStyle/>
          <a:p>
            <a:r>
              <a:rPr lang="ru-RU" dirty="0"/>
              <a:t>Детализация ключевых задач: </a:t>
            </a:r>
            <a:br>
              <a:rPr lang="ru-RU" dirty="0"/>
            </a:br>
            <a:r>
              <a:rPr lang="ru-RU" dirty="0"/>
              <a:t>Этап 1. Концепция цифровизации</a:t>
            </a:r>
          </a:p>
        </p:txBody>
      </p:sp>
    </p:spTree>
    <p:extLst>
      <p:ext uri="{BB962C8B-B14F-4D97-AF65-F5344CB8AC3E}">
        <p14:creationId xmlns:p14="http://schemas.microsoft.com/office/powerpoint/2010/main" val="14697832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Таблица 13">
            <a:extLst>
              <a:ext uri="{FF2B5EF4-FFF2-40B4-BE49-F238E27FC236}">
                <a16:creationId xmlns:a16="http://schemas.microsoft.com/office/drawing/2014/main" id="{F862311F-8F64-5865-921F-E6B568B087E9}"/>
              </a:ext>
            </a:extLst>
          </p:cNvPr>
          <p:cNvGraphicFramePr>
            <a:graphicFrameLocks noGrp="1"/>
          </p:cNvGraphicFramePr>
          <p:nvPr/>
        </p:nvGraphicFramePr>
        <p:xfrm>
          <a:off x="355599" y="1333428"/>
          <a:ext cx="11480750" cy="1454376"/>
        </p:xfrm>
        <a:graphic>
          <a:graphicData uri="http://schemas.openxmlformats.org/drawingml/2006/table">
            <a:tbl>
              <a:tblPr firstRow="1" bandRow="1">
                <a:tableStyleId>{5C22544A-7EE6-4342-B048-85BDC9FD1C3A}</a:tableStyleId>
              </a:tblPr>
              <a:tblGrid>
                <a:gridCol w="1148075">
                  <a:extLst>
                    <a:ext uri="{9D8B030D-6E8A-4147-A177-3AD203B41FA5}">
                      <a16:colId xmlns:a16="http://schemas.microsoft.com/office/drawing/2014/main" val="3168457040"/>
                    </a:ext>
                  </a:extLst>
                </a:gridCol>
                <a:gridCol w="1148075">
                  <a:extLst>
                    <a:ext uri="{9D8B030D-6E8A-4147-A177-3AD203B41FA5}">
                      <a16:colId xmlns:a16="http://schemas.microsoft.com/office/drawing/2014/main" val="2101039237"/>
                    </a:ext>
                  </a:extLst>
                </a:gridCol>
                <a:gridCol w="1148075">
                  <a:extLst>
                    <a:ext uri="{9D8B030D-6E8A-4147-A177-3AD203B41FA5}">
                      <a16:colId xmlns:a16="http://schemas.microsoft.com/office/drawing/2014/main" val="4224125109"/>
                    </a:ext>
                  </a:extLst>
                </a:gridCol>
                <a:gridCol w="1148075">
                  <a:extLst>
                    <a:ext uri="{9D8B030D-6E8A-4147-A177-3AD203B41FA5}">
                      <a16:colId xmlns:a16="http://schemas.microsoft.com/office/drawing/2014/main" val="2241535062"/>
                    </a:ext>
                  </a:extLst>
                </a:gridCol>
                <a:gridCol w="1148075">
                  <a:extLst>
                    <a:ext uri="{9D8B030D-6E8A-4147-A177-3AD203B41FA5}">
                      <a16:colId xmlns:a16="http://schemas.microsoft.com/office/drawing/2014/main" val="1227045412"/>
                    </a:ext>
                  </a:extLst>
                </a:gridCol>
                <a:gridCol w="1148075">
                  <a:extLst>
                    <a:ext uri="{9D8B030D-6E8A-4147-A177-3AD203B41FA5}">
                      <a16:colId xmlns:a16="http://schemas.microsoft.com/office/drawing/2014/main" val="962931951"/>
                    </a:ext>
                  </a:extLst>
                </a:gridCol>
                <a:gridCol w="1148075">
                  <a:extLst>
                    <a:ext uri="{9D8B030D-6E8A-4147-A177-3AD203B41FA5}">
                      <a16:colId xmlns:a16="http://schemas.microsoft.com/office/drawing/2014/main" val="1297464112"/>
                    </a:ext>
                  </a:extLst>
                </a:gridCol>
                <a:gridCol w="1148075">
                  <a:extLst>
                    <a:ext uri="{9D8B030D-6E8A-4147-A177-3AD203B41FA5}">
                      <a16:colId xmlns:a16="http://schemas.microsoft.com/office/drawing/2014/main" val="3248859457"/>
                    </a:ext>
                  </a:extLst>
                </a:gridCol>
                <a:gridCol w="1148075">
                  <a:extLst>
                    <a:ext uri="{9D8B030D-6E8A-4147-A177-3AD203B41FA5}">
                      <a16:colId xmlns:a16="http://schemas.microsoft.com/office/drawing/2014/main" val="813688195"/>
                    </a:ext>
                  </a:extLst>
                </a:gridCol>
                <a:gridCol w="1148075">
                  <a:extLst>
                    <a:ext uri="{9D8B030D-6E8A-4147-A177-3AD203B41FA5}">
                      <a16:colId xmlns:a16="http://schemas.microsoft.com/office/drawing/2014/main" val="2157794356"/>
                    </a:ext>
                  </a:extLst>
                </a:gridCol>
              </a:tblGrid>
              <a:tr h="3323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chemeClr val="tx1"/>
                          </a:solidFill>
                          <a:latin typeface="+mn-lt"/>
                          <a:ea typeface="Stapel" pitchFamily="34" charset="-122"/>
                          <a:cs typeface="Stapel" pitchFamily="34" charset="-120"/>
                        </a:rPr>
                        <a:t>1 </a:t>
                      </a:r>
                      <a:r>
                        <a:rPr lang="ru-RU" sz="1000" b="0" dirty="0">
                          <a:solidFill>
                            <a:schemeClr val="tx1"/>
                          </a:solidFill>
                          <a:latin typeface="+mn-lt"/>
                          <a:ea typeface="Stapel" pitchFamily="34" charset="-122"/>
                          <a:cs typeface="Stapel" pitchFamily="34" charset="-120"/>
                        </a:rPr>
                        <a:t>неделя</a:t>
                      </a:r>
                      <a:endParaRPr lang="en-US" sz="1000" b="0" dirty="0">
                        <a:solidFill>
                          <a:schemeClr val="tx1"/>
                        </a:solidFill>
                        <a:latin typeface="+mn-lt"/>
                      </a:endParaRPr>
                    </a:p>
                  </a:txBody>
                  <a:tcPr marL="89988" marR="89988" marT="89988" marB="89988">
                    <a:lnL w="12700" cmpd="sng">
                      <a:noFill/>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ED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ea typeface="Stapel" pitchFamily="34" charset="-122"/>
                          <a:cs typeface="Stapel" pitchFamily="34" charset="-120"/>
                        </a:rPr>
                        <a:t>2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ED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3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ED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4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ED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5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ED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6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ED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7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ED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8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ED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9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ED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0" dirty="0">
                          <a:solidFill>
                            <a:schemeClr val="tx1"/>
                          </a:solidFill>
                          <a:latin typeface="+mn-lt"/>
                        </a:rPr>
                        <a:t>10 неделя</a:t>
                      </a:r>
                      <a:endParaRPr lang="en-US" sz="1000" b="0" dirty="0">
                        <a:solidFill>
                          <a:schemeClr val="tx1"/>
                        </a:solidFill>
                        <a:latin typeface="+mn-lt"/>
                      </a:endParaRPr>
                    </a:p>
                  </a:txBody>
                  <a:tcPr marL="89988" marR="89988" marT="89988" marB="89988">
                    <a:lnL w="12700" cap="flat" cmpd="sng" algn="ctr">
                      <a:solidFill>
                        <a:srgbClr val="000000">
                          <a:alpha val="10196"/>
                        </a:srgbClr>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EDD"/>
                    </a:solidFill>
                  </a:tcPr>
                </a:tc>
                <a:extLst>
                  <a:ext uri="{0D108BD9-81ED-4DB2-BD59-A6C34878D82A}">
                    <a16:rowId xmlns:a16="http://schemas.microsoft.com/office/drawing/2014/main" val="3212540771"/>
                  </a:ext>
                </a:extLst>
              </a:tr>
              <a:tr h="219571">
                <a:tc gridSpan="2">
                  <a:txBody>
                    <a:bodyPr/>
                    <a:lstStyle/>
                    <a:p>
                      <a:pPr algn="ctr"/>
                      <a:r>
                        <a:rPr lang="ru-RU" sz="1000" dirty="0">
                          <a:solidFill>
                            <a:schemeClr val="tx1"/>
                          </a:solidFill>
                        </a:rPr>
                        <a:t>Мобилизация</a:t>
                      </a:r>
                      <a:endParaRPr lang="ru-RU" sz="1000" dirty="0">
                        <a:solidFill>
                          <a:schemeClr val="tx1"/>
                        </a:solidFill>
                        <a:latin typeface="+mn-lt"/>
                      </a:endParaRP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DDB6D3"/>
                    </a:solidFill>
                  </a:tcPr>
                </a:tc>
                <a:tc hMerge="1">
                  <a:txBody>
                    <a:bodyPr/>
                    <a:lstStyle/>
                    <a:p>
                      <a:endParaRPr lang="ru-RU" sz="2000" dirty="0">
                        <a:solidFill>
                          <a:schemeClr val="bg2"/>
                        </a:solidFill>
                        <a:latin typeface="+mn-lt"/>
                      </a:endParaRPr>
                    </a:p>
                  </a:txBody>
                  <a:tcPr marL="180000" marR="180000">
                    <a:lnL w="28575" cap="flat" cmpd="sng" algn="ctr">
                      <a:solidFill>
                        <a:srgbClr val="000000">
                          <a:alpha val="10196"/>
                        </a:srgbClr>
                      </a:solidFill>
                      <a:prstDash val="solid"/>
                      <a:round/>
                      <a:headEnd type="none" w="med" len="med"/>
                      <a:tailEnd type="none" w="med" len="med"/>
                    </a:lnL>
                    <a:lnR w="28575" cap="flat" cmpd="sng" algn="ctr">
                      <a:solidFill>
                        <a:srgbClr val="000000">
                          <a:alpha val="10196"/>
                        </a:srgbClr>
                      </a:solidFill>
                      <a:prstDash val="solid"/>
                      <a:round/>
                      <a:headEnd type="none" w="med" len="med"/>
                      <a:tailEnd type="none" w="med" len="med"/>
                    </a:lnR>
                    <a:lnT w="28575" cap="flat" cmpd="sng" algn="ctr">
                      <a:solidFill>
                        <a:srgbClr val="000000">
                          <a:alpha val="10196"/>
                        </a:srgbClr>
                      </a:solidFill>
                      <a:prstDash val="solid"/>
                      <a:round/>
                      <a:headEnd type="none" w="med" len="med"/>
                      <a:tailEnd type="none" w="med" len="med"/>
                    </a:lnT>
                    <a:lnB w="28575" cap="flat" cmpd="sng" algn="ctr">
                      <a:solidFill>
                        <a:srgbClr val="000000">
                          <a:alpha val="10196"/>
                        </a:srgbClr>
                      </a:solidFill>
                      <a:prstDash val="solid"/>
                      <a:round/>
                      <a:headEnd type="none" w="med" len="med"/>
                      <a:tailEnd type="none" w="med" len="med"/>
                    </a:lnB>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1556084"/>
                  </a:ext>
                </a:extLst>
              </a:tr>
              <a:tr h="219571">
                <a:tc>
                  <a:txBody>
                    <a:bodyPr/>
                    <a:lstStyle/>
                    <a:p>
                      <a:r>
                        <a:rPr lang="ru-RU" sz="1000" dirty="0">
                          <a:solidFill>
                            <a:schemeClr val="tx1"/>
                          </a:solidFill>
                          <a:latin typeface="+mn-lt"/>
                        </a:rPr>
                        <a:t>1.</a:t>
                      </a: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1925112"/>
                  </a:ext>
                </a:extLst>
              </a:tr>
              <a:tr h="219571">
                <a:tc>
                  <a:txBody>
                    <a:bodyPr/>
                    <a:lstStyle/>
                    <a:p>
                      <a:endParaRPr lang="ru-RU" sz="1000">
                        <a:solidFill>
                          <a:schemeClr val="tx1"/>
                        </a:solidFill>
                        <a:latin typeface="+mn-lt"/>
                      </a:endParaRP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solidFill>
                            <a:schemeClr val="tx1"/>
                          </a:solidFill>
                          <a:latin typeface="+mn-lt"/>
                        </a:rPr>
                        <a:t>2.</a:t>
                      </a: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9209483"/>
                  </a:ext>
                </a:extLst>
              </a:tr>
              <a:tr h="219571">
                <a:tc>
                  <a:txBody>
                    <a:bodyPr/>
                    <a:lstStyle/>
                    <a:p>
                      <a:endParaRPr lang="ru-RU" sz="1000" dirty="0">
                        <a:solidFill>
                          <a:schemeClr val="tx1"/>
                        </a:solidFill>
                        <a:latin typeface="+mn-lt"/>
                      </a:endParaRP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solidFill>
                            <a:schemeClr val="tx1"/>
                          </a:solidFill>
                          <a:latin typeface="+mn-lt"/>
                        </a:rPr>
                        <a:t>3.</a:t>
                      </a: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9804"/>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5872251"/>
                  </a:ext>
                </a:extLst>
              </a:tr>
              <a:tr h="219571">
                <a:tc>
                  <a:txBody>
                    <a:bodyPr/>
                    <a:lstStyle/>
                    <a:p>
                      <a:endParaRPr lang="ru-RU" sz="1000" dirty="0">
                        <a:solidFill>
                          <a:schemeClr val="tx1"/>
                        </a:solidFill>
                        <a:latin typeface="+mn-lt"/>
                      </a:endParaRPr>
                    </a:p>
                  </a:txBody>
                  <a:tcPr marL="89988" marR="89988" marT="36000" marB="36000">
                    <a:lnL w="12700" cmpd="sng">
                      <a:noFill/>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000" dirty="0">
                          <a:solidFill>
                            <a:schemeClr val="tx1"/>
                          </a:solidFill>
                          <a:latin typeface="+mn-lt"/>
                        </a:rPr>
                        <a:t>4.</a:t>
                      </a:r>
                    </a:p>
                  </a:txBody>
                  <a:tcPr marL="89988" marR="89988" marT="36000" marB="36000">
                    <a:lnL w="12700" cap="flat" cmpd="sng" algn="ctr">
                      <a:solidFill>
                        <a:srgbClr val="000000">
                          <a:alpha val="10196"/>
                        </a:srgbClr>
                      </a:solidFill>
                      <a:prstDash val="solid"/>
                      <a:round/>
                      <a:headEnd type="none" w="med" len="med"/>
                      <a:tailEnd type="none" w="med" len="med"/>
                    </a:lnL>
                    <a:lnR w="12700" cap="flat" cmpd="sng" algn="ctr">
                      <a:solidFill>
                        <a:srgbClr val="000000">
                          <a:alpha val="10196"/>
                        </a:srgbClr>
                      </a:solidFill>
                      <a:prstDash val="solid"/>
                      <a:round/>
                      <a:headEnd type="none" w="med" len="med"/>
                      <a:tailEnd type="none" w="med" len="med"/>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tc>
                  <a:txBody>
                    <a:bodyPr/>
                    <a:lstStyle/>
                    <a:p>
                      <a:endParaRPr lang="ru-RU" sz="1000" dirty="0">
                        <a:solidFill>
                          <a:schemeClr val="tx1"/>
                        </a:solidFill>
                        <a:latin typeface="+mn-lt"/>
                      </a:endParaRPr>
                    </a:p>
                  </a:txBody>
                  <a:tcPr marL="89988" marR="89988" marT="36000" marB="36000">
                    <a:lnL w="12700" cap="flat" cmpd="sng" algn="ctr">
                      <a:solidFill>
                        <a:srgbClr val="000000">
                          <a:alpha val="10196"/>
                        </a:srgbClr>
                      </a:solidFill>
                      <a:prstDash val="solid"/>
                      <a:round/>
                      <a:headEnd type="none" w="med" len="med"/>
                      <a:tailEnd type="none" w="med" len="med"/>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rgbClr val="000000">
                        <a:alpha val="10196"/>
                      </a:srgbClr>
                    </a:solidFill>
                  </a:tcPr>
                </a:tc>
                <a:extLst>
                  <a:ext uri="{0D108BD9-81ED-4DB2-BD59-A6C34878D82A}">
                    <a16:rowId xmlns:a16="http://schemas.microsoft.com/office/drawing/2014/main" val="2183594336"/>
                  </a:ext>
                </a:extLst>
              </a:tr>
            </a:tbl>
          </a:graphicData>
        </a:graphic>
      </p:graphicFrame>
      <p:sp>
        <p:nvSpPr>
          <p:cNvPr id="3" name="Текст 2">
            <a:extLst>
              <a:ext uri="{FF2B5EF4-FFF2-40B4-BE49-F238E27FC236}">
                <a16:creationId xmlns:a16="http://schemas.microsoft.com/office/drawing/2014/main" id="{AF25656A-CE91-9EC7-38F2-3913CACED12B}"/>
              </a:ext>
            </a:extLst>
          </p:cNvPr>
          <p:cNvSpPr>
            <a:spLocks noGrp="1"/>
          </p:cNvSpPr>
          <p:nvPr>
            <p:ph type="body" sz="quarter" idx="30"/>
          </p:nvPr>
        </p:nvSpPr>
        <p:spPr>
          <a:xfrm>
            <a:off x="348063" y="1077913"/>
            <a:ext cx="8583612" cy="233362"/>
          </a:xfrm>
        </p:spPr>
        <p:txBody>
          <a:bodyPr/>
          <a:lstStyle/>
          <a:p>
            <a:r>
              <a:rPr lang="ru-RU" dirty="0"/>
              <a:t>Направление 1. Текст</a:t>
            </a:r>
          </a:p>
        </p:txBody>
      </p:sp>
      <p:sp>
        <p:nvSpPr>
          <p:cNvPr id="4" name="Объект 3">
            <a:extLst>
              <a:ext uri="{FF2B5EF4-FFF2-40B4-BE49-F238E27FC236}">
                <a16:creationId xmlns:a16="http://schemas.microsoft.com/office/drawing/2014/main" id="{28A4B84B-65F4-F03C-9959-F84B8EA37700}"/>
              </a:ext>
            </a:extLst>
          </p:cNvPr>
          <p:cNvSpPr>
            <a:spLocks noGrp="1"/>
          </p:cNvSpPr>
          <p:nvPr>
            <p:ph sz="quarter" idx="29"/>
          </p:nvPr>
        </p:nvSpPr>
        <p:spPr>
          <a:xfrm>
            <a:off x="601663" y="3006725"/>
            <a:ext cx="2228850" cy="112713"/>
          </a:xfrm>
        </p:spPr>
        <p:txBody>
          <a:bodyPr/>
          <a:lstStyle/>
          <a:p>
            <a:r>
              <a:rPr lang="ru-RU" dirty="0"/>
              <a:t>Здесь должен быть ваш текст</a:t>
            </a:r>
          </a:p>
        </p:txBody>
      </p:sp>
      <p:sp>
        <p:nvSpPr>
          <p:cNvPr id="5" name="Объект 4">
            <a:extLst>
              <a:ext uri="{FF2B5EF4-FFF2-40B4-BE49-F238E27FC236}">
                <a16:creationId xmlns:a16="http://schemas.microsoft.com/office/drawing/2014/main" id="{A9A4BE26-746E-9DBA-BCCE-6A7FFA436DDB}"/>
              </a:ext>
            </a:extLst>
          </p:cNvPr>
          <p:cNvSpPr>
            <a:spLocks noGrp="1"/>
          </p:cNvSpPr>
          <p:nvPr>
            <p:ph sz="quarter" idx="35"/>
          </p:nvPr>
        </p:nvSpPr>
        <p:spPr>
          <a:xfrm>
            <a:off x="3478213" y="3006725"/>
            <a:ext cx="2228850" cy="112713"/>
          </a:xfrm>
        </p:spPr>
        <p:txBody>
          <a:bodyPr/>
          <a:lstStyle/>
          <a:p>
            <a:r>
              <a:rPr lang="ru-RU" dirty="0"/>
              <a:t>Здесь должен быть ваш текст</a:t>
            </a:r>
          </a:p>
        </p:txBody>
      </p:sp>
      <p:sp>
        <p:nvSpPr>
          <p:cNvPr id="6" name="Объект 5">
            <a:extLst>
              <a:ext uri="{FF2B5EF4-FFF2-40B4-BE49-F238E27FC236}">
                <a16:creationId xmlns:a16="http://schemas.microsoft.com/office/drawing/2014/main" id="{F6D9A0FF-DAE9-EF08-2FE5-0AADA8C66D73}"/>
              </a:ext>
            </a:extLst>
          </p:cNvPr>
          <p:cNvSpPr>
            <a:spLocks noGrp="1"/>
          </p:cNvSpPr>
          <p:nvPr>
            <p:ph sz="quarter" idx="36"/>
          </p:nvPr>
        </p:nvSpPr>
        <p:spPr>
          <a:xfrm>
            <a:off x="6453188" y="3006725"/>
            <a:ext cx="2230437" cy="112713"/>
          </a:xfrm>
        </p:spPr>
        <p:txBody>
          <a:bodyPr/>
          <a:lstStyle/>
          <a:p>
            <a:r>
              <a:rPr lang="ru-RU" dirty="0"/>
              <a:t>Здесь должен быть ваш текст</a:t>
            </a:r>
          </a:p>
        </p:txBody>
      </p:sp>
      <p:sp>
        <p:nvSpPr>
          <p:cNvPr id="7" name="Объект 6">
            <a:extLst>
              <a:ext uri="{FF2B5EF4-FFF2-40B4-BE49-F238E27FC236}">
                <a16:creationId xmlns:a16="http://schemas.microsoft.com/office/drawing/2014/main" id="{A8F57BA0-C5F8-6815-7BD3-6D5D6D4CD3C3}"/>
              </a:ext>
            </a:extLst>
          </p:cNvPr>
          <p:cNvSpPr>
            <a:spLocks noGrp="1"/>
          </p:cNvSpPr>
          <p:nvPr>
            <p:ph sz="quarter" idx="37"/>
          </p:nvPr>
        </p:nvSpPr>
        <p:spPr>
          <a:xfrm>
            <a:off x="9350375" y="3006725"/>
            <a:ext cx="2230438" cy="112713"/>
          </a:xfrm>
        </p:spPr>
        <p:txBody>
          <a:bodyPr/>
          <a:lstStyle/>
          <a:p>
            <a:r>
              <a:rPr lang="ru-RU" dirty="0"/>
              <a:t>Здесь должен быть ваш текст</a:t>
            </a:r>
          </a:p>
        </p:txBody>
      </p:sp>
      <p:sp>
        <p:nvSpPr>
          <p:cNvPr id="19" name="Равнобедренный треугольник 18">
            <a:extLst>
              <a:ext uri="{FF2B5EF4-FFF2-40B4-BE49-F238E27FC236}">
                <a16:creationId xmlns:a16="http://schemas.microsoft.com/office/drawing/2014/main" id="{038946ED-B59A-5448-D3F4-CAD1ECC916CA}"/>
              </a:ext>
            </a:extLst>
          </p:cNvPr>
          <p:cNvSpPr/>
          <p:nvPr/>
        </p:nvSpPr>
        <p:spPr>
          <a:xfrm>
            <a:off x="5458482" y="2395336"/>
            <a:ext cx="131979" cy="114285"/>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0" name="Равнобедренный треугольник 19">
            <a:extLst>
              <a:ext uri="{FF2B5EF4-FFF2-40B4-BE49-F238E27FC236}">
                <a16:creationId xmlns:a16="http://schemas.microsoft.com/office/drawing/2014/main" id="{32D73672-9A70-8F9E-6DF6-9E20BFF7717F}"/>
              </a:ext>
            </a:extLst>
          </p:cNvPr>
          <p:cNvSpPr/>
          <p:nvPr/>
        </p:nvSpPr>
        <p:spPr>
          <a:xfrm>
            <a:off x="6607826" y="2395336"/>
            <a:ext cx="131979" cy="114285"/>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1" name="Равнобедренный треугольник 20">
            <a:extLst>
              <a:ext uri="{FF2B5EF4-FFF2-40B4-BE49-F238E27FC236}">
                <a16:creationId xmlns:a16="http://schemas.microsoft.com/office/drawing/2014/main" id="{02F390DE-310E-C07B-861F-4B90B54096A5}"/>
              </a:ext>
            </a:extLst>
          </p:cNvPr>
          <p:cNvSpPr/>
          <p:nvPr/>
        </p:nvSpPr>
        <p:spPr>
          <a:xfrm>
            <a:off x="7772797" y="2395336"/>
            <a:ext cx="131979" cy="114285"/>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2" name="Равнобедренный треугольник 21">
            <a:extLst>
              <a:ext uri="{FF2B5EF4-FFF2-40B4-BE49-F238E27FC236}">
                <a16:creationId xmlns:a16="http://schemas.microsoft.com/office/drawing/2014/main" id="{40F098F5-CEC3-D45B-D265-30D4705BA4EA}"/>
              </a:ext>
            </a:extLst>
          </p:cNvPr>
          <p:cNvSpPr/>
          <p:nvPr/>
        </p:nvSpPr>
        <p:spPr>
          <a:xfrm>
            <a:off x="4309138" y="2169839"/>
            <a:ext cx="131979" cy="114285"/>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3" name="Равнобедренный треугольник 22">
            <a:extLst>
              <a:ext uri="{FF2B5EF4-FFF2-40B4-BE49-F238E27FC236}">
                <a16:creationId xmlns:a16="http://schemas.microsoft.com/office/drawing/2014/main" id="{48C4BA6D-6B7E-4FC6-C41E-C3570BC59FC1}"/>
              </a:ext>
            </a:extLst>
          </p:cNvPr>
          <p:cNvSpPr/>
          <p:nvPr/>
        </p:nvSpPr>
        <p:spPr>
          <a:xfrm>
            <a:off x="3160573" y="1944342"/>
            <a:ext cx="131979" cy="1142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4" name="Равнобедренный треугольник 23">
            <a:extLst>
              <a:ext uri="{FF2B5EF4-FFF2-40B4-BE49-F238E27FC236}">
                <a16:creationId xmlns:a16="http://schemas.microsoft.com/office/drawing/2014/main" id="{2F2F16E2-B2CF-5182-201A-4D6410DF3CDA}"/>
              </a:ext>
            </a:extLst>
          </p:cNvPr>
          <p:cNvSpPr/>
          <p:nvPr/>
        </p:nvSpPr>
        <p:spPr>
          <a:xfrm>
            <a:off x="2010450" y="1944342"/>
            <a:ext cx="131979" cy="1142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5" name="Равнобедренный треугольник 24">
            <a:extLst>
              <a:ext uri="{FF2B5EF4-FFF2-40B4-BE49-F238E27FC236}">
                <a16:creationId xmlns:a16="http://schemas.microsoft.com/office/drawing/2014/main" id="{A0D86CFC-6B76-E5A4-1031-2235AD84DEC5}"/>
              </a:ext>
            </a:extLst>
          </p:cNvPr>
          <p:cNvSpPr/>
          <p:nvPr/>
        </p:nvSpPr>
        <p:spPr>
          <a:xfrm>
            <a:off x="861106" y="1944342"/>
            <a:ext cx="131979" cy="1142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sp>
        <p:nvSpPr>
          <p:cNvPr id="26" name="Равнобедренный треугольник 25">
            <a:extLst>
              <a:ext uri="{FF2B5EF4-FFF2-40B4-BE49-F238E27FC236}">
                <a16:creationId xmlns:a16="http://schemas.microsoft.com/office/drawing/2014/main" id="{ACCCBB6B-E18A-16E1-7435-A9BF9D9BFAA5}"/>
              </a:ext>
            </a:extLst>
          </p:cNvPr>
          <p:cNvSpPr/>
          <p:nvPr/>
        </p:nvSpPr>
        <p:spPr>
          <a:xfrm>
            <a:off x="11193743" y="2620833"/>
            <a:ext cx="131979" cy="114285"/>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a:p>
        </p:txBody>
      </p:sp>
      <p:graphicFrame>
        <p:nvGraphicFramePr>
          <p:cNvPr id="27" name="Таблица 26">
            <a:extLst>
              <a:ext uri="{FF2B5EF4-FFF2-40B4-BE49-F238E27FC236}">
                <a16:creationId xmlns:a16="http://schemas.microsoft.com/office/drawing/2014/main" id="{6A1673AA-E4B0-579E-A20D-71C6CB4E1708}"/>
              </a:ext>
            </a:extLst>
          </p:cNvPr>
          <p:cNvGraphicFramePr>
            <a:graphicFrameLocks noGrp="1"/>
          </p:cNvGraphicFramePr>
          <p:nvPr/>
        </p:nvGraphicFramePr>
        <p:xfrm>
          <a:off x="350076" y="3516508"/>
          <a:ext cx="11480739" cy="2877841"/>
        </p:xfrm>
        <a:graphic>
          <a:graphicData uri="http://schemas.openxmlformats.org/drawingml/2006/table">
            <a:tbl>
              <a:tblPr firstRow="1" bandRow="1">
                <a:tableStyleId>{5C22544A-7EE6-4342-B048-85BDC9FD1C3A}</a:tableStyleId>
              </a:tblPr>
              <a:tblGrid>
                <a:gridCol w="3826913">
                  <a:extLst>
                    <a:ext uri="{9D8B030D-6E8A-4147-A177-3AD203B41FA5}">
                      <a16:colId xmlns:a16="http://schemas.microsoft.com/office/drawing/2014/main" val="2210241728"/>
                    </a:ext>
                  </a:extLst>
                </a:gridCol>
                <a:gridCol w="3826913">
                  <a:extLst>
                    <a:ext uri="{9D8B030D-6E8A-4147-A177-3AD203B41FA5}">
                      <a16:colId xmlns:a16="http://schemas.microsoft.com/office/drawing/2014/main" val="2810700027"/>
                    </a:ext>
                  </a:extLst>
                </a:gridCol>
                <a:gridCol w="3826913">
                  <a:extLst>
                    <a:ext uri="{9D8B030D-6E8A-4147-A177-3AD203B41FA5}">
                      <a16:colId xmlns:a16="http://schemas.microsoft.com/office/drawing/2014/main" val="914724971"/>
                    </a:ext>
                  </a:extLst>
                </a:gridCol>
              </a:tblGrid>
              <a:tr h="449941">
                <a:tc>
                  <a:txBody>
                    <a:bodyPr/>
                    <a:lstStyle/>
                    <a:p>
                      <a:r>
                        <a:rPr lang="ru-RU" sz="1400" b="0" dirty="0">
                          <a:solidFill>
                            <a:schemeClr val="tx1"/>
                          </a:solidFill>
                          <a:latin typeface="+mn-lt"/>
                        </a:rPr>
                        <a:t>Работы</a:t>
                      </a:r>
                    </a:p>
                  </a:txBody>
                  <a:tcPr marL="0" marR="179977" marT="89988" marB="89988"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400" b="0" dirty="0">
                          <a:solidFill>
                            <a:srgbClr val="000000">
                              <a:alpha val="100000"/>
                            </a:srgbClr>
                          </a:solidFill>
                          <a:latin typeface="+mn-lt"/>
                          <a:ea typeface="Stapel" pitchFamily="34" charset="-122"/>
                          <a:cs typeface="Stapel" pitchFamily="34" charset="-120"/>
                        </a:rPr>
                        <a:t>Результаты</a:t>
                      </a:r>
                      <a:endParaRPr lang="en-US" sz="1400" b="0" dirty="0">
                        <a:latin typeface="+mn-lt"/>
                      </a:endParaRPr>
                    </a:p>
                  </a:txBody>
                  <a:tcPr marL="0" marR="179977" marT="89988" marB="89988"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400" b="0" dirty="0">
                          <a:solidFill>
                            <a:srgbClr val="000000">
                              <a:alpha val="100000"/>
                            </a:srgbClr>
                          </a:solidFill>
                          <a:latin typeface="+mn-lt"/>
                          <a:ea typeface="Stapel" pitchFamily="34" charset="-122"/>
                          <a:cs typeface="Stapel" pitchFamily="34" charset="-120"/>
                        </a:rPr>
                        <a:t>Ограничения</a:t>
                      </a:r>
                      <a:endParaRPr lang="en-US" sz="1400" b="0" dirty="0">
                        <a:latin typeface="+mn-lt"/>
                      </a:endParaRPr>
                    </a:p>
                  </a:txBody>
                  <a:tcPr marL="0" marR="179977" marT="89988" marB="89988"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282183"/>
                  </a:ext>
                </a:extLst>
              </a:tr>
              <a:tr h="604496">
                <a:tc>
                  <a:txBody>
                    <a:bodyPr/>
                    <a:lstStyle/>
                    <a:p>
                      <a:pPr marL="72000" marR="0" lvl="0" indent="-72000" algn="l" defTabSz="914400" rtl="0" eaLnBrk="1" fontAlgn="auto" latinLnBrk="0" hangingPunct="1">
                        <a:lnSpc>
                          <a:spcPct val="100000"/>
                        </a:lnSpc>
                        <a:spcBef>
                          <a:spcPts val="0"/>
                        </a:spcBef>
                        <a:spcAft>
                          <a:spcPts val="0"/>
                        </a:spcAft>
                        <a:buClrTx/>
                        <a:buSzTx/>
                        <a:buFontTx/>
                        <a:buNone/>
                        <a:tabLst/>
                        <a:defRPr/>
                      </a:pPr>
                      <a:r>
                        <a:rPr lang="en-US" sz="900" dirty="0">
                          <a:solidFill>
                            <a:srgbClr val="000000">
                              <a:alpha val="100000"/>
                            </a:srgbClr>
                          </a:solidFill>
                          <a:latin typeface="+mn-lt"/>
                          <a:ea typeface="Stapel" pitchFamily="34" charset="-122"/>
                          <a:cs typeface="Stapel" pitchFamily="34" charset="-120"/>
                        </a:rPr>
                        <a:t>1. </a:t>
                      </a:r>
                      <a:r>
                        <a:rPr lang="ru-RU" sz="900" dirty="0">
                          <a:solidFill>
                            <a:srgbClr val="000000">
                              <a:alpha val="100000"/>
                            </a:srgbClr>
                          </a:solidFill>
                          <a:latin typeface="+mn-lt"/>
                          <a:ea typeface="Stapel" pitchFamily="34" charset="-122"/>
                          <a:cs typeface="Stapel" pitchFamily="34" charset="-120"/>
                        </a:rPr>
                        <a:t>Текст</a:t>
                      </a:r>
                      <a:r>
                        <a:rPr lang="en-US" sz="900" dirty="0">
                          <a:solidFill>
                            <a:srgbClr val="000000">
                              <a:alpha val="100000"/>
                            </a:srgbClr>
                          </a:solidFill>
                          <a:latin typeface="+mn-lt"/>
                          <a:ea typeface="Stapel" pitchFamily="34" charset="-122"/>
                          <a:cs typeface="Stapel" pitchFamily="34" charset="-120"/>
                        </a:rPr>
                        <a:t>…</a:t>
                      </a:r>
                      <a:endParaRPr lang="en-US" sz="900" dirty="0">
                        <a:latin typeface="+mn-lt"/>
                      </a:endParaRP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841553"/>
                  </a:ext>
                </a:extLst>
              </a:tr>
              <a:tr h="604496">
                <a:tc>
                  <a:txBody>
                    <a:bodyPr/>
                    <a:lstStyle/>
                    <a:p>
                      <a:pPr marL="72000" marR="0" lvl="0" indent="-72000" algn="l" defTabSz="914400" rtl="0" eaLnBrk="1" fontAlgn="auto" latinLnBrk="0" hangingPunct="1">
                        <a:lnSpc>
                          <a:spcPct val="100000"/>
                        </a:lnSpc>
                        <a:spcBef>
                          <a:spcPts val="0"/>
                        </a:spcBef>
                        <a:spcAft>
                          <a:spcPts val="0"/>
                        </a:spcAft>
                        <a:buClrTx/>
                        <a:buSzTx/>
                        <a:buFontTx/>
                        <a:buNone/>
                        <a:tabLst/>
                        <a:defRPr/>
                      </a:pPr>
                      <a:r>
                        <a:rPr lang="ru-RU" sz="900" dirty="0">
                          <a:solidFill>
                            <a:srgbClr val="000000">
                              <a:alpha val="100000"/>
                            </a:srgbClr>
                          </a:solidFill>
                          <a:latin typeface="+mn-lt"/>
                          <a:ea typeface="Stapel" pitchFamily="34" charset="-122"/>
                          <a:cs typeface="Stapel" pitchFamily="34" charset="-120"/>
                        </a:rPr>
                        <a:t>2</a:t>
                      </a:r>
                      <a:r>
                        <a:rPr lang="en-US" sz="900" dirty="0">
                          <a:solidFill>
                            <a:srgbClr val="000000">
                              <a:alpha val="100000"/>
                            </a:srgbClr>
                          </a:solidFill>
                          <a:latin typeface="+mn-lt"/>
                          <a:ea typeface="Stapel" pitchFamily="34" charset="-122"/>
                          <a:cs typeface="Stapel" pitchFamily="34" charset="-120"/>
                        </a:rPr>
                        <a:t>. </a:t>
                      </a:r>
                      <a:r>
                        <a:rPr lang="ru-RU" sz="900" dirty="0">
                          <a:solidFill>
                            <a:srgbClr val="000000">
                              <a:alpha val="100000"/>
                            </a:srgbClr>
                          </a:solidFill>
                          <a:latin typeface="+mn-lt"/>
                          <a:ea typeface="Stapel" pitchFamily="34" charset="-122"/>
                          <a:cs typeface="Stapel" pitchFamily="34" charset="-120"/>
                        </a:rPr>
                        <a:t>Текст</a:t>
                      </a:r>
                      <a:r>
                        <a:rPr lang="en-US" sz="900" dirty="0">
                          <a:solidFill>
                            <a:srgbClr val="000000">
                              <a:alpha val="100000"/>
                            </a:srgbClr>
                          </a:solidFill>
                          <a:latin typeface="+mn-lt"/>
                          <a:ea typeface="Stapel" pitchFamily="34" charset="-122"/>
                          <a:cs typeface="Stapel" pitchFamily="34" charset="-120"/>
                        </a:rPr>
                        <a:t>…</a:t>
                      </a:r>
                      <a:endParaRPr lang="en-US" sz="900" dirty="0">
                        <a:latin typeface="+mn-lt"/>
                      </a:endParaRP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9696813"/>
                  </a:ext>
                </a:extLst>
              </a:tr>
              <a:tr h="604496">
                <a:tc>
                  <a:txBody>
                    <a:bodyPr/>
                    <a:lstStyle/>
                    <a:p>
                      <a:pPr marL="72000" marR="0" lvl="0" indent="-72000" algn="l" defTabSz="914400" rtl="0" eaLnBrk="1" fontAlgn="auto" latinLnBrk="0" hangingPunct="1">
                        <a:lnSpc>
                          <a:spcPct val="100000"/>
                        </a:lnSpc>
                        <a:spcBef>
                          <a:spcPts val="0"/>
                        </a:spcBef>
                        <a:spcAft>
                          <a:spcPts val="0"/>
                        </a:spcAft>
                        <a:buClrTx/>
                        <a:buSzTx/>
                        <a:buFontTx/>
                        <a:buNone/>
                        <a:tabLst/>
                        <a:defRPr/>
                      </a:pPr>
                      <a:r>
                        <a:rPr lang="ru-RU" sz="900" dirty="0">
                          <a:solidFill>
                            <a:srgbClr val="000000">
                              <a:alpha val="100000"/>
                            </a:srgbClr>
                          </a:solidFill>
                          <a:latin typeface="+mn-lt"/>
                          <a:ea typeface="Stapel" pitchFamily="34" charset="-122"/>
                          <a:cs typeface="Stapel" pitchFamily="34" charset="-120"/>
                        </a:rPr>
                        <a:t>3</a:t>
                      </a:r>
                      <a:r>
                        <a:rPr lang="en-US" sz="900" dirty="0">
                          <a:solidFill>
                            <a:srgbClr val="000000">
                              <a:alpha val="100000"/>
                            </a:srgbClr>
                          </a:solidFill>
                          <a:latin typeface="+mn-lt"/>
                          <a:ea typeface="Stapel" pitchFamily="34" charset="-122"/>
                          <a:cs typeface="Stapel" pitchFamily="34" charset="-120"/>
                        </a:rPr>
                        <a:t>. </a:t>
                      </a:r>
                      <a:r>
                        <a:rPr lang="ru-RU" sz="900" dirty="0">
                          <a:solidFill>
                            <a:srgbClr val="000000">
                              <a:alpha val="100000"/>
                            </a:srgbClr>
                          </a:solidFill>
                          <a:latin typeface="+mn-lt"/>
                          <a:ea typeface="Stapel" pitchFamily="34" charset="-122"/>
                          <a:cs typeface="Stapel" pitchFamily="34" charset="-120"/>
                        </a:rPr>
                        <a:t>Текст</a:t>
                      </a:r>
                      <a:r>
                        <a:rPr lang="en-US" sz="900" dirty="0">
                          <a:solidFill>
                            <a:srgbClr val="000000">
                              <a:alpha val="100000"/>
                            </a:srgbClr>
                          </a:solidFill>
                          <a:latin typeface="+mn-lt"/>
                          <a:ea typeface="Stapel" pitchFamily="34" charset="-122"/>
                          <a:cs typeface="Stapel" pitchFamily="34" charset="-120"/>
                        </a:rPr>
                        <a:t>…</a:t>
                      </a:r>
                      <a:endParaRPr lang="en-US" sz="900" dirty="0">
                        <a:latin typeface="+mn-lt"/>
                      </a:endParaRP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ap="flat" cmpd="sng" algn="ctr">
                      <a:solidFill>
                        <a:srgbClr val="000000">
                          <a:alpha val="10196"/>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0121469"/>
                  </a:ext>
                </a:extLst>
              </a:tr>
              <a:tr h="604496">
                <a:tc>
                  <a:txBody>
                    <a:bodyPr/>
                    <a:lstStyle/>
                    <a:p>
                      <a:pPr marL="72000" marR="0" lvl="0" indent="-72000" algn="l" defTabSz="914400" rtl="0" eaLnBrk="1" fontAlgn="auto" latinLnBrk="0" hangingPunct="1">
                        <a:lnSpc>
                          <a:spcPct val="100000"/>
                        </a:lnSpc>
                        <a:spcBef>
                          <a:spcPts val="0"/>
                        </a:spcBef>
                        <a:spcAft>
                          <a:spcPts val="0"/>
                        </a:spcAft>
                        <a:buClrTx/>
                        <a:buSzTx/>
                        <a:buFontTx/>
                        <a:buNone/>
                        <a:tabLst/>
                        <a:defRPr/>
                      </a:pPr>
                      <a:r>
                        <a:rPr lang="ru-RU" sz="900" dirty="0">
                          <a:solidFill>
                            <a:srgbClr val="000000">
                              <a:alpha val="100000"/>
                            </a:srgbClr>
                          </a:solidFill>
                          <a:latin typeface="+mn-lt"/>
                          <a:ea typeface="Stapel" pitchFamily="34" charset="-122"/>
                          <a:cs typeface="Stapel" pitchFamily="34" charset="-120"/>
                        </a:rPr>
                        <a:t>4</a:t>
                      </a:r>
                      <a:r>
                        <a:rPr lang="en-US" sz="900" dirty="0">
                          <a:solidFill>
                            <a:srgbClr val="000000">
                              <a:alpha val="100000"/>
                            </a:srgbClr>
                          </a:solidFill>
                          <a:latin typeface="+mn-lt"/>
                          <a:ea typeface="Stapel" pitchFamily="34" charset="-122"/>
                          <a:cs typeface="Stapel" pitchFamily="34" charset="-120"/>
                        </a:rPr>
                        <a:t>. </a:t>
                      </a:r>
                      <a:r>
                        <a:rPr lang="ru-RU" sz="900" dirty="0">
                          <a:solidFill>
                            <a:srgbClr val="000000">
                              <a:alpha val="100000"/>
                            </a:srgbClr>
                          </a:solidFill>
                          <a:latin typeface="+mn-lt"/>
                          <a:ea typeface="Stapel" pitchFamily="34" charset="-122"/>
                          <a:cs typeface="Stapel" pitchFamily="34" charset="-120"/>
                        </a:rPr>
                        <a:t>Текст</a:t>
                      </a:r>
                      <a:r>
                        <a:rPr lang="en-US" sz="900" dirty="0">
                          <a:solidFill>
                            <a:srgbClr val="000000">
                              <a:alpha val="100000"/>
                            </a:srgbClr>
                          </a:solidFill>
                          <a:latin typeface="+mn-lt"/>
                          <a:ea typeface="Stapel" pitchFamily="34" charset="-122"/>
                          <a:cs typeface="Stapel" pitchFamily="34" charset="-120"/>
                        </a:rPr>
                        <a:t>…</a:t>
                      </a:r>
                      <a:endParaRPr lang="en-US" sz="900" dirty="0">
                        <a:latin typeface="+mn-lt"/>
                      </a:endParaRPr>
                    </a:p>
                    <a:p>
                      <a:pPr marL="72000" indent="-72000"/>
                      <a:endParaRPr lang="ru-RU" sz="900" dirty="0">
                        <a:solidFill>
                          <a:schemeClr val="tx1"/>
                        </a:solidFill>
                        <a:latin typeface="+mn-lt"/>
                      </a:endParaRP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72000" indent="-72000">
                        <a:buFont typeface="Arial" panose="020B0604020202020204" pitchFamily="34" charset="0"/>
                        <a:buChar char="•"/>
                      </a:pPr>
                      <a:r>
                        <a:rPr lang="ru-RU" sz="900" dirty="0">
                          <a:solidFill>
                            <a:schemeClr val="tx1"/>
                          </a:solidFill>
                          <a:latin typeface="+mn-lt"/>
                        </a:rPr>
                        <a:t>Текст</a:t>
                      </a:r>
                    </a:p>
                    <a:p>
                      <a:pPr marL="72000" indent="-72000">
                        <a:buFont typeface="Arial" panose="020B0604020202020204" pitchFamily="34" charset="0"/>
                        <a:buChar char="•"/>
                      </a:pPr>
                      <a:r>
                        <a:rPr lang="ru-RU" sz="900" dirty="0">
                          <a:solidFill>
                            <a:schemeClr val="tx1"/>
                          </a:solidFill>
                          <a:latin typeface="+mn-lt"/>
                        </a:rPr>
                        <a:t>Текст</a:t>
                      </a:r>
                    </a:p>
                  </a:txBody>
                  <a:tcPr marL="0" marR="179977" marT="89988" marB="107986">
                    <a:lnL w="12700" cmpd="sng">
                      <a:noFill/>
                    </a:lnL>
                    <a:lnR w="12700" cmpd="sng">
                      <a:noFill/>
                    </a:lnR>
                    <a:lnT w="12700" cap="flat" cmpd="sng" algn="ctr">
                      <a:solidFill>
                        <a:srgbClr val="000000">
                          <a:alpha val="10196"/>
                        </a:srgb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94194806"/>
                  </a:ext>
                </a:extLst>
              </a:tr>
            </a:tbl>
          </a:graphicData>
        </a:graphic>
      </p:graphicFrame>
      <p:sp>
        <p:nvSpPr>
          <p:cNvPr id="2" name="Номер слайда 1">
            <a:extLst>
              <a:ext uri="{FF2B5EF4-FFF2-40B4-BE49-F238E27FC236}">
                <a16:creationId xmlns:a16="http://schemas.microsoft.com/office/drawing/2014/main" id="{406604C5-E231-6ED9-B198-D2245FB8A3A3}"/>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39</a:t>
            </a:fld>
            <a:endParaRPr lang="ru-RU" dirty="0"/>
          </a:p>
        </p:txBody>
      </p:sp>
      <p:sp>
        <p:nvSpPr>
          <p:cNvPr id="9" name="Заголовок 8">
            <a:extLst>
              <a:ext uri="{FF2B5EF4-FFF2-40B4-BE49-F238E27FC236}">
                <a16:creationId xmlns:a16="http://schemas.microsoft.com/office/drawing/2014/main" id="{B15CF929-2C9C-4522-5B88-06D80EC0980A}"/>
              </a:ext>
            </a:extLst>
          </p:cNvPr>
          <p:cNvSpPr>
            <a:spLocks noGrp="1"/>
          </p:cNvSpPr>
          <p:nvPr>
            <p:ph type="title"/>
          </p:nvPr>
        </p:nvSpPr>
        <p:spPr/>
        <p:txBody>
          <a:bodyPr/>
          <a:lstStyle/>
          <a:p>
            <a:r>
              <a:rPr lang="ru-RU" dirty="0"/>
              <a:t>Детализация ключевых задач: </a:t>
            </a:r>
            <a:br>
              <a:rPr lang="ru-RU" dirty="0"/>
            </a:br>
            <a:r>
              <a:rPr lang="ru-RU" dirty="0"/>
              <a:t>Этап 1. Концепция цифровизации</a:t>
            </a:r>
          </a:p>
        </p:txBody>
      </p:sp>
    </p:spTree>
    <p:extLst>
      <p:ext uri="{BB962C8B-B14F-4D97-AF65-F5344CB8AC3E}">
        <p14:creationId xmlns:p14="http://schemas.microsoft.com/office/powerpoint/2010/main" val="12993584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93B69801-9467-82F6-3207-196877AF1B32}"/>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40</a:t>
            </a:fld>
            <a:endParaRPr lang="ru-RU" dirty="0"/>
          </a:p>
        </p:txBody>
      </p:sp>
      <p:sp>
        <p:nvSpPr>
          <p:cNvPr id="4" name="Текст 3">
            <a:extLst>
              <a:ext uri="{FF2B5EF4-FFF2-40B4-BE49-F238E27FC236}">
                <a16:creationId xmlns:a16="http://schemas.microsoft.com/office/drawing/2014/main" id="{6EA17F26-57B9-917E-B42F-FA2393F4D494}"/>
              </a:ext>
            </a:extLst>
          </p:cNvPr>
          <p:cNvSpPr>
            <a:spLocks noGrp="1"/>
          </p:cNvSpPr>
          <p:nvPr>
            <p:ph type="body" sz="quarter" idx="53"/>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5" name="Текст 4">
            <a:extLst>
              <a:ext uri="{FF2B5EF4-FFF2-40B4-BE49-F238E27FC236}">
                <a16:creationId xmlns:a16="http://schemas.microsoft.com/office/drawing/2014/main" id="{505798C4-EF51-FE20-F4E7-51D606D19CA8}"/>
              </a:ext>
            </a:extLst>
          </p:cNvPr>
          <p:cNvSpPr>
            <a:spLocks noGrp="1"/>
          </p:cNvSpPr>
          <p:nvPr>
            <p:ph type="body" sz="quarter" idx="54"/>
          </p:nvPr>
        </p:nvSpPr>
        <p:spPr/>
        <p:txBody>
          <a:bodyPr/>
          <a:lstStyle/>
          <a:p>
            <a:r>
              <a:rPr lang="ru-RU" dirty="0"/>
              <a:t>Маркированный список</a:t>
            </a:r>
          </a:p>
          <a:p>
            <a:r>
              <a:rPr lang="ru-RU" dirty="0"/>
              <a:t>Маркированный список</a:t>
            </a:r>
          </a:p>
          <a:p>
            <a:r>
              <a:rPr lang="ru-RU" dirty="0"/>
              <a:t>Маркированный список</a:t>
            </a:r>
            <a:endParaRPr lang="ru-RU" dirty="0">
              <a:effectLst/>
            </a:endParaRPr>
          </a:p>
        </p:txBody>
      </p:sp>
      <p:sp>
        <p:nvSpPr>
          <p:cNvPr id="6" name="Текст 5">
            <a:extLst>
              <a:ext uri="{FF2B5EF4-FFF2-40B4-BE49-F238E27FC236}">
                <a16:creationId xmlns:a16="http://schemas.microsoft.com/office/drawing/2014/main" id="{6BB76649-8613-53CB-0C79-0F071D58587E}"/>
              </a:ext>
            </a:extLst>
          </p:cNvPr>
          <p:cNvSpPr>
            <a:spLocks noGrp="1"/>
          </p:cNvSpPr>
          <p:nvPr>
            <p:ph type="body" sz="quarter" idx="55"/>
          </p:nvPr>
        </p:nvSpPr>
        <p:spPr/>
        <p:txBody>
          <a:bodyPr/>
          <a:lstStyle/>
          <a:p>
            <a:r>
              <a:rPr lang="ru-RU" dirty="0"/>
              <a:t>Маркированный список</a:t>
            </a:r>
          </a:p>
          <a:p>
            <a:r>
              <a:rPr lang="ru-RU" dirty="0"/>
              <a:t>Маркированный список</a:t>
            </a:r>
          </a:p>
          <a:p>
            <a:r>
              <a:rPr lang="ru-RU" dirty="0"/>
              <a:t>Маркированный список</a:t>
            </a:r>
            <a:endParaRPr lang="ru-RU" dirty="0">
              <a:effectLst/>
            </a:endParaRPr>
          </a:p>
        </p:txBody>
      </p:sp>
      <p:sp>
        <p:nvSpPr>
          <p:cNvPr id="7" name="Текст 6">
            <a:extLst>
              <a:ext uri="{FF2B5EF4-FFF2-40B4-BE49-F238E27FC236}">
                <a16:creationId xmlns:a16="http://schemas.microsoft.com/office/drawing/2014/main" id="{19672F6D-F6CE-E31B-D4B7-DD985A424830}"/>
              </a:ext>
            </a:extLst>
          </p:cNvPr>
          <p:cNvSpPr>
            <a:spLocks noGrp="1"/>
          </p:cNvSpPr>
          <p:nvPr>
            <p:ph type="body" sz="quarter" idx="56"/>
          </p:nvPr>
        </p:nvSpPr>
        <p:spPr/>
        <p:txBody>
          <a:bodyPr/>
          <a:lstStyle/>
          <a:p>
            <a:r>
              <a:rPr lang="ru-RU" dirty="0"/>
              <a:t>Этап 1</a:t>
            </a:r>
          </a:p>
        </p:txBody>
      </p:sp>
      <p:sp>
        <p:nvSpPr>
          <p:cNvPr id="8" name="Текст 7">
            <a:extLst>
              <a:ext uri="{FF2B5EF4-FFF2-40B4-BE49-F238E27FC236}">
                <a16:creationId xmlns:a16="http://schemas.microsoft.com/office/drawing/2014/main" id="{80BE723D-A2E3-256C-0C73-EA3B324B53A5}"/>
              </a:ext>
            </a:extLst>
          </p:cNvPr>
          <p:cNvSpPr>
            <a:spLocks noGrp="1"/>
          </p:cNvSpPr>
          <p:nvPr>
            <p:ph type="body" sz="quarter" idx="57"/>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9" name="Текст 8">
            <a:extLst>
              <a:ext uri="{FF2B5EF4-FFF2-40B4-BE49-F238E27FC236}">
                <a16:creationId xmlns:a16="http://schemas.microsoft.com/office/drawing/2014/main" id="{527D3F86-8899-CDD6-B951-694B95B9813D}"/>
              </a:ext>
            </a:extLst>
          </p:cNvPr>
          <p:cNvSpPr>
            <a:spLocks noGrp="1"/>
          </p:cNvSpPr>
          <p:nvPr>
            <p:ph type="body" sz="quarter" idx="58"/>
          </p:nvPr>
        </p:nvSpPr>
        <p:spPr/>
        <p:txBody>
          <a:bodyPr/>
          <a:lstStyle/>
          <a:p>
            <a:r>
              <a:rPr lang="ru-RU" dirty="0"/>
              <a:t>Маркированный список</a:t>
            </a:r>
          </a:p>
          <a:p>
            <a:r>
              <a:rPr lang="ru-RU" dirty="0"/>
              <a:t>Маркированный список</a:t>
            </a:r>
          </a:p>
          <a:p>
            <a:r>
              <a:rPr lang="ru-RU" dirty="0"/>
              <a:t>Маркированный список</a:t>
            </a:r>
            <a:endParaRPr lang="ru-RU" dirty="0">
              <a:effectLst/>
            </a:endParaRPr>
          </a:p>
        </p:txBody>
      </p:sp>
      <p:sp>
        <p:nvSpPr>
          <p:cNvPr id="10" name="Текст 9">
            <a:extLst>
              <a:ext uri="{FF2B5EF4-FFF2-40B4-BE49-F238E27FC236}">
                <a16:creationId xmlns:a16="http://schemas.microsoft.com/office/drawing/2014/main" id="{64C6161A-A9FB-0D3D-C93E-D848A82A0B09}"/>
              </a:ext>
            </a:extLst>
          </p:cNvPr>
          <p:cNvSpPr>
            <a:spLocks noGrp="1"/>
          </p:cNvSpPr>
          <p:nvPr>
            <p:ph type="body" sz="quarter" idx="59"/>
          </p:nvPr>
        </p:nvSpPr>
        <p:spPr/>
        <p:txBody>
          <a:bodyPr/>
          <a:lstStyle/>
          <a:p>
            <a:r>
              <a:rPr lang="ru-RU" dirty="0"/>
              <a:t>Маркированный список</a:t>
            </a:r>
          </a:p>
          <a:p>
            <a:r>
              <a:rPr lang="ru-RU" dirty="0"/>
              <a:t>Маркированный список</a:t>
            </a:r>
          </a:p>
          <a:p>
            <a:r>
              <a:rPr lang="ru-RU" dirty="0"/>
              <a:t>Маркированный список</a:t>
            </a:r>
            <a:endParaRPr lang="ru-RU" dirty="0">
              <a:effectLst/>
            </a:endParaRPr>
          </a:p>
        </p:txBody>
      </p:sp>
      <p:sp>
        <p:nvSpPr>
          <p:cNvPr id="11" name="Текст 10">
            <a:extLst>
              <a:ext uri="{FF2B5EF4-FFF2-40B4-BE49-F238E27FC236}">
                <a16:creationId xmlns:a16="http://schemas.microsoft.com/office/drawing/2014/main" id="{ABAAF4B8-F691-B1E3-8EEC-411D1724870C}"/>
              </a:ext>
            </a:extLst>
          </p:cNvPr>
          <p:cNvSpPr>
            <a:spLocks noGrp="1"/>
          </p:cNvSpPr>
          <p:nvPr>
            <p:ph type="body" sz="quarter" idx="60"/>
          </p:nvPr>
        </p:nvSpPr>
        <p:spPr/>
        <p:txBody>
          <a:bodyPr/>
          <a:lstStyle/>
          <a:p>
            <a:r>
              <a:rPr lang="ru-RU" dirty="0"/>
              <a:t>Этап 2</a:t>
            </a:r>
          </a:p>
        </p:txBody>
      </p:sp>
      <p:sp>
        <p:nvSpPr>
          <p:cNvPr id="12" name="Текст 11">
            <a:extLst>
              <a:ext uri="{FF2B5EF4-FFF2-40B4-BE49-F238E27FC236}">
                <a16:creationId xmlns:a16="http://schemas.microsoft.com/office/drawing/2014/main" id="{5169C384-0C29-B5D7-8F21-4719FBA849E5}"/>
              </a:ext>
            </a:extLst>
          </p:cNvPr>
          <p:cNvSpPr>
            <a:spLocks noGrp="1"/>
          </p:cNvSpPr>
          <p:nvPr>
            <p:ph type="body" sz="quarter" idx="61"/>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endParaRPr lang="ru-RU" dirty="0"/>
          </a:p>
        </p:txBody>
      </p:sp>
      <p:sp>
        <p:nvSpPr>
          <p:cNvPr id="14" name="Заголовок 13">
            <a:extLst>
              <a:ext uri="{FF2B5EF4-FFF2-40B4-BE49-F238E27FC236}">
                <a16:creationId xmlns:a16="http://schemas.microsoft.com/office/drawing/2014/main" id="{4784CE44-111B-2CF0-8FF2-F6713218499B}"/>
              </a:ext>
            </a:extLst>
          </p:cNvPr>
          <p:cNvSpPr>
            <a:spLocks noGrp="1"/>
          </p:cNvSpPr>
          <p:nvPr>
            <p:ph type="title"/>
          </p:nvPr>
        </p:nvSpPr>
        <p:spPr/>
        <p:txBody>
          <a:bodyPr/>
          <a:lstStyle/>
          <a:p>
            <a:r>
              <a:rPr lang="ru-RU" dirty="0"/>
              <a:t>Этапы работ</a:t>
            </a:r>
          </a:p>
        </p:txBody>
      </p:sp>
    </p:spTree>
    <p:extLst>
      <p:ext uri="{BB962C8B-B14F-4D97-AF65-F5344CB8AC3E}">
        <p14:creationId xmlns:p14="http://schemas.microsoft.com/office/powerpoint/2010/main" val="12451173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2F58322A-8CB3-2E35-87FD-3AA5A71DF026}"/>
              </a:ext>
            </a:extLst>
          </p:cNvPr>
          <p:cNvSpPr>
            <a:spLocks noGrp="1"/>
          </p:cNvSpPr>
          <p:nvPr>
            <p:ph type="body" sz="quarter" idx="57"/>
          </p:nvPr>
        </p:nvSpPr>
        <p:spPr/>
        <p:txBody>
          <a:bodyPr/>
          <a:lstStyle/>
          <a:p>
            <a:r>
              <a:rPr lang="ru-RU" dirty="0"/>
              <a:t>Результат этапа</a:t>
            </a:r>
          </a:p>
        </p:txBody>
      </p:sp>
      <p:sp>
        <p:nvSpPr>
          <p:cNvPr id="3" name="Текст 2">
            <a:extLst>
              <a:ext uri="{FF2B5EF4-FFF2-40B4-BE49-F238E27FC236}">
                <a16:creationId xmlns:a16="http://schemas.microsoft.com/office/drawing/2014/main" id="{14C32937-78F1-DA89-C479-FF960958BB89}"/>
              </a:ext>
            </a:extLst>
          </p:cNvPr>
          <p:cNvSpPr>
            <a:spLocks noGrp="1"/>
          </p:cNvSpPr>
          <p:nvPr>
            <p:ph type="body" sz="quarter" idx="64"/>
          </p:nvPr>
        </p:nvSpPr>
        <p:spPr/>
        <p:txBody>
          <a:bodyPr/>
          <a:lstStyle/>
          <a:p>
            <a:r>
              <a:rPr lang="ru-RU" dirty="0"/>
              <a:t>Результат этапа</a:t>
            </a:r>
          </a:p>
        </p:txBody>
      </p:sp>
      <p:sp>
        <p:nvSpPr>
          <p:cNvPr id="4" name="Текст 3">
            <a:extLst>
              <a:ext uri="{FF2B5EF4-FFF2-40B4-BE49-F238E27FC236}">
                <a16:creationId xmlns:a16="http://schemas.microsoft.com/office/drawing/2014/main" id="{D08DCDA8-8068-6375-7E03-54ECB266EA29}"/>
              </a:ext>
            </a:extLst>
          </p:cNvPr>
          <p:cNvSpPr>
            <a:spLocks noGrp="1"/>
          </p:cNvSpPr>
          <p:nvPr>
            <p:ph type="body" sz="quarter" idx="71"/>
          </p:nvPr>
        </p:nvSpPr>
        <p:spPr/>
        <p:txBody>
          <a:bodyPr/>
          <a:lstStyle/>
          <a:p>
            <a:r>
              <a:rPr lang="ru-RU" dirty="0"/>
              <a:t>Результат этапа</a:t>
            </a:r>
          </a:p>
        </p:txBody>
      </p:sp>
      <p:sp>
        <p:nvSpPr>
          <p:cNvPr id="5" name="Текст 4">
            <a:extLst>
              <a:ext uri="{FF2B5EF4-FFF2-40B4-BE49-F238E27FC236}">
                <a16:creationId xmlns:a16="http://schemas.microsoft.com/office/drawing/2014/main" id="{BC3040B3-A926-D313-0CE1-154B0054FB76}"/>
              </a:ext>
            </a:extLst>
          </p:cNvPr>
          <p:cNvSpPr>
            <a:spLocks noGrp="1"/>
          </p:cNvSpPr>
          <p:nvPr>
            <p:ph type="body" sz="quarter" idx="78"/>
          </p:nvPr>
        </p:nvSpPr>
        <p:spPr/>
        <p:txBody>
          <a:bodyPr/>
          <a:lstStyle/>
          <a:p>
            <a:r>
              <a:rPr lang="ru-RU" dirty="0"/>
              <a:t>Результат этапа</a:t>
            </a:r>
          </a:p>
        </p:txBody>
      </p:sp>
      <p:sp>
        <p:nvSpPr>
          <p:cNvPr id="6" name="Текст 5">
            <a:extLst>
              <a:ext uri="{FF2B5EF4-FFF2-40B4-BE49-F238E27FC236}">
                <a16:creationId xmlns:a16="http://schemas.microsoft.com/office/drawing/2014/main" id="{2E63618B-428F-843F-1D37-27BEC9039240}"/>
              </a:ext>
            </a:extLst>
          </p:cNvPr>
          <p:cNvSpPr>
            <a:spLocks noGrp="1"/>
          </p:cNvSpPr>
          <p:nvPr>
            <p:ph type="body" sz="quarter" idx="55"/>
          </p:nvPr>
        </p:nvSpPr>
        <p:spPr>
          <a:xfrm>
            <a:off x="818305" y="4331835"/>
            <a:ext cx="2131737" cy="142540"/>
          </a:xfrm>
        </p:spPr>
        <p:txBody>
          <a:bodyPr/>
          <a:lstStyle/>
          <a:p>
            <a:r>
              <a:rPr lang="ru-RU" dirty="0"/>
              <a:t>Тайминг: 5 дней</a:t>
            </a:r>
          </a:p>
        </p:txBody>
      </p:sp>
      <p:sp>
        <p:nvSpPr>
          <p:cNvPr id="7" name="Текст 6">
            <a:extLst>
              <a:ext uri="{FF2B5EF4-FFF2-40B4-BE49-F238E27FC236}">
                <a16:creationId xmlns:a16="http://schemas.microsoft.com/office/drawing/2014/main" id="{2D3D791F-8190-0ACD-12F5-C439D230C6F0}"/>
              </a:ext>
            </a:extLst>
          </p:cNvPr>
          <p:cNvSpPr>
            <a:spLocks noGrp="1"/>
          </p:cNvSpPr>
          <p:nvPr>
            <p:ph type="body" sz="quarter" idx="62"/>
          </p:nvPr>
        </p:nvSpPr>
        <p:spPr>
          <a:xfrm>
            <a:off x="3708688" y="4331835"/>
            <a:ext cx="2131737" cy="142540"/>
          </a:xfrm>
        </p:spPr>
        <p:txBody>
          <a:bodyPr/>
          <a:lstStyle/>
          <a:p>
            <a:r>
              <a:rPr lang="ru-RU" dirty="0"/>
              <a:t>Тайминг: 5 дней</a:t>
            </a:r>
          </a:p>
        </p:txBody>
      </p:sp>
      <p:sp>
        <p:nvSpPr>
          <p:cNvPr id="8" name="Текст 7">
            <a:extLst>
              <a:ext uri="{FF2B5EF4-FFF2-40B4-BE49-F238E27FC236}">
                <a16:creationId xmlns:a16="http://schemas.microsoft.com/office/drawing/2014/main" id="{7905BC61-EB9F-DB9F-DE75-D190DC7F83A2}"/>
              </a:ext>
            </a:extLst>
          </p:cNvPr>
          <p:cNvSpPr>
            <a:spLocks noGrp="1"/>
          </p:cNvSpPr>
          <p:nvPr>
            <p:ph type="body" sz="quarter" idx="69"/>
          </p:nvPr>
        </p:nvSpPr>
        <p:spPr>
          <a:xfrm>
            <a:off x="6613929" y="4331835"/>
            <a:ext cx="2131737" cy="142540"/>
          </a:xfrm>
        </p:spPr>
        <p:txBody>
          <a:bodyPr/>
          <a:lstStyle/>
          <a:p>
            <a:r>
              <a:rPr lang="ru-RU" dirty="0"/>
              <a:t>Тайминг: 5 дней</a:t>
            </a:r>
          </a:p>
        </p:txBody>
      </p:sp>
      <p:sp>
        <p:nvSpPr>
          <p:cNvPr id="9" name="Текст 8">
            <a:extLst>
              <a:ext uri="{FF2B5EF4-FFF2-40B4-BE49-F238E27FC236}">
                <a16:creationId xmlns:a16="http://schemas.microsoft.com/office/drawing/2014/main" id="{C9F6BABA-BEB3-94F7-3E99-26A9C0603112}"/>
              </a:ext>
            </a:extLst>
          </p:cNvPr>
          <p:cNvSpPr>
            <a:spLocks noGrp="1"/>
          </p:cNvSpPr>
          <p:nvPr>
            <p:ph type="body" sz="quarter" idx="76"/>
          </p:nvPr>
        </p:nvSpPr>
        <p:spPr>
          <a:xfrm>
            <a:off x="9505752" y="4331835"/>
            <a:ext cx="2131737" cy="142540"/>
          </a:xfrm>
        </p:spPr>
        <p:txBody>
          <a:bodyPr/>
          <a:lstStyle/>
          <a:p>
            <a:r>
              <a:rPr lang="ru-RU" dirty="0"/>
              <a:t>Тайминг: 5 дней</a:t>
            </a:r>
          </a:p>
        </p:txBody>
      </p:sp>
      <p:sp>
        <p:nvSpPr>
          <p:cNvPr id="10" name="Текст 9">
            <a:extLst>
              <a:ext uri="{FF2B5EF4-FFF2-40B4-BE49-F238E27FC236}">
                <a16:creationId xmlns:a16="http://schemas.microsoft.com/office/drawing/2014/main" id="{15D8B12B-92F1-1D3C-71CA-8D6ACC05CDD2}"/>
              </a:ext>
            </a:extLst>
          </p:cNvPr>
          <p:cNvSpPr>
            <a:spLocks noGrp="1"/>
          </p:cNvSpPr>
          <p:nvPr>
            <p:ph type="body" sz="quarter" idx="19"/>
          </p:nvPr>
        </p:nvSpPr>
        <p:spPr/>
        <p:txBody>
          <a:bodyPr/>
          <a:lstStyle/>
          <a:p>
            <a:r>
              <a:rPr lang="ru-RU" dirty="0"/>
              <a:t>Этап 1</a:t>
            </a:r>
          </a:p>
        </p:txBody>
      </p:sp>
      <p:sp>
        <p:nvSpPr>
          <p:cNvPr id="11" name="Текст 10">
            <a:extLst>
              <a:ext uri="{FF2B5EF4-FFF2-40B4-BE49-F238E27FC236}">
                <a16:creationId xmlns:a16="http://schemas.microsoft.com/office/drawing/2014/main" id="{AEFEF586-DA35-AF0E-9628-F39AC9150F2A}"/>
              </a:ext>
            </a:extLst>
          </p:cNvPr>
          <p:cNvSpPr>
            <a:spLocks noGrp="1"/>
          </p:cNvSpPr>
          <p:nvPr>
            <p:ph type="body" sz="quarter" idx="54"/>
          </p:nvPr>
        </p:nvSpPr>
        <p:spPr/>
        <p:txBody>
          <a:bodyPr/>
          <a:lstStyle/>
          <a:p>
            <a:r>
              <a:rPr lang="ru-RU" dirty="0"/>
              <a:t>Наименование этапа </a:t>
            </a:r>
            <a:br>
              <a:rPr lang="ru-RU" dirty="0"/>
            </a:br>
            <a:r>
              <a:rPr lang="ru-RU" dirty="0"/>
              <a:t>в одну или несколько строк</a:t>
            </a:r>
          </a:p>
        </p:txBody>
      </p:sp>
      <p:sp>
        <p:nvSpPr>
          <p:cNvPr id="12" name="Текст 11">
            <a:extLst>
              <a:ext uri="{FF2B5EF4-FFF2-40B4-BE49-F238E27FC236}">
                <a16:creationId xmlns:a16="http://schemas.microsoft.com/office/drawing/2014/main" id="{41534F64-DE75-5C3B-96E6-B94478BE037C}"/>
              </a:ext>
            </a:extLst>
          </p:cNvPr>
          <p:cNvSpPr>
            <a:spLocks noGrp="1"/>
          </p:cNvSpPr>
          <p:nvPr>
            <p:ph type="body" sz="quarter" idx="10"/>
          </p:nvPr>
        </p:nvSpPr>
        <p:spPr/>
        <p:txBody>
          <a:bodyPr/>
          <a:lstStyle/>
          <a:p>
            <a:r>
              <a:rPr lang="ru-RU" dirty="0"/>
              <a:t>Вид работ</a:t>
            </a:r>
          </a:p>
        </p:txBody>
      </p:sp>
      <p:sp>
        <p:nvSpPr>
          <p:cNvPr id="13" name="Текст 12">
            <a:extLst>
              <a:ext uri="{FF2B5EF4-FFF2-40B4-BE49-F238E27FC236}">
                <a16:creationId xmlns:a16="http://schemas.microsoft.com/office/drawing/2014/main" id="{3170169F-BD47-817F-799F-ABB115910DED}"/>
              </a:ext>
            </a:extLst>
          </p:cNvPr>
          <p:cNvSpPr>
            <a:spLocks noGrp="1"/>
          </p:cNvSpPr>
          <p:nvPr>
            <p:ph type="body" sz="quarter" idx="58"/>
          </p:nvPr>
        </p:nvSpPr>
        <p:spPr/>
        <p:txBody>
          <a:bodyPr/>
          <a:lstStyle/>
          <a:p>
            <a:r>
              <a:rPr lang="ru-RU" dirty="0"/>
              <a:t>Этап 2</a:t>
            </a:r>
          </a:p>
        </p:txBody>
      </p:sp>
      <p:sp>
        <p:nvSpPr>
          <p:cNvPr id="14" name="Текст 13">
            <a:extLst>
              <a:ext uri="{FF2B5EF4-FFF2-40B4-BE49-F238E27FC236}">
                <a16:creationId xmlns:a16="http://schemas.microsoft.com/office/drawing/2014/main" id="{56EF19DD-9F1C-656E-82AD-B9D40107063B}"/>
              </a:ext>
            </a:extLst>
          </p:cNvPr>
          <p:cNvSpPr>
            <a:spLocks noGrp="1"/>
          </p:cNvSpPr>
          <p:nvPr>
            <p:ph type="body" sz="quarter" idx="59"/>
          </p:nvPr>
        </p:nvSpPr>
        <p:spPr/>
        <p:txBody>
          <a:bodyPr/>
          <a:lstStyle/>
          <a:p>
            <a:r>
              <a:rPr lang="ru-RU" dirty="0"/>
              <a:t>Наименование этапа </a:t>
            </a:r>
            <a:br>
              <a:rPr lang="ru-RU" dirty="0"/>
            </a:br>
            <a:r>
              <a:rPr lang="ru-RU" dirty="0"/>
              <a:t>в одну или несколько строк</a:t>
            </a:r>
          </a:p>
        </p:txBody>
      </p:sp>
      <p:sp>
        <p:nvSpPr>
          <p:cNvPr id="15" name="Текст 14">
            <a:extLst>
              <a:ext uri="{FF2B5EF4-FFF2-40B4-BE49-F238E27FC236}">
                <a16:creationId xmlns:a16="http://schemas.microsoft.com/office/drawing/2014/main" id="{C72C8B86-D540-BA4D-54FC-C6E142A5B3B6}"/>
              </a:ext>
            </a:extLst>
          </p:cNvPr>
          <p:cNvSpPr>
            <a:spLocks noGrp="1"/>
          </p:cNvSpPr>
          <p:nvPr>
            <p:ph type="body" sz="quarter" idx="60"/>
          </p:nvPr>
        </p:nvSpPr>
        <p:spPr/>
        <p:txBody>
          <a:bodyPr/>
          <a:lstStyle/>
          <a:p>
            <a:r>
              <a:rPr lang="ru-RU" dirty="0"/>
              <a:t>Вид работ</a:t>
            </a:r>
          </a:p>
        </p:txBody>
      </p:sp>
      <p:sp>
        <p:nvSpPr>
          <p:cNvPr id="16" name="Текст 15">
            <a:extLst>
              <a:ext uri="{FF2B5EF4-FFF2-40B4-BE49-F238E27FC236}">
                <a16:creationId xmlns:a16="http://schemas.microsoft.com/office/drawing/2014/main" id="{5EA0CD2B-A354-80F9-F4CD-D61C65F39728}"/>
              </a:ext>
            </a:extLst>
          </p:cNvPr>
          <p:cNvSpPr>
            <a:spLocks noGrp="1"/>
          </p:cNvSpPr>
          <p:nvPr>
            <p:ph type="body" sz="quarter" idx="65"/>
          </p:nvPr>
        </p:nvSpPr>
        <p:spPr/>
        <p:txBody>
          <a:bodyPr/>
          <a:lstStyle/>
          <a:p>
            <a:r>
              <a:rPr lang="ru-RU" dirty="0"/>
              <a:t>Этап 3</a:t>
            </a:r>
          </a:p>
        </p:txBody>
      </p:sp>
      <p:sp>
        <p:nvSpPr>
          <p:cNvPr id="17" name="Текст 16">
            <a:extLst>
              <a:ext uri="{FF2B5EF4-FFF2-40B4-BE49-F238E27FC236}">
                <a16:creationId xmlns:a16="http://schemas.microsoft.com/office/drawing/2014/main" id="{211CACC1-08B6-E5BE-695F-AEF989605C12}"/>
              </a:ext>
            </a:extLst>
          </p:cNvPr>
          <p:cNvSpPr>
            <a:spLocks noGrp="1"/>
          </p:cNvSpPr>
          <p:nvPr>
            <p:ph type="body" sz="quarter" idx="66"/>
          </p:nvPr>
        </p:nvSpPr>
        <p:spPr/>
        <p:txBody>
          <a:bodyPr/>
          <a:lstStyle/>
          <a:p>
            <a:r>
              <a:rPr lang="ru-RU" dirty="0"/>
              <a:t>Наименование этапа </a:t>
            </a:r>
            <a:br>
              <a:rPr lang="ru-RU" dirty="0"/>
            </a:br>
            <a:r>
              <a:rPr lang="ru-RU" dirty="0"/>
              <a:t>в одну или несколько строк</a:t>
            </a:r>
          </a:p>
        </p:txBody>
      </p:sp>
      <p:sp>
        <p:nvSpPr>
          <p:cNvPr id="18" name="Текст 17">
            <a:extLst>
              <a:ext uri="{FF2B5EF4-FFF2-40B4-BE49-F238E27FC236}">
                <a16:creationId xmlns:a16="http://schemas.microsoft.com/office/drawing/2014/main" id="{EE1DF09D-0D95-C8BB-63C4-905452E46BFA}"/>
              </a:ext>
            </a:extLst>
          </p:cNvPr>
          <p:cNvSpPr>
            <a:spLocks noGrp="1"/>
          </p:cNvSpPr>
          <p:nvPr>
            <p:ph type="body" sz="quarter" idx="67"/>
          </p:nvPr>
        </p:nvSpPr>
        <p:spPr/>
        <p:txBody>
          <a:bodyPr/>
          <a:lstStyle/>
          <a:p>
            <a:r>
              <a:rPr lang="ru-RU" dirty="0"/>
              <a:t>Вид работ</a:t>
            </a:r>
          </a:p>
        </p:txBody>
      </p:sp>
      <p:sp>
        <p:nvSpPr>
          <p:cNvPr id="19" name="Текст 18">
            <a:extLst>
              <a:ext uri="{FF2B5EF4-FFF2-40B4-BE49-F238E27FC236}">
                <a16:creationId xmlns:a16="http://schemas.microsoft.com/office/drawing/2014/main" id="{16CD4015-D429-4E13-E5F2-B2CAA35AFD15}"/>
              </a:ext>
            </a:extLst>
          </p:cNvPr>
          <p:cNvSpPr>
            <a:spLocks noGrp="1"/>
          </p:cNvSpPr>
          <p:nvPr>
            <p:ph type="body" sz="quarter" idx="72"/>
          </p:nvPr>
        </p:nvSpPr>
        <p:spPr/>
        <p:txBody>
          <a:bodyPr/>
          <a:lstStyle/>
          <a:p>
            <a:r>
              <a:rPr lang="ru-RU" dirty="0"/>
              <a:t>Этап 4</a:t>
            </a:r>
          </a:p>
        </p:txBody>
      </p:sp>
      <p:sp>
        <p:nvSpPr>
          <p:cNvPr id="20" name="Текст 19">
            <a:extLst>
              <a:ext uri="{FF2B5EF4-FFF2-40B4-BE49-F238E27FC236}">
                <a16:creationId xmlns:a16="http://schemas.microsoft.com/office/drawing/2014/main" id="{7D5860A8-8763-C304-772C-384DD454BB93}"/>
              </a:ext>
            </a:extLst>
          </p:cNvPr>
          <p:cNvSpPr>
            <a:spLocks noGrp="1"/>
          </p:cNvSpPr>
          <p:nvPr>
            <p:ph type="body" sz="quarter" idx="73"/>
          </p:nvPr>
        </p:nvSpPr>
        <p:spPr/>
        <p:txBody>
          <a:bodyPr/>
          <a:lstStyle/>
          <a:p>
            <a:r>
              <a:rPr lang="ru-RU" dirty="0"/>
              <a:t>Наименование этапа </a:t>
            </a:r>
            <a:br>
              <a:rPr lang="ru-RU" dirty="0"/>
            </a:br>
            <a:r>
              <a:rPr lang="ru-RU" dirty="0"/>
              <a:t>в одну или несколько строк</a:t>
            </a:r>
          </a:p>
        </p:txBody>
      </p:sp>
      <p:sp>
        <p:nvSpPr>
          <p:cNvPr id="21" name="Текст 20">
            <a:extLst>
              <a:ext uri="{FF2B5EF4-FFF2-40B4-BE49-F238E27FC236}">
                <a16:creationId xmlns:a16="http://schemas.microsoft.com/office/drawing/2014/main" id="{7A69F78C-4F9F-D60E-DE55-BEAEDB48E033}"/>
              </a:ext>
            </a:extLst>
          </p:cNvPr>
          <p:cNvSpPr>
            <a:spLocks noGrp="1"/>
          </p:cNvSpPr>
          <p:nvPr>
            <p:ph type="body" sz="quarter" idx="74"/>
          </p:nvPr>
        </p:nvSpPr>
        <p:spPr/>
        <p:txBody>
          <a:bodyPr/>
          <a:lstStyle/>
          <a:p>
            <a:r>
              <a:rPr lang="ru-RU" dirty="0"/>
              <a:t>Вид работ</a:t>
            </a:r>
          </a:p>
        </p:txBody>
      </p:sp>
      <p:sp>
        <p:nvSpPr>
          <p:cNvPr id="22" name="Номер слайда 21">
            <a:extLst>
              <a:ext uri="{FF2B5EF4-FFF2-40B4-BE49-F238E27FC236}">
                <a16:creationId xmlns:a16="http://schemas.microsoft.com/office/drawing/2014/main" id="{00C83EE7-B2BA-C5C5-724C-DF95376D3C5C}"/>
              </a:ext>
            </a:extLst>
          </p:cNvPr>
          <p:cNvSpPr>
            <a:spLocks noGrp="1"/>
          </p:cNvSpPr>
          <p:nvPr>
            <p:ph type="sldNum" sz="quarter" idx="4"/>
          </p:nvPr>
        </p:nvSpPr>
        <p:spPr/>
        <p:txBody>
          <a:bodyPr/>
          <a:lstStyle/>
          <a:p>
            <a:fld id="{13FB4C0F-BB20-4298-B11D-AEB97E17A107}" type="slidenum">
              <a:rPr lang="ru-RU" smtClean="0"/>
              <a:pPr/>
              <a:t>41</a:t>
            </a:fld>
            <a:endParaRPr lang="ru-RU" dirty="0"/>
          </a:p>
        </p:txBody>
      </p:sp>
      <p:sp>
        <p:nvSpPr>
          <p:cNvPr id="24" name="Текст 23">
            <a:extLst>
              <a:ext uri="{FF2B5EF4-FFF2-40B4-BE49-F238E27FC236}">
                <a16:creationId xmlns:a16="http://schemas.microsoft.com/office/drawing/2014/main" id="{42FC2EDF-F326-3C32-B024-8D870309954F}"/>
              </a:ext>
            </a:extLst>
          </p:cNvPr>
          <p:cNvSpPr>
            <a:spLocks noGrp="1"/>
          </p:cNvSpPr>
          <p:nvPr>
            <p:ph type="body" sz="quarter" idx="47"/>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a:t>
            </a:r>
            <a:endParaRPr lang="ru-RU" dirty="0"/>
          </a:p>
        </p:txBody>
      </p:sp>
      <p:sp>
        <p:nvSpPr>
          <p:cNvPr id="25" name="Текст 24">
            <a:extLst>
              <a:ext uri="{FF2B5EF4-FFF2-40B4-BE49-F238E27FC236}">
                <a16:creationId xmlns:a16="http://schemas.microsoft.com/office/drawing/2014/main" id="{12F99A70-BEA1-9178-8F3E-3DD2DF5E53A4}"/>
              </a:ext>
            </a:extLst>
          </p:cNvPr>
          <p:cNvSpPr>
            <a:spLocks noGrp="1"/>
          </p:cNvSpPr>
          <p:nvPr>
            <p:ph type="body" sz="quarter" idx="79"/>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a:t>
            </a:r>
            <a:endParaRPr lang="ru-RU" dirty="0"/>
          </a:p>
        </p:txBody>
      </p:sp>
      <p:sp>
        <p:nvSpPr>
          <p:cNvPr id="26" name="Текст 25">
            <a:extLst>
              <a:ext uri="{FF2B5EF4-FFF2-40B4-BE49-F238E27FC236}">
                <a16:creationId xmlns:a16="http://schemas.microsoft.com/office/drawing/2014/main" id="{791277F8-55FA-1BE4-B203-663F8778EE82}"/>
              </a:ext>
            </a:extLst>
          </p:cNvPr>
          <p:cNvSpPr>
            <a:spLocks noGrp="1"/>
          </p:cNvSpPr>
          <p:nvPr>
            <p:ph type="body" sz="quarter" idx="80"/>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a:t>
            </a:r>
            <a:endParaRPr lang="ru-RU" dirty="0"/>
          </a:p>
        </p:txBody>
      </p:sp>
      <p:sp>
        <p:nvSpPr>
          <p:cNvPr id="27" name="Текст 26">
            <a:extLst>
              <a:ext uri="{FF2B5EF4-FFF2-40B4-BE49-F238E27FC236}">
                <a16:creationId xmlns:a16="http://schemas.microsoft.com/office/drawing/2014/main" id="{6CC9ED9B-5299-6033-1EEA-A1DE85FDFF8F}"/>
              </a:ext>
            </a:extLst>
          </p:cNvPr>
          <p:cNvSpPr>
            <a:spLocks noGrp="1"/>
          </p:cNvSpPr>
          <p:nvPr>
            <p:ph type="body" sz="quarter" idx="81"/>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a:t>
            </a:r>
            <a:endParaRPr lang="ru-RU" dirty="0"/>
          </a:p>
        </p:txBody>
      </p:sp>
      <p:sp>
        <p:nvSpPr>
          <p:cNvPr id="28" name="Текст 27">
            <a:extLst>
              <a:ext uri="{FF2B5EF4-FFF2-40B4-BE49-F238E27FC236}">
                <a16:creationId xmlns:a16="http://schemas.microsoft.com/office/drawing/2014/main" id="{102AF42F-D1E8-0AB5-E2F0-7A51AD5724AC}"/>
              </a:ext>
            </a:extLst>
          </p:cNvPr>
          <p:cNvSpPr>
            <a:spLocks noGrp="1"/>
          </p:cNvSpPr>
          <p:nvPr>
            <p:ph type="body" sz="quarter" idx="82"/>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cum. Mel </a:t>
            </a:r>
            <a:r>
              <a:rPr lang="en-US" dirty="0" err="1"/>
              <a:t>dolores</a:t>
            </a:r>
            <a:r>
              <a:rPr lang="en-US" dirty="0"/>
              <a:t> </a:t>
            </a:r>
            <a:r>
              <a:rPr lang="en-US" dirty="0" err="1"/>
              <a:t>senserit</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sed in, </a:t>
            </a:r>
            <a:r>
              <a:rPr lang="en-US" dirty="0" err="1"/>
              <a:t>possit</a:t>
            </a:r>
            <a:r>
              <a:rPr lang="en-US" dirty="0"/>
              <a:t> aliquip delectus no.</a:t>
            </a:r>
            <a:endParaRPr lang="ru-RU" dirty="0"/>
          </a:p>
        </p:txBody>
      </p:sp>
      <p:sp>
        <p:nvSpPr>
          <p:cNvPr id="29" name="Текст 28">
            <a:extLst>
              <a:ext uri="{FF2B5EF4-FFF2-40B4-BE49-F238E27FC236}">
                <a16:creationId xmlns:a16="http://schemas.microsoft.com/office/drawing/2014/main" id="{2C0D2FD0-5A14-7C39-3959-A05C109853DB}"/>
              </a:ext>
            </a:extLst>
          </p:cNvPr>
          <p:cNvSpPr>
            <a:spLocks noGrp="1"/>
          </p:cNvSpPr>
          <p:nvPr>
            <p:ph type="body" sz="quarter" idx="83"/>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cum. Mel </a:t>
            </a:r>
            <a:r>
              <a:rPr lang="en-US" dirty="0" err="1"/>
              <a:t>dolores</a:t>
            </a:r>
            <a:r>
              <a:rPr lang="en-US" dirty="0"/>
              <a:t> </a:t>
            </a:r>
            <a:r>
              <a:rPr lang="en-US" dirty="0" err="1"/>
              <a:t>senserit</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sed in, </a:t>
            </a:r>
            <a:r>
              <a:rPr lang="en-US" dirty="0" err="1"/>
              <a:t>possit</a:t>
            </a:r>
            <a:r>
              <a:rPr lang="en-US" dirty="0"/>
              <a:t> aliquip delectus no.</a:t>
            </a:r>
            <a:endParaRPr lang="ru-RU" dirty="0"/>
          </a:p>
        </p:txBody>
      </p:sp>
      <p:sp>
        <p:nvSpPr>
          <p:cNvPr id="30" name="Текст 29">
            <a:extLst>
              <a:ext uri="{FF2B5EF4-FFF2-40B4-BE49-F238E27FC236}">
                <a16:creationId xmlns:a16="http://schemas.microsoft.com/office/drawing/2014/main" id="{D94D43A2-F897-3258-6407-23103933CE27}"/>
              </a:ext>
            </a:extLst>
          </p:cNvPr>
          <p:cNvSpPr>
            <a:spLocks noGrp="1"/>
          </p:cNvSpPr>
          <p:nvPr>
            <p:ph type="body" sz="quarter" idx="84"/>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cum. Mel </a:t>
            </a:r>
            <a:r>
              <a:rPr lang="en-US" dirty="0" err="1"/>
              <a:t>dolores</a:t>
            </a:r>
            <a:r>
              <a:rPr lang="en-US" dirty="0"/>
              <a:t> </a:t>
            </a:r>
            <a:r>
              <a:rPr lang="en-US" dirty="0" err="1"/>
              <a:t>senserit</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sed in, </a:t>
            </a:r>
            <a:r>
              <a:rPr lang="en-US" dirty="0" err="1"/>
              <a:t>possit</a:t>
            </a:r>
            <a:r>
              <a:rPr lang="en-US" dirty="0"/>
              <a:t> aliquip delectus no.</a:t>
            </a:r>
            <a:endParaRPr lang="ru-RU" dirty="0"/>
          </a:p>
        </p:txBody>
      </p:sp>
      <p:sp>
        <p:nvSpPr>
          <p:cNvPr id="31" name="Текст 30">
            <a:extLst>
              <a:ext uri="{FF2B5EF4-FFF2-40B4-BE49-F238E27FC236}">
                <a16:creationId xmlns:a16="http://schemas.microsoft.com/office/drawing/2014/main" id="{AA7E3049-2737-A83E-0895-93F953FC9B32}"/>
              </a:ext>
            </a:extLst>
          </p:cNvPr>
          <p:cNvSpPr>
            <a:spLocks noGrp="1"/>
          </p:cNvSpPr>
          <p:nvPr>
            <p:ph type="body" sz="quarter" idx="85"/>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cum. Mel </a:t>
            </a:r>
            <a:r>
              <a:rPr lang="en-US" dirty="0" err="1"/>
              <a:t>dolores</a:t>
            </a:r>
            <a:r>
              <a:rPr lang="en-US" dirty="0"/>
              <a:t> </a:t>
            </a:r>
            <a:r>
              <a:rPr lang="en-US" dirty="0" err="1"/>
              <a:t>senserit</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sed in, </a:t>
            </a:r>
            <a:r>
              <a:rPr lang="en-US" dirty="0" err="1"/>
              <a:t>possit</a:t>
            </a:r>
            <a:r>
              <a:rPr lang="en-US" dirty="0"/>
              <a:t> aliquip delectus no.</a:t>
            </a:r>
            <a:endParaRPr lang="ru-RU" dirty="0"/>
          </a:p>
        </p:txBody>
      </p:sp>
      <p:sp>
        <p:nvSpPr>
          <p:cNvPr id="33" name="Заголовок 32">
            <a:extLst>
              <a:ext uri="{FF2B5EF4-FFF2-40B4-BE49-F238E27FC236}">
                <a16:creationId xmlns:a16="http://schemas.microsoft.com/office/drawing/2014/main" id="{D52A6DA3-A56B-8DA4-0AD8-FE5A255B4E12}"/>
              </a:ext>
            </a:extLst>
          </p:cNvPr>
          <p:cNvSpPr>
            <a:spLocks noGrp="1"/>
          </p:cNvSpPr>
          <p:nvPr>
            <p:ph type="title"/>
          </p:nvPr>
        </p:nvSpPr>
        <p:spPr/>
        <p:txBody>
          <a:bodyPr/>
          <a:lstStyle/>
          <a:p>
            <a:r>
              <a:rPr lang="ru-RU" dirty="0"/>
              <a:t>Этапы работ</a:t>
            </a:r>
          </a:p>
        </p:txBody>
      </p:sp>
    </p:spTree>
    <p:extLst>
      <p:ext uri="{BB962C8B-B14F-4D97-AF65-F5344CB8AC3E}">
        <p14:creationId xmlns:p14="http://schemas.microsoft.com/office/powerpoint/2010/main" val="22662117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B1028E81-22B1-FAD4-1D51-021FC418F3F9}"/>
              </a:ext>
            </a:extLst>
          </p:cNvPr>
          <p:cNvSpPr>
            <a:spLocks noGrp="1"/>
          </p:cNvSpPr>
          <p:nvPr>
            <p:ph type="sldNum" sz="quarter" idx="4"/>
          </p:nvPr>
        </p:nvSpPr>
        <p:spPr/>
        <p:txBody>
          <a:bodyPr/>
          <a:lstStyle/>
          <a:p>
            <a:fld id="{13FB4C0F-BB20-4298-B11D-AEB97E17A107}" type="slidenum">
              <a:rPr lang="ru-RU" smtClean="0"/>
              <a:pPr/>
              <a:t>42</a:t>
            </a:fld>
            <a:endParaRPr lang="ru-RU" dirty="0"/>
          </a:p>
        </p:txBody>
      </p:sp>
      <p:sp>
        <p:nvSpPr>
          <p:cNvPr id="5" name="Текст 4">
            <a:extLst>
              <a:ext uri="{FF2B5EF4-FFF2-40B4-BE49-F238E27FC236}">
                <a16:creationId xmlns:a16="http://schemas.microsoft.com/office/drawing/2014/main" id="{D28A9229-EEE3-4D42-4212-61CA2260050A}"/>
              </a:ext>
            </a:extLst>
          </p:cNvPr>
          <p:cNvSpPr>
            <a:spLocks noGrp="1"/>
          </p:cNvSpPr>
          <p:nvPr>
            <p:ph type="body" sz="quarter" idx="57"/>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a:t>
            </a:r>
            <a:endParaRPr lang="ru-RU" dirty="0"/>
          </a:p>
        </p:txBody>
      </p:sp>
      <p:sp>
        <p:nvSpPr>
          <p:cNvPr id="6" name="Текст 5">
            <a:extLst>
              <a:ext uri="{FF2B5EF4-FFF2-40B4-BE49-F238E27FC236}">
                <a16:creationId xmlns:a16="http://schemas.microsoft.com/office/drawing/2014/main" id="{D8F8581F-E3BB-5FC1-9001-1646B1F58420}"/>
              </a:ext>
            </a:extLst>
          </p:cNvPr>
          <p:cNvSpPr>
            <a:spLocks noGrp="1"/>
          </p:cNvSpPr>
          <p:nvPr>
            <p:ph type="body" sz="quarter" idx="58"/>
          </p:nvPr>
        </p:nvSpPr>
        <p:spPr/>
        <p:txBody>
          <a:bodyPr/>
          <a:lstStyle/>
          <a:p>
            <a:r>
              <a:rPr lang="ru-RU" dirty="0"/>
              <a:t>Стоимость указана без НДС</a:t>
            </a:r>
          </a:p>
        </p:txBody>
      </p:sp>
      <p:sp>
        <p:nvSpPr>
          <p:cNvPr id="7" name="Текст 6">
            <a:extLst>
              <a:ext uri="{FF2B5EF4-FFF2-40B4-BE49-F238E27FC236}">
                <a16:creationId xmlns:a16="http://schemas.microsoft.com/office/drawing/2014/main" id="{3A78913F-70EF-6928-B590-6B52C8351FC6}"/>
              </a:ext>
            </a:extLst>
          </p:cNvPr>
          <p:cNvSpPr>
            <a:spLocks noGrp="1"/>
          </p:cNvSpPr>
          <p:nvPr>
            <p:ph type="body" sz="quarter" idx="34"/>
          </p:nvPr>
        </p:nvSpPr>
        <p:spPr/>
        <p:txBody>
          <a:bodyPr/>
          <a:lstStyle/>
          <a:p>
            <a:r>
              <a:rPr lang="ru-RU" dirty="0"/>
              <a:t>ХХХ млн руб.</a:t>
            </a:r>
          </a:p>
        </p:txBody>
      </p:sp>
      <p:graphicFrame>
        <p:nvGraphicFramePr>
          <p:cNvPr id="8" name="Таблица 7">
            <a:extLst>
              <a:ext uri="{FF2B5EF4-FFF2-40B4-BE49-F238E27FC236}">
                <a16:creationId xmlns:a16="http://schemas.microsoft.com/office/drawing/2014/main" id="{301D3D81-1C6B-B14F-49C5-24D5D7EC9C0A}"/>
              </a:ext>
            </a:extLst>
          </p:cNvPr>
          <p:cNvGraphicFramePr>
            <a:graphicFrameLocks noGrp="1"/>
          </p:cNvGraphicFramePr>
          <p:nvPr>
            <p:extLst>
              <p:ext uri="{D42A27DB-BD31-4B8C-83A1-F6EECF244321}">
                <p14:modId xmlns:p14="http://schemas.microsoft.com/office/powerpoint/2010/main" val="3595101474"/>
              </p:ext>
            </p:extLst>
          </p:nvPr>
        </p:nvGraphicFramePr>
        <p:xfrm>
          <a:off x="367494" y="1369626"/>
          <a:ext cx="11460084" cy="3280218"/>
        </p:xfrm>
        <a:graphic>
          <a:graphicData uri="http://schemas.openxmlformats.org/drawingml/2006/table">
            <a:tbl>
              <a:tblPr firstRow="1" bandRow="1">
                <a:tableStyleId>{5C22544A-7EE6-4342-B048-85BDC9FD1C3A}</a:tableStyleId>
              </a:tblPr>
              <a:tblGrid>
                <a:gridCol w="2413413">
                  <a:extLst>
                    <a:ext uri="{9D8B030D-6E8A-4147-A177-3AD203B41FA5}">
                      <a16:colId xmlns:a16="http://schemas.microsoft.com/office/drawing/2014/main" val="1007580172"/>
                    </a:ext>
                  </a:extLst>
                </a:gridCol>
                <a:gridCol w="1438587">
                  <a:extLst>
                    <a:ext uri="{9D8B030D-6E8A-4147-A177-3AD203B41FA5}">
                      <a16:colId xmlns:a16="http://schemas.microsoft.com/office/drawing/2014/main" val="1561140666"/>
                    </a:ext>
                  </a:extLst>
                </a:gridCol>
                <a:gridCol w="1620000">
                  <a:extLst>
                    <a:ext uri="{9D8B030D-6E8A-4147-A177-3AD203B41FA5}">
                      <a16:colId xmlns:a16="http://schemas.microsoft.com/office/drawing/2014/main" val="2707972262"/>
                    </a:ext>
                  </a:extLst>
                </a:gridCol>
                <a:gridCol w="144000">
                  <a:extLst>
                    <a:ext uri="{9D8B030D-6E8A-4147-A177-3AD203B41FA5}">
                      <a16:colId xmlns:a16="http://schemas.microsoft.com/office/drawing/2014/main" val="2736296976"/>
                    </a:ext>
                  </a:extLst>
                </a:gridCol>
                <a:gridCol w="5844084">
                  <a:extLst>
                    <a:ext uri="{9D8B030D-6E8A-4147-A177-3AD203B41FA5}">
                      <a16:colId xmlns:a16="http://schemas.microsoft.com/office/drawing/2014/main" val="2827840868"/>
                    </a:ext>
                  </a:extLst>
                </a:gridCol>
              </a:tblGrid>
              <a:tr h="377951">
                <a:tc>
                  <a:txBody>
                    <a:bodyPr/>
                    <a:lstStyle/>
                    <a:p>
                      <a:pPr marL="0" indent="0" algn="l">
                        <a:lnSpc>
                          <a:spcPct val="100000"/>
                        </a:lnSpc>
                        <a:buNone/>
                      </a:pPr>
                      <a:r>
                        <a:rPr lang="ru-RU" sz="1100" b="0" dirty="0">
                          <a:solidFill>
                            <a:srgbClr val="000000">
                              <a:alpha val="100000"/>
                            </a:srgbClr>
                          </a:solidFill>
                          <a:latin typeface="+mn-lt"/>
                          <a:ea typeface="Stapel" pitchFamily="34" charset="-122"/>
                          <a:cs typeface="Stapel" pitchFamily="34" charset="-120"/>
                        </a:rPr>
                        <a:t>Этап</a:t>
                      </a:r>
                      <a:endParaRPr lang="en-US" sz="1100" b="0" dirty="0">
                        <a:latin typeface="+mn-lt"/>
                      </a:endParaRPr>
                    </a:p>
                  </a:txBody>
                  <a:tcPr marL="143981" marR="143981" marT="22857" marB="22857">
                    <a:lnL w="12700" cmpd="sng">
                      <a:noFill/>
                    </a:lnL>
                    <a:lnR w="28575"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None/>
                      </a:pPr>
                      <a:r>
                        <a:rPr lang="ru-RU" sz="1100" b="0" dirty="0">
                          <a:solidFill>
                            <a:srgbClr val="000000">
                              <a:alpha val="100000"/>
                            </a:srgbClr>
                          </a:solidFill>
                          <a:latin typeface="+mn-lt"/>
                          <a:ea typeface="Stapel" pitchFamily="34" charset="-122"/>
                          <a:cs typeface="Stapel" pitchFamily="34" charset="-120"/>
                        </a:rPr>
                        <a:t>Длительность</a:t>
                      </a:r>
                      <a:r>
                        <a:rPr lang="en-US" sz="1100" b="0" dirty="0">
                          <a:solidFill>
                            <a:srgbClr val="000000">
                              <a:alpha val="100000"/>
                            </a:srgbClr>
                          </a:solidFill>
                          <a:latin typeface="+mn-lt"/>
                          <a:ea typeface="Stapel" pitchFamily="34" charset="-122"/>
                          <a:cs typeface="Stapel" pitchFamily="34" charset="-120"/>
                        </a:rPr>
                        <a:t>,</a:t>
                      </a:r>
                      <a:endParaRPr lang="en-US" sz="1100" b="0" dirty="0">
                        <a:latin typeface="+mn-lt"/>
                      </a:endParaRPr>
                    </a:p>
                    <a:p>
                      <a:pPr marL="0" indent="0" algn="ctr">
                        <a:lnSpc>
                          <a:spcPct val="100000"/>
                        </a:lnSpc>
                        <a:buNone/>
                      </a:pPr>
                      <a:r>
                        <a:rPr lang="ru-RU" sz="1100" b="0" dirty="0">
                          <a:solidFill>
                            <a:srgbClr val="000000">
                              <a:alpha val="100000"/>
                            </a:srgbClr>
                          </a:solidFill>
                          <a:latin typeface="+mn-lt"/>
                          <a:ea typeface="Stapel" pitchFamily="34" charset="-122"/>
                        </a:rPr>
                        <a:t>недель</a:t>
                      </a:r>
                      <a:endParaRPr lang="en-US" sz="1100" b="0" dirty="0">
                        <a:latin typeface="+mn-lt"/>
                      </a:endParaRPr>
                    </a:p>
                  </a:txBody>
                  <a:tcPr marL="143981" marR="143981" marT="22857" marB="22857">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None/>
                      </a:pPr>
                      <a:r>
                        <a:rPr lang="ru-RU" sz="1100" b="0" dirty="0">
                          <a:solidFill>
                            <a:srgbClr val="000000">
                              <a:alpha val="100000"/>
                            </a:srgbClr>
                          </a:solidFill>
                          <a:latin typeface="+mn-lt"/>
                          <a:ea typeface="Stapel" pitchFamily="34" charset="-122"/>
                          <a:cs typeface="Stapel" pitchFamily="34" charset="-120"/>
                        </a:rPr>
                        <a:t>Стоимость</a:t>
                      </a:r>
                      <a:r>
                        <a:rPr lang="en-US" sz="1100" b="0" dirty="0">
                          <a:solidFill>
                            <a:srgbClr val="000000">
                              <a:alpha val="100000"/>
                            </a:srgbClr>
                          </a:solidFill>
                          <a:latin typeface="+mn-lt"/>
                          <a:ea typeface="Stapel" pitchFamily="34" charset="-122"/>
                          <a:cs typeface="Stapel" pitchFamily="34" charset="-120"/>
                        </a:rPr>
                        <a:t>, </a:t>
                      </a:r>
                      <a:endParaRPr lang="ru-RU" sz="1100" b="0" dirty="0">
                        <a:solidFill>
                          <a:srgbClr val="000000">
                            <a:alpha val="100000"/>
                          </a:srgbClr>
                        </a:solidFill>
                        <a:latin typeface="+mn-lt"/>
                        <a:ea typeface="Stapel" pitchFamily="34" charset="-122"/>
                        <a:cs typeface="Stapel" pitchFamily="34" charset="-120"/>
                      </a:endParaRPr>
                    </a:p>
                    <a:p>
                      <a:pPr marL="0" indent="0" algn="ctr">
                        <a:lnSpc>
                          <a:spcPct val="100000"/>
                        </a:lnSpc>
                        <a:buNone/>
                      </a:pPr>
                      <a:r>
                        <a:rPr lang="ru-RU" sz="1100" b="0" dirty="0">
                          <a:solidFill>
                            <a:srgbClr val="000000">
                              <a:alpha val="100000"/>
                            </a:srgbClr>
                          </a:solidFill>
                          <a:latin typeface="+mn-lt"/>
                          <a:ea typeface="Stapel" pitchFamily="34" charset="-122"/>
                          <a:cs typeface="Stapel" pitchFamily="34" charset="-120"/>
                        </a:rPr>
                        <a:t>млн </a:t>
                      </a:r>
                      <a:r>
                        <a:rPr lang="en-US" sz="1100" b="0" dirty="0" err="1">
                          <a:solidFill>
                            <a:srgbClr val="000000">
                              <a:alpha val="100000"/>
                            </a:srgbClr>
                          </a:solidFill>
                          <a:latin typeface="+mn-lt"/>
                          <a:ea typeface="Stapel" pitchFamily="34" charset="-122"/>
                          <a:cs typeface="Stapel" pitchFamily="34" charset="-120"/>
                        </a:rPr>
                        <a:t>руб</a:t>
                      </a:r>
                      <a:r>
                        <a:rPr lang="en-US" sz="1100" b="0" dirty="0">
                          <a:solidFill>
                            <a:srgbClr val="000000">
                              <a:alpha val="100000"/>
                            </a:srgbClr>
                          </a:solidFill>
                          <a:latin typeface="+mn-lt"/>
                          <a:ea typeface="Stapel" pitchFamily="34" charset="-122"/>
                          <a:cs typeface="Stapel" pitchFamily="34" charset="-120"/>
                        </a:rPr>
                        <a:t>.</a:t>
                      </a:r>
                      <a:endParaRPr lang="en-US" sz="1100" b="0" dirty="0">
                        <a:latin typeface="+mn-lt"/>
                      </a:endParaRPr>
                    </a:p>
                    <a:p>
                      <a:pPr marL="0" indent="0" algn="ctr">
                        <a:lnSpc>
                          <a:spcPct val="100000"/>
                        </a:lnSpc>
                        <a:buNone/>
                      </a:pPr>
                      <a:r>
                        <a:rPr lang="ru-RU" sz="1100" b="0" dirty="0">
                          <a:solidFill>
                            <a:srgbClr val="000000">
                              <a:alpha val="100000"/>
                            </a:srgbClr>
                          </a:solidFill>
                          <a:latin typeface="+mn-lt"/>
                          <a:ea typeface="Stapel" pitchFamily="34" charset="-122"/>
                          <a:cs typeface="Stapel" pitchFamily="34" charset="-120"/>
                        </a:rPr>
                        <a:t>без</a:t>
                      </a:r>
                      <a:r>
                        <a:rPr lang="en-US" sz="1100" b="0" dirty="0">
                          <a:solidFill>
                            <a:srgbClr val="000000">
                              <a:alpha val="100000"/>
                            </a:srgbClr>
                          </a:solidFill>
                          <a:latin typeface="+mn-lt"/>
                          <a:ea typeface="Stapel" pitchFamily="34" charset="-122"/>
                          <a:cs typeface="Stapel" pitchFamily="34" charset="-120"/>
                        </a:rPr>
                        <a:t> НДС</a:t>
                      </a:r>
                      <a:endParaRPr lang="en-US" sz="1100" b="0" dirty="0">
                        <a:latin typeface="+mn-lt"/>
                      </a:endParaRPr>
                    </a:p>
                  </a:txBody>
                  <a:tcPr marL="143981" marR="143981" marT="22857" marB="22857">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r">
                        <a:lnSpc>
                          <a:spcPct val="100000"/>
                        </a:lnSpc>
                        <a:buNone/>
                      </a:pPr>
                      <a:endParaRPr lang="en-US" sz="1100" b="0" dirty="0">
                        <a:latin typeface="+mn-lt"/>
                      </a:endParaRPr>
                    </a:p>
                  </a:txBody>
                  <a:tcPr marL="0" marR="0" marT="22857" marB="22857">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00000"/>
                        </a:lnSpc>
                        <a:buNone/>
                      </a:pPr>
                      <a:r>
                        <a:rPr lang="ru-RU" sz="1100" b="0" dirty="0">
                          <a:solidFill>
                            <a:srgbClr val="000000">
                              <a:alpha val="100000"/>
                            </a:srgbClr>
                          </a:solidFill>
                          <a:latin typeface="+mn-lt"/>
                          <a:ea typeface="Stapel" pitchFamily="34" charset="-122"/>
                          <a:cs typeface="Stapel" pitchFamily="34" charset="-120"/>
                        </a:rPr>
                        <a:t>Ключевые</a:t>
                      </a:r>
                      <a:r>
                        <a:rPr lang="en-US" sz="1100" b="0" dirty="0">
                          <a:solidFill>
                            <a:srgbClr val="000000">
                              <a:alpha val="100000"/>
                            </a:srgbClr>
                          </a:solidFill>
                          <a:latin typeface="+mn-lt"/>
                          <a:ea typeface="Stapel" pitchFamily="34" charset="-122"/>
                          <a:cs typeface="Stapel" pitchFamily="34" charset="-120"/>
                        </a:rPr>
                        <a:t> </a:t>
                      </a:r>
                      <a:r>
                        <a:rPr lang="ru-RU" sz="1100" b="0" dirty="0">
                          <a:solidFill>
                            <a:srgbClr val="000000">
                              <a:alpha val="100000"/>
                            </a:srgbClr>
                          </a:solidFill>
                          <a:latin typeface="+mn-lt"/>
                          <a:ea typeface="Stapel" pitchFamily="34" charset="-122"/>
                          <a:cs typeface="Stapel" pitchFamily="34" charset="-120"/>
                        </a:rPr>
                        <a:t>примечания</a:t>
                      </a:r>
                      <a:endParaRPr lang="en-US" sz="1100" b="0" dirty="0">
                        <a:latin typeface="+mn-lt"/>
                      </a:endParaRPr>
                    </a:p>
                  </a:txBody>
                  <a:tcPr marL="143981" marR="143981" marT="22857" marB="22857">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7835543"/>
                  </a:ext>
                </a:extLst>
              </a:tr>
              <a:tr h="637117">
                <a:tc>
                  <a:txBody>
                    <a:bodyPr/>
                    <a:lstStyle/>
                    <a:p>
                      <a:pPr marL="0" indent="0" algn="l">
                        <a:lnSpc>
                          <a:spcPct val="100000"/>
                        </a:lnSpc>
                        <a:buNone/>
                      </a:pPr>
                      <a:r>
                        <a:rPr lang="ru-RU" sz="1100" dirty="0">
                          <a:solidFill>
                            <a:srgbClr val="000000">
                              <a:alpha val="100000"/>
                            </a:srgbClr>
                          </a:solidFill>
                          <a:latin typeface="+mn-lt"/>
                          <a:ea typeface="Stapel" pitchFamily="34" charset="-122"/>
                          <a:cs typeface="Stapel" pitchFamily="34" charset="-120"/>
                        </a:rPr>
                        <a:t>Здесь  должен быть ваш текст.</a:t>
                      </a:r>
                      <a:endParaRPr lang="en-US" sz="1100" dirty="0">
                        <a:latin typeface="+mn-lt"/>
                      </a:endParaRPr>
                    </a:p>
                  </a:txBody>
                  <a:tcPr marL="143981" marR="143981" marT="89988" marB="89988">
                    <a:lnL w="12700" cmpd="sng">
                      <a:noFill/>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000000">
                              <a:alpha val="100000"/>
                            </a:srgbClr>
                          </a:solidFill>
                          <a:latin typeface="+mn-lt"/>
                          <a:ea typeface="Stapel" pitchFamily="34" charset="-122"/>
                          <a:cs typeface="Stapel" pitchFamily="34" charset="-120"/>
                        </a:rPr>
                        <a:t>1-2 </a:t>
                      </a:r>
                      <a:r>
                        <a:rPr lang="ru-RU" sz="1100" dirty="0">
                          <a:solidFill>
                            <a:srgbClr val="000000">
                              <a:alpha val="100000"/>
                            </a:srgbClr>
                          </a:solidFill>
                          <a:latin typeface="+mn-lt"/>
                          <a:ea typeface="Stapel" pitchFamily="34" charset="-122"/>
                          <a:cs typeface="Stapel" pitchFamily="34" charset="-120"/>
                        </a:rPr>
                        <a:t>недели</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err="1">
                          <a:solidFill>
                            <a:srgbClr val="000000">
                              <a:alpha val="100000"/>
                            </a:srgbClr>
                          </a:solidFill>
                          <a:latin typeface="+mn-lt"/>
                          <a:ea typeface="Stapel" pitchFamily="34" charset="-122"/>
                          <a:cs typeface="Stapel" pitchFamily="34" charset="-120"/>
                        </a:rPr>
                        <a:t>ххх</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100" dirty="0">
                        <a:latin typeface="+mn-lt"/>
                      </a:endParaRPr>
                    </a:p>
                  </a:txBody>
                  <a:tcPr marL="0" marR="0"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ffectLst/>
                          <a:latin typeface="+mn-lt"/>
                        </a:rPr>
                        <a:t>Lorem ipsum dolor sit </a:t>
                      </a:r>
                      <a:r>
                        <a:rPr lang="en-US" sz="1100" dirty="0" err="1">
                          <a:effectLst/>
                          <a:latin typeface="+mn-lt"/>
                        </a:rPr>
                        <a:t>amet</a:t>
                      </a:r>
                      <a:r>
                        <a:rPr lang="en-US" sz="1100" dirty="0">
                          <a:effectLst/>
                          <a:latin typeface="+mn-lt"/>
                        </a:rPr>
                        <a:t>, </a:t>
                      </a:r>
                      <a:r>
                        <a:rPr lang="en-US" sz="1100" dirty="0" err="1">
                          <a:effectLst/>
                          <a:latin typeface="+mn-lt"/>
                        </a:rPr>
                        <a:t>idque</a:t>
                      </a:r>
                      <a:r>
                        <a:rPr lang="en-US" sz="1100" dirty="0">
                          <a:effectLst/>
                          <a:latin typeface="+mn-lt"/>
                        </a:rPr>
                        <a:t> </a:t>
                      </a:r>
                      <a:r>
                        <a:rPr lang="en-US" sz="1100" dirty="0" err="1">
                          <a:effectLst/>
                          <a:latin typeface="+mn-lt"/>
                        </a:rPr>
                        <a:t>iuvaret</a:t>
                      </a:r>
                      <a:r>
                        <a:rPr lang="en-US" sz="1100" dirty="0">
                          <a:effectLst/>
                          <a:latin typeface="+mn-lt"/>
                        </a:rPr>
                        <a:t> </a:t>
                      </a:r>
                      <a:r>
                        <a:rPr lang="en-US" sz="1100" dirty="0" err="1">
                          <a:effectLst/>
                          <a:latin typeface="+mn-lt"/>
                        </a:rPr>
                        <a:t>ut</a:t>
                      </a:r>
                      <a:r>
                        <a:rPr lang="en-US" sz="1100" dirty="0">
                          <a:effectLst/>
                          <a:latin typeface="+mn-lt"/>
                        </a:rPr>
                        <a:t> cum. Mel </a:t>
                      </a:r>
                      <a:r>
                        <a:rPr lang="en-US" sz="1100" dirty="0" err="1">
                          <a:effectLst/>
                          <a:latin typeface="+mn-lt"/>
                        </a:rPr>
                        <a:t>dolores</a:t>
                      </a:r>
                      <a:r>
                        <a:rPr lang="en-US" sz="1100" dirty="0">
                          <a:effectLst/>
                          <a:latin typeface="+mn-lt"/>
                        </a:rPr>
                        <a:t> </a:t>
                      </a:r>
                      <a:r>
                        <a:rPr lang="en-US" sz="1100" dirty="0" err="1">
                          <a:effectLst/>
                          <a:latin typeface="+mn-lt"/>
                        </a:rPr>
                        <a:t>senserit</a:t>
                      </a:r>
                      <a:r>
                        <a:rPr lang="en-US" sz="1100" dirty="0">
                          <a:effectLst/>
                          <a:latin typeface="+mn-lt"/>
                        </a:rPr>
                        <a:t> </a:t>
                      </a:r>
                      <a:r>
                        <a:rPr lang="en-US" sz="1100" dirty="0" err="1">
                          <a:effectLst/>
                          <a:latin typeface="+mn-lt"/>
                        </a:rPr>
                        <a:t>elaboraret</a:t>
                      </a:r>
                      <a:r>
                        <a:rPr lang="en-US" sz="1100" dirty="0">
                          <a:effectLst/>
                          <a:latin typeface="+mn-lt"/>
                        </a:rPr>
                        <a:t> </a:t>
                      </a:r>
                      <a:r>
                        <a:rPr lang="en-US" sz="1100" dirty="0" err="1">
                          <a:effectLst/>
                          <a:latin typeface="+mn-lt"/>
                        </a:rPr>
                        <a:t>eu</a:t>
                      </a:r>
                      <a:r>
                        <a:rPr lang="en-US" sz="1100" dirty="0">
                          <a:effectLst/>
                          <a:latin typeface="+mn-lt"/>
                        </a:rPr>
                        <a:t>. Maecenas tempus, </a:t>
                      </a:r>
                      <a:r>
                        <a:rPr lang="en-US" sz="1100" dirty="0" err="1">
                          <a:effectLst/>
                          <a:latin typeface="+mn-lt"/>
                        </a:rPr>
                        <a:t>tellus</a:t>
                      </a:r>
                      <a:r>
                        <a:rPr lang="en-US" sz="1100" dirty="0">
                          <a:effectLst/>
                          <a:latin typeface="+mn-lt"/>
                        </a:rPr>
                        <a:t> </a:t>
                      </a:r>
                      <a:r>
                        <a:rPr lang="en-US" sz="1100" dirty="0" err="1">
                          <a:effectLst/>
                          <a:latin typeface="+mn-lt"/>
                        </a:rPr>
                        <a:t>eget</a:t>
                      </a:r>
                      <a:r>
                        <a:rPr lang="en-US" sz="1100" dirty="0">
                          <a:effectLst/>
                          <a:latin typeface="+mn-lt"/>
                        </a:rPr>
                        <a:t> </a:t>
                      </a:r>
                      <a:r>
                        <a:rPr lang="en-US" sz="1100" dirty="0" err="1">
                          <a:effectLst/>
                          <a:latin typeface="+mn-lt"/>
                        </a:rPr>
                        <a:t>condimentum</a:t>
                      </a:r>
                      <a:r>
                        <a:rPr lang="en-US" sz="1100" dirty="0">
                          <a:effectLst/>
                          <a:latin typeface="+mn-lt"/>
                        </a:rPr>
                        <a:t> </a:t>
                      </a:r>
                      <a:r>
                        <a:rPr lang="en-US" sz="1100" dirty="0" err="1">
                          <a:effectLst/>
                          <a:latin typeface="+mn-lt"/>
                        </a:rPr>
                        <a:t>rhoncus</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quam</a:t>
                      </a:r>
                      <a:r>
                        <a:rPr lang="en-US" sz="1100" dirty="0">
                          <a:effectLst/>
                          <a:latin typeface="+mn-lt"/>
                        </a:rPr>
                        <a:t> semper libero, sit </a:t>
                      </a:r>
                      <a:r>
                        <a:rPr lang="en-US" sz="1100" dirty="0" err="1">
                          <a:effectLst/>
                          <a:latin typeface="+mn-lt"/>
                        </a:rPr>
                        <a:t>amet</a:t>
                      </a:r>
                      <a:r>
                        <a:rPr lang="en-US" sz="1100" dirty="0">
                          <a:effectLst/>
                          <a:latin typeface="+mn-lt"/>
                        </a:rPr>
                        <a:t> </a:t>
                      </a:r>
                      <a:r>
                        <a:rPr lang="en-US" sz="1100" dirty="0" err="1">
                          <a:effectLst/>
                          <a:latin typeface="+mn-lt"/>
                        </a:rPr>
                        <a:t>adipiscing</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neque</a:t>
                      </a:r>
                      <a:r>
                        <a:rPr lang="en-US" sz="1100" dirty="0">
                          <a:effectLst/>
                          <a:latin typeface="+mn-lt"/>
                        </a:rPr>
                        <a:t> sed ipsum. </a:t>
                      </a:r>
                      <a:endParaRPr lang="en-US" sz="1100" dirty="0">
                        <a:latin typeface="+mn-lt"/>
                      </a:endParaRPr>
                    </a:p>
                  </a:txBody>
                  <a:tcPr marL="143981" marR="899883"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6008921"/>
                  </a:ext>
                </a:extLst>
              </a:tr>
              <a:tr h="637117">
                <a:tc>
                  <a:txBody>
                    <a:bodyPr/>
                    <a:lstStyle/>
                    <a:p>
                      <a:pPr marL="0" indent="0" algn="l">
                        <a:lnSpc>
                          <a:spcPct val="100000"/>
                        </a:lnSpc>
                        <a:buNone/>
                      </a:pPr>
                      <a:r>
                        <a:rPr lang="ru-RU" sz="1100" dirty="0">
                          <a:solidFill>
                            <a:srgbClr val="000000">
                              <a:alpha val="100000"/>
                            </a:srgbClr>
                          </a:solidFill>
                          <a:latin typeface="+mn-lt"/>
                          <a:ea typeface="Stapel" pitchFamily="34" charset="-122"/>
                          <a:cs typeface="Stapel" pitchFamily="34" charset="-120"/>
                        </a:rPr>
                        <a:t>Здесь  должен быть ваш текст.</a:t>
                      </a:r>
                      <a:endParaRPr lang="en-US" sz="1100" dirty="0">
                        <a:latin typeface="+mn-lt"/>
                      </a:endParaRPr>
                    </a:p>
                  </a:txBody>
                  <a:tcPr marL="143981" marR="143981" marT="89988" marB="89988">
                    <a:lnL w="12700" cmpd="sng">
                      <a:noFill/>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000000">
                              <a:alpha val="100000"/>
                            </a:srgbClr>
                          </a:solidFill>
                          <a:latin typeface="+mn-lt"/>
                          <a:ea typeface="Stapel" pitchFamily="34" charset="-122"/>
                          <a:cs typeface="Stapel" pitchFamily="34" charset="-120"/>
                        </a:rPr>
                        <a:t>1-2 </a:t>
                      </a:r>
                      <a:r>
                        <a:rPr lang="ru-RU" sz="1100" dirty="0">
                          <a:solidFill>
                            <a:srgbClr val="000000">
                              <a:alpha val="100000"/>
                            </a:srgbClr>
                          </a:solidFill>
                          <a:latin typeface="+mn-lt"/>
                          <a:ea typeface="Stapel" pitchFamily="34" charset="-122"/>
                          <a:cs typeface="Stapel" pitchFamily="34" charset="-120"/>
                        </a:rPr>
                        <a:t>недели</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err="1">
                          <a:solidFill>
                            <a:srgbClr val="000000">
                              <a:alpha val="100000"/>
                            </a:srgbClr>
                          </a:solidFill>
                          <a:latin typeface="+mn-lt"/>
                          <a:ea typeface="Stapel" pitchFamily="34" charset="-122"/>
                          <a:cs typeface="Stapel" pitchFamily="34" charset="-120"/>
                        </a:rPr>
                        <a:t>ххх</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100" dirty="0">
                        <a:latin typeface="+mn-lt"/>
                      </a:endParaRPr>
                    </a:p>
                  </a:txBody>
                  <a:tcPr marL="0" marR="0"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ffectLst/>
                          <a:latin typeface="+mn-lt"/>
                        </a:rPr>
                        <a:t>Lorem ipsum dolor sit </a:t>
                      </a:r>
                      <a:r>
                        <a:rPr lang="en-US" sz="1100" dirty="0" err="1">
                          <a:effectLst/>
                          <a:latin typeface="+mn-lt"/>
                        </a:rPr>
                        <a:t>amet</a:t>
                      </a:r>
                      <a:r>
                        <a:rPr lang="en-US" sz="1100" dirty="0">
                          <a:effectLst/>
                          <a:latin typeface="+mn-lt"/>
                        </a:rPr>
                        <a:t>, </a:t>
                      </a:r>
                      <a:r>
                        <a:rPr lang="en-US" sz="1100" dirty="0" err="1">
                          <a:effectLst/>
                          <a:latin typeface="+mn-lt"/>
                        </a:rPr>
                        <a:t>idque</a:t>
                      </a:r>
                      <a:r>
                        <a:rPr lang="en-US" sz="1100" dirty="0">
                          <a:effectLst/>
                          <a:latin typeface="+mn-lt"/>
                        </a:rPr>
                        <a:t> </a:t>
                      </a:r>
                      <a:r>
                        <a:rPr lang="en-US" sz="1100" dirty="0" err="1">
                          <a:effectLst/>
                          <a:latin typeface="+mn-lt"/>
                        </a:rPr>
                        <a:t>iuvaret</a:t>
                      </a:r>
                      <a:r>
                        <a:rPr lang="en-US" sz="1100" dirty="0">
                          <a:effectLst/>
                          <a:latin typeface="+mn-lt"/>
                        </a:rPr>
                        <a:t> </a:t>
                      </a:r>
                      <a:r>
                        <a:rPr lang="en-US" sz="1100" dirty="0" err="1">
                          <a:effectLst/>
                          <a:latin typeface="+mn-lt"/>
                        </a:rPr>
                        <a:t>ut</a:t>
                      </a:r>
                      <a:r>
                        <a:rPr lang="en-US" sz="1100" dirty="0">
                          <a:effectLst/>
                          <a:latin typeface="+mn-lt"/>
                        </a:rPr>
                        <a:t> cum. Mel </a:t>
                      </a:r>
                      <a:r>
                        <a:rPr lang="en-US" sz="1100" dirty="0" err="1">
                          <a:effectLst/>
                          <a:latin typeface="+mn-lt"/>
                        </a:rPr>
                        <a:t>dolores</a:t>
                      </a:r>
                      <a:r>
                        <a:rPr lang="en-US" sz="1100" dirty="0">
                          <a:effectLst/>
                          <a:latin typeface="+mn-lt"/>
                        </a:rPr>
                        <a:t> </a:t>
                      </a:r>
                      <a:r>
                        <a:rPr lang="en-US" sz="1100" dirty="0" err="1">
                          <a:effectLst/>
                          <a:latin typeface="+mn-lt"/>
                        </a:rPr>
                        <a:t>senserit</a:t>
                      </a:r>
                      <a:r>
                        <a:rPr lang="en-US" sz="1100" dirty="0">
                          <a:effectLst/>
                          <a:latin typeface="+mn-lt"/>
                        </a:rPr>
                        <a:t> </a:t>
                      </a:r>
                      <a:r>
                        <a:rPr lang="en-US" sz="1100" dirty="0" err="1">
                          <a:effectLst/>
                          <a:latin typeface="+mn-lt"/>
                        </a:rPr>
                        <a:t>elaboraret</a:t>
                      </a:r>
                      <a:r>
                        <a:rPr lang="en-US" sz="1100" dirty="0">
                          <a:effectLst/>
                          <a:latin typeface="+mn-lt"/>
                        </a:rPr>
                        <a:t> </a:t>
                      </a:r>
                      <a:r>
                        <a:rPr lang="en-US" sz="1100" dirty="0" err="1">
                          <a:effectLst/>
                          <a:latin typeface="+mn-lt"/>
                        </a:rPr>
                        <a:t>eu</a:t>
                      </a:r>
                      <a:r>
                        <a:rPr lang="en-US" sz="1100" dirty="0">
                          <a:effectLst/>
                          <a:latin typeface="+mn-lt"/>
                        </a:rPr>
                        <a:t>. Maecenas tempus, </a:t>
                      </a:r>
                      <a:r>
                        <a:rPr lang="en-US" sz="1100" dirty="0" err="1">
                          <a:effectLst/>
                          <a:latin typeface="+mn-lt"/>
                        </a:rPr>
                        <a:t>tellus</a:t>
                      </a:r>
                      <a:r>
                        <a:rPr lang="en-US" sz="1100" dirty="0">
                          <a:effectLst/>
                          <a:latin typeface="+mn-lt"/>
                        </a:rPr>
                        <a:t> </a:t>
                      </a:r>
                      <a:r>
                        <a:rPr lang="en-US" sz="1100" dirty="0" err="1">
                          <a:effectLst/>
                          <a:latin typeface="+mn-lt"/>
                        </a:rPr>
                        <a:t>eget</a:t>
                      </a:r>
                      <a:r>
                        <a:rPr lang="en-US" sz="1100" dirty="0">
                          <a:effectLst/>
                          <a:latin typeface="+mn-lt"/>
                        </a:rPr>
                        <a:t> </a:t>
                      </a:r>
                      <a:r>
                        <a:rPr lang="en-US" sz="1100" dirty="0" err="1">
                          <a:effectLst/>
                          <a:latin typeface="+mn-lt"/>
                        </a:rPr>
                        <a:t>condimentum</a:t>
                      </a:r>
                      <a:r>
                        <a:rPr lang="en-US" sz="1100" dirty="0">
                          <a:effectLst/>
                          <a:latin typeface="+mn-lt"/>
                        </a:rPr>
                        <a:t> </a:t>
                      </a:r>
                      <a:r>
                        <a:rPr lang="en-US" sz="1100" dirty="0" err="1">
                          <a:effectLst/>
                          <a:latin typeface="+mn-lt"/>
                        </a:rPr>
                        <a:t>rhoncus</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quam</a:t>
                      </a:r>
                      <a:r>
                        <a:rPr lang="en-US" sz="1100" dirty="0">
                          <a:effectLst/>
                          <a:latin typeface="+mn-lt"/>
                        </a:rPr>
                        <a:t> semper libero, sit </a:t>
                      </a:r>
                      <a:r>
                        <a:rPr lang="en-US" sz="1100" dirty="0" err="1">
                          <a:effectLst/>
                          <a:latin typeface="+mn-lt"/>
                        </a:rPr>
                        <a:t>amet</a:t>
                      </a:r>
                      <a:r>
                        <a:rPr lang="en-US" sz="1100" dirty="0">
                          <a:effectLst/>
                          <a:latin typeface="+mn-lt"/>
                        </a:rPr>
                        <a:t> </a:t>
                      </a:r>
                      <a:r>
                        <a:rPr lang="en-US" sz="1100" dirty="0" err="1">
                          <a:effectLst/>
                          <a:latin typeface="+mn-lt"/>
                        </a:rPr>
                        <a:t>adipiscing</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neque</a:t>
                      </a:r>
                      <a:r>
                        <a:rPr lang="en-US" sz="1100" dirty="0">
                          <a:effectLst/>
                          <a:latin typeface="+mn-lt"/>
                        </a:rPr>
                        <a:t> sed ipsum. </a:t>
                      </a:r>
                      <a:endParaRPr lang="en-US" sz="1100" dirty="0">
                        <a:latin typeface="+mn-lt"/>
                      </a:endParaRPr>
                    </a:p>
                  </a:txBody>
                  <a:tcPr marL="143981" marR="899883"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8630715"/>
                  </a:ext>
                </a:extLst>
              </a:tr>
              <a:tr h="637117">
                <a:tc>
                  <a:txBody>
                    <a:bodyPr/>
                    <a:lstStyle/>
                    <a:p>
                      <a:pPr marL="0" indent="0" algn="l">
                        <a:lnSpc>
                          <a:spcPct val="100000"/>
                        </a:lnSpc>
                        <a:buNone/>
                      </a:pPr>
                      <a:r>
                        <a:rPr lang="ru-RU" sz="1100" dirty="0">
                          <a:solidFill>
                            <a:srgbClr val="000000">
                              <a:alpha val="100000"/>
                            </a:srgbClr>
                          </a:solidFill>
                          <a:latin typeface="+mn-lt"/>
                          <a:ea typeface="Stapel" pitchFamily="34" charset="-122"/>
                          <a:cs typeface="Stapel" pitchFamily="34" charset="-120"/>
                        </a:rPr>
                        <a:t>Здесь  должен быть ваш текст.</a:t>
                      </a:r>
                      <a:endParaRPr lang="en-US" sz="1100" dirty="0">
                        <a:latin typeface="+mn-lt"/>
                      </a:endParaRPr>
                    </a:p>
                  </a:txBody>
                  <a:tcPr marL="143981" marR="143981" marT="89988" marB="89988">
                    <a:lnL w="12700" cmpd="sng">
                      <a:noFill/>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000000">
                              <a:alpha val="100000"/>
                            </a:srgbClr>
                          </a:solidFill>
                          <a:latin typeface="+mn-lt"/>
                          <a:ea typeface="Stapel" pitchFamily="34" charset="-122"/>
                          <a:cs typeface="Stapel" pitchFamily="34" charset="-120"/>
                        </a:rPr>
                        <a:t>1-2 </a:t>
                      </a:r>
                      <a:r>
                        <a:rPr lang="ru-RU" sz="1100" dirty="0">
                          <a:solidFill>
                            <a:srgbClr val="000000">
                              <a:alpha val="100000"/>
                            </a:srgbClr>
                          </a:solidFill>
                          <a:latin typeface="+mn-lt"/>
                          <a:ea typeface="Stapel" pitchFamily="34" charset="-122"/>
                          <a:cs typeface="Stapel" pitchFamily="34" charset="-120"/>
                        </a:rPr>
                        <a:t>недели</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err="1">
                          <a:solidFill>
                            <a:srgbClr val="000000">
                              <a:alpha val="100000"/>
                            </a:srgbClr>
                          </a:solidFill>
                          <a:latin typeface="+mn-lt"/>
                          <a:ea typeface="Stapel" pitchFamily="34" charset="-122"/>
                          <a:cs typeface="Stapel" pitchFamily="34" charset="-120"/>
                        </a:rPr>
                        <a:t>ххх</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100" dirty="0">
                        <a:latin typeface="+mn-lt"/>
                      </a:endParaRPr>
                    </a:p>
                  </a:txBody>
                  <a:tcPr marL="0" marR="0"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ffectLst/>
                          <a:latin typeface="+mn-lt"/>
                        </a:rPr>
                        <a:t>Lorem ipsum dolor sit </a:t>
                      </a:r>
                      <a:r>
                        <a:rPr lang="en-US" sz="1100" dirty="0" err="1">
                          <a:effectLst/>
                          <a:latin typeface="+mn-lt"/>
                        </a:rPr>
                        <a:t>amet</a:t>
                      </a:r>
                      <a:r>
                        <a:rPr lang="en-US" sz="1100" dirty="0">
                          <a:effectLst/>
                          <a:latin typeface="+mn-lt"/>
                        </a:rPr>
                        <a:t>, </a:t>
                      </a:r>
                      <a:r>
                        <a:rPr lang="en-US" sz="1100" dirty="0" err="1">
                          <a:effectLst/>
                          <a:latin typeface="+mn-lt"/>
                        </a:rPr>
                        <a:t>idque</a:t>
                      </a:r>
                      <a:r>
                        <a:rPr lang="en-US" sz="1100" dirty="0">
                          <a:effectLst/>
                          <a:latin typeface="+mn-lt"/>
                        </a:rPr>
                        <a:t> </a:t>
                      </a:r>
                      <a:r>
                        <a:rPr lang="en-US" sz="1100" dirty="0" err="1">
                          <a:effectLst/>
                          <a:latin typeface="+mn-lt"/>
                        </a:rPr>
                        <a:t>iuvaret</a:t>
                      </a:r>
                      <a:r>
                        <a:rPr lang="en-US" sz="1100" dirty="0">
                          <a:effectLst/>
                          <a:latin typeface="+mn-lt"/>
                        </a:rPr>
                        <a:t> </a:t>
                      </a:r>
                      <a:r>
                        <a:rPr lang="en-US" sz="1100" dirty="0" err="1">
                          <a:effectLst/>
                          <a:latin typeface="+mn-lt"/>
                        </a:rPr>
                        <a:t>ut</a:t>
                      </a:r>
                      <a:r>
                        <a:rPr lang="en-US" sz="1100" dirty="0">
                          <a:effectLst/>
                          <a:latin typeface="+mn-lt"/>
                        </a:rPr>
                        <a:t> cum. Mel </a:t>
                      </a:r>
                      <a:r>
                        <a:rPr lang="en-US" sz="1100" dirty="0" err="1">
                          <a:effectLst/>
                          <a:latin typeface="+mn-lt"/>
                        </a:rPr>
                        <a:t>dolores</a:t>
                      </a:r>
                      <a:r>
                        <a:rPr lang="en-US" sz="1100" dirty="0">
                          <a:effectLst/>
                          <a:latin typeface="+mn-lt"/>
                        </a:rPr>
                        <a:t> </a:t>
                      </a:r>
                      <a:r>
                        <a:rPr lang="en-US" sz="1100" dirty="0" err="1">
                          <a:effectLst/>
                          <a:latin typeface="+mn-lt"/>
                        </a:rPr>
                        <a:t>senserit</a:t>
                      </a:r>
                      <a:r>
                        <a:rPr lang="en-US" sz="1100" dirty="0">
                          <a:effectLst/>
                          <a:latin typeface="+mn-lt"/>
                        </a:rPr>
                        <a:t> </a:t>
                      </a:r>
                      <a:r>
                        <a:rPr lang="en-US" sz="1100" dirty="0" err="1">
                          <a:effectLst/>
                          <a:latin typeface="+mn-lt"/>
                        </a:rPr>
                        <a:t>elaboraret</a:t>
                      </a:r>
                      <a:r>
                        <a:rPr lang="en-US" sz="1100" dirty="0">
                          <a:effectLst/>
                          <a:latin typeface="+mn-lt"/>
                        </a:rPr>
                        <a:t> </a:t>
                      </a:r>
                      <a:r>
                        <a:rPr lang="en-US" sz="1100" dirty="0" err="1">
                          <a:effectLst/>
                          <a:latin typeface="+mn-lt"/>
                        </a:rPr>
                        <a:t>eu</a:t>
                      </a:r>
                      <a:r>
                        <a:rPr lang="en-US" sz="1100" dirty="0">
                          <a:effectLst/>
                          <a:latin typeface="+mn-lt"/>
                        </a:rPr>
                        <a:t>. Maecenas tempus, </a:t>
                      </a:r>
                      <a:r>
                        <a:rPr lang="en-US" sz="1100" dirty="0" err="1">
                          <a:effectLst/>
                          <a:latin typeface="+mn-lt"/>
                        </a:rPr>
                        <a:t>tellus</a:t>
                      </a:r>
                      <a:r>
                        <a:rPr lang="en-US" sz="1100" dirty="0">
                          <a:effectLst/>
                          <a:latin typeface="+mn-lt"/>
                        </a:rPr>
                        <a:t> </a:t>
                      </a:r>
                      <a:r>
                        <a:rPr lang="en-US" sz="1100" dirty="0" err="1">
                          <a:effectLst/>
                          <a:latin typeface="+mn-lt"/>
                        </a:rPr>
                        <a:t>eget</a:t>
                      </a:r>
                      <a:r>
                        <a:rPr lang="en-US" sz="1100" dirty="0">
                          <a:effectLst/>
                          <a:latin typeface="+mn-lt"/>
                        </a:rPr>
                        <a:t> </a:t>
                      </a:r>
                      <a:r>
                        <a:rPr lang="en-US" sz="1100" dirty="0" err="1">
                          <a:effectLst/>
                          <a:latin typeface="+mn-lt"/>
                        </a:rPr>
                        <a:t>condimentum</a:t>
                      </a:r>
                      <a:r>
                        <a:rPr lang="en-US" sz="1100" dirty="0">
                          <a:effectLst/>
                          <a:latin typeface="+mn-lt"/>
                        </a:rPr>
                        <a:t> </a:t>
                      </a:r>
                      <a:r>
                        <a:rPr lang="en-US" sz="1100" dirty="0" err="1">
                          <a:effectLst/>
                          <a:latin typeface="+mn-lt"/>
                        </a:rPr>
                        <a:t>rhoncus</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quam</a:t>
                      </a:r>
                      <a:r>
                        <a:rPr lang="en-US" sz="1100" dirty="0">
                          <a:effectLst/>
                          <a:latin typeface="+mn-lt"/>
                        </a:rPr>
                        <a:t> semper libero, sit </a:t>
                      </a:r>
                      <a:r>
                        <a:rPr lang="en-US" sz="1100" dirty="0" err="1">
                          <a:effectLst/>
                          <a:latin typeface="+mn-lt"/>
                        </a:rPr>
                        <a:t>amet</a:t>
                      </a:r>
                      <a:r>
                        <a:rPr lang="en-US" sz="1100" dirty="0">
                          <a:effectLst/>
                          <a:latin typeface="+mn-lt"/>
                        </a:rPr>
                        <a:t> </a:t>
                      </a:r>
                      <a:r>
                        <a:rPr lang="en-US" sz="1100" dirty="0" err="1">
                          <a:effectLst/>
                          <a:latin typeface="+mn-lt"/>
                        </a:rPr>
                        <a:t>adipiscing</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neque</a:t>
                      </a:r>
                      <a:r>
                        <a:rPr lang="en-US" sz="1100" dirty="0">
                          <a:effectLst/>
                          <a:latin typeface="+mn-lt"/>
                        </a:rPr>
                        <a:t> sed ipsum. </a:t>
                      </a:r>
                      <a:endParaRPr lang="en-US" sz="1100" dirty="0">
                        <a:latin typeface="+mn-lt"/>
                      </a:endParaRPr>
                    </a:p>
                  </a:txBody>
                  <a:tcPr marL="143981" marR="899883"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7524425"/>
                  </a:ext>
                </a:extLst>
              </a:tr>
              <a:tr h="637117">
                <a:tc>
                  <a:txBody>
                    <a:bodyPr/>
                    <a:lstStyle/>
                    <a:p>
                      <a:pPr marL="0" indent="0" algn="l">
                        <a:lnSpc>
                          <a:spcPct val="100000"/>
                        </a:lnSpc>
                        <a:buNone/>
                      </a:pPr>
                      <a:r>
                        <a:rPr lang="ru-RU" sz="1100" dirty="0">
                          <a:solidFill>
                            <a:srgbClr val="000000">
                              <a:alpha val="100000"/>
                            </a:srgbClr>
                          </a:solidFill>
                          <a:latin typeface="+mn-lt"/>
                          <a:ea typeface="Stapel" pitchFamily="34" charset="-122"/>
                          <a:cs typeface="Stapel" pitchFamily="34" charset="-120"/>
                        </a:rPr>
                        <a:t>Здесь  должен быть ваш текст.</a:t>
                      </a:r>
                      <a:endParaRPr lang="en-US" sz="1100" dirty="0">
                        <a:latin typeface="+mn-lt"/>
                      </a:endParaRPr>
                    </a:p>
                  </a:txBody>
                  <a:tcPr marL="143981" marR="143981" marT="89988" marB="89988">
                    <a:lnL w="12700" cmpd="sng">
                      <a:noFill/>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000000">
                              <a:alpha val="100000"/>
                            </a:srgbClr>
                          </a:solidFill>
                          <a:latin typeface="+mn-lt"/>
                          <a:ea typeface="Stapel" pitchFamily="34" charset="-122"/>
                          <a:cs typeface="Stapel" pitchFamily="34" charset="-120"/>
                        </a:rPr>
                        <a:t>1-2 </a:t>
                      </a:r>
                      <a:r>
                        <a:rPr lang="ru-RU" sz="1100" dirty="0">
                          <a:solidFill>
                            <a:srgbClr val="000000">
                              <a:alpha val="100000"/>
                            </a:srgbClr>
                          </a:solidFill>
                          <a:latin typeface="+mn-lt"/>
                          <a:ea typeface="Stapel" pitchFamily="34" charset="-122"/>
                          <a:cs typeface="Stapel" pitchFamily="34" charset="-120"/>
                        </a:rPr>
                        <a:t>недели</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err="1">
                          <a:solidFill>
                            <a:srgbClr val="000000">
                              <a:alpha val="100000"/>
                            </a:srgbClr>
                          </a:solidFill>
                          <a:latin typeface="+mn-lt"/>
                          <a:ea typeface="Stapel" pitchFamily="34" charset="-122"/>
                          <a:cs typeface="Stapel" pitchFamily="34" charset="-120"/>
                        </a:rPr>
                        <a:t>ххх</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100" dirty="0">
                        <a:latin typeface="+mn-lt"/>
                      </a:endParaRPr>
                    </a:p>
                  </a:txBody>
                  <a:tcPr marL="0" marR="0"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ffectLst/>
                          <a:latin typeface="+mn-lt"/>
                        </a:rPr>
                        <a:t>Lorem ipsum dolor sit </a:t>
                      </a:r>
                      <a:r>
                        <a:rPr lang="en-US" sz="1100" dirty="0" err="1">
                          <a:effectLst/>
                          <a:latin typeface="+mn-lt"/>
                        </a:rPr>
                        <a:t>amet</a:t>
                      </a:r>
                      <a:r>
                        <a:rPr lang="en-US" sz="1100" dirty="0">
                          <a:effectLst/>
                          <a:latin typeface="+mn-lt"/>
                        </a:rPr>
                        <a:t>, </a:t>
                      </a:r>
                      <a:r>
                        <a:rPr lang="en-US" sz="1100" dirty="0" err="1">
                          <a:effectLst/>
                          <a:latin typeface="+mn-lt"/>
                        </a:rPr>
                        <a:t>idque</a:t>
                      </a:r>
                      <a:r>
                        <a:rPr lang="en-US" sz="1100" dirty="0">
                          <a:effectLst/>
                          <a:latin typeface="+mn-lt"/>
                        </a:rPr>
                        <a:t> </a:t>
                      </a:r>
                      <a:r>
                        <a:rPr lang="en-US" sz="1100" dirty="0" err="1">
                          <a:effectLst/>
                          <a:latin typeface="+mn-lt"/>
                        </a:rPr>
                        <a:t>iuvaret</a:t>
                      </a:r>
                      <a:r>
                        <a:rPr lang="en-US" sz="1100" dirty="0">
                          <a:effectLst/>
                          <a:latin typeface="+mn-lt"/>
                        </a:rPr>
                        <a:t> </a:t>
                      </a:r>
                      <a:r>
                        <a:rPr lang="en-US" sz="1100" dirty="0" err="1">
                          <a:effectLst/>
                          <a:latin typeface="+mn-lt"/>
                        </a:rPr>
                        <a:t>ut</a:t>
                      </a:r>
                      <a:r>
                        <a:rPr lang="en-US" sz="1100" dirty="0">
                          <a:effectLst/>
                          <a:latin typeface="+mn-lt"/>
                        </a:rPr>
                        <a:t> cum. Mel </a:t>
                      </a:r>
                      <a:r>
                        <a:rPr lang="en-US" sz="1100" dirty="0" err="1">
                          <a:effectLst/>
                          <a:latin typeface="+mn-lt"/>
                        </a:rPr>
                        <a:t>dolores</a:t>
                      </a:r>
                      <a:r>
                        <a:rPr lang="en-US" sz="1100" dirty="0">
                          <a:effectLst/>
                          <a:latin typeface="+mn-lt"/>
                        </a:rPr>
                        <a:t> </a:t>
                      </a:r>
                      <a:r>
                        <a:rPr lang="en-US" sz="1100" dirty="0" err="1">
                          <a:effectLst/>
                          <a:latin typeface="+mn-lt"/>
                        </a:rPr>
                        <a:t>senserit</a:t>
                      </a:r>
                      <a:r>
                        <a:rPr lang="en-US" sz="1100" dirty="0">
                          <a:effectLst/>
                          <a:latin typeface="+mn-lt"/>
                        </a:rPr>
                        <a:t> </a:t>
                      </a:r>
                      <a:r>
                        <a:rPr lang="en-US" sz="1100" dirty="0" err="1">
                          <a:effectLst/>
                          <a:latin typeface="+mn-lt"/>
                        </a:rPr>
                        <a:t>elaboraret</a:t>
                      </a:r>
                      <a:r>
                        <a:rPr lang="en-US" sz="1100" dirty="0">
                          <a:effectLst/>
                          <a:latin typeface="+mn-lt"/>
                        </a:rPr>
                        <a:t> </a:t>
                      </a:r>
                      <a:r>
                        <a:rPr lang="en-US" sz="1100" dirty="0" err="1">
                          <a:effectLst/>
                          <a:latin typeface="+mn-lt"/>
                        </a:rPr>
                        <a:t>eu</a:t>
                      </a:r>
                      <a:r>
                        <a:rPr lang="en-US" sz="1100" dirty="0">
                          <a:effectLst/>
                          <a:latin typeface="+mn-lt"/>
                        </a:rPr>
                        <a:t>. Maecenas tempus, </a:t>
                      </a:r>
                      <a:r>
                        <a:rPr lang="en-US" sz="1100" dirty="0" err="1">
                          <a:effectLst/>
                          <a:latin typeface="+mn-lt"/>
                        </a:rPr>
                        <a:t>tellus</a:t>
                      </a:r>
                      <a:r>
                        <a:rPr lang="en-US" sz="1100" dirty="0">
                          <a:effectLst/>
                          <a:latin typeface="+mn-lt"/>
                        </a:rPr>
                        <a:t> </a:t>
                      </a:r>
                      <a:r>
                        <a:rPr lang="en-US" sz="1100" dirty="0" err="1">
                          <a:effectLst/>
                          <a:latin typeface="+mn-lt"/>
                        </a:rPr>
                        <a:t>eget</a:t>
                      </a:r>
                      <a:r>
                        <a:rPr lang="en-US" sz="1100" dirty="0">
                          <a:effectLst/>
                          <a:latin typeface="+mn-lt"/>
                        </a:rPr>
                        <a:t> </a:t>
                      </a:r>
                      <a:r>
                        <a:rPr lang="en-US" sz="1100" dirty="0" err="1">
                          <a:effectLst/>
                          <a:latin typeface="+mn-lt"/>
                        </a:rPr>
                        <a:t>condimentum</a:t>
                      </a:r>
                      <a:r>
                        <a:rPr lang="en-US" sz="1100" dirty="0">
                          <a:effectLst/>
                          <a:latin typeface="+mn-lt"/>
                        </a:rPr>
                        <a:t> </a:t>
                      </a:r>
                      <a:r>
                        <a:rPr lang="en-US" sz="1100" dirty="0" err="1">
                          <a:effectLst/>
                          <a:latin typeface="+mn-lt"/>
                        </a:rPr>
                        <a:t>rhoncus</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quam</a:t>
                      </a:r>
                      <a:r>
                        <a:rPr lang="en-US" sz="1100" dirty="0">
                          <a:effectLst/>
                          <a:latin typeface="+mn-lt"/>
                        </a:rPr>
                        <a:t> semper libero, sit </a:t>
                      </a:r>
                      <a:r>
                        <a:rPr lang="en-US" sz="1100" dirty="0" err="1">
                          <a:effectLst/>
                          <a:latin typeface="+mn-lt"/>
                        </a:rPr>
                        <a:t>amet</a:t>
                      </a:r>
                      <a:r>
                        <a:rPr lang="en-US" sz="1100" dirty="0">
                          <a:effectLst/>
                          <a:latin typeface="+mn-lt"/>
                        </a:rPr>
                        <a:t> </a:t>
                      </a:r>
                      <a:r>
                        <a:rPr lang="en-US" sz="1100" dirty="0" err="1">
                          <a:effectLst/>
                          <a:latin typeface="+mn-lt"/>
                        </a:rPr>
                        <a:t>adipiscing</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neque</a:t>
                      </a:r>
                      <a:r>
                        <a:rPr lang="en-US" sz="1100" dirty="0">
                          <a:effectLst/>
                          <a:latin typeface="+mn-lt"/>
                        </a:rPr>
                        <a:t> sed ipsum. </a:t>
                      </a:r>
                      <a:endParaRPr lang="en-US" sz="1100" dirty="0">
                        <a:latin typeface="+mn-lt"/>
                      </a:endParaRPr>
                    </a:p>
                  </a:txBody>
                  <a:tcPr marL="143981" marR="899883"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7811685"/>
                  </a:ext>
                </a:extLst>
              </a:tr>
            </a:tbl>
          </a:graphicData>
        </a:graphic>
      </p:graphicFrame>
      <p:sp>
        <p:nvSpPr>
          <p:cNvPr id="9" name="Заголовок 8">
            <a:extLst>
              <a:ext uri="{FF2B5EF4-FFF2-40B4-BE49-F238E27FC236}">
                <a16:creationId xmlns:a16="http://schemas.microsoft.com/office/drawing/2014/main" id="{D266AA60-31E6-99D1-38BB-DB5AC2B1C97B}"/>
              </a:ext>
            </a:extLst>
          </p:cNvPr>
          <p:cNvSpPr>
            <a:spLocks noGrp="1"/>
          </p:cNvSpPr>
          <p:nvPr>
            <p:ph type="title"/>
          </p:nvPr>
        </p:nvSpPr>
        <p:spPr/>
        <p:txBody>
          <a:bodyPr/>
          <a:lstStyle/>
          <a:p>
            <a:r>
              <a:rPr lang="ru-RU" dirty="0"/>
              <a:t>Стоимость проекта</a:t>
            </a:r>
          </a:p>
        </p:txBody>
      </p:sp>
    </p:spTree>
    <p:extLst>
      <p:ext uri="{BB962C8B-B14F-4D97-AF65-F5344CB8AC3E}">
        <p14:creationId xmlns:p14="http://schemas.microsoft.com/office/powerpoint/2010/main" val="38174443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CDB74ED5-F8CF-D351-7B8F-414CE3B89C99}"/>
              </a:ext>
            </a:extLst>
          </p:cNvPr>
          <p:cNvSpPr>
            <a:spLocks noGrp="1"/>
          </p:cNvSpPr>
          <p:nvPr>
            <p:ph type="sldNum" sz="quarter" idx="4"/>
          </p:nvPr>
        </p:nvSpPr>
        <p:spPr/>
        <p:txBody>
          <a:bodyPr/>
          <a:lstStyle/>
          <a:p>
            <a:fld id="{13FB4C0F-BB20-4298-B11D-AEB97E17A107}" type="slidenum">
              <a:rPr lang="ru-RU" smtClean="0"/>
              <a:pPr/>
              <a:t>43</a:t>
            </a:fld>
            <a:endParaRPr lang="ru-RU" dirty="0"/>
          </a:p>
        </p:txBody>
      </p:sp>
      <p:sp>
        <p:nvSpPr>
          <p:cNvPr id="5" name="Текст 4">
            <a:extLst>
              <a:ext uri="{FF2B5EF4-FFF2-40B4-BE49-F238E27FC236}">
                <a16:creationId xmlns:a16="http://schemas.microsoft.com/office/drawing/2014/main" id="{40F12B8C-9DFC-40C4-B984-D501025583B4}"/>
              </a:ext>
            </a:extLst>
          </p:cNvPr>
          <p:cNvSpPr>
            <a:spLocks noGrp="1"/>
          </p:cNvSpPr>
          <p:nvPr>
            <p:ph type="body" sz="quarter" idx="58"/>
          </p:nvPr>
        </p:nvSpPr>
        <p:spPr/>
        <p:txBody>
          <a:bodyPr/>
          <a:lstStyle/>
          <a:p>
            <a:r>
              <a:rPr lang="ru-RU" dirty="0"/>
              <a:t>Стоимость указана без НДС</a:t>
            </a:r>
          </a:p>
        </p:txBody>
      </p:sp>
      <p:sp>
        <p:nvSpPr>
          <p:cNvPr id="6" name="Текст 5">
            <a:extLst>
              <a:ext uri="{FF2B5EF4-FFF2-40B4-BE49-F238E27FC236}">
                <a16:creationId xmlns:a16="http://schemas.microsoft.com/office/drawing/2014/main" id="{16C15C81-360C-6686-8877-8464CDA4BAD4}"/>
              </a:ext>
            </a:extLst>
          </p:cNvPr>
          <p:cNvSpPr>
            <a:spLocks noGrp="1"/>
          </p:cNvSpPr>
          <p:nvPr>
            <p:ph type="body" sz="quarter" idx="34"/>
          </p:nvPr>
        </p:nvSpPr>
        <p:spPr/>
        <p:txBody>
          <a:bodyPr/>
          <a:lstStyle/>
          <a:p>
            <a:r>
              <a:rPr lang="ru-RU" dirty="0"/>
              <a:t>ХХХ </a:t>
            </a:r>
            <a:r>
              <a:rPr lang="ru-RU" sz="1000" dirty="0"/>
              <a:t>млн руб.</a:t>
            </a:r>
          </a:p>
        </p:txBody>
      </p:sp>
      <p:sp>
        <p:nvSpPr>
          <p:cNvPr id="7" name="Текст 6">
            <a:extLst>
              <a:ext uri="{FF2B5EF4-FFF2-40B4-BE49-F238E27FC236}">
                <a16:creationId xmlns:a16="http://schemas.microsoft.com/office/drawing/2014/main" id="{26FF2A09-1077-5F86-A0B2-1725C4AEE2A3}"/>
              </a:ext>
            </a:extLst>
          </p:cNvPr>
          <p:cNvSpPr>
            <a:spLocks noGrp="1"/>
          </p:cNvSpPr>
          <p:nvPr>
            <p:ph type="body" sz="quarter" idx="57"/>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a:t>
            </a:r>
            <a:endParaRPr lang="en-US" dirty="0">
              <a:effectLst/>
            </a:endParaRPr>
          </a:p>
        </p:txBody>
      </p:sp>
      <p:sp>
        <p:nvSpPr>
          <p:cNvPr id="8" name="Текст 7">
            <a:extLst>
              <a:ext uri="{FF2B5EF4-FFF2-40B4-BE49-F238E27FC236}">
                <a16:creationId xmlns:a16="http://schemas.microsoft.com/office/drawing/2014/main" id="{BC23B3B6-CBCB-CF4C-B4BF-65842DE07E0F}"/>
              </a:ext>
            </a:extLst>
          </p:cNvPr>
          <p:cNvSpPr>
            <a:spLocks noGrp="1"/>
          </p:cNvSpPr>
          <p:nvPr>
            <p:ph type="body" sz="quarter" idx="59"/>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a:t>
            </a:r>
            <a:endParaRPr lang="en-US" dirty="0">
              <a:effectLst/>
            </a:endParaRPr>
          </a:p>
        </p:txBody>
      </p:sp>
      <p:graphicFrame>
        <p:nvGraphicFramePr>
          <p:cNvPr id="9" name="Таблица 8">
            <a:extLst>
              <a:ext uri="{FF2B5EF4-FFF2-40B4-BE49-F238E27FC236}">
                <a16:creationId xmlns:a16="http://schemas.microsoft.com/office/drawing/2014/main" id="{1E1C8149-E34D-B55F-5675-E12B178EB321}"/>
              </a:ext>
            </a:extLst>
          </p:cNvPr>
          <p:cNvGraphicFramePr>
            <a:graphicFrameLocks noGrp="1"/>
          </p:cNvGraphicFramePr>
          <p:nvPr>
            <p:extLst>
              <p:ext uri="{D42A27DB-BD31-4B8C-83A1-F6EECF244321}">
                <p14:modId xmlns:p14="http://schemas.microsoft.com/office/powerpoint/2010/main" val="2426248672"/>
              </p:ext>
            </p:extLst>
          </p:nvPr>
        </p:nvGraphicFramePr>
        <p:xfrm>
          <a:off x="367494" y="1254604"/>
          <a:ext cx="11460084" cy="3280218"/>
        </p:xfrm>
        <a:graphic>
          <a:graphicData uri="http://schemas.openxmlformats.org/drawingml/2006/table">
            <a:tbl>
              <a:tblPr firstRow="1" bandRow="1">
                <a:tableStyleId>{5C22544A-7EE6-4342-B048-85BDC9FD1C3A}</a:tableStyleId>
              </a:tblPr>
              <a:tblGrid>
                <a:gridCol w="2526535">
                  <a:extLst>
                    <a:ext uri="{9D8B030D-6E8A-4147-A177-3AD203B41FA5}">
                      <a16:colId xmlns:a16="http://schemas.microsoft.com/office/drawing/2014/main" val="1007580172"/>
                    </a:ext>
                  </a:extLst>
                </a:gridCol>
                <a:gridCol w="1325465">
                  <a:extLst>
                    <a:ext uri="{9D8B030D-6E8A-4147-A177-3AD203B41FA5}">
                      <a16:colId xmlns:a16="http://schemas.microsoft.com/office/drawing/2014/main" val="1561140666"/>
                    </a:ext>
                  </a:extLst>
                </a:gridCol>
                <a:gridCol w="1620000">
                  <a:extLst>
                    <a:ext uri="{9D8B030D-6E8A-4147-A177-3AD203B41FA5}">
                      <a16:colId xmlns:a16="http://schemas.microsoft.com/office/drawing/2014/main" val="2707972262"/>
                    </a:ext>
                  </a:extLst>
                </a:gridCol>
                <a:gridCol w="320674">
                  <a:extLst>
                    <a:ext uri="{9D8B030D-6E8A-4147-A177-3AD203B41FA5}">
                      <a16:colId xmlns:a16="http://schemas.microsoft.com/office/drawing/2014/main" val="2736296976"/>
                    </a:ext>
                  </a:extLst>
                </a:gridCol>
                <a:gridCol w="5667410">
                  <a:extLst>
                    <a:ext uri="{9D8B030D-6E8A-4147-A177-3AD203B41FA5}">
                      <a16:colId xmlns:a16="http://schemas.microsoft.com/office/drawing/2014/main" val="2827840868"/>
                    </a:ext>
                  </a:extLst>
                </a:gridCol>
              </a:tblGrid>
              <a:tr h="377951">
                <a:tc>
                  <a:txBody>
                    <a:bodyPr/>
                    <a:lstStyle/>
                    <a:p>
                      <a:pPr marL="0" indent="0" algn="l">
                        <a:lnSpc>
                          <a:spcPct val="100000"/>
                        </a:lnSpc>
                        <a:buNone/>
                      </a:pPr>
                      <a:r>
                        <a:rPr lang="ru-RU" sz="1100" b="0" dirty="0">
                          <a:solidFill>
                            <a:srgbClr val="000000">
                              <a:alpha val="100000"/>
                            </a:srgbClr>
                          </a:solidFill>
                          <a:latin typeface="+mn-lt"/>
                          <a:ea typeface="Stapel" pitchFamily="34" charset="-122"/>
                          <a:cs typeface="Stapel" pitchFamily="34" charset="-120"/>
                        </a:rPr>
                        <a:t>Этап</a:t>
                      </a:r>
                      <a:endParaRPr lang="en-US" sz="1100" b="0" dirty="0">
                        <a:latin typeface="+mn-lt"/>
                      </a:endParaRPr>
                    </a:p>
                  </a:txBody>
                  <a:tcPr marL="143981" marR="143981" marT="22857" marB="22857">
                    <a:lnL w="12700" cmpd="sng">
                      <a:noFill/>
                    </a:lnL>
                    <a:lnR w="28575"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None/>
                      </a:pPr>
                      <a:r>
                        <a:rPr lang="ru-RU" sz="1100" b="0" dirty="0">
                          <a:solidFill>
                            <a:srgbClr val="000000">
                              <a:alpha val="100000"/>
                            </a:srgbClr>
                          </a:solidFill>
                          <a:latin typeface="+mn-lt"/>
                          <a:ea typeface="Stapel" pitchFamily="34" charset="-122"/>
                          <a:cs typeface="Stapel" pitchFamily="34" charset="-120"/>
                        </a:rPr>
                        <a:t>Длительность</a:t>
                      </a:r>
                      <a:r>
                        <a:rPr lang="en-US" sz="1100" b="0" dirty="0">
                          <a:solidFill>
                            <a:srgbClr val="000000">
                              <a:alpha val="100000"/>
                            </a:srgbClr>
                          </a:solidFill>
                          <a:latin typeface="+mn-lt"/>
                          <a:ea typeface="Stapel" pitchFamily="34" charset="-122"/>
                          <a:cs typeface="Stapel" pitchFamily="34" charset="-120"/>
                        </a:rPr>
                        <a:t>,</a:t>
                      </a:r>
                      <a:endParaRPr lang="en-US" sz="1100" b="0" dirty="0">
                        <a:latin typeface="+mn-lt"/>
                      </a:endParaRPr>
                    </a:p>
                    <a:p>
                      <a:pPr marL="0" indent="0" algn="ctr">
                        <a:lnSpc>
                          <a:spcPct val="100000"/>
                        </a:lnSpc>
                        <a:buNone/>
                      </a:pPr>
                      <a:r>
                        <a:rPr lang="ru-RU" sz="1100" b="0" dirty="0">
                          <a:solidFill>
                            <a:srgbClr val="000000">
                              <a:alpha val="100000"/>
                            </a:srgbClr>
                          </a:solidFill>
                          <a:latin typeface="+mn-lt"/>
                          <a:ea typeface="Stapel" pitchFamily="34" charset="-122"/>
                        </a:rPr>
                        <a:t>недель</a:t>
                      </a:r>
                      <a:endParaRPr lang="en-US" sz="1100" b="0" dirty="0">
                        <a:latin typeface="+mn-lt"/>
                      </a:endParaRPr>
                    </a:p>
                  </a:txBody>
                  <a:tcPr marL="143981" marR="143981" marT="22857" marB="22857">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None/>
                      </a:pPr>
                      <a:r>
                        <a:rPr lang="ru-RU" sz="1100" b="0" dirty="0">
                          <a:solidFill>
                            <a:srgbClr val="000000">
                              <a:alpha val="100000"/>
                            </a:srgbClr>
                          </a:solidFill>
                          <a:latin typeface="+mn-lt"/>
                          <a:ea typeface="Stapel" pitchFamily="34" charset="-122"/>
                          <a:cs typeface="Stapel" pitchFamily="34" charset="-120"/>
                        </a:rPr>
                        <a:t>Стоимость</a:t>
                      </a:r>
                      <a:r>
                        <a:rPr lang="en-US" sz="1100" b="0" dirty="0">
                          <a:solidFill>
                            <a:srgbClr val="000000">
                              <a:alpha val="100000"/>
                            </a:srgbClr>
                          </a:solidFill>
                          <a:latin typeface="+mn-lt"/>
                          <a:ea typeface="Stapel" pitchFamily="34" charset="-122"/>
                          <a:cs typeface="Stapel" pitchFamily="34" charset="-120"/>
                        </a:rPr>
                        <a:t>, </a:t>
                      </a:r>
                      <a:endParaRPr lang="ru-RU" sz="1100" b="0" dirty="0">
                        <a:solidFill>
                          <a:srgbClr val="000000">
                            <a:alpha val="100000"/>
                          </a:srgbClr>
                        </a:solidFill>
                        <a:latin typeface="+mn-lt"/>
                        <a:ea typeface="Stapel" pitchFamily="34" charset="-122"/>
                        <a:cs typeface="Stapel" pitchFamily="34" charset="-120"/>
                      </a:endParaRPr>
                    </a:p>
                    <a:p>
                      <a:pPr marL="0" indent="0" algn="ctr">
                        <a:lnSpc>
                          <a:spcPct val="100000"/>
                        </a:lnSpc>
                        <a:buNone/>
                      </a:pPr>
                      <a:r>
                        <a:rPr lang="ru-RU" sz="1100" b="0" dirty="0">
                          <a:solidFill>
                            <a:srgbClr val="000000">
                              <a:alpha val="100000"/>
                            </a:srgbClr>
                          </a:solidFill>
                          <a:latin typeface="+mn-lt"/>
                          <a:ea typeface="Stapel" pitchFamily="34" charset="-122"/>
                          <a:cs typeface="Stapel" pitchFamily="34" charset="-120"/>
                        </a:rPr>
                        <a:t>млн </a:t>
                      </a:r>
                      <a:r>
                        <a:rPr lang="en-US" sz="1100" b="0" dirty="0" err="1">
                          <a:solidFill>
                            <a:srgbClr val="000000">
                              <a:alpha val="100000"/>
                            </a:srgbClr>
                          </a:solidFill>
                          <a:latin typeface="+mn-lt"/>
                          <a:ea typeface="Stapel" pitchFamily="34" charset="-122"/>
                          <a:cs typeface="Stapel" pitchFamily="34" charset="-120"/>
                        </a:rPr>
                        <a:t>руб</a:t>
                      </a:r>
                      <a:r>
                        <a:rPr lang="en-US" sz="1100" b="0" dirty="0">
                          <a:solidFill>
                            <a:srgbClr val="000000">
                              <a:alpha val="100000"/>
                            </a:srgbClr>
                          </a:solidFill>
                          <a:latin typeface="+mn-lt"/>
                          <a:ea typeface="Stapel" pitchFamily="34" charset="-122"/>
                          <a:cs typeface="Stapel" pitchFamily="34" charset="-120"/>
                        </a:rPr>
                        <a:t>.</a:t>
                      </a:r>
                      <a:endParaRPr lang="en-US" sz="1100" b="0" dirty="0">
                        <a:latin typeface="+mn-lt"/>
                      </a:endParaRPr>
                    </a:p>
                    <a:p>
                      <a:pPr marL="0" indent="0" algn="ctr">
                        <a:lnSpc>
                          <a:spcPct val="100000"/>
                        </a:lnSpc>
                        <a:buNone/>
                      </a:pPr>
                      <a:r>
                        <a:rPr lang="ru-RU" sz="1100" b="0" dirty="0">
                          <a:solidFill>
                            <a:srgbClr val="000000">
                              <a:alpha val="100000"/>
                            </a:srgbClr>
                          </a:solidFill>
                          <a:latin typeface="+mn-lt"/>
                          <a:ea typeface="Stapel" pitchFamily="34" charset="-122"/>
                          <a:cs typeface="Stapel" pitchFamily="34" charset="-120"/>
                        </a:rPr>
                        <a:t>без</a:t>
                      </a:r>
                      <a:r>
                        <a:rPr lang="en-US" sz="1100" b="0" dirty="0">
                          <a:solidFill>
                            <a:srgbClr val="000000">
                              <a:alpha val="100000"/>
                            </a:srgbClr>
                          </a:solidFill>
                          <a:latin typeface="+mn-lt"/>
                          <a:ea typeface="Stapel" pitchFamily="34" charset="-122"/>
                          <a:cs typeface="Stapel" pitchFamily="34" charset="-120"/>
                        </a:rPr>
                        <a:t> НДС</a:t>
                      </a:r>
                      <a:endParaRPr lang="en-US" sz="1100" b="0" dirty="0">
                        <a:latin typeface="+mn-lt"/>
                      </a:endParaRPr>
                    </a:p>
                  </a:txBody>
                  <a:tcPr marL="143981" marR="143981" marT="22857" marB="22857">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r">
                        <a:lnSpc>
                          <a:spcPct val="100000"/>
                        </a:lnSpc>
                        <a:buNone/>
                      </a:pPr>
                      <a:endParaRPr lang="en-US" sz="1100" b="0" dirty="0">
                        <a:latin typeface="+mn-lt"/>
                      </a:endParaRPr>
                    </a:p>
                  </a:txBody>
                  <a:tcPr marL="0" marR="0" marT="22857" marB="22857">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00000"/>
                        </a:lnSpc>
                        <a:buNone/>
                      </a:pPr>
                      <a:r>
                        <a:rPr lang="ru-RU" sz="1100" b="0" dirty="0">
                          <a:solidFill>
                            <a:srgbClr val="000000">
                              <a:alpha val="100000"/>
                            </a:srgbClr>
                          </a:solidFill>
                          <a:latin typeface="+mn-lt"/>
                          <a:ea typeface="Stapel" pitchFamily="34" charset="-122"/>
                          <a:cs typeface="Stapel" pitchFamily="34" charset="-120"/>
                        </a:rPr>
                        <a:t>Условия оплаты</a:t>
                      </a:r>
                      <a:endParaRPr lang="en-US" sz="1100" b="0" dirty="0">
                        <a:latin typeface="+mn-lt"/>
                      </a:endParaRPr>
                    </a:p>
                  </a:txBody>
                  <a:tcPr marL="143981" marR="143981" marT="22857" marB="22857">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7835543"/>
                  </a:ext>
                </a:extLst>
              </a:tr>
              <a:tr h="637117">
                <a:tc>
                  <a:txBody>
                    <a:bodyPr/>
                    <a:lstStyle/>
                    <a:p>
                      <a:pPr marL="0" indent="0" algn="l">
                        <a:lnSpc>
                          <a:spcPct val="100000"/>
                        </a:lnSpc>
                        <a:buNone/>
                      </a:pPr>
                      <a:r>
                        <a:rPr lang="ru-RU" sz="1100" dirty="0">
                          <a:solidFill>
                            <a:srgbClr val="000000">
                              <a:alpha val="100000"/>
                            </a:srgbClr>
                          </a:solidFill>
                          <a:latin typeface="+mn-lt"/>
                          <a:ea typeface="Stapel" pitchFamily="34" charset="-122"/>
                          <a:cs typeface="Stapel" pitchFamily="34" charset="-120"/>
                        </a:rPr>
                        <a:t>Здесь  должен быть ваш текст.</a:t>
                      </a:r>
                      <a:endParaRPr lang="en-US" sz="1100" dirty="0">
                        <a:latin typeface="+mn-lt"/>
                      </a:endParaRPr>
                    </a:p>
                  </a:txBody>
                  <a:tcPr marL="143981" marR="143981" marT="89988" marB="89988">
                    <a:lnL w="12700" cmpd="sng">
                      <a:noFill/>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000000">
                              <a:alpha val="100000"/>
                            </a:srgbClr>
                          </a:solidFill>
                          <a:latin typeface="+mn-lt"/>
                          <a:ea typeface="Stapel" pitchFamily="34" charset="-122"/>
                          <a:cs typeface="Stapel" pitchFamily="34" charset="-120"/>
                        </a:rPr>
                        <a:t>1-2 </a:t>
                      </a:r>
                      <a:r>
                        <a:rPr lang="ru-RU" sz="1100" dirty="0">
                          <a:solidFill>
                            <a:srgbClr val="000000">
                              <a:alpha val="100000"/>
                            </a:srgbClr>
                          </a:solidFill>
                          <a:latin typeface="+mn-lt"/>
                          <a:ea typeface="Stapel" pitchFamily="34" charset="-122"/>
                          <a:cs typeface="Stapel" pitchFamily="34" charset="-120"/>
                        </a:rPr>
                        <a:t>недели</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err="1">
                          <a:solidFill>
                            <a:srgbClr val="000000">
                              <a:alpha val="100000"/>
                            </a:srgbClr>
                          </a:solidFill>
                          <a:latin typeface="+mn-lt"/>
                          <a:ea typeface="Stapel" pitchFamily="34" charset="-122"/>
                          <a:cs typeface="Stapel" pitchFamily="34" charset="-120"/>
                        </a:rPr>
                        <a:t>ххх</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100" dirty="0">
                        <a:latin typeface="+mn-lt"/>
                      </a:endParaRPr>
                    </a:p>
                  </a:txBody>
                  <a:tcPr marL="0" marR="0"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ffectLst/>
                          <a:latin typeface="+mn-lt"/>
                        </a:rPr>
                        <a:t>Lorem ipsum dolor sit </a:t>
                      </a:r>
                      <a:r>
                        <a:rPr lang="en-US" sz="1100" dirty="0" err="1">
                          <a:effectLst/>
                          <a:latin typeface="+mn-lt"/>
                        </a:rPr>
                        <a:t>amet</a:t>
                      </a:r>
                      <a:r>
                        <a:rPr lang="en-US" sz="1100" dirty="0">
                          <a:effectLst/>
                          <a:latin typeface="+mn-lt"/>
                        </a:rPr>
                        <a:t>, </a:t>
                      </a:r>
                      <a:r>
                        <a:rPr lang="en-US" sz="1100" dirty="0" err="1">
                          <a:effectLst/>
                          <a:latin typeface="+mn-lt"/>
                        </a:rPr>
                        <a:t>idque</a:t>
                      </a:r>
                      <a:r>
                        <a:rPr lang="en-US" sz="1100" dirty="0">
                          <a:effectLst/>
                          <a:latin typeface="+mn-lt"/>
                        </a:rPr>
                        <a:t> </a:t>
                      </a:r>
                      <a:r>
                        <a:rPr lang="en-US" sz="1100" dirty="0" err="1">
                          <a:effectLst/>
                          <a:latin typeface="+mn-lt"/>
                        </a:rPr>
                        <a:t>iuvaret</a:t>
                      </a:r>
                      <a:r>
                        <a:rPr lang="en-US" sz="1100" dirty="0">
                          <a:effectLst/>
                          <a:latin typeface="+mn-lt"/>
                        </a:rPr>
                        <a:t> </a:t>
                      </a:r>
                      <a:r>
                        <a:rPr lang="en-US" sz="1100" dirty="0" err="1">
                          <a:effectLst/>
                          <a:latin typeface="+mn-lt"/>
                        </a:rPr>
                        <a:t>ut</a:t>
                      </a:r>
                      <a:r>
                        <a:rPr lang="en-US" sz="1100" dirty="0">
                          <a:effectLst/>
                          <a:latin typeface="+mn-lt"/>
                        </a:rPr>
                        <a:t> cum. Mel </a:t>
                      </a:r>
                      <a:r>
                        <a:rPr lang="en-US" sz="1100" dirty="0" err="1">
                          <a:effectLst/>
                          <a:latin typeface="+mn-lt"/>
                        </a:rPr>
                        <a:t>dolores</a:t>
                      </a:r>
                      <a:r>
                        <a:rPr lang="en-US" sz="1100" dirty="0">
                          <a:effectLst/>
                          <a:latin typeface="+mn-lt"/>
                        </a:rPr>
                        <a:t> </a:t>
                      </a:r>
                      <a:r>
                        <a:rPr lang="en-US" sz="1100" dirty="0" err="1">
                          <a:effectLst/>
                          <a:latin typeface="+mn-lt"/>
                        </a:rPr>
                        <a:t>senserit</a:t>
                      </a:r>
                      <a:r>
                        <a:rPr lang="en-US" sz="1100" dirty="0">
                          <a:effectLst/>
                          <a:latin typeface="+mn-lt"/>
                        </a:rPr>
                        <a:t> </a:t>
                      </a:r>
                      <a:r>
                        <a:rPr lang="en-US" sz="1100" dirty="0" err="1">
                          <a:effectLst/>
                          <a:latin typeface="+mn-lt"/>
                        </a:rPr>
                        <a:t>elaboraret</a:t>
                      </a:r>
                      <a:r>
                        <a:rPr lang="en-US" sz="1100" dirty="0">
                          <a:effectLst/>
                          <a:latin typeface="+mn-lt"/>
                        </a:rPr>
                        <a:t> </a:t>
                      </a:r>
                      <a:r>
                        <a:rPr lang="en-US" sz="1100" dirty="0" err="1">
                          <a:effectLst/>
                          <a:latin typeface="+mn-lt"/>
                        </a:rPr>
                        <a:t>eu</a:t>
                      </a:r>
                      <a:r>
                        <a:rPr lang="en-US" sz="1100" dirty="0">
                          <a:effectLst/>
                          <a:latin typeface="+mn-lt"/>
                        </a:rPr>
                        <a:t>. Maecenas tempus, </a:t>
                      </a:r>
                      <a:r>
                        <a:rPr lang="en-US" sz="1100" dirty="0" err="1">
                          <a:effectLst/>
                          <a:latin typeface="+mn-lt"/>
                        </a:rPr>
                        <a:t>tellus</a:t>
                      </a:r>
                      <a:r>
                        <a:rPr lang="en-US" sz="1100" dirty="0">
                          <a:effectLst/>
                          <a:latin typeface="+mn-lt"/>
                        </a:rPr>
                        <a:t> </a:t>
                      </a:r>
                      <a:r>
                        <a:rPr lang="en-US" sz="1100" dirty="0" err="1">
                          <a:effectLst/>
                          <a:latin typeface="+mn-lt"/>
                        </a:rPr>
                        <a:t>eget</a:t>
                      </a:r>
                      <a:r>
                        <a:rPr lang="en-US" sz="1100" dirty="0">
                          <a:effectLst/>
                          <a:latin typeface="+mn-lt"/>
                        </a:rPr>
                        <a:t> </a:t>
                      </a:r>
                      <a:r>
                        <a:rPr lang="en-US" sz="1100" dirty="0" err="1">
                          <a:effectLst/>
                          <a:latin typeface="+mn-lt"/>
                        </a:rPr>
                        <a:t>condimentum</a:t>
                      </a:r>
                      <a:r>
                        <a:rPr lang="en-US" sz="1100" dirty="0">
                          <a:effectLst/>
                          <a:latin typeface="+mn-lt"/>
                        </a:rPr>
                        <a:t> </a:t>
                      </a:r>
                      <a:r>
                        <a:rPr lang="en-US" sz="1100" dirty="0" err="1">
                          <a:effectLst/>
                          <a:latin typeface="+mn-lt"/>
                        </a:rPr>
                        <a:t>rhoncus</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quam</a:t>
                      </a:r>
                      <a:r>
                        <a:rPr lang="en-US" sz="1100" dirty="0">
                          <a:effectLst/>
                          <a:latin typeface="+mn-lt"/>
                        </a:rPr>
                        <a:t> semper libero, sit </a:t>
                      </a:r>
                      <a:r>
                        <a:rPr lang="en-US" sz="1100" dirty="0" err="1">
                          <a:effectLst/>
                          <a:latin typeface="+mn-lt"/>
                        </a:rPr>
                        <a:t>amet</a:t>
                      </a:r>
                      <a:r>
                        <a:rPr lang="en-US" sz="1100" dirty="0">
                          <a:effectLst/>
                          <a:latin typeface="+mn-lt"/>
                        </a:rPr>
                        <a:t> </a:t>
                      </a:r>
                      <a:r>
                        <a:rPr lang="en-US" sz="1100" dirty="0" err="1">
                          <a:effectLst/>
                          <a:latin typeface="+mn-lt"/>
                        </a:rPr>
                        <a:t>adipiscing</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neque</a:t>
                      </a:r>
                      <a:r>
                        <a:rPr lang="en-US" sz="1100" dirty="0">
                          <a:effectLst/>
                          <a:latin typeface="+mn-lt"/>
                        </a:rPr>
                        <a:t> sed ipsum. </a:t>
                      </a:r>
                      <a:endParaRPr lang="en-US" sz="1100" dirty="0">
                        <a:latin typeface="+mn-lt"/>
                      </a:endParaRPr>
                    </a:p>
                  </a:txBody>
                  <a:tcPr marL="143981" marR="899883"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06008921"/>
                  </a:ext>
                </a:extLst>
              </a:tr>
              <a:tr h="637117">
                <a:tc>
                  <a:txBody>
                    <a:bodyPr/>
                    <a:lstStyle/>
                    <a:p>
                      <a:pPr marL="0" indent="0" algn="l">
                        <a:lnSpc>
                          <a:spcPct val="100000"/>
                        </a:lnSpc>
                        <a:buNone/>
                      </a:pPr>
                      <a:r>
                        <a:rPr lang="ru-RU" sz="1100" dirty="0">
                          <a:solidFill>
                            <a:srgbClr val="000000">
                              <a:alpha val="100000"/>
                            </a:srgbClr>
                          </a:solidFill>
                          <a:latin typeface="+mn-lt"/>
                          <a:ea typeface="Stapel" pitchFamily="34" charset="-122"/>
                          <a:cs typeface="Stapel" pitchFamily="34" charset="-120"/>
                        </a:rPr>
                        <a:t>Здесь  должен быть ваш текст.</a:t>
                      </a:r>
                      <a:endParaRPr lang="en-US" sz="1100" dirty="0">
                        <a:latin typeface="+mn-lt"/>
                      </a:endParaRPr>
                    </a:p>
                  </a:txBody>
                  <a:tcPr marL="143981" marR="143981" marT="89988" marB="89988">
                    <a:lnL w="12700" cmpd="sng">
                      <a:noFill/>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000000">
                              <a:alpha val="100000"/>
                            </a:srgbClr>
                          </a:solidFill>
                          <a:latin typeface="+mn-lt"/>
                          <a:ea typeface="Stapel" pitchFamily="34" charset="-122"/>
                          <a:cs typeface="Stapel" pitchFamily="34" charset="-120"/>
                        </a:rPr>
                        <a:t>1-2 </a:t>
                      </a:r>
                      <a:r>
                        <a:rPr lang="ru-RU" sz="1100" dirty="0">
                          <a:solidFill>
                            <a:srgbClr val="000000">
                              <a:alpha val="100000"/>
                            </a:srgbClr>
                          </a:solidFill>
                          <a:latin typeface="+mn-lt"/>
                          <a:ea typeface="Stapel" pitchFamily="34" charset="-122"/>
                          <a:cs typeface="Stapel" pitchFamily="34" charset="-120"/>
                        </a:rPr>
                        <a:t>недели</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err="1">
                          <a:solidFill>
                            <a:srgbClr val="000000">
                              <a:alpha val="100000"/>
                            </a:srgbClr>
                          </a:solidFill>
                          <a:latin typeface="+mn-lt"/>
                          <a:ea typeface="Stapel" pitchFamily="34" charset="-122"/>
                          <a:cs typeface="Stapel" pitchFamily="34" charset="-120"/>
                        </a:rPr>
                        <a:t>ххх</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100" dirty="0">
                        <a:latin typeface="+mn-lt"/>
                      </a:endParaRPr>
                    </a:p>
                  </a:txBody>
                  <a:tcPr marL="0" marR="0"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ffectLst/>
                          <a:latin typeface="+mn-lt"/>
                        </a:rPr>
                        <a:t>Lorem ipsum dolor sit </a:t>
                      </a:r>
                      <a:r>
                        <a:rPr lang="en-US" sz="1100" dirty="0" err="1">
                          <a:effectLst/>
                          <a:latin typeface="+mn-lt"/>
                        </a:rPr>
                        <a:t>amet</a:t>
                      </a:r>
                      <a:r>
                        <a:rPr lang="en-US" sz="1100" dirty="0">
                          <a:effectLst/>
                          <a:latin typeface="+mn-lt"/>
                        </a:rPr>
                        <a:t>, </a:t>
                      </a:r>
                      <a:r>
                        <a:rPr lang="en-US" sz="1100" dirty="0" err="1">
                          <a:effectLst/>
                          <a:latin typeface="+mn-lt"/>
                        </a:rPr>
                        <a:t>idque</a:t>
                      </a:r>
                      <a:r>
                        <a:rPr lang="en-US" sz="1100" dirty="0">
                          <a:effectLst/>
                          <a:latin typeface="+mn-lt"/>
                        </a:rPr>
                        <a:t> </a:t>
                      </a:r>
                      <a:r>
                        <a:rPr lang="en-US" sz="1100" dirty="0" err="1">
                          <a:effectLst/>
                          <a:latin typeface="+mn-lt"/>
                        </a:rPr>
                        <a:t>iuvaret</a:t>
                      </a:r>
                      <a:r>
                        <a:rPr lang="en-US" sz="1100" dirty="0">
                          <a:effectLst/>
                          <a:latin typeface="+mn-lt"/>
                        </a:rPr>
                        <a:t> </a:t>
                      </a:r>
                      <a:r>
                        <a:rPr lang="en-US" sz="1100" dirty="0" err="1">
                          <a:effectLst/>
                          <a:latin typeface="+mn-lt"/>
                        </a:rPr>
                        <a:t>ut</a:t>
                      </a:r>
                      <a:r>
                        <a:rPr lang="en-US" sz="1100" dirty="0">
                          <a:effectLst/>
                          <a:latin typeface="+mn-lt"/>
                        </a:rPr>
                        <a:t> cum. Mel </a:t>
                      </a:r>
                      <a:r>
                        <a:rPr lang="en-US" sz="1100" dirty="0" err="1">
                          <a:effectLst/>
                          <a:latin typeface="+mn-lt"/>
                        </a:rPr>
                        <a:t>dolores</a:t>
                      </a:r>
                      <a:r>
                        <a:rPr lang="en-US" sz="1100" dirty="0">
                          <a:effectLst/>
                          <a:latin typeface="+mn-lt"/>
                        </a:rPr>
                        <a:t> </a:t>
                      </a:r>
                      <a:r>
                        <a:rPr lang="en-US" sz="1100" dirty="0" err="1">
                          <a:effectLst/>
                          <a:latin typeface="+mn-lt"/>
                        </a:rPr>
                        <a:t>senserit</a:t>
                      </a:r>
                      <a:r>
                        <a:rPr lang="en-US" sz="1100" dirty="0">
                          <a:effectLst/>
                          <a:latin typeface="+mn-lt"/>
                        </a:rPr>
                        <a:t> </a:t>
                      </a:r>
                      <a:r>
                        <a:rPr lang="en-US" sz="1100" dirty="0" err="1">
                          <a:effectLst/>
                          <a:latin typeface="+mn-lt"/>
                        </a:rPr>
                        <a:t>elaboraret</a:t>
                      </a:r>
                      <a:r>
                        <a:rPr lang="en-US" sz="1100" dirty="0">
                          <a:effectLst/>
                          <a:latin typeface="+mn-lt"/>
                        </a:rPr>
                        <a:t> </a:t>
                      </a:r>
                      <a:r>
                        <a:rPr lang="en-US" sz="1100" dirty="0" err="1">
                          <a:effectLst/>
                          <a:latin typeface="+mn-lt"/>
                        </a:rPr>
                        <a:t>eu</a:t>
                      </a:r>
                      <a:r>
                        <a:rPr lang="en-US" sz="1100" dirty="0">
                          <a:effectLst/>
                          <a:latin typeface="+mn-lt"/>
                        </a:rPr>
                        <a:t>. Maecenas tempus, </a:t>
                      </a:r>
                      <a:r>
                        <a:rPr lang="en-US" sz="1100" dirty="0" err="1">
                          <a:effectLst/>
                          <a:latin typeface="+mn-lt"/>
                        </a:rPr>
                        <a:t>tellus</a:t>
                      </a:r>
                      <a:r>
                        <a:rPr lang="en-US" sz="1100" dirty="0">
                          <a:effectLst/>
                          <a:latin typeface="+mn-lt"/>
                        </a:rPr>
                        <a:t> </a:t>
                      </a:r>
                      <a:r>
                        <a:rPr lang="en-US" sz="1100" dirty="0" err="1">
                          <a:effectLst/>
                          <a:latin typeface="+mn-lt"/>
                        </a:rPr>
                        <a:t>eget</a:t>
                      </a:r>
                      <a:r>
                        <a:rPr lang="en-US" sz="1100" dirty="0">
                          <a:effectLst/>
                          <a:latin typeface="+mn-lt"/>
                        </a:rPr>
                        <a:t> </a:t>
                      </a:r>
                      <a:r>
                        <a:rPr lang="en-US" sz="1100" dirty="0" err="1">
                          <a:effectLst/>
                          <a:latin typeface="+mn-lt"/>
                        </a:rPr>
                        <a:t>condimentum</a:t>
                      </a:r>
                      <a:r>
                        <a:rPr lang="en-US" sz="1100" dirty="0">
                          <a:effectLst/>
                          <a:latin typeface="+mn-lt"/>
                        </a:rPr>
                        <a:t> </a:t>
                      </a:r>
                      <a:r>
                        <a:rPr lang="en-US" sz="1100" dirty="0" err="1">
                          <a:effectLst/>
                          <a:latin typeface="+mn-lt"/>
                        </a:rPr>
                        <a:t>rhoncus</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quam</a:t>
                      </a:r>
                      <a:r>
                        <a:rPr lang="en-US" sz="1100" dirty="0">
                          <a:effectLst/>
                          <a:latin typeface="+mn-lt"/>
                        </a:rPr>
                        <a:t> semper libero, sit </a:t>
                      </a:r>
                      <a:r>
                        <a:rPr lang="en-US" sz="1100" dirty="0" err="1">
                          <a:effectLst/>
                          <a:latin typeface="+mn-lt"/>
                        </a:rPr>
                        <a:t>amet</a:t>
                      </a:r>
                      <a:r>
                        <a:rPr lang="en-US" sz="1100" dirty="0">
                          <a:effectLst/>
                          <a:latin typeface="+mn-lt"/>
                        </a:rPr>
                        <a:t> </a:t>
                      </a:r>
                      <a:r>
                        <a:rPr lang="en-US" sz="1100" dirty="0" err="1">
                          <a:effectLst/>
                          <a:latin typeface="+mn-lt"/>
                        </a:rPr>
                        <a:t>adipiscing</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neque</a:t>
                      </a:r>
                      <a:r>
                        <a:rPr lang="en-US" sz="1100" dirty="0">
                          <a:effectLst/>
                          <a:latin typeface="+mn-lt"/>
                        </a:rPr>
                        <a:t> sed ipsum. </a:t>
                      </a:r>
                      <a:endParaRPr lang="en-US" sz="1100" dirty="0">
                        <a:latin typeface="+mn-lt"/>
                      </a:endParaRPr>
                    </a:p>
                  </a:txBody>
                  <a:tcPr marL="143981" marR="899883"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48630715"/>
                  </a:ext>
                </a:extLst>
              </a:tr>
              <a:tr h="637117">
                <a:tc>
                  <a:txBody>
                    <a:bodyPr/>
                    <a:lstStyle/>
                    <a:p>
                      <a:pPr marL="0" indent="0" algn="l">
                        <a:lnSpc>
                          <a:spcPct val="100000"/>
                        </a:lnSpc>
                        <a:buNone/>
                      </a:pPr>
                      <a:r>
                        <a:rPr lang="ru-RU" sz="1100" dirty="0">
                          <a:solidFill>
                            <a:srgbClr val="000000">
                              <a:alpha val="100000"/>
                            </a:srgbClr>
                          </a:solidFill>
                          <a:latin typeface="+mn-lt"/>
                          <a:ea typeface="Stapel" pitchFamily="34" charset="-122"/>
                          <a:cs typeface="Stapel" pitchFamily="34" charset="-120"/>
                        </a:rPr>
                        <a:t>Здесь  должен быть ваш текст.</a:t>
                      </a:r>
                      <a:endParaRPr lang="en-US" sz="1100" dirty="0">
                        <a:latin typeface="+mn-lt"/>
                      </a:endParaRPr>
                    </a:p>
                  </a:txBody>
                  <a:tcPr marL="143981" marR="143981" marT="89988" marB="89988">
                    <a:lnL w="12700" cmpd="sng">
                      <a:noFill/>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000000">
                              <a:alpha val="100000"/>
                            </a:srgbClr>
                          </a:solidFill>
                          <a:latin typeface="+mn-lt"/>
                          <a:ea typeface="Stapel" pitchFamily="34" charset="-122"/>
                          <a:cs typeface="Stapel" pitchFamily="34" charset="-120"/>
                        </a:rPr>
                        <a:t>1-2 </a:t>
                      </a:r>
                      <a:r>
                        <a:rPr lang="ru-RU" sz="1100" dirty="0">
                          <a:solidFill>
                            <a:srgbClr val="000000">
                              <a:alpha val="100000"/>
                            </a:srgbClr>
                          </a:solidFill>
                          <a:latin typeface="+mn-lt"/>
                          <a:ea typeface="Stapel" pitchFamily="34" charset="-122"/>
                          <a:cs typeface="Stapel" pitchFamily="34" charset="-120"/>
                        </a:rPr>
                        <a:t>недели</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err="1">
                          <a:solidFill>
                            <a:srgbClr val="000000">
                              <a:alpha val="100000"/>
                            </a:srgbClr>
                          </a:solidFill>
                          <a:latin typeface="+mn-lt"/>
                          <a:ea typeface="Stapel" pitchFamily="34" charset="-122"/>
                          <a:cs typeface="Stapel" pitchFamily="34" charset="-120"/>
                        </a:rPr>
                        <a:t>ххх</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100" dirty="0">
                        <a:latin typeface="+mn-lt"/>
                      </a:endParaRPr>
                    </a:p>
                  </a:txBody>
                  <a:tcPr marL="0" marR="0"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ffectLst/>
                          <a:latin typeface="+mn-lt"/>
                        </a:rPr>
                        <a:t>Lorem ipsum dolor sit </a:t>
                      </a:r>
                      <a:r>
                        <a:rPr lang="en-US" sz="1100" dirty="0" err="1">
                          <a:effectLst/>
                          <a:latin typeface="+mn-lt"/>
                        </a:rPr>
                        <a:t>amet</a:t>
                      </a:r>
                      <a:r>
                        <a:rPr lang="en-US" sz="1100" dirty="0">
                          <a:effectLst/>
                          <a:latin typeface="+mn-lt"/>
                        </a:rPr>
                        <a:t>, </a:t>
                      </a:r>
                      <a:r>
                        <a:rPr lang="en-US" sz="1100" dirty="0" err="1">
                          <a:effectLst/>
                          <a:latin typeface="+mn-lt"/>
                        </a:rPr>
                        <a:t>idque</a:t>
                      </a:r>
                      <a:r>
                        <a:rPr lang="en-US" sz="1100" dirty="0">
                          <a:effectLst/>
                          <a:latin typeface="+mn-lt"/>
                        </a:rPr>
                        <a:t> </a:t>
                      </a:r>
                      <a:r>
                        <a:rPr lang="en-US" sz="1100" dirty="0" err="1">
                          <a:effectLst/>
                          <a:latin typeface="+mn-lt"/>
                        </a:rPr>
                        <a:t>iuvaret</a:t>
                      </a:r>
                      <a:r>
                        <a:rPr lang="en-US" sz="1100" dirty="0">
                          <a:effectLst/>
                          <a:latin typeface="+mn-lt"/>
                        </a:rPr>
                        <a:t> </a:t>
                      </a:r>
                      <a:r>
                        <a:rPr lang="en-US" sz="1100" dirty="0" err="1">
                          <a:effectLst/>
                          <a:latin typeface="+mn-lt"/>
                        </a:rPr>
                        <a:t>ut</a:t>
                      </a:r>
                      <a:r>
                        <a:rPr lang="en-US" sz="1100" dirty="0">
                          <a:effectLst/>
                          <a:latin typeface="+mn-lt"/>
                        </a:rPr>
                        <a:t> cum. Mel </a:t>
                      </a:r>
                      <a:r>
                        <a:rPr lang="en-US" sz="1100" dirty="0" err="1">
                          <a:effectLst/>
                          <a:latin typeface="+mn-lt"/>
                        </a:rPr>
                        <a:t>dolores</a:t>
                      </a:r>
                      <a:r>
                        <a:rPr lang="en-US" sz="1100" dirty="0">
                          <a:effectLst/>
                          <a:latin typeface="+mn-lt"/>
                        </a:rPr>
                        <a:t> </a:t>
                      </a:r>
                      <a:r>
                        <a:rPr lang="en-US" sz="1100" dirty="0" err="1">
                          <a:effectLst/>
                          <a:latin typeface="+mn-lt"/>
                        </a:rPr>
                        <a:t>senserit</a:t>
                      </a:r>
                      <a:r>
                        <a:rPr lang="en-US" sz="1100" dirty="0">
                          <a:effectLst/>
                          <a:latin typeface="+mn-lt"/>
                        </a:rPr>
                        <a:t> </a:t>
                      </a:r>
                      <a:r>
                        <a:rPr lang="en-US" sz="1100" dirty="0" err="1">
                          <a:effectLst/>
                          <a:latin typeface="+mn-lt"/>
                        </a:rPr>
                        <a:t>elaboraret</a:t>
                      </a:r>
                      <a:r>
                        <a:rPr lang="en-US" sz="1100" dirty="0">
                          <a:effectLst/>
                          <a:latin typeface="+mn-lt"/>
                        </a:rPr>
                        <a:t> </a:t>
                      </a:r>
                      <a:r>
                        <a:rPr lang="en-US" sz="1100" dirty="0" err="1">
                          <a:effectLst/>
                          <a:latin typeface="+mn-lt"/>
                        </a:rPr>
                        <a:t>eu</a:t>
                      </a:r>
                      <a:r>
                        <a:rPr lang="en-US" sz="1100" dirty="0">
                          <a:effectLst/>
                          <a:latin typeface="+mn-lt"/>
                        </a:rPr>
                        <a:t>. Maecenas tempus, </a:t>
                      </a:r>
                      <a:r>
                        <a:rPr lang="en-US" sz="1100" dirty="0" err="1">
                          <a:effectLst/>
                          <a:latin typeface="+mn-lt"/>
                        </a:rPr>
                        <a:t>tellus</a:t>
                      </a:r>
                      <a:r>
                        <a:rPr lang="en-US" sz="1100" dirty="0">
                          <a:effectLst/>
                          <a:latin typeface="+mn-lt"/>
                        </a:rPr>
                        <a:t> </a:t>
                      </a:r>
                      <a:r>
                        <a:rPr lang="en-US" sz="1100" dirty="0" err="1">
                          <a:effectLst/>
                          <a:latin typeface="+mn-lt"/>
                        </a:rPr>
                        <a:t>eget</a:t>
                      </a:r>
                      <a:r>
                        <a:rPr lang="en-US" sz="1100" dirty="0">
                          <a:effectLst/>
                          <a:latin typeface="+mn-lt"/>
                        </a:rPr>
                        <a:t> </a:t>
                      </a:r>
                      <a:r>
                        <a:rPr lang="en-US" sz="1100" dirty="0" err="1">
                          <a:effectLst/>
                          <a:latin typeface="+mn-lt"/>
                        </a:rPr>
                        <a:t>condimentum</a:t>
                      </a:r>
                      <a:r>
                        <a:rPr lang="en-US" sz="1100" dirty="0">
                          <a:effectLst/>
                          <a:latin typeface="+mn-lt"/>
                        </a:rPr>
                        <a:t> </a:t>
                      </a:r>
                      <a:r>
                        <a:rPr lang="en-US" sz="1100" dirty="0" err="1">
                          <a:effectLst/>
                          <a:latin typeface="+mn-lt"/>
                        </a:rPr>
                        <a:t>rhoncus</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quam</a:t>
                      </a:r>
                      <a:r>
                        <a:rPr lang="en-US" sz="1100" dirty="0">
                          <a:effectLst/>
                          <a:latin typeface="+mn-lt"/>
                        </a:rPr>
                        <a:t> semper libero, sit </a:t>
                      </a:r>
                      <a:r>
                        <a:rPr lang="en-US" sz="1100" dirty="0" err="1">
                          <a:effectLst/>
                          <a:latin typeface="+mn-lt"/>
                        </a:rPr>
                        <a:t>amet</a:t>
                      </a:r>
                      <a:r>
                        <a:rPr lang="en-US" sz="1100" dirty="0">
                          <a:effectLst/>
                          <a:latin typeface="+mn-lt"/>
                        </a:rPr>
                        <a:t> </a:t>
                      </a:r>
                      <a:r>
                        <a:rPr lang="en-US" sz="1100" dirty="0" err="1">
                          <a:effectLst/>
                          <a:latin typeface="+mn-lt"/>
                        </a:rPr>
                        <a:t>adipiscing</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neque</a:t>
                      </a:r>
                      <a:r>
                        <a:rPr lang="en-US" sz="1100" dirty="0">
                          <a:effectLst/>
                          <a:latin typeface="+mn-lt"/>
                        </a:rPr>
                        <a:t> sed ipsum. </a:t>
                      </a:r>
                      <a:endParaRPr lang="en-US" sz="1100" dirty="0">
                        <a:latin typeface="+mn-lt"/>
                      </a:endParaRPr>
                    </a:p>
                  </a:txBody>
                  <a:tcPr marL="143981" marR="899883"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12700" cap="flat" cmpd="sng" algn="ctr">
                      <a:solidFill>
                        <a:srgbClr val="000000">
                          <a:alpha val="9804"/>
                        </a:srgb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097524425"/>
                  </a:ext>
                </a:extLst>
              </a:tr>
              <a:tr h="637117">
                <a:tc>
                  <a:txBody>
                    <a:bodyPr/>
                    <a:lstStyle/>
                    <a:p>
                      <a:pPr marL="0" indent="0" algn="l">
                        <a:lnSpc>
                          <a:spcPct val="100000"/>
                        </a:lnSpc>
                        <a:buNone/>
                      </a:pPr>
                      <a:r>
                        <a:rPr lang="ru-RU" sz="1100" dirty="0">
                          <a:solidFill>
                            <a:srgbClr val="000000">
                              <a:alpha val="100000"/>
                            </a:srgbClr>
                          </a:solidFill>
                          <a:latin typeface="+mn-lt"/>
                          <a:ea typeface="Stapel" pitchFamily="34" charset="-122"/>
                          <a:cs typeface="Stapel" pitchFamily="34" charset="-120"/>
                        </a:rPr>
                        <a:t>Здесь  должен быть ваш текст.</a:t>
                      </a:r>
                      <a:endParaRPr lang="en-US" sz="1100" dirty="0">
                        <a:latin typeface="+mn-lt"/>
                      </a:endParaRPr>
                    </a:p>
                  </a:txBody>
                  <a:tcPr marL="143981" marR="143981" marT="89988" marB="89988">
                    <a:lnL w="12700" cmpd="sng">
                      <a:noFill/>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000000">
                              <a:alpha val="100000"/>
                            </a:srgbClr>
                          </a:solidFill>
                          <a:latin typeface="+mn-lt"/>
                          <a:ea typeface="Stapel" pitchFamily="34" charset="-122"/>
                          <a:cs typeface="Stapel" pitchFamily="34" charset="-120"/>
                        </a:rPr>
                        <a:t>1-2 </a:t>
                      </a:r>
                      <a:r>
                        <a:rPr lang="ru-RU" sz="1100" dirty="0">
                          <a:solidFill>
                            <a:srgbClr val="000000">
                              <a:alpha val="100000"/>
                            </a:srgbClr>
                          </a:solidFill>
                          <a:latin typeface="+mn-lt"/>
                          <a:ea typeface="Stapel" pitchFamily="34" charset="-122"/>
                          <a:cs typeface="Stapel" pitchFamily="34" charset="-120"/>
                        </a:rPr>
                        <a:t>недели</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err="1">
                          <a:solidFill>
                            <a:srgbClr val="000000">
                              <a:alpha val="100000"/>
                            </a:srgbClr>
                          </a:solidFill>
                          <a:latin typeface="+mn-lt"/>
                          <a:ea typeface="Stapel" pitchFamily="34" charset="-122"/>
                          <a:cs typeface="Stapel" pitchFamily="34" charset="-120"/>
                        </a:rPr>
                        <a:t>ххх</a:t>
                      </a:r>
                      <a:endParaRPr lang="en-US" sz="1100" dirty="0">
                        <a:latin typeface="+mn-lt"/>
                      </a:endParaRPr>
                    </a:p>
                  </a:txBody>
                  <a:tcPr marL="143981" marR="143981"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100" dirty="0">
                        <a:latin typeface="+mn-lt"/>
                      </a:endParaRPr>
                    </a:p>
                  </a:txBody>
                  <a:tcPr marL="0" marR="0"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ffectLst/>
                          <a:latin typeface="+mn-lt"/>
                        </a:rPr>
                        <a:t>Lorem ipsum dolor sit </a:t>
                      </a:r>
                      <a:r>
                        <a:rPr lang="en-US" sz="1100" dirty="0" err="1">
                          <a:effectLst/>
                          <a:latin typeface="+mn-lt"/>
                        </a:rPr>
                        <a:t>amet</a:t>
                      </a:r>
                      <a:r>
                        <a:rPr lang="en-US" sz="1100" dirty="0">
                          <a:effectLst/>
                          <a:latin typeface="+mn-lt"/>
                        </a:rPr>
                        <a:t>, </a:t>
                      </a:r>
                      <a:r>
                        <a:rPr lang="en-US" sz="1100" dirty="0" err="1">
                          <a:effectLst/>
                          <a:latin typeface="+mn-lt"/>
                        </a:rPr>
                        <a:t>idque</a:t>
                      </a:r>
                      <a:r>
                        <a:rPr lang="en-US" sz="1100" dirty="0">
                          <a:effectLst/>
                          <a:latin typeface="+mn-lt"/>
                        </a:rPr>
                        <a:t> </a:t>
                      </a:r>
                      <a:r>
                        <a:rPr lang="en-US" sz="1100" dirty="0" err="1">
                          <a:effectLst/>
                          <a:latin typeface="+mn-lt"/>
                        </a:rPr>
                        <a:t>iuvaret</a:t>
                      </a:r>
                      <a:r>
                        <a:rPr lang="en-US" sz="1100" dirty="0">
                          <a:effectLst/>
                          <a:latin typeface="+mn-lt"/>
                        </a:rPr>
                        <a:t> </a:t>
                      </a:r>
                      <a:r>
                        <a:rPr lang="en-US" sz="1100" dirty="0" err="1">
                          <a:effectLst/>
                          <a:latin typeface="+mn-lt"/>
                        </a:rPr>
                        <a:t>ut</a:t>
                      </a:r>
                      <a:r>
                        <a:rPr lang="en-US" sz="1100" dirty="0">
                          <a:effectLst/>
                          <a:latin typeface="+mn-lt"/>
                        </a:rPr>
                        <a:t> cum. Mel </a:t>
                      </a:r>
                      <a:r>
                        <a:rPr lang="en-US" sz="1100" dirty="0" err="1">
                          <a:effectLst/>
                          <a:latin typeface="+mn-lt"/>
                        </a:rPr>
                        <a:t>dolores</a:t>
                      </a:r>
                      <a:r>
                        <a:rPr lang="en-US" sz="1100" dirty="0">
                          <a:effectLst/>
                          <a:latin typeface="+mn-lt"/>
                        </a:rPr>
                        <a:t> </a:t>
                      </a:r>
                      <a:r>
                        <a:rPr lang="en-US" sz="1100" dirty="0" err="1">
                          <a:effectLst/>
                          <a:latin typeface="+mn-lt"/>
                        </a:rPr>
                        <a:t>senserit</a:t>
                      </a:r>
                      <a:r>
                        <a:rPr lang="en-US" sz="1100" dirty="0">
                          <a:effectLst/>
                          <a:latin typeface="+mn-lt"/>
                        </a:rPr>
                        <a:t> </a:t>
                      </a:r>
                      <a:r>
                        <a:rPr lang="en-US" sz="1100" dirty="0" err="1">
                          <a:effectLst/>
                          <a:latin typeface="+mn-lt"/>
                        </a:rPr>
                        <a:t>elaboraret</a:t>
                      </a:r>
                      <a:r>
                        <a:rPr lang="en-US" sz="1100" dirty="0">
                          <a:effectLst/>
                          <a:latin typeface="+mn-lt"/>
                        </a:rPr>
                        <a:t> </a:t>
                      </a:r>
                      <a:r>
                        <a:rPr lang="en-US" sz="1100" dirty="0" err="1">
                          <a:effectLst/>
                          <a:latin typeface="+mn-lt"/>
                        </a:rPr>
                        <a:t>eu</a:t>
                      </a:r>
                      <a:r>
                        <a:rPr lang="en-US" sz="1100" dirty="0">
                          <a:effectLst/>
                          <a:latin typeface="+mn-lt"/>
                        </a:rPr>
                        <a:t>. Maecenas tempus, </a:t>
                      </a:r>
                      <a:r>
                        <a:rPr lang="en-US" sz="1100" dirty="0" err="1">
                          <a:effectLst/>
                          <a:latin typeface="+mn-lt"/>
                        </a:rPr>
                        <a:t>tellus</a:t>
                      </a:r>
                      <a:r>
                        <a:rPr lang="en-US" sz="1100" dirty="0">
                          <a:effectLst/>
                          <a:latin typeface="+mn-lt"/>
                        </a:rPr>
                        <a:t> </a:t>
                      </a:r>
                      <a:r>
                        <a:rPr lang="en-US" sz="1100" dirty="0" err="1">
                          <a:effectLst/>
                          <a:latin typeface="+mn-lt"/>
                        </a:rPr>
                        <a:t>eget</a:t>
                      </a:r>
                      <a:r>
                        <a:rPr lang="en-US" sz="1100" dirty="0">
                          <a:effectLst/>
                          <a:latin typeface="+mn-lt"/>
                        </a:rPr>
                        <a:t> </a:t>
                      </a:r>
                      <a:r>
                        <a:rPr lang="en-US" sz="1100" dirty="0" err="1">
                          <a:effectLst/>
                          <a:latin typeface="+mn-lt"/>
                        </a:rPr>
                        <a:t>condimentum</a:t>
                      </a:r>
                      <a:r>
                        <a:rPr lang="en-US" sz="1100" dirty="0">
                          <a:effectLst/>
                          <a:latin typeface="+mn-lt"/>
                        </a:rPr>
                        <a:t> </a:t>
                      </a:r>
                      <a:r>
                        <a:rPr lang="en-US" sz="1100" dirty="0" err="1">
                          <a:effectLst/>
                          <a:latin typeface="+mn-lt"/>
                        </a:rPr>
                        <a:t>rhoncus</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quam</a:t>
                      </a:r>
                      <a:r>
                        <a:rPr lang="en-US" sz="1100" dirty="0">
                          <a:effectLst/>
                          <a:latin typeface="+mn-lt"/>
                        </a:rPr>
                        <a:t> semper libero, sit </a:t>
                      </a:r>
                      <a:r>
                        <a:rPr lang="en-US" sz="1100" dirty="0" err="1">
                          <a:effectLst/>
                          <a:latin typeface="+mn-lt"/>
                        </a:rPr>
                        <a:t>amet</a:t>
                      </a:r>
                      <a:r>
                        <a:rPr lang="en-US" sz="1100" dirty="0">
                          <a:effectLst/>
                          <a:latin typeface="+mn-lt"/>
                        </a:rPr>
                        <a:t> </a:t>
                      </a:r>
                      <a:r>
                        <a:rPr lang="en-US" sz="1100" dirty="0" err="1">
                          <a:effectLst/>
                          <a:latin typeface="+mn-lt"/>
                        </a:rPr>
                        <a:t>adipiscing</a:t>
                      </a:r>
                      <a:r>
                        <a:rPr lang="en-US" sz="1100" dirty="0">
                          <a:effectLst/>
                          <a:latin typeface="+mn-lt"/>
                        </a:rPr>
                        <a:t> </a:t>
                      </a:r>
                      <a:r>
                        <a:rPr lang="en-US" sz="1100" dirty="0" err="1">
                          <a:effectLst/>
                          <a:latin typeface="+mn-lt"/>
                        </a:rPr>
                        <a:t>sem</a:t>
                      </a:r>
                      <a:r>
                        <a:rPr lang="en-US" sz="1100" dirty="0">
                          <a:effectLst/>
                          <a:latin typeface="+mn-lt"/>
                        </a:rPr>
                        <a:t> </a:t>
                      </a:r>
                      <a:r>
                        <a:rPr lang="en-US" sz="1100" dirty="0" err="1">
                          <a:effectLst/>
                          <a:latin typeface="+mn-lt"/>
                        </a:rPr>
                        <a:t>neque</a:t>
                      </a:r>
                      <a:r>
                        <a:rPr lang="en-US" sz="1100" dirty="0">
                          <a:effectLst/>
                          <a:latin typeface="+mn-lt"/>
                        </a:rPr>
                        <a:t> sed ipsum. </a:t>
                      </a:r>
                      <a:endParaRPr lang="en-US" sz="1100" dirty="0">
                        <a:latin typeface="+mn-lt"/>
                      </a:endParaRPr>
                    </a:p>
                  </a:txBody>
                  <a:tcPr marL="143981" marR="899883" marT="89988" marB="89988">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rgbClr val="000000">
                          <a:alpha val="9804"/>
                        </a:srgbClr>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027811685"/>
                  </a:ext>
                </a:extLst>
              </a:tr>
            </a:tbl>
          </a:graphicData>
        </a:graphic>
      </p:graphicFrame>
      <p:sp>
        <p:nvSpPr>
          <p:cNvPr id="10" name="Заголовок 9">
            <a:extLst>
              <a:ext uri="{FF2B5EF4-FFF2-40B4-BE49-F238E27FC236}">
                <a16:creationId xmlns:a16="http://schemas.microsoft.com/office/drawing/2014/main" id="{2EB7214B-B59A-3D4F-F246-69F19D1F6494}"/>
              </a:ext>
            </a:extLst>
          </p:cNvPr>
          <p:cNvSpPr>
            <a:spLocks noGrp="1"/>
          </p:cNvSpPr>
          <p:nvPr>
            <p:ph type="title"/>
          </p:nvPr>
        </p:nvSpPr>
        <p:spPr/>
        <p:txBody>
          <a:bodyPr/>
          <a:lstStyle/>
          <a:p>
            <a:r>
              <a:rPr lang="ru-RU" dirty="0"/>
              <a:t>Стоимость проекта</a:t>
            </a:r>
          </a:p>
        </p:txBody>
      </p:sp>
    </p:spTree>
    <p:extLst>
      <p:ext uri="{BB962C8B-B14F-4D97-AF65-F5344CB8AC3E}">
        <p14:creationId xmlns:p14="http://schemas.microsoft.com/office/powerpoint/2010/main" val="5958550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ED679E89-10BA-DA1B-7212-E2FAB8E04B8C}"/>
              </a:ext>
            </a:extLst>
          </p:cNvPr>
          <p:cNvSpPr>
            <a:spLocks noGrp="1"/>
          </p:cNvSpPr>
          <p:nvPr>
            <p:ph type="sldNum" sz="quarter" idx="4"/>
          </p:nvPr>
        </p:nvSpPr>
        <p:spPr/>
        <p:txBody>
          <a:bodyPr/>
          <a:lstStyle/>
          <a:p>
            <a:fld id="{13FB4C0F-BB20-4298-B11D-AEB97E17A107}" type="slidenum">
              <a:rPr lang="ru-RU" smtClean="0"/>
              <a:pPr/>
              <a:t>44</a:t>
            </a:fld>
            <a:endParaRPr lang="ru-RU" dirty="0"/>
          </a:p>
        </p:txBody>
      </p:sp>
      <p:sp>
        <p:nvSpPr>
          <p:cNvPr id="5" name="Shape 2">
            <a:extLst>
              <a:ext uri="{FF2B5EF4-FFF2-40B4-BE49-F238E27FC236}">
                <a16:creationId xmlns:a16="http://schemas.microsoft.com/office/drawing/2014/main" id="{4DB7E2B9-D659-426E-E8AD-E4EBCA26E4BB}"/>
              </a:ext>
            </a:extLst>
          </p:cNvPr>
          <p:cNvSpPr/>
          <p:nvPr/>
        </p:nvSpPr>
        <p:spPr>
          <a:xfrm>
            <a:off x="355598" y="1067108"/>
            <a:ext cx="3759181" cy="5434892"/>
          </a:xfrm>
          <a:prstGeom prst="rect">
            <a:avLst/>
          </a:prstGeom>
          <a:solidFill>
            <a:srgbClr val="F5F4F4">
              <a:alpha val="100000"/>
            </a:srgbClr>
          </a:solidFill>
          <a:ln/>
        </p:spPr>
      </p:sp>
      <p:sp>
        <p:nvSpPr>
          <p:cNvPr id="6" name="Text 3">
            <a:extLst>
              <a:ext uri="{FF2B5EF4-FFF2-40B4-BE49-F238E27FC236}">
                <a16:creationId xmlns:a16="http://schemas.microsoft.com/office/drawing/2014/main" id="{2CA88164-C2D4-6F4D-CE2A-C443B021533D}"/>
              </a:ext>
            </a:extLst>
          </p:cNvPr>
          <p:cNvSpPr/>
          <p:nvPr/>
        </p:nvSpPr>
        <p:spPr>
          <a:xfrm>
            <a:off x="609597" y="1321075"/>
            <a:ext cx="1386409" cy="364019"/>
          </a:xfrm>
          <a:prstGeom prst="rect">
            <a:avLst/>
          </a:prstGeom>
          <a:noFill/>
          <a:ln/>
        </p:spPr>
        <p:txBody>
          <a:bodyPr wrap="square" lIns="0" tIns="0" rIns="0" bIns="0" rtlCol="0" anchor="t"/>
          <a:lstStyle/>
          <a:p>
            <a:pPr>
              <a:lnSpc>
                <a:spcPts val="2200"/>
              </a:lnSpc>
            </a:pPr>
            <a:r>
              <a:rPr lang="en-US" sz="2000" dirty="0">
                <a:solidFill>
                  <a:srgbClr val="000000">
                    <a:alpha val="100000"/>
                  </a:srgbClr>
                </a:solidFill>
                <a:ea typeface="Stapel" pitchFamily="34" charset="-122"/>
                <a:cs typeface="Stapel" pitchFamily="34" charset="-120"/>
              </a:rPr>
              <a:t>Заголовок</a:t>
            </a:r>
            <a:endParaRPr lang="en-US" sz="2000" dirty="0"/>
          </a:p>
        </p:txBody>
      </p:sp>
      <p:sp>
        <p:nvSpPr>
          <p:cNvPr id="7" name="Text 4">
            <a:extLst>
              <a:ext uri="{FF2B5EF4-FFF2-40B4-BE49-F238E27FC236}">
                <a16:creationId xmlns:a16="http://schemas.microsoft.com/office/drawing/2014/main" id="{4240D343-EEAD-5F66-EA0A-869E7A9B9359}"/>
              </a:ext>
            </a:extLst>
          </p:cNvPr>
          <p:cNvSpPr/>
          <p:nvPr/>
        </p:nvSpPr>
        <p:spPr>
          <a:xfrm>
            <a:off x="609597" y="1854405"/>
            <a:ext cx="1104894"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Подзаголовок</a:t>
            </a:r>
            <a:endParaRPr lang="en-US" sz="1200" dirty="0"/>
          </a:p>
        </p:txBody>
      </p:sp>
      <p:sp>
        <p:nvSpPr>
          <p:cNvPr id="8" name="Text 5">
            <a:extLst>
              <a:ext uri="{FF2B5EF4-FFF2-40B4-BE49-F238E27FC236}">
                <a16:creationId xmlns:a16="http://schemas.microsoft.com/office/drawing/2014/main" id="{36CFD48C-05EB-5CC9-E926-D9E07F41F8DF}"/>
              </a:ext>
            </a:extLst>
          </p:cNvPr>
          <p:cNvSpPr/>
          <p:nvPr/>
        </p:nvSpPr>
        <p:spPr>
          <a:xfrm>
            <a:off x="609597" y="3771855"/>
            <a:ext cx="1104894"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Подзаголовок</a:t>
            </a:r>
            <a:endParaRPr lang="en-US" sz="1200" dirty="0"/>
          </a:p>
        </p:txBody>
      </p:sp>
      <p:sp>
        <p:nvSpPr>
          <p:cNvPr id="9" name="Text 6">
            <a:extLst>
              <a:ext uri="{FF2B5EF4-FFF2-40B4-BE49-F238E27FC236}">
                <a16:creationId xmlns:a16="http://schemas.microsoft.com/office/drawing/2014/main" id="{446CBE89-41D0-5DC1-C84E-739853709345}"/>
              </a:ext>
            </a:extLst>
          </p:cNvPr>
          <p:cNvSpPr/>
          <p:nvPr/>
        </p:nvSpPr>
        <p:spPr>
          <a:xfrm>
            <a:off x="609597" y="2121071"/>
            <a:ext cx="3293516" cy="1439146"/>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nam possit aliquip  delectus no. Cum cu audire viderer, maiorum officiis liberavisse mea et, tale contentiones voluptatibus ea est. Errem dissentias qui te, te sint quaerendum vel. Sed ne utroque invidunt similique, ne nostro eloquentiam signiferumque.</a:t>
            </a:r>
            <a:endParaRPr lang="en-US" sz="1000" dirty="0"/>
          </a:p>
        </p:txBody>
      </p:sp>
      <p:sp>
        <p:nvSpPr>
          <p:cNvPr id="10" name="Text 7">
            <a:extLst>
              <a:ext uri="{FF2B5EF4-FFF2-40B4-BE49-F238E27FC236}">
                <a16:creationId xmlns:a16="http://schemas.microsoft.com/office/drawing/2014/main" id="{A7B2295C-53BB-A90C-6036-B667A0F27D2E}"/>
              </a:ext>
            </a:extLst>
          </p:cNvPr>
          <p:cNvSpPr/>
          <p:nvPr/>
        </p:nvSpPr>
        <p:spPr>
          <a:xfrm>
            <a:off x="609597" y="4038521"/>
            <a:ext cx="3293516"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Cum cu audire viderer, maiorum officiis liberavisse mea et, tale contentiones voluptatibus ea est. Errem dissentias qui te, te sint quaerendum vel. Sed ne utroque invidunt similique, ne nostro eloquentiam signiferumque.</a:t>
            </a:r>
            <a:endParaRPr lang="en-US" sz="1000" dirty="0"/>
          </a:p>
        </p:txBody>
      </p:sp>
      <p:sp>
        <p:nvSpPr>
          <p:cNvPr id="11" name="Shape 8">
            <a:extLst>
              <a:ext uri="{FF2B5EF4-FFF2-40B4-BE49-F238E27FC236}">
                <a16:creationId xmlns:a16="http://schemas.microsoft.com/office/drawing/2014/main" id="{4366EC37-1904-4544-55FD-BAD496588F5B}"/>
              </a:ext>
            </a:extLst>
          </p:cNvPr>
          <p:cNvSpPr/>
          <p:nvPr/>
        </p:nvSpPr>
        <p:spPr>
          <a:xfrm>
            <a:off x="609597" y="4889310"/>
            <a:ext cx="3251183" cy="1041264"/>
          </a:xfrm>
          <a:prstGeom prst="rect">
            <a:avLst/>
          </a:prstGeom>
          <a:noFill/>
          <a:ln/>
        </p:spPr>
      </p:sp>
      <p:sp>
        <p:nvSpPr>
          <p:cNvPr id="12" name="Text 9">
            <a:extLst>
              <a:ext uri="{FF2B5EF4-FFF2-40B4-BE49-F238E27FC236}">
                <a16:creationId xmlns:a16="http://schemas.microsoft.com/office/drawing/2014/main" id="{C4FD205F-6E92-E8DC-9255-DF0DD4A32E26}"/>
              </a:ext>
            </a:extLst>
          </p:cNvPr>
          <p:cNvSpPr/>
          <p:nvPr/>
        </p:nvSpPr>
        <p:spPr>
          <a:xfrm>
            <a:off x="609597" y="4889310"/>
            <a:ext cx="3293516" cy="321692"/>
          </a:xfrm>
          <a:prstGeom prst="rect">
            <a:avLst/>
          </a:prstGeom>
          <a:noFill/>
          <a:ln/>
        </p:spPr>
        <p:txBody>
          <a:bodyPr wrap="square" lIns="0" tIns="0" rIns="0" bIns="0" rtlCol="0" anchor="t"/>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p:txBody>
      </p:sp>
      <p:sp>
        <p:nvSpPr>
          <p:cNvPr id="13" name="Text 10">
            <a:extLst>
              <a:ext uri="{FF2B5EF4-FFF2-40B4-BE49-F238E27FC236}">
                <a16:creationId xmlns:a16="http://schemas.microsoft.com/office/drawing/2014/main" id="{9E059B59-C5AC-A7EA-8636-729125847796}"/>
              </a:ext>
            </a:extLst>
          </p:cNvPr>
          <p:cNvSpPr/>
          <p:nvPr/>
        </p:nvSpPr>
        <p:spPr>
          <a:xfrm>
            <a:off x="609597" y="5270260"/>
            <a:ext cx="3293516" cy="321692"/>
          </a:xfrm>
          <a:prstGeom prst="rect">
            <a:avLst/>
          </a:prstGeom>
          <a:noFill/>
          <a:ln/>
        </p:spPr>
        <p:txBody>
          <a:bodyPr wrap="square" lIns="0" tIns="0" rIns="0" bIns="0" rtlCol="0" anchor="t"/>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p:txBody>
      </p:sp>
      <p:sp>
        <p:nvSpPr>
          <p:cNvPr id="14" name="Text 11">
            <a:extLst>
              <a:ext uri="{FF2B5EF4-FFF2-40B4-BE49-F238E27FC236}">
                <a16:creationId xmlns:a16="http://schemas.microsoft.com/office/drawing/2014/main" id="{953EFEDC-8001-1C75-EE34-B3123B0B8306}"/>
              </a:ext>
            </a:extLst>
          </p:cNvPr>
          <p:cNvSpPr/>
          <p:nvPr/>
        </p:nvSpPr>
        <p:spPr>
          <a:xfrm>
            <a:off x="609597" y="5651211"/>
            <a:ext cx="3293516" cy="321692"/>
          </a:xfrm>
          <a:prstGeom prst="rect">
            <a:avLst/>
          </a:prstGeom>
          <a:noFill/>
          <a:ln/>
        </p:spPr>
        <p:txBody>
          <a:bodyPr wrap="square" lIns="0" tIns="0" rIns="0" bIns="0" rtlCol="0" anchor="t"/>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p:txBody>
      </p:sp>
      <p:sp>
        <p:nvSpPr>
          <p:cNvPr id="15" name="Shape 99">
            <a:extLst>
              <a:ext uri="{FF2B5EF4-FFF2-40B4-BE49-F238E27FC236}">
                <a16:creationId xmlns:a16="http://schemas.microsoft.com/office/drawing/2014/main" id="{AC6EBC64-42D0-9CA8-4758-C9301F690A4C}"/>
              </a:ext>
            </a:extLst>
          </p:cNvPr>
          <p:cNvSpPr/>
          <p:nvPr/>
        </p:nvSpPr>
        <p:spPr>
          <a:xfrm>
            <a:off x="6235668" y="6368667"/>
            <a:ext cx="2832085" cy="165079"/>
          </a:xfrm>
          <a:prstGeom prst="rect">
            <a:avLst/>
          </a:prstGeom>
          <a:noFill/>
          <a:ln/>
        </p:spPr>
      </p:sp>
      <p:sp>
        <p:nvSpPr>
          <p:cNvPr id="16" name="Shape 100">
            <a:extLst>
              <a:ext uri="{FF2B5EF4-FFF2-40B4-BE49-F238E27FC236}">
                <a16:creationId xmlns:a16="http://schemas.microsoft.com/office/drawing/2014/main" id="{55222D74-FBA3-F640-CF63-CB8932CE0BC1}"/>
              </a:ext>
            </a:extLst>
          </p:cNvPr>
          <p:cNvSpPr/>
          <p:nvPr/>
        </p:nvSpPr>
        <p:spPr>
          <a:xfrm>
            <a:off x="6235668" y="6368667"/>
            <a:ext cx="660397" cy="165079"/>
          </a:xfrm>
          <a:prstGeom prst="rect">
            <a:avLst/>
          </a:prstGeom>
          <a:solidFill>
            <a:srgbClr val="FFFFFF">
              <a:alpha val="100000"/>
            </a:srgbClr>
          </a:solidFill>
          <a:ln/>
        </p:spPr>
      </p:sp>
      <p:sp>
        <p:nvSpPr>
          <p:cNvPr id="17" name="Shape 101">
            <a:extLst>
              <a:ext uri="{FF2B5EF4-FFF2-40B4-BE49-F238E27FC236}">
                <a16:creationId xmlns:a16="http://schemas.microsoft.com/office/drawing/2014/main" id="{9EA8102C-55C6-9DB3-2098-E71EE4908A59}"/>
              </a:ext>
            </a:extLst>
          </p:cNvPr>
          <p:cNvSpPr/>
          <p:nvPr/>
        </p:nvSpPr>
        <p:spPr>
          <a:xfrm>
            <a:off x="6311868" y="6400413"/>
            <a:ext cx="101599" cy="101587"/>
          </a:xfrm>
          <a:prstGeom prst="rect">
            <a:avLst/>
          </a:prstGeom>
          <a:solidFill>
            <a:schemeClr val="accent5"/>
          </a:solidFill>
          <a:ln/>
        </p:spPr>
      </p:sp>
      <p:sp>
        <p:nvSpPr>
          <p:cNvPr id="18" name="Text 102">
            <a:extLst>
              <a:ext uri="{FF2B5EF4-FFF2-40B4-BE49-F238E27FC236}">
                <a16:creationId xmlns:a16="http://schemas.microsoft.com/office/drawing/2014/main" id="{81949E0A-6F20-908D-1D10-2802B4463485}"/>
              </a:ext>
            </a:extLst>
          </p:cNvPr>
          <p:cNvSpPr/>
          <p:nvPr/>
        </p:nvSpPr>
        <p:spPr>
          <a:xfrm>
            <a:off x="6451567" y="6400413"/>
            <a:ext cx="402165"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1</a:t>
            </a:r>
            <a:endParaRPr lang="en-US" sz="800" dirty="0"/>
          </a:p>
        </p:txBody>
      </p:sp>
      <p:sp>
        <p:nvSpPr>
          <p:cNvPr id="19" name="Shape 103">
            <a:extLst>
              <a:ext uri="{FF2B5EF4-FFF2-40B4-BE49-F238E27FC236}">
                <a16:creationId xmlns:a16="http://schemas.microsoft.com/office/drawing/2014/main" id="{E0FA9A13-770C-1D35-8401-E5C28E52180F}"/>
              </a:ext>
            </a:extLst>
          </p:cNvPr>
          <p:cNvSpPr/>
          <p:nvPr/>
        </p:nvSpPr>
        <p:spPr>
          <a:xfrm>
            <a:off x="6921464" y="6368667"/>
            <a:ext cx="698497" cy="165079"/>
          </a:xfrm>
          <a:prstGeom prst="rect">
            <a:avLst/>
          </a:prstGeom>
          <a:solidFill>
            <a:srgbClr val="FFFFFF">
              <a:alpha val="100000"/>
            </a:srgbClr>
          </a:solidFill>
          <a:ln/>
        </p:spPr>
      </p:sp>
      <p:sp>
        <p:nvSpPr>
          <p:cNvPr id="20" name="Shape 104">
            <a:extLst>
              <a:ext uri="{FF2B5EF4-FFF2-40B4-BE49-F238E27FC236}">
                <a16:creationId xmlns:a16="http://schemas.microsoft.com/office/drawing/2014/main" id="{49078635-9890-12EB-F0E3-5E66C32B1B4C}"/>
              </a:ext>
            </a:extLst>
          </p:cNvPr>
          <p:cNvSpPr/>
          <p:nvPr/>
        </p:nvSpPr>
        <p:spPr>
          <a:xfrm>
            <a:off x="6997664" y="6400413"/>
            <a:ext cx="101599" cy="101587"/>
          </a:xfrm>
          <a:prstGeom prst="rect">
            <a:avLst/>
          </a:prstGeom>
          <a:solidFill>
            <a:srgbClr val="7D70EF"/>
          </a:solidFill>
          <a:ln/>
        </p:spPr>
      </p:sp>
      <p:sp>
        <p:nvSpPr>
          <p:cNvPr id="21" name="Text 105">
            <a:extLst>
              <a:ext uri="{FF2B5EF4-FFF2-40B4-BE49-F238E27FC236}">
                <a16:creationId xmlns:a16="http://schemas.microsoft.com/office/drawing/2014/main" id="{5F8390EE-90EA-64D0-E125-A6D9648028DF}"/>
              </a:ext>
            </a:extLst>
          </p:cNvPr>
          <p:cNvSpPr/>
          <p:nvPr/>
        </p:nvSpPr>
        <p:spPr>
          <a:xfrm>
            <a:off x="7137363" y="6400413"/>
            <a:ext cx="440264"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2</a:t>
            </a:r>
            <a:endParaRPr lang="en-US" sz="800" dirty="0"/>
          </a:p>
        </p:txBody>
      </p:sp>
      <p:sp>
        <p:nvSpPr>
          <p:cNvPr id="22" name="Shape 106">
            <a:extLst>
              <a:ext uri="{FF2B5EF4-FFF2-40B4-BE49-F238E27FC236}">
                <a16:creationId xmlns:a16="http://schemas.microsoft.com/office/drawing/2014/main" id="{1E5C0A41-B9DD-EB82-26EF-652A92427862}"/>
              </a:ext>
            </a:extLst>
          </p:cNvPr>
          <p:cNvSpPr/>
          <p:nvPr/>
        </p:nvSpPr>
        <p:spPr>
          <a:xfrm>
            <a:off x="7645360" y="6368667"/>
            <a:ext cx="698497" cy="165079"/>
          </a:xfrm>
          <a:prstGeom prst="rect">
            <a:avLst/>
          </a:prstGeom>
          <a:solidFill>
            <a:srgbClr val="FFFFFF">
              <a:alpha val="100000"/>
            </a:srgbClr>
          </a:solidFill>
          <a:ln/>
        </p:spPr>
      </p:sp>
      <p:sp>
        <p:nvSpPr>
          <p:cNvPr id="23" name="Shape 107">
            <a:extLst>
              <a:ext uri="{FF2B5EF4-FFF2-40B4-BE49-F238E27FC236}">
                <a16:creationId xmlns:a16="http://schemas.microsoft.com/office/drawing/2014/main" id="{B2E50ED3-9D9F-2E1A-4196-93708D102E5D}"/>
              </a:ext>
            </a:extLst>
          </p:cNvPr>
          <p:cNvSpPr/>
          <p:nvPr/>
        </p:nvSpPr>
        <p:spPr>
          <a:xfrm>
            <a:off x="7721560" y="6400413"/>
            <a:ext cx="101599" cy="101587"/>
          </a:xfrm>
          <a:prstGeom prst="rect">
            <a:avLst/>
          </a:prstGeom>
          <a:solidFill>
            <a:srgbClr val="ACC4FE">
              <a:alpha val="100000"/>
            </a:srgbClr>
          </a:solidFill>
          <a:ln/>
        </p:spPr>
      </p:sp>
      <p:sp>
        <p:nvSpPr>
          <p:cNvPr id="24" name="Text 108">
            <a:extLst>
              <a:ext uri="{FF2B5EF4-FFF2-40B4-BE49-F238E27FC236}">
                <a16:creationId xmlns:a16="http://schemas.microsoft.com/office/drawing/2014/main" id="{D381D8AE-7C3D-AE8B-3D0B-153B1495579A}"/>
              </a:ext>
            </a:extLst>
          </p:cNvPr>
          <p:cNvSpPr/>
          <p:nvPr/>
        </p:nvSpPr>
        <p:spPr>
          <a:xfrm>
            <a:off x="7861259" y="6400413"/>
            <a:ext cx="440264"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3</a:t>
            </a:r>
            <a:endParaRPr lang="en-US" sz="800" dirty="0"/>
          </a:p>
        </p:txBody>
      </p:sp>
      <p:sp>
        <p:nvSpPr>
          <p:cNvPr id="25" name="Shape 109">
            <a:extLst>
              <a:ext uri="{FF2B5EF4-FFF2-40B4-BE49-F238E27FC236}">
                <a16:creationId xmlns:a16="http://schemas.microsoft.com/office/drawing/2014/main" id="{CFC402BF-0420-228B-3C4C-FDF289861510}"/>
              </a:ext>
            </a:extLst>
          </p:cNvPr>
          <p:cNvSpPr/>
          <p:nvPr/>
        </p:nvSpPr>
        <p:spPr>
          <a:xfrm>
            <a:off x="8369257" y="6368667"/>
            <a:ext cx="698497" cy="165079"/>
          </a:xfrm>
          <a:prstGeom prst="rect">
            <a:avLst/>
          </a:prstGeom>
          <a:solidFill>
            <a:srgbClr val="FFFFFF">
              <a:alpha val="100000"/>
            </a:srgbClr>
          </a:solidFill>
          <a:ln/>
        </p:spPr>
      </p:sp>
      <p:sp>
        <p:nvSpPr>
          <p:cNvPr id="26" name="Shape 110">
            <a:extLst>
              <a:ext uri="{FF2B5EF4-FFF2-40B4-BE49-F238E27FC236}">
                <a16:creationId xmlns:a16="http://schemas.microsoft.com/office/drawing/2014/main" id="{113BCE54-BFCD-38F2-19AF-7A89A8BF6EC3}"/>
              </a:ext>
            </a:extLst>
          </p:cNvPr>
          <p:cNvSpPr/>
          <p:nvPr/>
        </p:nvSpPr>
        <p:spPr>
          <a:xfrm>
            <a:off x="8445456" y="6400413"/>
            <a:ext cx="101599" cy="101587"/>
          </a:xfrm>
          <a:prstGeom prst="rect">
            <a:avLst/>
          </a:prstGeom>
          <a:solidFill>
            <a:schemeClr val="accent1"/>
          </a:solidFill>
          <a:ln/>
        </p:spPr>
      </p:sp>
      <p:sp>
        <p:nvSpPr>
          <p:cNvPr id="27" name="Text 111">
            <a:extLst>
              <a:ext uri="{FF2B5EF4-FFF2-40B4-BE49-F238E27FC236}">
                <a16:creationId xmlns:a16="http://schemas.microsoft.com/office/drawing/2014/main" id="{4F714EB4-DF58-2539-7DCB-AF9429CBD11A}"/>
              </a:ext>
            </a:extLst>
          </p:cNvPr>
          <p:cNvSpPr/>
          <p:nvPr/>
        </p:nvSpPr>
        <p:spPr>
          <a:xfrm>
            <a:off x="8585156" y="6400413"/>
            <a:ext cx="440264"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4</a:t>
            </a:r>
            <a:endParaRPr lang="en-US" sz="800" dirty="0"/>
          </a:p>
        </p:txBody>
      </p:sp>
      <p:sp>
        <p:nvSpPr>
          <p:cNvPr id="28" name="Text 112">
            <a:extLst>
              <a:ext uri="{FF2B5EF4-FFF2-40B4-BE49-F238E27FC236}">
                <a16:creationId xmlns:a16="http://schemas.microsoft.com/office/drawing/2014/main" id="{605C3978-2D24-C55D-8F99-43645742F006}"/>
              </a:ext>
            </a:extLst>
          </p:cNvPr>
          <p:cNvSpPr/>
          <p:nvPr/>
        </p:nvSpPr>
        <p:spPr>
          <a:xfrm>
            <a:off x="4775176" y="1355489"/>
            <a:ext cx="1236127"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График 1</a:t>
            </a:r>
            <a:endParaRPr lang="en-US" sz="1000" dirty="0"/>
          </a:p>
        </p:txBody>
      </p:sp>
      <p:graphicFrame>
        <p:nvGraphicFramePr>
          <p:cNvPr id="29" name="Object 2">
            <a:extLst>
              <a:ext uri="{FF2B5EF4-FFF2-40B4-BE49-F238E27FC236}">
                <a16:creationId xmlns:a16="http://schemas.microsoft.com/office/drawing/2014/main" id="{5552DE80-C99B-6416-7918-02DA6454BAF8}"/>
              </a:ext>
            </a:extLst>
          </p:cNvPr>
          <p:cNvGraphicFramePr>
            <a:graphicFrameLocks/>
          </p:cNvGraphicFramePr>
          <p:nvPr>
            <p:extLst>
              <p:ext uri="{D42A27DB-BD31-4B8C-83A1-F6EECF244321}">
                <p14:modId xmlns:p14="http://schemas.microsoft.com/office/powerpoint/2010/main" val="1713162398"/>
              </p:ext>
            </p:extLst>
          </p:nvPr>
        </p:nvGraphicFramePr>
        <p:xfrm>
          <a:off x="4221076" y="1321075"/>
          <a:ext cx="7812000" cy="5176525"/>
        </p:xfrm>
        <a:graphic>
          <a:graphicData uri="http://schemas.openxmlformats.org/drawingml/2006/chart">
            <c:chart xmlns:c="http://schemas.openxmlformats.org/drawingml/2006/chart" xmlns:r="http://schemas.openxmlformats.org/officeDocument/2006/relationships" r:id="rId2"/>
          </a:graphicData>
        </a:graphic>
      </p:graphicFrame>
      <p:sp>
        <p:nvSpPr>
          <p:cNvPr id="30" name="Text 13">
            <a:extLst>
              <a:ext uri="{FF2B5EF4-FFF2-40B4-BE49-F238E27FC236}">
                <a16:creationId xmlns:a16="http://schemas.microsoft.com/office/drawing/2014/main" id="{9192E93A-31BB-6ECF-E9CB-B457109F2786}"/>
              </a:ext>
            </a:extLst>
          </p:cNvPr>
          <p:cNvSpPr/>
          <p:nvPr/>
        </p:nvSpPr>
        <p:spPr>
          <a:xfrm>
            <a:off x="4775175" y="6387715"/>
            <a:ext cx="645580" cy="182010"/>
          </a:xfrm>
          <a:prstGeom prst="rect">
            <a:avLst/>
          </a:prstGeom>
          <a:noFill/>
          <a:ln/>
        </p:spPr>
        <p:txBody>
          <a:bodyPr wrap="square" lIns="0" tIns="0" rIns="0" bIns="0" rtlCol="0" anchor="t"/>
          <a:lstStyle/>
          <a:p>
            <a:pPr>
              <a:lnSpc>
                <a:spcPts val="1100"/>
              </a:lnSpc>
            </a:pPr>
            <a:r>
              <a:rPr lang="en-US" sz="1000" dirty="0">
                <a:solidFill>
                  <a:srgbClr val="000000">
                    <a:alpha val="45000"/>
                  </a:srgbClr>
                </a:solidFill>
                <a:latin typeface="Stapel" panose="020B0504020202020204" pitchFamily="34" charset="-52"/>
                <a:ea typeface="Stapel" pitchFamily="34" charset="-122"/>
                <a:cs typeface="Stapel" pitchFamily="34" charset="-120"/>
              </a:rPr>
              <a:t>Источник:</a:t>
            </a:r>
            <a:endParaRPr lang="en-US" sz="1000" dirty="0"/>
          </a:p>
        </p:txBody>
      </p:sp>
      <p:sp>
        <p:nvSpPr>
          <p:cNvPr id="31" name="Заголовок 30">
            <a:extLst>
              <a:ext uri="{FF2B5EF4-FFF2-40B4-BE49-F238E27FC236}">
                <a16:creationId xmlns:a16="http://schemas.microsoft.com/office/drawing/2014/main" id="{B5359C47-9608-32D2-95AF-D3BB2D3691CA}"/>
              </a:ext>
            </a:extLst>
          </p:cNvPr>
          <p:cNvSpPr>
            <a:spLocks noGrp="1"/>
          </p:cNvSpPr>
          <p:nvPr>
            <p:ph type="title"/>
          </p:nvPr>
        </p:nvSpPr>
        <p:spPr/>
        <p:txBody>
          <a:bodyPr/>
          <a:lstStyle/>
          <a:p>
            <a:r>
              <a:rPr lang="ru-RU" dirty="0"/>
              <a:t>Текст с графиком</a:t>
            </a:r>
          </a:p>
        </p:txBody>
      </p:sp>
    </p:spTree>
    <p:extLst>
      <p:ext uri="{BB962C8B-B14F-4D97-AF65-F5344CB8AC3E}">
        <p14:creationId xmlns:p14="http://schemas.microsoft.com/office/powerpoint/2010/main" val="9529022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Object 2">
            <a:extLst>
              <a:ext uri="{FF2B5EF4-FFF2-40B4-BE49-F238E27FC236}">
                <a16:creationId xmlns:a16="http://schemas.microsoft.com/office/drawing/2014/main" id="{5552DE80-C99B-6416-7918-02DA6454BAF8}"/>
              </a:ext>
            </a:extLst>
          </p:cNvPr>
          <p:cNvGraphicFramePr>
            <a:graphicFrameLocks/>
          </p:cNvGraphicFramePr>
          <p:nvPr/>
        </p:nvGraphicFramePr>
        <p:xfrm>
          <a:off x="4221076" y="1321075"/>
          <a:ext cx="7812000" cy="5176525"/>
        </p:xfrm>
        <a:graphic>
          <a:graphicData uri="http://schemas.openxmlformats.org/drawingml/2006/chart">
            <c:chart xmlns:c="http://schemas.openxmlformats.org/drawingml/2006/chart" xmlns:r="http://schemas.openxmlformats.org/officeDocument/2006/relationships" r:id="rId2"/>
          </a:graphicData>
        </a:graphic>
      </p:graphicFrame>
      <p:sp>
        <p:nvSpPr>
          <p:cNvPr id="3" name="Номер слайда 2">
            <a:extLst>
              <a:ext uri="{FF2B5EF4-FFF2-40B4-BE49-F238E27FC236}">
                <a16:creationId xmlns:a16="http://schemas.microsoft.com/office/drawing/2014/main" id="{ED679E89-10BA-DA1B-7212-E2FAB8E04B8C}"/>
              </a:ext>
            </a:extLst>
          </p:cNvPr>
          <p:cNvSpPr>
            <a:spLocks noGrp="1"/>
          </p:cNvSpPr>
          <p:nvPr>
            <p:ph type="sldNum" sz="quarter" idx="4"/>
          </p:nvPr>
        </p:nvSpPr>
        <p:spPr/>
        <p:txBody>
          <a:bodyPr/>
          <a:lstStyle/>
          <a:p>
            <a:fld id="{13FB4C0F-BB20-4298-B11D-AEB97E17A107}" type="slidenum">
              <a:rPr lang="ru-RU" smtClean="0"/>
              <a:pPr/>
              <a:t>45</a:t>
            </a:fld>
            <a:endParaRPr lang="ru-RU" dirty="0"/>
          </a:p>
        </p:txBody>
      </p:sp>
      <p:sp>
        <p:nvSpPr>
          <p:cNvPr id="5" name="Shape 2">
            <a:extLst>
              <a:ext uri="{FF2B5EF4-FFF2-40B4-BE49-F238E27FC236}">
                <a16:creationId xmlns:a16="http://schemas.microsoft.com/office/drawing/2014/main" id="{4DB7E2B9-D659-426E-E8AD-E4EBCA26E4BB}"/>
              </a:ext>
            </a:extLst>
          </p:cNvPr>
          <p:cNvSpPr/>
          <p:nvPr/>
        </p:nvSpPr>
        <p:spPr>
          <a:xfrm>
            <a:off x="355598" y="1067108"/>
            <a:ext cx="3759181" cy="5434892"/>
          </a:xfrm>
          <a:prstGeom prst="rect">
            <a:avLst/>
          </a:prstGeom>
          <a:solidFill>
            <a:srgbClr val="F5F4F4">
              <a:alpha val="100000"/>
            </a:srgbClr>
          </a:solidFill>
          <a:ln/>
        </p:spPr>
      </p:sp>
      <p:sp>
        <p:nvSpPr>
          <p:cNvPr id="6" name="Text 3">
            <a:extLst>
              <a:ext uri="{FF2B5EF4-FFF2-40B4-BE49-F238E27FC236}">
                <a16:creationId xmlns:a16="http://schemas.microsoft.com/office/drawing/2014/main" id="{2CA88164-C2D4-6F4D-CE2A-C443B021533D}"/>
              </a:ext>
            </a:extLst>
          </p:cNvPr>
          <p:cNvSpPr/>
          <p:nvPr/>
        </p:nvSpPr>
        <p:spPr>
          <a:xfrm>
            <a:off x="609597" y="1321075"/>
            <a:ext cx="1386409" cy="364019"/>
          </a:xfrm>
          <a:prstGeom prst="rect">
            <a:avLst/>
          </a:prstGeom>
          <a:noFill/>
          <a:ln/>
        </p:spPr>
        <p:txBody>
          <a:bodyPr wrap="square" lIns="0" tIns="0" rIns="0" bIns="0" rtlCol="0" anchor="t"/>
          <a:lstStyle/>
          <a:p>
            <a:pPr>
              <a:lnSpc>
                <a:spcPts val="2200"/>
              </a:lnSpc>
            </a:pPr>
            <a:r>
              <a:rPr lang="en-US" sz="2000" dirty="0">
                <a:solidFill>
                  <a:srgbClr val="000000">
                    <a:alpha val="100000"/>
                  </a:srgbClr>
                </a:solidFill>
                <a:ea typeface="Stapel" pitchFamily="34" charset="-122"/>
                <a:cs typeface="Stapel" pitchFamily="34" charset="-120"/>
              </a:rPr>
              <a:t>Заголовок</a:t>
            </a:r>
            <a:endParaRPr lang="en-US" sz="2000" dirty="0"/>
          </a:p>
        </p:txBody>
      </p:sp>
      <p:sp>
        <p:nvSpPr>
          <p:cNvPr id="7" name="Text 4">
            <a:extLst>
              <a:ext uri="{FF2B5EF4-FFF2-40B4-BE49-F238E27FC236}">
                <a16:creationId xmlns:a16="http://schemas.microsoft.com/office/drawing/2014/main" id="{4240D343-EEAD-5F66-EA0A-869E7A9B9359}"/>
              </a:ext>
            </a:extLst>
          </p:cNvPr>
          <p:cNvSpPr/>
          <p:nvPr/>
        </p:nvSpPr>
        <p:spPr>
          <a:xfrm>
            <a:off x="609597" y="1854405"/>
            <a:ext cx="1104894"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Подзаголовок</a:t>
            </a:r>
            <a:endParaRPr lang="en-US" sz="1200" dirty="0"/>
          </a:p>
        </p:txBody>
      </p:sp>
      <p:sp>
        <p:nvSpPr>
          <p:cNvPr id="8" name="Text 5">
            <a:extLst>
              <a:ext uri="{FF2B5EF4-FFF2-40B4-BE49-F238E27FC236}">
                <a16:creationId xmlns:a16="http://schemas.microsoft.com/office/drawing/2014/main" id="{36CFD48C-05EB-5CC9-E926-D9E07F41F8DF}"/>
              </a:ext>
            </a:extLst>
          </p:cNvPr>
          <p:cNvSpPr/>
          <p:nvPr/>
        </p:nvSpPr>
        <p:spPr>
          <a:xfrm>
            <a:off x="609597" y="3771855"/>
            <a:ext cx="1104894"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Подзаголовок</a:t>
            </a:r>
            <a:endParaRPr lang="en-US" sz="1200" dirty="0"/>
          </a:p>
        </p:txBody>
      </p:sp>
      <p:sp>
        <p:nvSpPr>
          <p:cNvPr id="9" name="Text 6">
            <a:extLst>
              <a:ext uri="{FF2B5EF4-FFF2-40B4-BE49-F238E27FC236}">
                <a16:creationId xmlns:a16="http://schemas.microsoft.com/office/drawing/2014/main" id="{446CBE89-41D0-5DC1-C84E-739853709345}"/>
              </a:ext>
            </a:extLst>
          </p:cNvPr>
          <p:cNvSpPr/>
          <p:nvPr/>
        </p:nvSpPr>
        <p:spPr>
          <a:xfrm>
            <a:off x="609597" y="2121071"/>
            <a:ext cx="3293516" cy="1439146"/>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nam possit aliquip  delectus no. Cum cu audire viderer, maiorum officiis liberavisse mea et, tale contentiones voluptatibus ea est. Errem dissentias qui te, te sint quaerendum vel. Sed ne utroque invidunt similique, ne nostro eloquentiam signiferumque.</a:t>
            </a:r>
            <a:endParaRPr lang="en-US" sz="1000" dirty="0"/>
          </a:p>
        </p:txBody>
      </p:sp>
      <p:sp>
        <p:nvSpPr>
          <p:cNvPr id="10" name="Text 7">
            <a:extLst>
              <a:ext uri="{FF2B5EF4-FFF2-40B4-BE49-F238E27FC236}">
                <a16:creationId xmlns:a16="http://schemas.microsoft.com/office/drawing/2014/main" id="{A7B2295C-53BB-A90C-6036-B667A0F27D2E}"/>
              </a:ext>
            </a:extLst>
          </p:cNvPr>
          <p:cNvSpPr/>
          <p:nvPr/>
        </p:nvSpPr>
        <p:spPr>
          <a:xfrm>
            <a:off x="609597" y="4038521"/>
            <a:ext cx="3293516"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Cum cu audire viderer, maiorum officiis liberavisse mea et, tale contentiones voluptatibus ea est. Errem dissentias qui te, te sint quaerendum vel. Sed ne utroque invidunt similique, ne nostro eloquentiam signiferumque.</a:t>
            </a:r>
            <a:endParaRPr lang="en-US" sz="1000" dirty="0"/>
          </a:p>
        </p:txBody>
      </p:sp>
      <p:sp>
        <p:nvSpPr>
          <p:cNvPr id="11" name="Shape 8">
            <a:extLst>
              <a:ext uri="{FF2B5EF4-FFF2-40B4-BE49-F238E27FC236}">
                <a16:creationId xmlns:a16="http://schemas.microsoft.com/office/drawing/2014/main" id="{4366EC37-1904-4544-55FD-BAD496588F5B}"/>
              </a:ext>
            </a:extLst>
          </p:cNvPr>
          <p:cNvSpPr/>
          <p:nvPr/>
        </p:nvSpPr>
        <p:spPr>
          <a:xfrm>
            <a:off x="609597" y="4889310"/>
            <a:ext cx="3251183" cy="1041264"/>
          </a:xfrm>
          <a:prstGeom prst="rect">
            <a:avLst/>
          </a:prstGeom>
          <a:noFill/>
          <a:ln/>
        </p:spPr>
      </p:sp>
      <p:sp>
        <p:nvSpPr>
          <p:cNvPr id="12" name="Text 9">
            <a:extLst>
              <a:ext uri="{FF2B5EF4-FFF2-40B4-BE49-F238E27FC236}">
                <a16:creationId xmlns:a16="http://schemas.microsoft.com/office/drawing/2014/main" id="{C4FD205F-6E92-E8DC-9255-DF0DD4A32E26}"/>
              </a:ext>
            </a:extLst>
          </p:cNvPr>
          <p:cNvSpPr/>
          <p:nvPr/>
        </p:nvSpPr>
        <p:spPr>
          <a:xfrm>
            <a:off x="609597" y="4889310"/>
            <a:ext cx="3293516" cy="321692"/>
          </a:xfrm>
          <a:prstGeom prst="rect">
            <a:avLst/>
          </a:prstGeom>
          <a:noFill/>
          <a:ln/>
        </p:spPr>
        <p:txBody>
          <a:bodyPr wrap="square" lIns="0" tIns="0" rIns="0" bIns="0" rtlCol="0" anchor="t"/>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p:txBody>
      </p:sp>
      <p:sp>
        <p:nvSpPr>
          <p:cNvPr id="13" name="Text 10">
            <a:extLst>
              <a:ext uri="{FF2B5EF4-FFF2-40B4-BE49-F238E27FC236}">
                <a16:creationId xmlns:a16="http://schemas.microsoft.com/office/drawing/2014/main" id="{9E059B59-C5AC-A7EA-8636-729125847796}"/>
              </a:ext>
            </a:extLst>
          </p:cNvPr>
          <p:cNvSpPr/>
          <p:nvPr/>
        </p:nvSpPr>
        <p:spPr>
          <a:xfrm>
            <a:off x="609597" y="5270260"/>
            <a:ext cx="3293516" cy="321692"/>
          </a:xfrm>
          <a:prstGeom prst="rect">
            <a:avLst/>
          </a:prstGeom>
          <a:noFill/>
          <a:ln/>
        </p:spPr>
        <p:txBody>
          <a:bodyPr wrap="square" lIns="0" tIns="0" rIns="0" bIns="0" rtlCol="0" anchor="t"/>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p:txBody>
      </p:sp>
      <p:sp>
        <p:nvSpPr>
          <p:cNvPr id="14" name="Text 11">
            <a:extLst>
              <a:ext uri="{FF2B5EF4-FFF2-40B4-BE49-F238E27FC236}">
                <a16:creationId xmlns:a16="http://schemas.microsoft.com/office/drawing/2014/main" id="{953EFEDC-8001-1C75-EE34-B3123B0B8306}"/>
              </a:ext>
            </a:extLst>
          </p:cNvPr>
          <p:cNvSpPr/>
          <p:nvPr/>
        </p:nvSpPr>
        <p:spPr>
          <a:xfrm>
            <a:off x="609597" y="5651211"/>
            <a:ext cx="3293516" cy="321692"/>
          </a:xfrm>
          <a:prstGeom prst="rect">
            <a:avLst/>
          </a:prstGeom>
          <a:noFill/>
          <a:ln/>
        </p:spPr>
        <p:txBody>
          <a:bodyPr wrap="square" lIns="0" tIns="0" rIns="0" bIns="0" rtlCol="0" anchor="t"/>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p:txBody>
      </p:sp>
      <p:sp>
        <p:nvSpPr>
          <p:cNvPr id="15" name="Shape 99">
            <a:extLst>
              <a:ext uri="{FF2B5EF4-FFF2-40B4-BE49-F238E27FC236}">
                <a16:creationId xmlns:a16="http://schemas.microsoft.com/office/drawing/2014/main" id="{AC6EBC64-42D0-9CA8-4758-C9301F690A4C}"/>
              </a:ext>
            </a:extLst>
          </p:cNvPr>
          <p:cNvSpPr/>
          <p:nvPr/>
        </p:nvSpPr>
        <p:spPr>
          <a:xfrm>
            <a:off x="6235668" y="6368667"/>
            <a:ext cx="2832085" cy="165079"/>
          </a:xfrm>
          <a:prstGeom prst="rect">
            <a:avLst/>
          </a:prstGeom>
          <a:noFill/>
          <a:ln/>
        </p:spPr>
      </p:sp>
      <p:sp>
        <p:nvSpPr>
          <p:cNvPr id="16" name="Shape 100">
            <a:extLst>
              <a:ext uri="{FF2B5EF4-FFF2-40B4-BE49-F238E27FC236}">
                <a16:creationId xmlns:a16="http://schemas.microsoft.com/office/drawing/2014/main" id="{55222D74-FBA3-F640-CF63-CB8932CE0BC1}"/>
              </a:ext>
            </a:extLst>
          </p:cNvPr>
          <p:cNvSpPr/>
          <p:nvPr/>
        </p:nvSpPr>
        <p:spPr>
          <a:xfrm>
            <a:off x="6235668" y="6368667"/>
            <a:ext cx="660397" cy="165079"/>
          </a:xfrm>
          <a:prstGeom prst="rect">
            <a:avLst/>
          </a:prstGeom>
          <a:solidFill>
            <a:srgbClr val="FFFFFF">
              <a:alpha val="100000"/>
            </a:srgbClr>
          </a:solidFill>
          <a:ln/>
        </p:spPr>
      </p:sp>
      <p:sp>
        <p:nvSpPr>
          <p:cNvPr id="17" name="Shape 101">
            <a:extLst>
              <a:ext uri="{FF2B5EF4-FFF2-40B4-BE49-F238E27FC236}">
                <a16:creationId xmlns:a16="http://schemas.microsoft.com/office/drawing/2014/main" id="{9EA8102C-55C6-9DB3-2098-E71EE4908A59}"/>
              </a:ext>
            </a:extLst>
          </p:cNvPr>
          <p:cNvSpPr/>
          <p:nvPr/>
        </p:nvSpPr>
        <p:spPr>
          <a:xfrm>
            <a:off x="6311868" y="6400413"/>
            <a:ext cx="101599" cy="101587"/>
          </a:xfrm>
          <a:prstGeom prst="rect">
            <a:avLst/>
          </a:prstGeom>
          <a:solidFill>
            <a:schemeClr val="accent5"/>
          </a:solidFill>
          <a:ln/>
        </p:spPr>
      </p:sp>
      <p:sp>
        <p:nvSpPr>
          <p:cNvPr id="18" name="Text 102">
            <a:extLst>
              <a:ext uri="{FF2B5EF4-FFF2-40B4-BE49-F238E27FC236}">
                <a16:creationId xmlns:a16="http://schemas.microsoft.com/office/drawing/2014/main" id="{81949E0A-6F20-908D-1D10-2802B4463485}"/>
              </a:ext>
            </a:extLst>
          </p:cNvPr>
          <p:cNvSpPr/>
          <p:nvPr/>
        </p:nvSpPr>
        <p:spPr>
          <a:xfrm>
            <a:off x="6451567" y="6400413"/>
            <a:ext cx="402165"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1</a:t>
            </a:r>
            <a:endParaRPr lang="en-US" sz="800" dirty="0"/>
          </a:p>
        </p:txBody>
      </p:sp>
      <p:sp>
        <p:nvSpPr>
          <p:cNvPr id="19" name="Shape 103">
            <a:extLst>
              <a:ext uri="{FF2B5EF4-FFF2-40B4-BE49-F238E27FC236}">
                <a16:creationId xmlns:a16="http://schemas.microsoft.com/office/drawing/2014/main" id="{E0FA9A13-770C-1D35-8401-E5C28E52180F}"/>
              </a:ext>
            </a:extLst>
          </p:cNvPr>
          <p:cNvSpPr/>
          <p:nvPr/>
        </p:nvSpPr>
        <p:spPr>
          <a:xfrm>
            <a:off x="6921464" y="6368667"/>
            <a:ext cx="698497" cy="165079"/>
          </a:xfrm>
          <a:prstGeom prst="rect">
            <a:avLst/>
          </a:prstGeom>
          <a:solidFill>
            <a:srgbClr val="FFFFFF">
              <a:alpha val="100000"/>
            </a:srgbClr>
          </a:solidFill>
          <a:ln/>
        </p:spPr>
      </p:sp>
      <p:sp>
        <p:nvSpPr>
          <p:cNvPr id="20" name="Shape 104">
            <a:extLst>
              <a:ext uri="{FF2B5EF4-FFF2-40B4-BE49-F238E27FC236}">
                <a16:creationId xmlns:a16="http://schemas.microsoft.com/office/drawing/2014/main" id="{49078635-9890-12EB-F0E3-5E66C32B1B4C}"/>
              </a:ext>
            </a:extLst>
          </p:cNvPr>
          <p:cNvSpPr/>
          <p:nvPr/>
        </p:nvSpPr>
        <p:spPr>
          <a:xfrm>
            <a:off x="6997664" y="6400413"/>
            <a:ext cx="101599" cy="101587"/>
          </a:xfrm>
          <a:prstGeom prst="rect">
            <a:avLst/>
          </a:prstGeom>
          <a:solidFill>
            <a:srgbClr val="7D70EF"/>
          </a:solidFill>
          <a:ln/>
        </p:spPr>
      </p:sp>
      <p:sp>
        <p:nvSpPr>
          <p:cNvPr id="21" name="Text 105">
            <a:extLst>
              <a:ext uri="{FF2B5EF4-FFF2-40B4-BE49-F238E27FC236}">
                <a16:creationId xmlns:a16="http://schemas.microsoft.com/office/drawing/2014/main" id="{5F8390EE-90EA-64D0-E125-A6D9648028DF}"/>
              </a:ext>
            </a:extLst>
          </p:cNvPr>
          <p:cNvSpPr/>
          <p:nvPr/>
        </p:nvSpPr>
        <p:spPr>
          <a:xfrm>
            <a:off x="7137363" y="6400413"/>
            <a:ext cx="440264"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2</a:t>
            </a:r>
            <a:endParaRPr lang="en-US" sz="800" dirty="0"/>
          </a:p>
        </p:txBody>
      </p:sp>
      <p:sp>
        <p:nvSpPr>
          <p:cNvPr id="22" name="Shape 106">
            <a:extLst>
              <a:ext uri="{FF2B5EF4-FFF2-40B4-BE49-F238E27FC236}">
                <a16:creationId xmlns:a16="http://schemas.microsoft.com/office/drawing/2014/main" id="{1E5C0A41-B9DD-EB82-26EF-652A92427862}"/>
              </a:ext>
            </a:extLst>
          </p:cNvPr>
          <p:cNvSpPr/>
          <p:nvPr/>
        </p:nvSpPr>
        <p:spPr>
          <a:xfrm>
            <a:off x="7645360" y="6368667"/>
            <a:ext cx="698497" cy="165079"/>
          </a:xfrm>
          <a:prstGeom prst="rect">
            <a:avLst/>
          </a:prstGeom>
          <a:solidFill>
            <a:srgbClr val="FFFFFF">
              <a:alpha val="100000"/>
            </a:srgbClr>
          </a:solidFill>
          <a:ln/>
        </p:spPr>
      </p:sp>
      <p:sp>
        <p:nvSpPr>
          <p:cNvPr id="23" name="Shape 107">
            <a:extLst>
              <a:ext uri="{FF2B5EF4-FFF2-40B4-BE49-F238E27FC236}">
                <a16:creationId xmlns:a16="http://schemas.microsoft.com/office/drawing/2014/main" id="{B2E50ED3-9D9F-2E1A-4196-93708D102E5D}"/>
              </a:ext>
            </a:extLst>
          </p:cNvPr>
          <p:cNvSpPr/>
          <p:nvPr/>
        </p:nvSpPr>
        <p:spPr>
          <a:xfrm>
            <a:off x="7721560" y="6400413"/>
            <a:ext cx="101599" cy="101587"/>
          </a:xfrm>
          <a:prstGeom prst="rect">
            <a:avLst/>
          </a:prstGeom>
          <a:solidFill>
            <a:srgbClr val="ACC4FE">
              <a:alpha val="100000"/>
            </a:srgbClr>
          </a:solidFill>
          <a:ln/>
        </p:spPr>
      </p:sp>
      <p:sp>
        <p:nvSpPr>
          <p:cNvPr id="24" name="Text 108">
            <a:extLst>
              <a:ext uri="{FF2B5EF4-FFF2-40B4-BE49-F238E27FC236}">
                <a16:creationId xmlns:a16="http://schemas.microsoft.com/office/drawing/2014/main" id="{D381D8AE-7C3D-AE8B-3D0B-153B1495579A}"/>
              </a:ext>
            </a:extLst>
          </p:cNvPr>
          <p:cNvSpPr/>
          <p:nvPr/>
        </p:nvSpPr>
        <p:spPr>
          <a:xfrm>
            <a:off x="7861259" y="6400413"/>
            <a:ext cx="440264"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3</a:t>
            </a:r>
            <a:endParaRPr lang="en-US" sz="800" dirty="0"/>
          </a:p>
        </p:txBody>
      </p:sp>
      <p:sp>
        <p:nvSpPr>
          <p:cNvPr id="25" name="Shape 109">
            <a:extLst>
              <a:ext uri="{FF2B5EF4-FFF2-40B4-BE49-F238E27FC236}">
                <a16:creationId xmlns:a16="http://schemas.microsoft.com/office/drawing/2014/main" id="{CFC402BF-0420-228B-3C4C-FDF289861510}"/>
              </a:ext>
            </a:extLst>
          </p:cNvPr>
          <p:cNvSpPr/>
          <p:nvPr/>
        </p:nvSpPr>
        <p:spPr>
          <a:xfrm>
            <a:off x="8369257" y="6368667"/>
            <a:ext cx="698497" cy="165079"/>
          </a:xfrm>
          <a:prstGeom prst="rect">
            <a:avLst/>
          </a:prstGeom>
          <a:solidFill>
            <a:srgbClr val="FFFFFF">
              <a:alpha val="100000"/>
            </a:srgbClr>
          </a:solidFill>
          <a:ln/>
        </p:spPr>
      </p:sp>
      <p:sp>
        <p:nvSpPr>
          <p:cNvPr id="26" name="Shape 110">
            <a:extLst>
              <a:ext uri="{FF2B5EF4-FFF2-40B4-BE49-F238E27FC236}">
                <a16:creationId xmlns:a16="http://schemas.microsoft.com/office/drawing/2014/main" id="{113BCE54-BFCD-38F2-19AF-7A89A8BF6EC3}"/>
              </a:ext>
            </a:extLst>
          </p:cNvPr>
          <p:cNvSpPr/>
          <p:nvPr/>
        </p:nvSpPr>
        <p:spPr>
          <a:xfrm>
            <a:off x="8445456" y="6400413"/>
            <a:ext cx="101599" cy="101587"/>
          </a:xfrm>
          <a:prstGeom prst="rect">
            <a:avLst/>
          </a:prstGeom>
          <a:solidFill>
            <a:srgbClr val="EF80BB"/>
          </a:solidFill>
          <a:ln/>
        </p:spPr>
      </p:sp>
      <p:sp>
        <p:nvSpPr>
          <p:cNvPr id="27" name="Text 111">
            <a:extLst>
              <a:ext uri="{FF2B5EF4-FFF2-40B4-BE49-F238E27FC236}">
                <a16:creationId xmlns:a16="http://schemas.microsoft.com/office/drawing/2014/main" id="{4F714EB4-DF58-2539-7DCB-AF9429CBD11A}"/>
              </a:ext>
            </a:extLst>
          </p:cNvPr>
          <p:cNvSpPr/>
          <p:nvPr/>
        </p:nvSpPr>
        <p:spPr>
          <a:xfrm>
            <a:off x="8585156" y="6400413"/>
            <a:ext cx="440264"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4</a:t>
            </a:r>
            <a:endParaRPr lang="en-US" sz="800" dirty="0"/>
          </a:p>
        </p:txBody>
      </p:sp>
      <p:sp>
        <p:nvSpPr>
          <p:cNvPr id="28" name="Text 112">
            <a:extLst>
              <a:ext uri="{FF2B5EF4-FFF2-40B4-BE49-F238E27FC236}">
                <a16:creationId xmlns:a16="http://schemas.microsoft.com/office/drawing/2014/main" id="{605C3978-2D24-C55D-8F99-43645742F006}"/>
              </a:ext>
            </a:extLst>
          </p:cNvPr>
          <p:cNvSpPr/>
          <p:nvPr/>
        </p:nvSpPr>
        <p:spPr>
          <a:xfrm>
            <a:off x="4775176" y="1355489"/>
            <a:ext cx="1236127"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График 1</a:t>
            </a:r>
            <a:endParaRPr lang="en-US" sz="1000" dirty="0"/>
          </a:p>
        </p:txBody>
      </p:sp>
      <p:sp>
        <p:nvSpPr>
          <p:cNvPr id="30" name="Text 13">
            <a:extLst>
              <a:ext uri="{FF2B5EF4-FFF2-40B4-BE49-F238E27FC236}">
                <a16:creationId xmlns:a16="http://schemas.microsoft.com/office/drawing/2014/main" id="{9192E93A-31BB-6ECF-E9CB-B457109F2786}"/>
              </a:ext>
            </a:extLst>
          </p:cNvPr>
          <p:cNvSpPr/>
          <p:nvPr/>
        </p:nvSpPr>
        <p:spPr>
          <a:xfrm>
            <a:off x="4775175" y="6387715"/>
            <a:ext cx="645580" cy="182010"/>
          </a:xfrm>
          <a:prstGeom prst="rect">
            <a:avLst/>
          </a:prstGeom>
          <a:noFill/>
          <a:ln/>
        </p:spPr>
        <p:txBody>
          <a:bodyPr wrap="square" lIns="0" tIns="0" rIns="0" bIns="0" rtlCol="0" anchor="t"/>
          <a:lstStyle/>
          <a:p>
            <a:pPr>
              <a:lnSpc>
                <a:spcPts val="1100"/>
              </a:lnSpc>
            </a:pPr>
            <a:r>
              <a:rPr lang="en-US" sz="1000" dirty="0">
                <a:solidFill>
                  <a:srgbClr val="000000">
                    <a:alpha val="45000"/>
                  </a:srgbClr>
                </a:solidFill>
                <a:latin typeface="Stapel" panose="020B0504020202020204" pitchFamily="34" charset="-52"/>
                <a:ea typeface="Stapel" pitchFamily="34" charset="-122"/>
                <a:cs typeface="Stapel" pitchFamily="34" charset="-120"/>
              </a:rPr>
              <a:t>Источник:</a:t>
            </a:r>
            <a:endParaRPr lang="en-US" sz="1000" dirty="0"/>
          </a:p>
        </p:txBody>
      </p:sp>
      <p:sp>
        <p:nvSpPr>
          <p:cNvPr id="31" name="Заголовок 30">
            <a:extLst>
              <a:ext uri="{FF2B5EF4-FFF2-40B4-BE49-F238E27FC236}">
                <a16:creationId xmlns:a16="http://schemas.microsoft.com/office/drawing/2014/main" id="{B5359C47-9608-32D2-95AF-D3BB2D3691CA}"/>
              </a:ext>
            </a:extLst>
          </p:cNvPr>
          <p:cNvSpPr>
            <a:spLocks noGrp="1"/>
          </p:cNvSpPr>
          <p:nvPr>
            <p:ph type="title"/>
          </p:nvPr>
        </p:nvSpPr>
        <p:spPr/>
        <p:txBody>
          <a:bodyPr/>
          <a:lstStyle/>
          <a:p>
            <a:r>
              <a:rPr lang="ru-RU" dirty="0"/>
              <a:t>Текст с графиком</a:t>
            </a:r>
          </a:p>
        </p:txBody>
      </p:sp>
    </p:spTree>
    <p:extLst>
      <p:ext uri="{BB962C8B-B14F-4D97-AF65-F5344CB8AC3E}">
        <p14:creationId xmlns:p14="http://schemas.microsoft.com/office/powerpoint/2010/main" val="34928735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Object 2">
            <a:extLst>
              <a:ext uri="{FF2B5EF4-FFF2-40B4-BE49-F238E27FC236}">
                <a16:creationId xmlns:a16="http://schemas.microsoft.com/office/drawing/2014/main" id="{5552DE80-C99B-6416-7918-02DA6454BAF8}"/>
              </a:ext>
            </a:extLst>
          </p:cNvPr>
          <p:cNvGraphicFramePr>
            <a:graphicFrameLocks/>
          </p:cNvGraphicFramePr>
          <p:nvPr/>
        </p:nvGraphicFramePr>
        <p:xfrm>
          <a:off x="4221076" y="1321075"/>
          <a:ext cx="7812000" cy="5176525"/>
        </p:xfrm>
        <a:graphic>
          <a:graphicData uri="http://schemas.openxmlformats.org/drawingml/2006/chart">
            <c:chart xmlns:c="http://schemas.openxmlformats.org/drawingml/2006/chart" xmlns:r="http://schemas.openxmlformats.org/officeDocument/2006/relationships" r:id="rId2"/>
          </a:graphicData>
        </a:graphic>
      </p:graphicFrame>
      <p:sp>
        <p:nvSpPr>
          <p:cNvPr id="3" name="Номер слайда 2">
            <a:extLst>
              <a:ext uri="{FF2B5EF4-FFF2-40B4-BE49-F238E27FC236}">
                <a16:creationId xmlns:a16="http://schemas.microsoft.com/office/drawing/2014/main" id="{ED679E89-10BA-DA1B-7212-E2FAB8E04B8C}"/>
              </a:ext>
            </a:extLst>
          </p:cNvPr>
          <p:cNvSpPr>
            <a:spLocks noGrp="1"/>
          </p:cNvSpPr>
          <p:nvPr>
            <p:ph type="sldNum" sz="quarter" idx="4"/>
          </p:nvPr>
        </p:nvSpPr>
        <p:spPr/>
        <p:txBody>
          <a:bodyPr/>
          <a:lstStyle/>
          <a:p>
            <a:fld id="{13FB4C0F-BB20-4298-B11D-AEB97E17A107}" type="slidenum">
              <a:rPr lang="ru-RU" smtClean="0"/>
              <a:pPr/>
              <a:t>46</a:t>
            </a:fld>
            <a:endParaRPr lang="ru-RU" dirty="0"/>
          </a:p>
        </p:txBody>
      </p:sp>
      <p:sp>
        <p:nvSpPr>
          <p:cNvPr id="5" name="Shape 2">
            <a:extLst>
              <a:ext uri="{FF2B5EF4-FFF2-40B4-BE49-F238E27FC236}">
                <a16:creationId xmlns:a16="http://schemas.microsoft.com/office/drawing/2014/main" id="{4DB7E2B9-D659-426E-E8AD-E4EBCA26E4BB}"/>
              </a:ext>
            </a:extLst>
          </p:cNvPr>
          <p:cNvSpPr/>
          <p:nvPr/>
        </p:nvSpPr>
        <p:spPr>
          <a:xfrm>
            <a:off x="355598" y="1067108"/>
            <a:ext cx="3759181" cy="5434892"/>
          </a:xfrm>
          <a:prstGeom prst="rect">
            <a:avLst/>
          </a:prstGeom>
          <a:solidFill>
            <a:srgbClr val="F5F4F4">
              <a:alpha val="100000"/>
            </a:srgbClr>
          </a:solidFill>
          <a:ln/>
        </p:spPr>
      </p:sp>
      <p:sp>
        <p:nvSpPr>
          <p:cNvPr id="6" name="Text 3">
            <a:extLst>
              <a:ext uri="{FF2B5EF4-FFF2-40B4-BE49-F238E27FC236}">
                <a16:creationId xmlns:a16="http://schemas.microsoft.com/office/drawing/2014/main" id="{2CA88164-C2D4-6F4D-CE2A-C443B021533D}"/>
              </a:ext>
            </a:extLst>
          </p:cNvPr>
          <p:cNvSpPr/>
          <p:nvPr/>
        </p:nvSpPr>
        <p:spPr>
          <a:xfrm>
            <a:off x="609597" y="1321075"/>
            <a:ext cx="1386409" cy="364019"/>
          </a:xfrm>
          <a:prstGeom prst="rect">
            <a:avLst/>
          </a:prstGeom>
          <a:noFill/>
          <a:ln/>
        </p:spPr>
        <p:txBody>
          <a:bodyPr wrap="square" lIns="0" tIns="0" rIns="0" bIns="0" rtlCol="0" anchor="t"/>
          <a:lstStyle/>
          <a:p>
            <a:pPr>
              <a:lnSpc>
                <a:spcPts val="2200"/>
              </a:lnSpc>
            </a:pPr>
            <a:r>
              <a:rPr lang="en-US" sz="2000" dirty="0">
                <a:solidFill>
                  <a:srgbClr val="000000">
                    <a:alpha val="100000"/>
                  </a:srgbClr>
                </a:solidFill>
                <a:ea typeface="Stapel" pitchFamily="34" charset="-122"/>
                <a:cs typeface="Stapel" pitchFamily="34" charset="-120"/>
              </a:rPr>
              <a:t>Заголовок</a:t>
            </a:r>
            <a:endParaRPr lang="en-US" sz="2000" dirty="0"/>
          </a:p>
        </p:txBody>
      </p:sp>
      <p:sp>
        <p:nvSpPr>
          <p:cNvPr id="7" name="Text 4">
            <a:extLst>
              <a:ext uri="{FF2B5EF4-FFF2-40B4-BE49-F238E27FC236}">
                <a16:creationId xmlns:a16="http://schemas.microsoft.com/office/drawing/2014/main" id="{4240D343-EEAD-5F66-EA0A-869E7A9B9359}"/>
              </a:ext>
            </a:extLst>
          </p:cNvPr>
          <p:cNvSpPr/>
          <p:nvPr/>
        </p:nvSpPr>
        <p:spPr>
          <a:xfrm>
            <a:off x="609597" y="1854405"/>
            <a:ext cx="1104894"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Подзаголовок</a:t>
            </a:r>
            <a:endParaRPr lang="en-US" sz="1200" dirty="0"/>
          </a:p>
        </p:txBody>
      </p:sp>
      <p:sp>
        <p:nvSpPr>
          <p:cNvPr id="8" name="Text 5">
            <a:extLst>
              <a:ext uri="{FF2B5EF4-FFF2-40B4-BE49-F238E27FC236}">
                <a16:creationId xmlns:a16="http://schemas.microsoft.com/office/drawing/2014/main" id="{36CFD48C-05EB-5CC9-E926-D9E07F41F8DF}"/>
              </a:ext>
            </a:extLst>
          </p:cNvPr>
          <p:cNvSpPr/>
          <p:nvPr/>
        </p:nvSpPr>
        <p:spPr>
          <a:xfrm>
            <a:off x="609597" y="3771855"/>
            <a:ext cx="1104894"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Подзаголовок</a:t>
            </a:r>
            <a:endParaRPr lang="en-US" sz="1200" dirty="0"/>
          </a:p>
        </p:txBody>
      </p:sp>
      <p:sp>
        <p:nvSpPr>
          <p:cNvPr id="9" name="Text 6">
            <a:extLst>
              <a:ext uri="{FF2B5EF4-FFF2-40B4-BE49-F238E27FC236}">
                <a16:creationId xmlns:a16="http://schemas.microsoft.com/office/drawing/2014/main" id="{446CBE89-41D0-5DC1-C84E-739853709345}"/>
              </a:ext>
            </a:extLst>
          </p:cNvPr>
          <p:cNvSpPr/>
          <p:nvPr/>
        </p:nvSpPr>
        <p:spPr>
          <a:xfrm>
            <a:off x="609597" y="2121071"/>
            <a:ext cx="3293516" cy="1439146"/>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nam possit aliquip  delectus no. Cum cu audire viderer, maiorum officiis liberavisse mea et, tale contentiones voluptatibus ea est. Errem dissentias qui te, te sint quaerendum vel. Sed ne utroque invidunt similique, ne nostro eloquentiam signiferumque.</a:t>
            </a:r>
            <a:endParaRPr lang="en-US" sz="1000" dirty="0"/>
          </a:p>
        </p:txBody>
      </p:sp>
      <p:sp>
        <p:nvSpPr>
          <p:cNvPr id="10" name="Text 7">
            <a:extLst>
              <a:ext uri="{FF2B5EF4-FFF2-40B4-BE49-F238E27FC236}">
                <a16:creationId xmlns:a16="http://schemas.microsoft.com/office/drawing/2014/main" id="{A7B2295C-53BB-A90C-6036-B667A0F27D2E}"/>
              </a:ext>
            </a:extLst>
          </p:cNvPr>
          <p:cNvSpPr/>
          <p:nvPr/>
        </p:nvSpPr>
        <p:spPr>
          <a:xfrm>
            <a:off x="609597" y="4038521"/>
            <a:ext cx="3293516"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Cum cu audire viderer, maiorum officiis liberavisse mea et, tale contentiones voluptatibus ea est. Errem dissentias qui te, te sint quaerendum vel. Sed ne utroque invidunt similique, ne nostro eloquentiam signiferumque.</a:t>
            </a:r>
            <a:endParaRPr lang="en-US" sz="1000" dirty="0"/>
          </a:p>
        </p:txBody>
      </p:sp>
      <p:sp>
        <p:nvSpPr>
          <p:cNvPr id="11" name="Shape 8">
            <a:extLst>
              <a:ext uri="{FF2B5EF4-FFF2-40B4-BE49-F238E27FC236}">
                <a16:creationId xmlns:a16="http://schemas.microsoft.com/office/drawing/2014/main" id="{4366EC37-1904-4544-55FD-BAD496588F5B}"/>
              </a:ext>
            </a:extLst>
          </p:cNvPr>
          <p:cNvSpPr/>
          <p:nvPr/>
        </p:nvSpPr>
        <p:spPr>
          <a:xfrm>
            <a:off x="609597" y="4889310"/>
            <a:ext cx="3251183" cy="1041264"/>
          </a:xfrm>
          <a:prstGeom prst="rect">
            <a:avLst/>
          </a:prstGeom>
          <a:noFill/>
          <a:ln/>
        </p:spPr>
      </p:sp>
      <p:sp>
        <p:nvSpPr>
          <p:cNvPr id="12" name="Text 9">
            <a:extLst>
              <a:ext uri="{FF2B5EF4-FFF2-40B4-BE49-F238E27FC236}">
                <a16:creationId xmlns:a16="http://schemas.microsoft.com/office/drawing/2014/main" id="{C4FD205F-6E92-E8DC-9255-DF0DD4A32E26}"/>
              </a:ext>
            </a:extLst>
          </p:cNvPr>
          <p:cNvSpPr/>
          <p:nvPr/>
        </p:nvSpPr>
        <p:spPr>
          <a:xfrm>
            <a:off x="609597" y="4889310"/>
            <a:ext cx="3293516" cy="321692"/>
          </a:xfrm>
          <a:prstGeom prst="rect">
            <a:avLst/>
          </a:prstGeom>
          <a:noFill/>
          <a:ln/>
        </p:spPr>
        <p:txBody>
          <a:bodyPr wrap="square" lIns="0" tIns="0" rIns="0" bIns="0" rtlCol="0" anchor="t"/>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p:txBody>
      </p:sp>
      <p:sp>
        <p:nvSpPr>
          <p:cNvPr id="13" name="Text 10">
            <a:extLst>
              <a:ext uri="{FF2B5EF4-FFF2-40B4-BE49-F238E27FC236}">
                <a16:creationId xmlns:a16="http://schemas.microsoft.com/office/drawing/2014/main" id="{9E059B59-C5AC-A7EA-8636-729125847796}"/>
              </a:ext>
            </a:extLst>
          </p:cNvPr>
          <p:cNvSpPr/>
          <p:nvPr/>
        </p:nvSpPr>
        <p:spPr>
          <a:xfrm>
            <a:off x="609597" y="5270260"/>
            <a:ext cx="3293516" cy="321692"/>
          </a:xfrm>
          <a:prstGeom prst="rect">
            <a:avLst/>
          </a:prstGeom>
          <a:noFill/>
          <a:ln/>
        </p:spPr>
        <p:txBody>
          <a:bodyPr wrap="square" lIns="0" tIns="0" rIns="0" bIns="0" rtlCol="0" anchor="t"/>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p:txBody>
      </p:sp>
      <p:sp>
        <p:nvSpPr>
          <p:cNvPr id="14" name="Text 11">
            <a:extLst>
              <a:ext uri="{FF2B5EF4-FFF2-40B4-BE49-F238E27FC236}">
                <a16:creationId xmlns:a16="http://schemas.microsoft.com/office/drawing/2014/main" id="{953EFEDC-8001-1C75-EE34-B3123B0B8306}"/>
              </a:ext>
            </a:extLst>
          </p:cNvPr>
          <p:cNvSpPr/>
          <p:nvPr/>
        </p:nvSpPr>
        <p:spPr>
          <a:xfrm>
            <a:off x="609597" y="5651211"/>
            <a:ext cx="3293516" cy="321692"/>
          </a:xfrm>
          <a:prstGeom prst="rect">
            <a:avLst/>
          </a:prstGeom>
          <a:noFill/>
          <a:ln/>
        </p:spPr>
        <p:txBody>
          <a:bodyPr wrap="square" lIns="0" tIns="0" rIns="0" bIns="0" rtlCol="0" anchor="t"/>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p:txBody>
      </p:sp>
      <p:sp>
        <p:nvSpPr>
          <p:cNvPr id="15" name="Shape 99">
            <a:extLst>
              <a:ext uri="{FF2B5EF4-FFF2-40B4-BE49-F238E27FC236}">
                <a16:creationId xmlns:a16="http://schemas.microsoft.com/office/drawing/2014/main" id="{AC6EBC64-42D0-9CA8-4758-C9301F690A4C}"/>
              </a:ext>
            </a:extLst>
          </p:cNvPr>
          <p:cNvSpPr/>
          <p:nvPr/>
        </p:nvSpPr>
        <p:spPr>
          <a:xfrm>
            <a:off x="6235668" y="6368667"/>
            <a:ext cx="2832085" cy="165079"/>
          </a:xfrm>
          <a:prstGeom prst="rect">
            <a:avLst/>
          </a:prstGeom>
          <a:noFill/>
          <a:ln/>
        </p:spPr>
      </p:sp>
      <p:sp>
        <p:nvSpPr>
          <p:cNvPr id="16" name="Shape 100">
            <a:extLst>
              <a:ext uri="{FF2B5EF4-FFF2-40B4-BE49-F238E27FC236}">
                <a16:creationId xmlns:a16="http://schemas.microsoft.com/office/drawing/2014/main" id="{55222D74-FBA3-F640-CF63-CB8932CE0BC1}"/>
              </a:ext>
            </a:extLst>
          </p:cNvPr>
          <p:cNvSpPr/>
          <p:nvPr/>
        </p:nvSpPr>
        <p:spPr>
          <a:xfrm>
            <a:off x="6235668" y="6368667"/>
            <a:ext cx="660397" cy="165079"/>
          </a:xfrm>
          <a:prstGeom prst="rect">
            <a:avLst/>
          </a:prstGeom>
          <a:solidFill>
            <a:srgbClr val="FFFFFF">
              <a:alpha val="100000"/>
            </a:srgbClr>
          </a:solidFill>
          <a:ln/>
        </p:spPr>
      </p:sp>
      <p:sp>
        <p:nvSpPr>
          <p:cNvPr id="17" name="Shape 101">
            <a:extLst>
              <a:ext uri="{FF2B5EF4-FFF2-40B4-BE49-F238E27FC236}">
                <a16:creationId xmlns:a16="http://schemas.microsoft.com/office/drawing/2014/main" id="{9EA8102C-55C6-9DB3-2098-E71EE4908A59}"/>
              </a:ext>
            </a:extLst>
          </p:cNvPr>
          <p:cNvSpPr/>
          <p:nvPr/>
        </p:nvSpPr>
        <p:spPr>
          <a:xfrm>
            <a:off x="6311868" y="6400413"/>
            <a:ext cx="101599" cy="101587"/>
          </a:xfrm>
          <a:prstGeom prst="rect">
            <a:avLst/>
          </a:prstGeom>
          <a:solidFill>
            <a:schemeClr val="accent5"/>
          </a:solidFill>
          <a:ln/>
        </p:spPr>
      </p:sp>
      <p:sp>
        <p:nvSpPr>
          <p:cNvPr id="18" name="Text 102">
            <a:extLst>
              <a:ext uri="{FF2B5EF4-FFF2-40B4-BE49-F238E27FC236}">
                <a16:creationId xmlns:a16="http://schemas.microsoft.com/office/drawing/2014/main" id="{81949E0A-6F20-908D-1D10-2802B4463485}"/>
              </a:ext>
            </a:extLst>
          </p:cNvPr>
          <p:cNvSpPr/>
          <p:nvPr/>
        </p:nvSpPr>
        <p:spPr>
          <a:xfrm>
            <a:off x="6451567" y="6400413"/>
            <a:ext cx="402165"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1</a:t>
            </a:r>
            <a:endParaRPr lang="en-US" sz="800" dirty="0"/>
          </a:p>
        </p:txBody>
      </p:sp>
      <p:sp>
        <p:nvSpPr>
          <p:cNvPr id="19" name="Shape 103">
            <a:extLst>
              <a:ext uri="{FF2B5EF4-FFF2-40B4-BE49-F238E27FC236}">
                <a16:creationId xmlns:a16="http://schemas.microsoft.com/office/drawing/2014/main" id="{E0FA9A13-770C-1D35-8401-E5C28E52180F}"/>
              </a:ext>
            </a:extLst>
          </p:cNvPr>
          <p:cNvSpPr/>
          <p:nvPr/>
        </p:nvSpPr>
        <p:spPr>
          <a:xfrm>
            <a:off x="6921464" y="6368667"/>
            <a:ext cx="698497" cy="165079"/>
          </a:xfrm>
          <a:prstGeom prst="rect">
            <a:avLst/>
          </a:prstGeom>
          <a:solidFill>
            <a:srgbClr val="FFFFFF">
              <a:alpha val="100000"/>
            </a:srgbClr>
          </a:solidFill>
          <a:ln/>
        </p:spPr>
      </p:sp>
      <p:sp>
        <p:nvSpPr>
          <p:cNvPr id="20" name="Shape 104">
            <a:extLst>
              <a:ext uri="{FF2B5EF4-FFF2-40B4-BE49-F238E27FC236}">
                <a16:creationId xmlns:a16="http://schemas.microsoft.com/office/drawing/2014/main" id="{49078635-9890-12EB-F0E3-5E66C32B1B4C}"/>
              </a:ext>
            </a:extLst>
          </p:cNvPr>
          <p:cNvSpPr/>
          <p:nvPr/>
        </p:nvSpPr>
        <p:spPr>
          <a:xfrm>
            <a:off x="6997664" y="6400413"/>
            <a:ext cx="101599" cy="101587"/>
          </a:xfrm>
          <a:prstGeom prst="rect">
            <a:avLst/>
          </a:prstGeom>
          <a:solidFill>
            <a:srgbClr val="D5BFED"/>
          </a:solidFill>
          <a:ln/>
        </p:spPr>
      </p:sp>
      <p:sp>
        <p:nvSpPr>
          <p:cNvPr id="21" name="Text 105">
            <a:extLst>
              <a:ext uri="{FF2B5EF4-FFF2-40B4-BE49-F238E27FC236}">
                <a16:creationId xmlns:a16="http://schemas.microsoft.com/office/drawing/2014/main" id="{5F8390EE-90EA-64D0-E125-A6D9648028DF}"/>
              </a:ext>
            </a:extLst>
          </p:cNvPr>
          <p:cNvSpPr/>
          <p:nvPr/>
        </p:nvSpPr>
        <p:spPr>
          <a:xfrm>
            <a:off x="7137363" y="6400413"/>
            <a:ext cx="440264"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2</a:t>
            </a:r>
            <a:endParaRPr lang="en-US" sz="800" dirty="0"/>
          </a:p>
        </p:txBody>
      </p:sp>
      <p:sp>
        <p:nvSpPr>
          <p:cNvPr id="22" name="Shape 106">
            <a:extLst>
              <a:ext uri="{FF2B5EF4-FFF2-40B4-BE49-F238E27FC236}">
                <a16:creationId xmlns:a16="http://schemas.microsoft.com/office/drawing/2014/main" id="{1E5C0A41-B9DD-EB82-26EF-652A92427862}"/>
              </a:ext>
            </a:extLst>
          </p:cNvPr>
          <p:cNvSpPr/>
          <p:nvPr/>
        </p:nvSpPr>
        <p:spPr>
          <a:xfrm>
            <a:off x="7645360" y="6368667"/>
            <a:ext cx="698497" cy="165079"/>
          </a:xfrm>
          <a:prstGeom prst="rect">
            <a:avLst/>
          </a:prstGeom>
          <a:solidFill>
            <a:srgbClr val="FFFFFF">
              <a:alpha val="100000"/>
            </a:srgbClr>
          </a:solidFill>
          <a:ln/>
        </p:spPr>
      </p:sp>
      <p:sp>
        <p:nvSpPr>
          <p:cNvPr id="23" name="Shape 107">
            <a:extLst>
              <a:ext uri="{FF2B5EF4-FFF2-40B4-BE49-F238E27FC236}">
                <a16:creationId xmlns:a16="http://schemas.microsoft.com/office/drawing/2014/main" id="{B2E50ED3-9D9F-2E1A-4196-93708D102E5D}"/>
              </a:ext>
            </a:extLst>
          </p:cNvPr>
          <p:cNvSpPr/>
          <p:nvPr/>
        </p:nvSpPr>
        <p:spPr>
          <a:xfrm>
            <a:off x="7721560" y="6400413"/>
            <a:ext cx="101599" cy="101587"/>
          </a:xfrm>
          <a:prstGeom prst="rect">
            <a:avLst/>
          </a:prstGeom>
          <a:solidFill>
            <a:srgbClr val="7D70EF"/>
          </a:solidFill>
          <a:ln/>
        </p:spPr>
      </p:sp>
      <p:sp>
        <p:nvSpPr>
          <p:cNvPr id="24" name="Text 108">
            <a:extLst>
              <a:ext uri="{FF2B5EF4-FFF2-40B4-BE49-F238E27FC236}">
                <a16:creationId xmlns:a16="http://schemas.microsoft.com/office/drawing/2014/main" id="{D381D8AE-7C3D-AE8B-3D0B-153B1495579A}"/>
              </a:ext>
            </a:extLst>
          </p:cNvPr>
          <p:cNvSpPr/>
          <p:nvPr/>
        </p:nvSpPr>
        <p:spPr>
          <a:xfrm>
            <a:off x="7861259" y="6400413"/>
            <a:ext cx="440264"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3</a:t>
            </a:r>
            <a:endParaRPr lang="en-US" sz="800" dirty="0"/>
          </a:p>
        </p:txBody>
      </p:sp>
      <p:sp>
        <p:nvSpPr>
          <p:cNvPr id="25" name="Shape 109">
            <a:extLst>
              <a:ext uri="{FF2B5EF4-FFF2-40B4-BE49-F238E27FC236}">
                <a16:creationId xmlns:a16="http://schemas.microsoft.com/office/drawing/2014/main" id="{CFC402BF-0420-228B-3C4C-FDF289861510}"/>
              </a:ext>
            </a:extLst>
          </p:cNvPr>
          <p:cNvSpPr/>
          <p:nvPr/>
        </p:nvSpPr>
        <p:spPr>
          <a:xfrm>
            <a:off x="8369257" y="6368667"/>
            <a:ext cx="698497" cy="165079"/>
          </a:xfrm>
          <a:prstGeom prst="rect">
            <a:avLst/>
          </a:prstGeom>
          <a:solidFill>
            <a:srgbClr val="FFFFFF">
              <a:alpha val="100000"/>
            </a:srgbClr>
          </a:solidFill>
          <a:ln/>
        </p:spPr>
      </p:sp>
      <p:sp>
        <p:nvSpPr>
          <p:cNvPr id="26" name="Shape 110">
            <a:extLst>
              <a:ext uri="{FF2B5EF4-FFF2-40B4-BE49-F238E27FC236}">
                <a16:creationId xmlns:a16="http://schemas.microsoft.com/office/drawing/2014/main" id="{113BCE54-BFCD-38F2-19AF-7A89A8BF6EC3}"/>
              </a:ext>
            </a:extLst>
          </p:cNvPr>
          <p:cNvSpPr/>
          <p:nvPr/>
        </p:nvSpPr>
        <p:spPr>
          <a:xfrm>
            <a:off x="8445456" y="6400413"/>
            <a:ext cx="101599" cy="101587"/>
          </a:xfrm>
          <a:prstGeom prst="rect">
            <a:avLst/>
          </a:prstGeom>
          <a:solidFill>
            <a:srgbClr val="FFA4A3"/>
          </a:solidFill>
          <a:ln/>
        </p:spPr>
      </p:sp>
      <p:sp>
        <p:nvSpPr>
          <p:cNvPr id="27" name="Text 111">
            <a:extLst>
              <a:ext uri="{FF2B5EF4-FFF2-40B4-BE49-F238E27FC236}">
                <a16:creationId xmlns:a16="http://schemas.microsoft.com/office/drawing/2014/main" id="{4F714EB4-DF58-2539-7DCB-AF9429CBD11A}"/>
              </a:ext>
            </a:extLst>
          </p:cNvPr>
          <p:cNvSpPr/>
          <p:nvPr/>
        </p:nvSpPr>
        <p:spPr>
          <a:xfrm>
            <a:off x="8585156" y="6400413"/>
            <a:ext cx="440264"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4</a:t>
            </a:r>
            <a:endParaRPr lang="en-US" sz="800" dirty="0"/>
          </a:p>
        </p:txBody>
      </p:sp>
      <p:sp>
        <p:nvSpPr>
          <p:cNvPr id="28" name="Text 112">
            <a:extLst>
              <a:ext uri="{FF2B5EF4-FFF2-40B4-BE49-F238E27FC236}">
                <a16:creationId xmlns:a16="http://schemas.microsoft.com/office/drawing/2014/main" id="{605C3978-2D24-C55D-8F99-43645742F006}"/>
              </a:ext>
            </a:extLst>
          </p:cNvPr>
          <p:cNvSpPr/>
          <p:nvPr/>
        </p:nvSpPr>
        <p:spPr>
          <a:xfrm>
            <a:off x="4775176" y="1355489"/>
            <a:ext cx="1236127"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График 1</a:t>
            </a:r>
            <a:endParaRPr lang="en-US" sz="1000" dirty="0"/>
          </a:p>
        </p:txBody>
      </p:sp>
      <p:sp>
        <p:nvSpPr>
          <p:cNvPr id="30" name="Text 13">
            <a:extLst>
              <a:ext uri="{FF2B5EF4-FFF2-40B4-BE49-F238E27FC236}">
                <a16:creationId xmlns:a16="http://schemas.microsoft.com/office/drawing/2014/main" id="{9192E93A-31BB-6ECF-E9CB-B457109F2786}"/>
              </a:ext>
            </a:extLst>
          </p:cNvPr>
          <p:cNvSpPr/>
          <p:nvPr/>
        </p:nvSpPr>
        <p:spPr>
          <a:xfrm>
            <a:off x="4775175" y="6387715"/>
            <a:ext cx="645580" cy="182010"/>
          </a:xfrm>
          <a:prstGeom prst="rect">
            <a:avLst/>
          </a:prstGeom>
          <a:noFill/>
          <a:ln/>
        </p:spPr>
        <p:txBody>
          <a:bodyPr wrap="square" lIns="0" tIns="0" rIns="0" bIns="0" rtlCol="0" anchor="t"/>
          <a:lstStyle/>
          <a:p>
            <a:pPr>
              <a:lnSpc>
                <a:spcPts val="1100"/>
              </a:lnSpc>
            </a:pPr>
            <a:r>
              <a:rPr lang="en-US" sz="1000" dirty="0">
                <a:solidFill>
                  <a:srgbClr val="000000">
                    <a:alpha val="45000"/>
                  </a:srgbClr>
                </a:solidFill>
                <a:latin typeface="Stapel" panose="020B0504020202020204" pitchFamily="34" charset="-52"/>
                <a:ea typeface="Stapel" pitchFamily="34" charset="-122"/>
                <a:cs typeface="Stapel" pitchFamily="34" charset="-120"/>
              </a:rPr>
              <a:t>Источник:</a:t>
            </a:r>
            <a:endParaRPr lang="en-US" sz="1000" dirty="0"/>
          </a:p>
        </p:txBody>
      </p:sp>
      <p:sp>
        <p:nvSpPr>
          <p:cNvPr id="31" name="Заголовок 30">
            <a:extLst>
              <a:ext uri="{FF2B5EF4-FFF2-40B4-BE49-F238E27FC236}">
                <a16:creationId xmlns:a16="http://schemas.microsoft.com/office/drawing/2014/main" id="{B5359C47-9608-32D2-95AF-D3BB2D3691CA}"/>
              </a:ext>
            </a:extLst>
          </p:cNvPr>
          <p:cNvSpPr>
            <a:spLocks noGrp="1"/>
          </p:cNvSpPr>
          <p:nvPr>
            <p:ph type="title"/>
          </p:nvPr>
        </p:nvSpPr>
        <p:spPr/>
        <p:txBody>
          <a:bodyPr/>
          <a:lstStyle/>
          <a:p>
            <a:r>
              <a:rPr lang="ru-RU" dirty="0"/>
              <a:t>Текст с графиком</a:t>
            </a:r>
          </a:p>
        </p:txBody>
      </p:sp>
    </p:spTree>
    <p:extLst>
      <p:ext uri="{BB962C8B-B14F-4D97-AF65-F5344CB8AC3E}">
        <p14:creationId xmlns:p14="http://schemas.microsoft.com/office/powerpoint/2010/main" val="37208485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Object 2">
            <a:extLst>
              <a:ext uri="{FF2B5EF4-FFF2-40B4-BE49-F238E27FC236}">
                <a16:creationId xmlns:a16="http://schemas.microsoft.com/office/drawing/2014/main" id="{5552DE80-C99B-6416-7918-02DA6454BAF8}"/>
              </a:ext>
            </a:extLst>
          </p:cNvPr>
          <p:cNvGraphicFramePr>
            <a:graphicFrameLocks/>
          </p:cNvGraphicFramePr>
          <p:nvPr/>
        </p:nvGraphicFramePr>
        <p:xfrm>
          <a:off x="4221076" y="1321075"/>
          <a:ext cx="7812000" cy="5176525"/>
        </p:xfrm>
        <a:graphic>
          <a:graphicData uri="http://schemas.openxmlformats.org/drawingml/2006/chart">
            <c:chart xmlns:c="http://schemas.openxmlformats.org/drawingml/2006/chart" xmlns:r="http://schemas.openxmlformats.org/officeDocument/2006/relationships" r:id="rId2"/>
          </a:graphicData>
        </a:graphic>
      </p:graphicFrame>
      <p:sp>
        <p:nvSpPr>
          <p:cNvPr id="3" name="Номер слайда 2">
            <a:extLst>
              <a:ext uri="{FF2B5EF4-FFF2-40B4-BE49-F238E27FC236}">
                <a16:creationId xmlns:a16="http://schemas.microsoft.com/office/drawing/2014/main" id="{ED679E89-10BA-DA1B-7212-E2FAB8E04B8C}"/>
              </a:ext>
            </a:extLst>
          </p:cNvPr>
          <p:cNvSpPr>
            <a:spLocks noGrp="1"/>
          </p:cNvSpPr>
          <p:nvPr>
            <p:ph type="sldNum" sz="quarter" idx="4"/>
          </p:nvPr>
        </p:nvSpPr>
        <p:spPr/>
        <p:txBody>
          <a:bodyPr/>
          <a:lstStyle/>
          <a:p>
            <a:fld id="{13FB4C0F-BB20-4298-B11D-AEB97E17A107}" type="slidenum">
              <a:rPr lang="ru-RU" smtClean="0"/>
              <a:pPr/>
              <a:t>47</a:t>
            </a:fld>
            <a:endParaRPr lang="ru-RU" dirty="0"/>
          </a:p>
        </p:txBody>
      </p:sp>
      <p:sp>
        <p:nvSpPr>
          <p:cNvPr id="5" name="Shape 2">
            <a:extLst>
              <a:ext uri="{FF2B5EF4-FFF2-40B4-BE49-F238E27FC236}">
                <a16:creationId xmlns:a16="http://schemas.microsoft.com/office/drawing/2014/main" id="{4DB7E2B9-D659-426E-E8AD-E4EBCA26E4BB}"/>
              </a:ext>
            </a:extLst>
          </p:cNvPr>
          <p:cNvSpPr/>
          <p:nvPr/>
        </p:nvSpPr>
        <p:spPr>
          <a:xfrm>
            <a:off x="355598" y="1067108"/>
            <a:ext cx="3759181" cy="5434892"/>
          </a:xfrm>
          <a:prstGeom prst="rect">
            <a:avLst/>
          </a:prstGeom>
          <a:solidFill>
            <a:srgbClr val="F5F4F4">
              <a:alpha val="100000"/>
            </a:srgbClr>
          </a:solidFill>
          <a:ln/>
        </p:spPr>
      </p:sp>
      <p:sp>
        <p:nvSpPr>
          <p:cNvPr id="6" name="Text 3">
            <a:extLst>
              <a:ext uri="{FF2B5EF4-FFF2-40B4-BE49-F238E27FC236}">
                <a16:creationId xmlns:a16="http://schemas.microsoft.com/office/drawing/2014/main" id="{2CA88164-C2D4-6F4D-CE2A-C443B021533D}"/>
              </a:ext>
            </a:extLst>
          </p:cNvPr>
          <p:cNvSpPr/>
          <p:nvPr/>
        </p:nvSpPr>
        <p:spPr>
          <a:xfrm>
            <a:off x="609597" y="1321075"/>
            <a:ext cx="1386409" cy="364019"/>
          </a:xfrm>
          <a:prstGeom prst="rect">
            <a:avLst/>
          </a:prstGeom>
          <a:noFill/>
          <a:ln/>
        </p:spPr>
        <p:txBody>
          <a:bodyPr wrap="square" lIns="0" tIns="0" rIns="0" bIns="0" rtlCol="0" anchor="t"/>
          <a:lstStyle/>
          <a:p>
            <a:pPr>
              <a:lnSpc>
                <a:spcPts val="2200"/>
              </a:lnSpc>
            </a:pPr>
            <a:r>
              <a:rPr lang="en-US" sz="2000" dirty="0">
                <a:solidFill>
                  <a:srgbClr val="000000">
                    <a:alpha val="100000"/>
                  </a:srgbClr>
                </a:solidFill>
                <a:ea typeface="Stapel" pitchFamily="34" charset="-122"/>
                <a:cs typeface="Stapel" pitchFamily="34" charset="-120"/>
              </a:rPr>
              <a:t>Заголовок</a:t>
            </a:r>
            <a:endParaRPr lang="en-US" sz="2000" dirty="0"/>
          </a:p>
        </p:txBody>
      </p:sp>
      <p:sp>
        <p:nvSpPr>
          <p:cNvPr id="7" name="Text 4">
            <a:extLst>
              <a:ext uri="{FF2B5EF4-FFF2-40B4-BE49-F238E27FC236}">
                <a16:creationId xmlns:a16="http://schemas.microsoft.com/office/drawing/2014/main" id="{4240D343-EEAD-5F66-EA0A-869E7A9B9359}"/>
              </a:ext>
            </a:extLst>
          </p:cNvPr>
          <p:cNvSpPr/>
          <p:nvPr/>
        </p:nvSpPr>
        <p:spPr>
          <a:xfrm>
            <a:off x="609597" y="1854405"/>
            <a:ext cx="1104894"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Подзаголовок</a:t>
            </a:r>
            <a:endParaRPr lang="en-US" sz="1200" dirty="0"/>
          </a:p>
        </p:txBody>
      </p:sp>
      <p:sp>
        <p:nvSpPr>
          <p:cNvPr id="8" name="Text 5">
            <a:extLst>
              <a:ext uri="{FF2B5EF4-FFF2-40B4-BE49-F238E27FC236}">
                <a16:creationId xmlns:a16="http://schemas.microsoft.com/office/drawing/2014/main" id="{36CFD48C-05EB-5CC9-E926-D9E07F41F8DF}"/>
              </a:ext>
            </a:extLst>
          </p:cNvPr>
          <p:cNvSpPr/>
          <p:nvPr/>
        </p:nvSpPr>
        <p:spPr>
          <a:xfrm>
            <a:off x="609597" y="3771855"/>
            <a:ext cx="1104894"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Подзаголовок</a:t>
            </a:r>
            <a:endParaRPr lang="en-US" sz="1200" dirty="0"/>
          </a:p>
        </p:txBody>
      </p:sp>
      <p:sp>
        <p:nvSpPr>
          <p:cNvPr id="9" name="Text 6">
            <a:extLst>
              <a:ext uri="{FF2B5EF4-FFF2-40B4-BE49-F238E27FC236}">
                <a16:creationId xmlns:a16="http://schemas.microsoft.com/office/drawing/2014/main" id="{446CBE89-41D0-5DC1-C84E-739853709345}"/>
              </a:ext>
            </a:extLst>
          </p:cNvPr>
          <p:cNvSpPr/>
          <p:nvPr/>
        </p:nvSpPr>
        <p:spPr>
          <a:xfrm>
            <a:off x="609597" y="2121071"/>
            <a:ext cx="3293516" cy="1439146"/>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nam possit aliquip  delectus no. Cum cu audire viderer, maiorum officiis liberavisse mea et, tale contentiones voluptatibus ea est. Errem dissentias qui te, te sint quaerendum vel. Sed ne utroque invidunt similique, ne nostro eloquentiam signiferumque.</a:t>
            </a:r>
            <a:endParaRPr lang="en-US" sz="1000" dirty="0"/>
          </a:p>
        </p:txBody>
      </p:sp>
      <p:sp>
        <p:nvSpPr>
          <p:cNvPr id="10" name="Text 7">
            <a:extLst>
              <a:ext uri="{FF2B5EF4-FFF2-40B4-BE49-F238E27FC236}">
                <a16:creationId xmlns:a16="http://schemas.microsoft.com/office/drawing/2014/main" id="{A7B2295C-53BB-A90C-6036-B667A0F27D2E}"/>
              </a:ext>
            </a:extLst>
          </p:cNvPr>
          <p:cNvSpPr/>
          <p:nvPr/>
        </p:nvSpPr>
        <p:spPr>
          <a:xfrm>
            <a:off x="609597" y="4038521"/>
            <a:ext cx="3293516"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Cum cu audire viderer, maiorum officiis liberavisse mea et, tale contentiones voluptatibus ea est. Errem dissentias qui te, te sint quaerendum vel. Sed ne utroque invidunt similique, ne nostro eloquentiam signiferumque.</a:t>
            </a:r>
            <a:endParaRPr lang="en-US" sz="1000" dirty="0"/>
          </a:p>
        </p:txBody>
      </p:sp>
      <p:sp>
        <p:nvSpPr>
          <p:cNvPr id="11" name="Shape 8">
            <a:extLst>
              <a:ext uri="{FF2B5EF4-FFF2-40B4-BE49-F238E27FC236}">
                <a16:creationId xmlns:a16="http://schemas.microsoft.com/office/drawing/2014/main" id="{4366EC37-1904-4544-55FD-BAD496588F5B}"/>
              </a:ext>
            </a:extLst>
          </p:cNvPr>
          <p:cNvSpPr/>
          <p:nvPr/>
        </p:nvSpPr>
        <p:spPr>
          <a:xfrm>
            <a:off x="609597" y="4889310"/>
            <a:ext cx="3251183" cy="1041264"/>
          </a:xfrm>
          <a:prstGeom prst="rect">
            <a:avLst/>
          </a:prstGeom>
          <a:noFill/>
          <a:ln/>
        </p:spPr>
      </p:sp>
      <p:sp>
        <p:nvSpPr>
          <p:cNvPr id="12" name="Text 9">
            <a:extLst>
              <a:ext uri="{FF2B5EF4-FFF2-40B4-BE49-F238E27FC236}">
                <a16:creationId xmlns:a16="http://schemas.microsoft.com/office/drawing/2014/main" id="{C4FD205F-6E92-E8DC-9255-DF0DD4A32E26}"/>
              </a:ext>
            </a:extLst>
          </p:cNvPr>
          <p:cNvSpPr/>
          <p:nvPr/>
        </p:nvSpPr>
        <p:spPr>
          <a:xfrm>
            <a:off x="609597" y="4889310"/>
            <a:ext cx="3293516" cy="321692"/>
          </a:xfrm>
          <a:prstGeom prst="rect">
            <a:avLst/>
          </a:prstGeom>
          <a:noFill/>
          <a:ln/>
        </p:spPr>
        <p:txBody>
          <a:bodyPr wrap="square" lIns="0" tIns="0" rIns="0" bIns="0" rtlCol="0" anchor="t"/>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p:txBody>
      </p:sp>
      <p:sp>
        <p:nvSpPr>
          <p:cNvPr id="13" name="Text 10">
            <a:extLst>
              <a:ext uri="{FF2B5EF4-FFF2-40B4-BE49-F238E27FC236}">
                <a16:creationId xmlns:a16="http://schemas.microsoft.com/office/drawing/2014/main" id="{9E059B59-C5AC-A7EA-8636-729125847796}"/>
              </a:ext>
            </a:extLst>
          </p:cNvPr>
          <p:cNvSpPr/>
          <p:nvPr/>
        </p:nvSpPr>
        <p:spPr>
          <a:xfrm>
            <a:off x="609597" y="5270260"/>
            <a:ext cx="3293516" cy="321692"/>
          </a:xfrm>
          <a:prstGeom prst="rect">
            <a:avLst/>
          </a:prstGeom>
          <a:noFill/>
          <a:ln/>
        </p:spPr>
        <p:txBody>
          <a:bodyPr wrap="square" lIns="0" tIns="0" rIns="0" bIns="0" rtlCol="0" anchor="t"/>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p:txBody>
      </p:sp>
      <p:sp>
        <p:nvSpPr>
          <p:cNvPr id="14" name="Text 11">
            <a:extLst>
              <a:ext uri="{FF2B5EF4-FFF2-40B4-BE49-F238E27FC236}">
                <a16:creationId xmlns:a16="http://schemas.microsoft.com/office/drawing/2014/main" id="{953EFEDC-8001-1C75-EE34-B3123B0B8306}"/>
              </a:ext>
            </a:extLst>
          </p:cNvPr>
          <p:cNvSpPr/>
          <p:nvPr/>
        </p:nvSpPr>
        <p:spPr>
          <a:xfrm>
            <a:off x="609597" y="5651211"/>
            <a:ext cx="3293516" cy="321692"/>
          </a:xfrm>
          <a:prstGeom prst="rect">
            <a:avLst/>
          </a:prstGeom>
          <a:noFill/>
          <a:ln/>
        </p:spPr>
        <p:txBody>
          <a:bodyPr wrap="square" lIns="0" tIns="0" rIns="0" bIns="0" rtlCol="0" anchor="t"/>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p:txBody>
      </p:sp>
      <p:sp>
        <p:nvSpPr>
          <p:cNvPr id="15" name="Shape 99">
            <a:extLst>
              <a:ext uri="{FF2B5EF4-FFF2-40B4-BE49-F238E27FC236}">
                <a16:creationId xmlns:a16="http://schemas.microsoft.com/office/drawing/2014/main" id="{AC6EBC64-42D0-9CA8-4758-C9301F690A4C}"/>
              </a:ext>
            </a:extLst>
          </p:cNvPr>
          <p:cNvSpPr/>
          <p:nvPr/>
        </p:nvSpPr>
        <p:spPr>
          <a:xfrm>
            <a:off x="6235668" y="6368667"/>
            <a:ext cx="2832085" cy="165079"/>
          </a:xfrm>
          <a:prstGeom prst="rect">
            <a:avLst/>
          </a:prstGeom>
          <a:noFill/>
          <a:ln/>
        </p:spPr>
      </p:sp>
      <p:sp>
        <p:nvSpPr>
          <p:cNvPr id="16" name="Shape 100">
            <a:extLst>
              <a:ext uri="{FF2B5EF4-FFF2-40B4-BE49-F238E27FC236}">
                <a16:creationId xmlns:a16="http://schemas.microsoft.com/office/drawing/2014/main" id="{55222D74-FBA3-F640-CF63-CB8932CE0BC1}"/>
              </a:ext>
            </a:extLst>
          </p:cNvPr>
          <p:cNvSpPr/>
          <p:nvPr/>
        </p:nvSpPr>
        <p:spPr>
          <a:xfrm>
            <a:off x="6235668" y="6368667"/>
            <a:ext cx="660397" cy="165079"/>
          </a:xfrm>
          <a:prstGeom prst="rect">
            <a:avLst/>
          </a:prstGeom>
          <a:solidFill>
            <a:srgbClr val="FFFFFF">
              <a:alpha val="100000"/>
            </a:srgbClr>
          </a:solidFill>
          <a:ln/>
        </p:spPr>
      </p:sp>
      <p:sp>
        <p:nvSpPr>
          <p:cNvPr id="17" name="Shape 101">
            <a:extLst>
              <a:ext uri="{FF2B5EF4-FFF2-40B4-BE49-F238E27FC236}">
                <a16:creationId xmlns:a16="http://schemas.microsoft.com/office/drawing/2014/main" id="{9EA8102C-55C6-9DB3-2098-E71EE4908A59}"/>
              </a:ext>
            </a:extLst>
          </p:cNvPr>
          <p:cNvSpPr/>
          <p:nvPr/>
        </p:nvSpPr>
        <p:spPr>
          <a:xfrm>
            <a:off x="6311868" y="6400413"/>
            <a:ext cx="101599" cy="101587"/>
          </a:xfrm>
          <a:prstGeom prst="rect">
            <a:avLst/>
          </a:prstGeom>
          <a:solidFill>
            <a:srgbClr val="EF80BB"/>
          </a:solidFill>
          <a:ln/>
        </p:spPr>
      </p:sp>
      <p:sp>
        <p:nvSpPr>
          <p:cNvPr id="18" name="Text 102">
            <a:extLst>
              <a:ext uri="{FF2B5EF4-FFF2-40B4-BE49-F238E27FC236}">
                <a16:creationId xmlns:a16="http://schemas.microsoft.com/office/drawing/2014/main" id="{81949E0A-6F20-908D-1D10-2802B4463485}"/>
              </a:ext>
            </a:extLst>
          </p:cNvPr>
          <p:cNvSpPr/>
          <p:nvPr/>
        </p:nvSpPr>
        <p:spPr>
          <a:xfrm>
            <a:off x="6451567" y="6400413"/>
            <a:ext cx="402165"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1</a:t>
            </a:r>
            <a:endParaRPr lang="en-US" sz="800" dirty="0"/>
          </a:p>
        </p:txBody>
      </p:sp>
      <p:sp>
        <p:nvSpPr>
          <p:cNvPr id="19" name="Shape 103">
            <a:extLst>
              <a:ext uri="{FF2B5EF4-FFF2-40B4-BE49-F238E27FC236}">
                <a16:creationId xmlns:a16="http://schemas.microsoft.com/office/drawing/2014/main" id="{E0FA9A13-770C-1D35-8401-E5C28E52180F}"/>
              </a:ext>
            </a:extLst>
          </p:cNvPr>
          <p:cNvSpPr/>
          <p:nvPr/>
        </p:nvSpPr>
        <p:spPr>
          <a:xfrm>
            <a:off x="6921464" y="6368667"/>
            <a:ext cx="698497" cy="165079"/>
          </a:xfrm>
          <a:prstGeom prst="rect">
            <a:avLst/>
          </a:prstGeom>
          <a:solidFill>
            <a:srgbClr val="FFFFFF">
              <a:alpha val="100000"/>
            </a:srgbClr>
          </a:solidFill>
          <a:ln/>
        </p:spPr>
      </p:sp>
      <p:sp>
        <p:nvSpPr>
          <p:cNvPr id="20" name="Shape 104">
            <a:extLst>
              <a:ext uri="{FF2B5EF4-FFF2-40B4-BE49-F238E27FC236}">
                <a16:creationId xmlns:a16="http://schemas.microsoft.com/office/drawing/2014/main" id="{49078635-9890-12EB-F0E3-5E66C32B1B4C}"/>
              </a:ext>
            </a:extLst>
          </p:cNvPr>
          <p:cNvSpPr/>
          <p:nvPr/>
        </p:nvSpPr>
        <p:spPr>
          <a:xfrm>
            <a:off x="6997664" y="6400413"/>
            <a:ext cx="101599" cy="101587"/>
          </a:xfrm>
          <a:prstGeom prst="rect">
            <a:avLst/>
          </a:prstGeom>
          <a:solidFill>
            <a:srgbClr val="ACC4FE"/>
          </a:solidFill>
          <a:ln/>
        </p:spPr>
      </p:sp>
      <p:sp>
        <p:nvSpPr>
          <p:cNvPr id="21" name="Text 105">
            <a:extLst>
              <a:ext uri="{FF2B5EF4-FFF2-40B4-BE49-F238E27FC236}">
                <a16:creationId xmlns:a16="http://schemas.microsoft.com/office/drawing/2014/main" id="{5F8390EE-90EA-64D0-E125-A6D9648028DF}"/>
              </a:ext>
            </a:extLst>
          </p:cNvPr>
          <p:cNvSpPr/>
          <p:nvPr/>
        </p:nvSpPr>
        <p:spPr>
          <a:xfrm>
            <a:off x="7137363" y="6400413"/>
            <a:ext cx="440264"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2</a:t>
            </a:r>
            <a:endParaRPr lang="en-US" sz="800" dirty="0"/>
          </a:p>
        </p:txBody>
      </p:sp>
      <p:sp>
        <p:nvSpPr>
          <p:cNvPr id="22" name="Shape 106">
            <a:extLst>
              <a:ext uri="{FF2B5EF4-FFF2-40B4-BE49-F238E27FC236}">
                <a16:creationId xmlns:a16="http://schemas.microsoft.com/office/drawing/2014/main" id="{1E5C0A41-B9DD-EB82-26EF-652A92427862}"/>
              </a:ext>
            </a:extLst>
          </p:cNvPr>
          <p:cNvSpPr/>
          <p:nvPr/>
        </p:nvSpPr>
        <p:spPr>
          <a:xfrm>
            <a:off x="7645360" y="6368667"/>
            <a:ext cx="698497" cy="165079"/>
          </a:xfrm>
          <a:prstGeom prst="rect">
            <a:avLst/>
          </a:prstGeom>
          <a:solidFill>
            <a:srgbClr val="FFFFFF">
              <a:alpha val="100000"/>
            </a:srgbClr>
          </a:solidFill>
          <a:ln/>
        </p:spPr>
      </p:sp>
      <p:sp>
        <p:nvSpPr>
          <p:cNvPr id="23" name="Shape 107">
            <a:extLst>
              <a:ext uri="{FF2B5EF4-FFF2-40B4-BE49-F238E27FC236}">
                <a16:creationId xmlns:a16="http://schemas.microsoft.com/office/drawing/2014/main" id="{B2E50ED3-9D9F-2E1A-4196-93708D102E5D}"/>
              </a:ext>
            </a:extLst>
          </p:cNvPr>
          <p:cNvSpPr/>
          <p:nvPr/>
        </p:nvSpPr>
        <p:spPr>
          <a:xfrm>
            <a:off x="7721560" y="6400413"/>
            <a:ext cx="101599" cy="101587"/>
          </a:xfrm>
          <a:prstGeom prst="rect">
            <a:avLst/>
          </a:prstGeom>
          <a:solidFill>
            <a:srgbClr val="722BC3"/>
          </a:solidFill>
          <a:ln/>
        </p:spPr>
      </p:sp>
      <p:sp>
        <p:nvSpPr>
          <p:cNvPr id="24" name="Text 108">
            <a:extLst>
              <a:ext uri="{FF2B5EF4-FFF2-40B4-BE49-F238E27FC236}">
                <a16:creationId xmlns:a16="http://schemas.microsoft.com/office/drawing/2014/main" id="{D381D8AE-7C3D-AE8B-3D0B-153B1495579A}"/>
              </a:ext>
            </a:extLst>
          </p:cNvPr>
          <p:cNvSpPr/>
          <p:nvPr/>
        </p:nvSpPr>
        <p:spPr>
          <a:xfrm>
            <a:off x="7861259" y="6400413"/>
            <a:ext cx="440264"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3</a:t>
            </a:r>
            <a:endParaRPr lang="en-US" sz="800" dirty="0"/>
          </a:p>
        </p:txBody>
      </p:sp>
      <p:sp>
        <p:nvSpPr>
          <p:cNvPr id="25" name="Shape 109">
            <a:extLst>
              <a:ext uri="{FF2B5EF4-FFF2-40B4-BE49-F238E27FC236}">
                <a16:creationId xmlns:a16="http://schemas.microsoft.com/office/drawing/2014/main" id="{CFC402BF-0420-228B-3C4C-FDF289861510}"/>
              </a:ext>
            </a:extLst>
          </p:cNvPr>
          <p:cNvSpPr/>
          <p:nvPr/>
        </p:nvSpPr>
        <p:spPr>
          <a:xfrm>
            <a:off x="8369257" y="6368667"/>
            <a:ext cx="698497" cy="165079"/>
          </a:xfrm>
          <a:prstGeom prst="rect">
            <a:avLst/>
          </a:prstGeom>
          <a:solidFill>
            <a:srgbClr val="FFFFFF">
              <a:alpha val="100000"/>
            </a:srgbClr>
          </a:solidFill>
          <a:ln/>
        </p:spPr>
      </p:sp>
      <p:sp>
        <p:nvSpPr>
          <p:cNvPr id="26" name="Shape 110">
            <a:extLst>
              <a:ext uri="{FF2B5EF4-FFF2-40B4-BE49-F238E27FC236}">
                <a16:creationId xmlns:a16="http://schemas.microsoft.com/office/drawing/2014/main" id="{113BCE54-BFCD-38F2-19AF-7A89A8BF6EC3}"/>
              </a:ext>
            </a:extLst>
          </p:cNvPr>
          <p:cNvSpPr/>
          <p:nvPr/>
        </p:nvSpPr>
        <p:spPr>
          <a:xfrm>
            <a:off x="8445456" y="6400413"/>
            <a:ext cx="101599" cy="101587"/>
          </a:xfrm>
          <a:prstGeom prst="rect">
            <a:avLst/>
          </a:prstGeom>
          <a:solidFill>
            <a:srgbClr val="D5BFED"/>
          </a:solidFill>
          <a:ln/>
        </p:spPr>
      </p:sp>
      <p:sp>
        <p:nvSpPr>
          <p:cNvPr id="27" name="Text 111">
            <a:extLst>
              <a:ext uri="{FF2B5EF4-FFF2-40B4-BE49-F238E27FC236}">
                <a16:creationId xmlns:a16="http://schemas.microsoft.com/office/drawing/2014/main" id="{4F714EB4-DF58-2539-7DCB-AF9429CBD11A}"/>
              </a:ext>
            </a:extLst>
          </p:cNvPr>
          <p:cNvSpPr/>
          <p:nvPr/>
        </p:nvSpPr>
        <p:spPr>
          <a:xfrm>
            <a:off x="8585156" y="6400413"/>
            <a:ext cx="440264" cy="135449"/>
          </a:xfrm>
          <a:prstGeom prst="rect">
            <a:avLst/>
          </a:prstGeom>
          <a:noFill/>
          <a:ln/>
        </p:spPr>
        <p:txBody>
          <a:bodyPr wrap="square" lIns="0" tIns="0" rIns="0" bIns="0" rtlCol="0" anchor="t"/>
          <a:lstStyle/>
          <a:p>
            <a:pPr>
              <a:lnSpc>
                <a:spcPts val="800"/>
              </a:lnSpc>
            </a:pPr>
            <a:r>
              <a:rPr lang="en-US" sz="800" dirty="0">
                <a:solidFill>
                  <a:srgbClr val="000000">
                    <a:alpha val="100000"/>
                  </a:srgbClr>
                </a:solidFill>
                <a:latin typeface="Stapel" panose="020B0504020202020204" pitchFamily="34" charset="-52"/>
                <a:ea typeface="Stapel" pitchFamily="34" charset="-122"/>
                <a:cs typeface="Stapel" pitchFamily="34" charset="-120"/>
              </a:rPr>
              <a:t>Series 4</a:t>
            </a:r>
            <a:endParaRPr lang="en-US" sz="800" dirty="0"/>
          </a:p>
        </p:txBody>
      </p:sp>
      <p:sp>
        <p:nvSpPr>
          <p:cNvPr id="28" name="Text 112">
            <a:extLst>
              <a:ext uri="{FF2B5EF4-FFF2-40B4-BE49-F238E27FC236}">
                <a16:creationId xmlns:a16="http://schemas.microsoft.com/office/drawing/2014/main" id="{605C3978-2D24-C55D-8F99-43645742F006}"/>
              </a:ext>
            </a:extLst>
          </p:cNvPr>
          <p:cNvSpPr/>
          <p:nvPr/>
        </p:nvSpPr>
        <p:spPr>
          <a:xfrm>
            <a:off x="4775176" y="1355489"/>
            <a:ext cx="1236127"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График 1</a:t>
            </a:r>
            <a:endParaRPr lang="en-US" sz="1000" dirty="0"/>
          </a:p>
        </p:txBody>
      </p:sp>
      <p:sp>
        <p:nvSpPr>
          <p:cNvPr id="30" name="Text 13">
            <a:extLst>
              <a:ext uri="{FF2B5EF4-FFF2-40B4-BE49-F238E27FC236}">
                <a16:creationId xmlns:a16="http://schemas.microsoft.com/office/drawing/2014/main" id="{9192E93A-31BB-6ECF-E9CB-B457109F2786}"/>
              </a:ext>
            </a:extLst>
          </p:cNvPr>
          <p:cNvSpPr/>
          <p:nvPr/>
        </p:nvSpPr>
        <p:spPr>
          <a:xfrm>
            <a:off x="4775175" y="6387715"/>
            <a:ext cx="645580" cy="182010"/>
          </a:xfrm>
          <a:prstGeom prst="rect">
            <a:avLst/>
          </a:prstGeom>
          <a:noFill/>
          <a:ln/>
        </p:spPr>
        <p:txBody>
          <a:bodyPr wrap="square" lIns="0" tIns="0" rIns="0" bIns="0" rtlCol="0" anchor="t"/>
          <a:lstStyle/>
          <a:p>
            <a:pPr>
              <a:lnSpc>
                <a:spcPts val="1100"/>
              </a:lnSpc>
            </a:pPr>
            <a:r>
              <a:rPr lang="en-US" sz="1000" dirty="0">
                <a:solidFill>
                  <a:srgbClr val="000000">
                    <a:alpha val="45000"/>
                  </a:srgbClr>
                </a:solidFill>
                <a:latin typeface="Stapel" panose="020B0504020202020204" pitchFamily="34" charset="-52"/>
                <a:ea typeface="Stapel" pitchFamily="34" charset="-122"/>
                <a:cs typeface="Stapel" pitchFamily="34" charset="-120"/>
              </a:rPr>
              <a:t>Источник:</a:t>
            </a:r>
            <a:endParaRPr lang="en-US" sz="1000" dirty="0"/>
          </a:p>
        </p:txBody>
      </p:sp>
      <p:sp>
        <p:nvSpPr>
          <p:cNvPr id="31" name="Заголовок 30">
            <a:extLst>
              <a:ext uri="{FF2B5EF4-FFF2-40B4-BE49-F238E27FC236}">
                <a16:creationId xmlns:a16="http://schemas.microsoft.com/office/drawing/2014/main" id="{B5359C47-9608-32D2-95AF-D3BB2D3691CA}"/>
              </a:ext>
            </a:extLst>
          </p:cNvPr>
          <p:cNvSpPr>
            <a:spLocks noGrp="1"/>
          </p:cNvSpPr>
          <p:nvPr>
            <p:ph type="title"/>
          </p:nvPr>
        </p:nvSpPr>
        <p:spPr/>
        <p:txBody>
          <a:bodyPr/>
          <a:lstStyle/>
          <a:p>
            <a:r>
              <a:rPr lang="ru-RU" dirty="0"/>
              <a:t>Текст с графиком</a:t>
            </a:r>
          </a:p>
        </p:txBody>
      </p:sp>
    </p:spTree>
    <p:extLst>
      <p:ext uri="{BB962C8B-B14F-4D97-AF65-F5344CB8AC3E}">
        <p14:creationId xmlns:p14="http://schemas.microsoft.com/office/powerpoint/2010/main" val="2534966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Диаграмма 7">
            <a:extLst>
              <a:ext uri="{FF2B5EF4-FFF2-40B4-BE49-F238E27FC236}">
                <a16:creationId xmlns:a16="http://schemas.microsoft.com/office/drawing/2014/main" id="{4BCBC2BC-970A-3973-93AA-FD2A9C672DE8}"/>
              </a:ext>
            </a:extLst>
          </p:cNvPr>
          <p:cNvGraphicFramePr/>
          <p:nvPr>
            <p:extLst>
              <p:ext uri="{D42A27DB-BD31-4B8C-83A1-F6EECF244321}">
                <p14:modId xmlns:p14="http://schemas.microsoft.com/office/powerpoint/2010/main" val="3081833591"/>
              </p:ext>
            </p:extLst>
          </p:nvPr>
        </p:nvGraphicFramePr>
        <p:xfrm>
          <a:off x="9455670" y="4628994"/>
          <a:ext cx="2459162" cy="136782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Диаграмма 1">
            <a:extLst>
              <a:ext uri="{FF2B5EF4-FFF2-40B4-BE49-F238E27FC236}">
                <a16:creationId xmlns:a16="http://schemas.microsoft.com/office/drawing/2014/main" id="{04C4C832-AB2F-61F8-2FB4-4BB6A4D64A00}"/>
              </a:ext>
            </a:extLst>
          </p:cNvPr>
          <p:cNvGraphicFramePr/>
          <p:nvPr>
            <p:extLst>
              <p:ext uri="{D42A27DB-BD31-4B8C-83A1-F6EECF244321}">
                <p14:modId xmlns:p14="http://schemas.microsoft.com/office/powerpoint/2010/main" val="1448829037"/>
              </p:ext>
            </p:extLst>
          </p:nvPr>
        </p:nvGraphicFramePr>
        <p:xfrm>
          <a:off x="9446045" y="1868903"/>
          <a:ext cx="2537670" cy="1367822"/>
        </p:xfrm>
        <a:graphic>
          <a:graphicData uri="http://schemas.openxmlformats.org/drawingml/2006/chart">
            <c:chart xmlns:c="http://schemas.openxmlformats.org/drawingml/2006/chart" xmlns:r="http://schemas.openxmlformats.org/officeDocument/2006/relationships" r:id="rId3"/>
          </a:graphicData>
        </a:graphic>
      </p:graphicFrame>
      <p:sp>
        <p:nvSpPr>
          <p:cNvPr id="4" name="Номер слайда 3">
            <a:extLst>
              <a:ext uri="{FF2B5EF4-FFF2-40B4-BE49-F238E27FC236}">
                <a16:creationId xmlns:a16="http://schemas.microsoft.com/office/drawing/2014/main" id="{358F6C49-07AF-F703-1C86-0C9641C757F6}"/>
              </a:ext>
            </a:extLst>
          </p:cNvPr>
          <p:cNvSpPr>
            <a:spLocks noGrp="1"/>
          </p:cNvSpPr>
          <p:nvPr>
            <p:ph type="sldNum" sz="quarter" idx="4"/>
          </p:nvPr>
        </p:nvSpPr>
        <p:spPr/>
        <p:txBody>
          <a:bodyPr/>
          <a:lstStyle/>
          <a:p>
            <a:fld id="{13FB4C0F-BB20-4298-B11D-AEB97E17A107}" type="slidenum">
              <a:rPr lang="ru-RU" smtClean="0"/>
              <a:pPr/>
              <a:t>48</a:t>
            </a:fld>
            <a:endParaRPr lang="ru-RU" dirty="0"/>
          </a:p>
        </p:txBody>
      </p:sp>
      <p:graphicFrame>
        <p:nvGraphicFramePr>
          <p:cNvPr id="6" name="Диаграмма 5">
            <a:extLst>
              <a:ext uri="{FF2B5EF4-FFF2-40B4-BE49-F238E27FC236}">
                <a16:creationId xmlns:a16="http://schemas.microsoft.com/office/drawing/2014/main" id="{9A8CE032-42D7-9687-E3F2-3305B174C549}"/>
              </a:ext>
            </a:extLst>
          </p:cNvPr>
          <p:cNvGraphicFramePr/>
          <p:nvPr>
            <p:extLst>
              <p:ext uri="{D42A27DB-BD31-4B8C-83A1-F6EECF244321}">
                <p14:modId xmlns:p14="http://schemas.microsoft.com/office/powerpoint/2010/main" val="3561573618"/>
              </p:ext>
            </p:extLst>
          </p:nvPr>
        </p:nvGraphicFramePr>
        <p:xfrm>
          <a:off x="277127" y="3910457"/>
          <a:ext cx="8145201" cy="247725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Диаграмма 6">
            <a:extLst>
              <a:ext uri="{FF2B5EF4-FFF2-40B4-BE49-F238E27FC236}">
                <a16:creationId xmlns:a16="http://schemas.microsoft.com/office/drawing/2014/main" id="{1F4A56F9-DDBE-972A-3A8A-73CEB4896D45}"/>
              </a:ext>
            </a:extLst>
          </p:cNvPr>
          <p:cNvGraphicFramePr/>
          <p:nvPr>
            <p:extLst>
              <p:ext uri="{D42A27DB-BD31-4B8C-83A1-F6EECF244321}">
                <p14:modId xmlns:p14="http://schemas.microsoft.com/office/powerpoint/2010/main" val="2185396214"/>
              </p:ext>
            </p:extLst>
          </p:nvPr>
        </p:nvGraphicFramePr>
        <p:xfrm>
          <a:off x="300255" y="1279805"/>
          <a:ext cx="8145201" cy="2145145"/>
        </p:xfrm>
        <a:graphic>
          <a:graphicData uri="http://schemas.openxmlformats.org/drawingml/2006/chart">
            <c:chart xmlns:c="http://schemas.openxmlformats.org/drawingml/2006/chart" xmlns:r="http://schemas.openxmlformats.org/officeDocument/2006/relationships" r:id="rId5"/>
          </a:graphicData>
        </a:graphic>
      </p:graphicFrame>
      <p:pic>
        <p:nvPicPr>
          <p:cNvPr id="9" name="Image 21" descr=" ">
            <a:extLst>
              <a:ext uri="{FF2B5EF4-FFF2-40B4-BE49-F238E27FC236}">
                <a16:creationId xmlns:a16="http://schemas.microsoft.com/office/drawing/2014/main" id="{41041BCC-4708-1F6B-B97C-0D27B983DD8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368576" y="1555994"/>
            <a:ext cx="4034501" cy="1930149"/>
          </a:xfrm>
          <a:prstGeom prst="rect">
            <a:avLst/>
          </a:prstGeom>
        </p:spPr>
      </p:pic>
      <p:sp>
        <p:nvSpPr>
          <p:cNvPr id="10" name="Text 56">
            <a:extLst>
              <a:ext uri="{FF2B5EF4-FFF2-40B4-BE49-F238E27FC236}">
                <a16:creationId xmlns:a16="http://schemas.microsoft.com/office/drawing/2014/main" id="{A932C830-B24F-4E8A-9591-D03988D6FB80}"/>
              </a:ext>
            </a:extLst>
          </p:cNvPr>
          <p:cNvSpPr/>
          <p:nvPr/>
        </p:nvSpPr>
        <p:spPr>
          <a:xfrm>
            <a:off x="9618499" y="1784564"/>
            <a:ext cx="146049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Итого 01-06/2025</a:t>
            </a:r>
            <a:endParaRPr lang="en-US" sz="1200" dirty="0"/>
          </a:p>
        </p:txBody>
      </p:sp>
      <p:sp>
        <p:nvSpPr>
          <p:cNvPr id="11" name="Text 57">
            <a:extLst>
              <a:ext uri="{FF2B5EF4-FFF2-40B4-BE49-F238E27FC236}">
                <a16:creationId xmlns:a16="http://schemas.microsoft.com/office/drawing/2014/main" id="{F005CF60-EEA5-3637-260B-D4CA66B61684}"/>
              </a:ext>
            </a:extLst>
          </p:cNvPr>
          <p:cNvSpPr/>
          <p:nvPr/>
        </p:nvSpPr>
        <p:spPr>
          <a:xfrm>
            <a:off x="9618499" y="4546454"/>
            <a:ext cx="146049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Итого 01-06/2025</a:t>
            </a:r>
            <a:endParaRPr lang="en-US" sz="1200" dirty="0"/>
          </a:p>
        </p:txBody>
      </p:sp>
      <p:sp>
        <p:nvSpPr>
          <p:cNvPr id="12" name="Text 58">
            <a:extLst>
              <a:ext uri="{FF2B5EF4-FFF2-40B4-BE49-F238E27FC236}">
                <a16:creationId xmlns:a16="http://schemas.microsoft.com/office/drawing/2014/main" id="{6A1DF02F-918C-3F00-B8E1-4D5BD4E74C84}"/>
              </a:ext>
            </a:extLst>
          </p:cNvPr>
          <p:cNvSpPr/>
          <p:nvPr/>
        </p:nvSpPr>
        <p:spPr>
          <a:xfrm>
            <a:off x="9618499" y="3282969"/>
            <a:ext cx="1771641"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Процент выполнения %</a:t>
            </a:r>
            <a:endParaRPr lang="en-US" sz="1200" dirty="0"/>
          </a:p>
        </p:txBody>
      </p:sp>
      <p:sp>
        <p:nvSpPr>
          <p:cNvPr id="13" name="Text 59">
            <a:extLst>
              <a:ext uri="{FF2B5EF4-FFF2-40B4-BE49-F238E27FC236}">
                <a16:creationId xmlns:a16="http://schemas.microsoft.com/office/drawing/2014/main" id="{0FC02AA3-4C79-AE0C-D7CE-C251F589F151}"/>
              </a:ext>
            </a:extLst>
          </p:cNvPr>
          <p:cNvSpPr/>
          <p:nvPr/>
        </p:nvSpPr>
        <p:spPr>
          <a:xfrm>
            <a:off x="9618499" y="6044859"/>
            <a:ext cx="1771641"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Процент выполнения %</a:t>
            </a:r>
            <a:endParaRPr lang="en-US" sz="1200" dirty="0"/>
          </a:p>
        </p:txBody>
      </p:sp>
      <p:sp>
        <p:nvSpPr>
          <p:cNvPr id="14" name="Text 62">
            <a:extLst>
              <a:ext uri="{FF2B5EF4-FFF2-40B4-BE49-F238E27FC236}">
                <a16:creationId xmlns:a16="http://schemas.microsoft.com/office/drawing/2014/main" id="{1A1740D1-5BD6-3250-6FE0-C0A9C4F689AA}"/>
              </a:ext>
            </a:extLst>
          </p:cNvPr>
          <p:cNvSpPr/>
          <p:nvPr/>
        </p:nvSpPr>
        <p:spPr>
          <a:xfrm>
            <a:off x="9154952" y="2349641"/>
            <a:ext cx="3534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План</a:t>
            </a:r>
            <a:endParaRPr lang="en-US" sz="1000" dirty="0"/>
          </a:p>
        </p:txBody>
      </p:sp>
      <p:sp>
        <p:nvSpPr>
          <p:cNvPr id="15" name="Text 63">
            <a:extLst>
              <a:ext uri="{FF2B5EF4-FFF2-40B4-BE49-F238E27FC236}">
                <a16:creationId xmlns:a16="http://schemas.microsoft.com/office/drawing/2014/main" id="{33B25924-15A5-EF41-6EB7-AC5380A1B011}"/>
              </a:ext>
            </a:extLst>
          </p:cNvPr>
          <p:cNvSpPr/>
          <p:nvPr/>
        </p:nvSpPr>
        <p:spPr>
          <a:xfrm>
            <a:off x="9154952" y="5105182"/>
            <a:ext cx="3534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План</a:t>
            </a:r>
            <a:endParaRPr lang="en-US" sz="1000" dirty="0"/>
          </a:p>
        </p:txBody>
      </p:sp>
      <p:sp>
        <p:nvSpPr>
          <p:cNvPr id="16" name="Text 64">
            <a:extLst>
              <a:ext uri="{FF2B5EF4-FFF2-40B4-BE49-F238E27FC236}">
                <a16:creationId xmlns:a16="http://schemas.microsoft.com/office/drawing/2014/main" id="{3E169176-56B9-8ED9-FEDE-2E184FB58711}"/>
              </a:ext>
            </a:extLst>
          </p:cNvPr>
          <p:cNvSpPr/>
          <p:nvPr/>
        </p:nvSpPr>
        <p:spPr>
          <a:xfrm>
            <a:off x="9154951" y="2743290"/>
            <a:ext cx="3661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Факт</a:t>
            </a:r>
            <a:endParaRPr lang="en-US" sz="1000" dirty="0"/>
          </a:p>
        </p:txBody>
      </p:sp>
      <p:sp>
        <p:nvSpPr>
          <p:cNvPr id="17" name="Text 65">
            <a:extLst>
              <a:ext uri="{FF2B5EF4-FFF2-40B4-BE49-F238E27FC236}">
                <a16:creationId xmlns:a16="http://schemas.microsoft.com/office/drawing/2014/main" id="{33C4C208-3024-C4DF-E239-1377D4AE250C}"/>
              </a:ext>
            </a:extLst>
          </p:cNvPr>
          <p:cNvSpPr/>
          <p:nvPr/>
        </p:nvSpPr>
        <p:spPr>
          <a:xfrm>
            <a:off x="9154951" y="5600418"/>
            <a:ext cx="3661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Факт</a:t>
            </a:r>
            <a:endParaRPr lang="en-US" sz="1000" dirty="0"/>
          </a:p>
        </p:txBody>
      </p:sp>
      <p:pic>
        <p:nvPicPr>
          <p:cNvPr id="18" name="Image 18" descr=" ">
            <a:extLst>
              <a:ext uri="{FF2B5EF4-FFF2-40B4-BE49-F238E27FC236}">
                <a16:creationId xmlns:a16="http://schemas.microsoft.com/office/drawing/2014/main" id="{8EF7C75A-8010-3326-C75B-BBE8CF1B4F2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510550" y="2140118"/>
            <a:ext cx="12700" cy="939678"/>
          </a:xfrm>
          <a:prstGeom prst="rect">
            <a:avLst/>
          </a:prstGeom>
        </p:spPr>
      </p:pic>
      <p:pic>
        <p:nvPicPr>
          <p:cNvPr id="19" name="Image 19" descr=" ">
            <a:extLst>
              <a:ext uri="{FF2B5EF4-FFF2-40B4-BE49-F238E27FC236}">
                <a16:creationId xmlns:a16="http://schemas.microsoft.com/office/drawing/2014/main" id="{35B13046-2C99-24D7-3908-0A30305E234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510550" y="4902008"/>
            <a:ext cx="12700" cy="939678"/>
          </a:xfrm>
          <a:prstGeom prst="rect">
            <a:avLst/>
          </a:prstGeom>
        </p:spPr>
      </p:pic>
      <p:sp>
        <p:nvSpPr>
          <p:cNvPr id="20" name="Shape 92">
            <a:extLst>
              <a:ext uri="{FF2B5EF4-FFF2-40B4-BE49-F238E27FC236}">
                <a16:creationId xmlns:a16="http://schemas.microsoft.com/office/drawing/2014/main" id="{C7AEC1B6-BCB6-C849-B030-FFC2816D306C}"/>
              </a:ext>
            </a:extLst>
          </p:cNvPr>
          <p:cNvSpPr/>
          <p:nvPr/>
        </p:nvSpPr>
        <p:spPr>
          <a:xfrm>
            <a:off x="1314444" y="1244884"/>
            <a:ext cx="1085844" cy="165079"/>
          </a:xfrm>
          <a:prstGeom prst="rect">
            <a:avLst/>
          </a:prstGeom>
          <a:noFill/>
          <a:ln/>
        </p:spPr>
      </p:sp>
      <p:sp>
        <p:nvSpPr>
          <p:cNvPr id="21" name="Shape 94">
            <a:extLst>
              <a:ext uri="{FF2B5EF4-FFF2-40B4-BE49-F238E27FC236}">
                <a16:creationId xmlns:a16="http://schemas.microsoft.com/office/drawing/2014/main" id="{D9142257-EA37-497C-B1E9-829A38D49618}"/>
              </a:ext>
            </a:extLst>
          </p:cNvPr>
          <p:cNvSpPr/>
          <p:nvPr/>
        </p:nvSpPr>
        <p:spPr>
          <a:xfrm>
            <a:off x="1390644" y="1276630"/>
            <a:ext cx="101599" cy="101587"/>
          </a:xfrm>
          <a:prstGeom prst="rect">
            <a:avLst/>
          </a:prstGeom>
          <a:solidFill>
            <a:srgbClr val="ACC4FE">
              <a:alpha val="100000"/>
            </a:srgbClr>
          </a:solidFill>
          <a:ln/>
        </p:spPr>
      </p:sp>
      <p:sp>
        <p:nvSpPr>
          <p:cNvPr id="22" name="Text 95">
            <a:extLst>
              <a:ext uri="{FF2B5EF4-FFF2-40B4-BE49-F238E27FC236}">
                <a16:creationId xmlns:a16="http://schemas.microsoft.com/office/drawing/2014/main" id="{1B94E7FE-6953-5C37-0206-FFEC929EA9D4}"/>
              </a:ext>
            </a:extLst>
          </p:cNvPr>
          <p:cNvSpPr/>
          <p:nvPr/>
        </p:nvSpPr>
        <p:spPr>
          <a:xfrm>
            <a:off x="1530343" y="1279805"/>
            <a:ext cx="26669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План</a:t>
            </a:r>
            <a:endParaRPr lang="en-US" sz="800" dirty="0"/>
          </a:p>
        </p:txBody>
      </p:sp>
      <p:sp>
        <p:nvSpPr>
          <p:cNvPr id="23" name="Shape 97">
            <a:extLst>
              <a:ext uri="{FF2B5EF4-FFF2-40B4-BE49-F238E27FC236}">
                <a16:creationId xmlns:a16="http://schemas.microsoft.com/office/drawing/2014/main" id="{F719122B-30FD-39C7-FA58-CC56CDD05077}"/>
              </a:ext>
            </a:extLst>
          </p:cNvPr>
          <p:cNvSpPr/>
          <p:nvPr/>
        </p:nvSpPr>
        <p:spPr>
          <a:xfrm>
            <a:off x="1943091" y="1276630"/>
            <a:ext cx="101599" cy="101587"/>
          </a:xfrm>
          <a:prstGeom prst="rect">
            <a:avLst/>
          </a:prstGeom>
          <a:solidFill>
            <a:srgbClr val="7D70EF"/>
          </a:solidFill>
          <a:ln/>
        </p:spPr>
      </p:sp>
      <p:sp>
        <p:nvSpPr>
          <p:cNvPr id="24" name="Text 98">
            <a:extLst>
              <a:ext uri="{FF2B5EF4-FFF2-40B4-BE49-F238E27FC236}">
                <a16:creationId xmlns:a16="http://schemas.microsoft.com/office/drawing/2014/main" id="{2E567F34-0C34-F095-D424-CB16FFA0B0AB}"/>
              </a:ext>
            </a:extLst>
          </p:cNvPr>
          <p:cNvSpPr/>
          <p:nvPr/>
        </p:nvSpPr>
        <p:spPr>
          <a:xfrm>
            <a:off x="2082790" y="1279805"/>
            <a:ext cx="273048"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Факт</a:t>
            </a:r>
            <a:endParaRPr lang="en-US" sz="800" dirty="0"/>
          </a:p>
        </p:txBody>
      </p:sp>
      <p:sp>
        <p:nvSpPr>
          <p:cNvPr id="25" name="Shape 99">
            <a:extLst>
              <a:ext uri="{FF2B5EF4-FFF2-40B4-BE49-F238E27FC236}">
                <a16:creationId xmlns:a16="http://schemas.microsoft.com/office/drawing/2014/main" id="{2F5D0158-6A45-9DD9-299F-AE2A7A4A8E2E}"/>
              </a:ext>
            </a:extLst>
          </p:cNvPr>
          <p:cNvSpPr/>
          <p:nvPr/>
        </p:nvSpPr>
        <p:spPr>
          <a:xfrm>
            <a:off x="1314444" y="3994076"/>
            <a:ext cx="1085844" cy="165079"/>
          </a:xfrm>
          <a:prstGeom prst="rect">
            <a:avLst/>
          </a:prstGeom>
          <a:noFill/>
          <a:ln/>
        </p:spPr>
      </p:sp>
      <p:sp>
        <p:nvSpPr>
          <p:cNvPr id="26" name="Shape 100">
            <a:extLst>
              <a:ext uri="{FF2B5EF4-FFF2-40B4-BE49-F238E27FC236}">
                <a16:creationId xmlns:a16="http://schemas.microsoft.com/office/drawing/2014/main" id="{CFB60910-4A90-A994-27C8-872D2F30A8A9}"/>
              </a:ext>
            </a:extLst>
          </p:cNvPr>
          <p:cNvSpPr/>
          <p:nvPr/>
        </p:nvSpPr>
        <p:spPr>
          <a:xfrm>
            <a:off x="1314444" y="3994076"/>
            <a:ext cx="527047" cy="165079"/>
          </a:xfrm>
          <a:prstGeom prst="rect">
            <a:avLst/>
          </a:prstGeom>
          <a:solidFill>
            <a:srgbClr val="FFFFFF">
              <a:alpha val="100000"/>
            </a:srgbClr>
          </a:solidFill>
          <a:ln/>
        </p:spPr>
      </p:sp>
      <p:sp>
        <p:nvSpPr>
          <p:cNvPr id="27" name="Shape 101">
            <a:extLst>
              <a:ext uri="{FF2B5EF4-FFF2-40B4-BE49-F238E27FC236}">
                <a16:creationId xmlns:a16="http://schemas.microsoft.com/office/drawing/2014/main" id="{A74F7DDA-2FD5-EE99-6331-7FCF5626CCCF}"/>
              </a:ext>
            </a:extLst>
          </p:cNvPr>
          <p:cNvSpPr/>
          <p:nvPr/>
        </p:nvSpPr>
        <p:spPr>
          <a:xfrm>
            <a:off x="1390644" y="4025822"/>
            <a:ext cx="101599" cy="101587"/>
          </a:xfrm>
          <a:prstGeom prst="rect">
            <a:avLst/>
          </a:prstGeom>
          <a:solidFill>
            <a:srgbClr val="ACC4FE">
              <a:alpha val="100000"/>
            </a:srgbClr>
          </a:solidFill>
          <a:ln/>
        </p:spPr>
      </p:sp>
      <p:sp>
        <p:nvSpPr>
          <p:cNvPr id="28" name="Text 102">
            <a:extLst>
              <a:ext uri="{FF2B5EF4-FFF2-40B4-BE49-F238E27FC236}">
                <a16:creationId xmlns:a16="http://schemas.microsoft.com/office/drawing/2014/main" id="{8FAA4421-6A6F-1E0F-A32F-5E37C913E724}"/>
              </a:ext>
            </a:extLst>
          </p:cNvPr>
          <p:cNvSpPr/>
          <p:nvPr/>
        </p:nvSpPr>
        <p:spPr>
          <a:xfrm>
            <a:off x="1530343" y="4028997"/>
            <a:ext cx="266699" cy="126983"/>
          </a:xfrm>
          <a:prstGeom prst="rect">
            <a:avLst/>
          </a:prstGeom>
          <a:noFill/>
          <a:ln/>
        </p:spPr>
        <p:txBody>
          <a:bodyPr wrap="square" lIns="0" tIns="0" rIns="0" bIns="0" rtlCol="0" anchor="t"/>
          <a:lstStyle/>
          <a:p>
            <a:pPr>
              <a:lnSpc>
                <a:spcPts val="750"/>
              </a:lnSpc>
            </a:pPr>
            <a:r>
              <a:rPr lang="en-US" sz="750" dirty="0">
                <a:solidFill>
                  <a:srgbClr val="000000">
                    <a:alpha val="100000"/>
                  </a:srgbClr>
                </a:solidFill>
                <a:latin typeface="Stapel" panose="020B0504020202020204" pitchFamily="34" charset="-52"/>
                <a:ea typeface="Stapel" pitchFamily="34" charset="-122"/>
                <a:cs typeface="Stapel" pitchFamily="34" charset="-120"/>
              </a:rPr>
              <a:t>План</a:t>
            </a:r>
            <a:endParaRPr lang="en-US" sz="750" dirty="0"/>
          </a:p>
        </p:txBody>
      </p:sp>
      <p:sp>
        <p:nvSpPr>
          <p:cNvPr id="29" name="Shape 103">
            <a:extLst>
              <a:ext uri="{FF2B5EF4-FFF2-40B4-BE49-F238E27FC236}">
                <a16:creationId xmlns:a16="http://schemas.microsoft.com/office/drawing/2014/main" id="{54B6CE4B-BF01-B347-66FF-9C6C835ADA2A}"/>
              </a:ext>
            </a:extLst>
          </p:cNvPr>
          <p:cNvSpPr/>
          <p:nvPr/>
        </p:nvSpPr>
        <p:spPr>
          <a:xfrm>
            <a:off x="1866891" y="3994076"/>
            <a:ext cx="533397" cy="165079"/>
          </a:xfrm>
          <a:prstGeom prst="rect">
            <a:avLst/>
          </a:prstGeom>
          <a:solidFill>
            <a:srgbClr val="FFFFFF">
              <a:alpha val="100000"/>
            </a:srgbClr>
          </a:solidFill>
          <a:ln/>
        </p:spPr>
      </p:sp>
      <p:sp>
        <p:nvSpPr>
          <p:cNvPr id="30" name="Shape 104">
            <a:extLst>
              <a:ext uri="{FF2B5EF4-FFF2-40B4-BE49-F238E27FC236}">
                <a16:creationId xmlns:a16="http://schemas.microsoft.com/office/drawing/2014/main" id="{86014964-1208-08CF-2256-38CC6E5C574F}"/>
              </a:ext>
            </a:extLst>
          </p:cNvPr>
          <p:cNvSpPr/>
          <p:nvPr/>
        </p:nvSpPr>
        <p:spPr>
          <a:xfrm>
            <a:off x="1943091" y="4025822"/>
            <a:ext cx="101599" cy="101587"/>
          </a:xfrm>
          <a:prstGeom prst="rect">
            <a:avLst/>
          </a:prstGeom>
          <a:solidFill>
            <a:srgbClr val="EF80BB"/>
          </a:solidFill>
          <a:ln/>
        </p:spPr>
      </p:sp>
      <p:sp>
        <p:nvSpPr>
          <p:cNvPr id="31" name="Text 105">
            <a:extLst>
              <a:ext uri="{FF2B5EF4-FFF2-40B4-BE49-F238E27FC236}">
                <a16:creationId xmlns:a16="http://schemas.microsoft.com/office/drawing/2014/main" id="{3C945BCE-833A-A122-E991-BFE74D1FB6C3}"/>
              </a:ext>
            </a:extLst>
          </p:cNvPr>
          <p:cNvSpPr/>
          <p:nvPr/>
        </p:nvSpPr>
        <p:spPr>
          <a:xfrm>
            <a:off x="2082790" y="4028997"/>
            <a:ext cx="273048" cy="126983"/>
          </a:xfrm>
          <a:prstGeom prst="rect">
            <a:avLst/>
          </a:prstGeom>
          <a:noFill/>
          <a:ln/>
        </p:spPr>
        <p:txBody>
          <a:bodyPr wrap="square" lIns="0" tIns="0" rIns="0" bIns="0" rtlCol="0" anchor="t"/>
          <a:lstStyle/>
          <a:p>
            <a:pPr>
              <a:lnSpc>
                <a:spcPts val="750"/>
              </a:lnSpc>
            </a:pPr>
            <a:r>
              <a:rPr lang="en-US" sz="750" dirty="0">
                <a:solidFill>
                  <a:srgbClr val="000000">
                    <a:alpha val="100000"/>
                  </a:srgbClr>
                </a:solidFill>
                <a:latin typeface="Stapel" panose="020B0504020202020204" pitchFamily="34" charset="-52"/>
                <a:ea typeface="Stapel" pitchFamily="34" charset="-122"/>
                <a:cs typeface="Stapel" pitchFamily="34" charset="-120"/>
              </a:rPr>
              <a:t>Факт</a:t>
            </a:r>
            <a:endParaRPr lang="en-US" sz="750" dirty="0"/>
          </a:p>
        </p:txBody>
      </p:sp>
      <p:pic>
        <p:nvPicPr>
          <p:cNvPr id="32" name="Image 20" descr=" ">
            <a:extLst>
              <a:ext uri="{FF2B5EF4-FFF2-40B4-BE49-F238E27FC236}">
                <a16:creationId xmlns:a16="http://schemas.microsoft.com/office/drawing/2014/main" id="{C428BB18-E6B5-5BEE-79DF-17D8D95DA20E}"/>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55599" y="3682967"/>
            <a:ext cx="11480740" cy="12698"/>
          </a:xfrm>
          <a:prstGeom prst="rect">
            <a:avLst/>
          </a:prstGeom>
        </p:spPr>
      </p:pic>
      <p:pic>
        <p:nvPicPr>
          <p:cNvPr id="33" name="Image 23" descr=" ">
            <a:extLst>
              <a:ext uri="{FF2B5EF4-FFF2-40B4-BE49-F238E27FC236}">
                <a16:creationId xmlns:a16="http://schemas.microsoft.com/office/drawing/2014/main" id="{029BB4F2-0A7D-749A-76A8-E80C7E7B5D44}"/>
              </a:ext>
            </a:extLst>
          </p:cNvPr>
          <p:cNvPicPr>
            <a:picLocks noChangeAspect="1"/>
          </p:cNvPicPr>
          <p:nvPr/>
        </p:nvPicPr>
        <p:blipFill>
          <a:blip r:embed="rId9" cstate="screen">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a:ext>
            </a:extLst>
          </a:blip>
          <a:stretch>
            <a:fillRect/>
          </a:stretch>
        </p:blipFill>
        <p:spPr>
          <a:xfrm>
            <a:off x="431798" y="5133652"/>
            <a:ext cx="7899359" cy="12698"/>
          </a:xfrm>
          <a:prstGeom prst="rect">
            <a:avLst/>
          </a:prstGeom>
          <a:solidFill>
            <a:schemeClr val="tx1"/>
          </a:solidFill>
        </p:spPr>
      </p:pic>
      <p:sp>
        <p:nvSpPr>
          <p:cNvPr id="34" name="Прямоугольный треугольник 33">
            <a:extLst>
              <a:ext uri="{FF2B5EF4-FFF2-40B4-BE49-F238E27FC236}">
                <a16:creationId xmlns:a16="http://schemas.microsoft.com/office/drawing/2014/main" id="{949ADA8E-4BCA-205F-E42E-25D08FE405CB}"/>
              </a:ext>
            </a:extLst>
          </p:cNvPr>
          <p:cNvSpPr/>
          <p:nvPr/>
        </p:nvSpPr>
        <p:spPr>
          <a:xfrm rot="5400000">
            <a:off x="1943091" y="4025823"/>
            <a:ext cx="101605" cy="101593"/>
          </a:xfrm>
          <a:prstGeom prst="rtTriangle">
            <a:avLst/>
          </a:prstGeom>
          <a:solidFill>
            <a:srgbClr val="7D70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dirty="0"/>
          </a:p>
        </p:txBody>
      </p:sp>
      <p:sp>
        <p:nvSpPr>
          <p:cNvPr id="35" name="Заголовок 34">
            <a:extLst>
              <a:ext uri="{FF2B5EF4-FFF2-40B4-BE49-F238E27FC236}">
                <a16:creationId xmlns:a16="http://schemas.microsoft.com/office/drawing/2014/main" id="{566AEE4B-5245-6FBA-4374-59F1DF15FBB6}"/>
              </a:ext>
            </a:extLst>
          </p:cNvPr>
          <p:cNvSpPr>
            <a:spLocks noGrp="1"/>
          </p:cNvSpPr>
          <p:nvPr>
            <p:ph type="title"/>
          </p:nvPr>
        </p:nvSpPr>
        <p:spPr/>
        <p:txBody>
          <a:bodyPr/>
          <a:lstStyle/>
          <a:p>
            <a:r>
              <a:rPr lang="ru-RU" dirty="0"/>
              <a:t>Графики план-факт</a:t>
            </a:r>
          </a:p>
        </p:txBody>
      </p:sp>
    </p:spTree>
    <p:extLst>
      <p:ext uri="{BB962C8B-B14F-4D97-AF65-F5344CB8AC3E}">
        <p14:creationId xmlns:p14="http://schemas.microsoft.com/office/powerpoint/2010/main" val="20062078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Диаграмма 7">
            <a:extLst>
              <a:ext uri="{FF2B5EF4-FFF2-40B4-BE49-F238E27FC236}">
                <a16:creationId xmlns:a16="http://schemas.microsoft.com/office/drawing/2014/main" id="{4BCBC2BC-970A-3973-93AA-FD2A9C672DE8}"/>
              </a:ext>
            </a:extLst>
          </p:cNvPr>
          <p:cNvGraphicFramePr/>
          <p:nvPr/>
        </p:nvGraphicFramePr>
        <p:xfrm>
          <a:off x="9455670" y="4628994"/>
          <a:ext cx="2459162" cy="136782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Диаграмма 1">
            <a:extLst>
              <a:ext uri="{FF2B5EF4-FFF2-40B4-BE49-F238E27FC236}">
                <a16:creationId xmlns:a16="http://schemas.microsoft.com/office/drawing/2014/main" id="{04C4C832-AB2F-61F8-2FB4-4BB6A4D64A00}"/>
              </a:ext>
            </a:extLst>
          </p:cNvPr>
          <p:cNvGraphicFramePr/>
          <p:nvPr/>
        </p:nvGraphicFramePr>
        <p:xfrm>
          <a:off x="9446045" y="1868903"/>
          <a:ext cx="2537670" cy="1367822"/>
        </p:xfrm>
        <a:graphic>
          <a:graphicData uri="http://schemas.openxmlformats.org/drawingml/2006/chart">
            <c:chart xmlns:c="http://schemas.openxmlformats.org/drawingml/2006/chart" xmlns:r="http://schemas.openxmlformats.org/officeDocument/2006/relationships" r:id="rId3"/>
          </a:graphicData>
        </a:graphic>
      </p:graphicFrame>
      <p:sp>
        <p:nvSpPr>
          <p:cNvPr id="4" name="Номер слайда 3">
            <a:extLst>
              <a:ext uri="{FF2B5EF4-FFF2-40B4-BE49-F238E27FC236}">
                <a16:creationId xmlns:a16="http://schemas.microsoft.com/office/drawing/2014/main" id="{358F6C49-07AF-F703-1C86-0C9641C757F6}"/>
              </a:ext>
            </a:extLst>
          </p:cNvPr>
          <p:cNvSpPr>
            <a:spLocks noGrp="1"/>
          </p:cNvSpPr>
          <p:nvPr>
            <p:ph type="sldNum" sz="quarter" idx="4"/>
          </p:nvPr>
        </p:nvSpPr>
        <p:spPr/>
        <p:txBody>
          <a:bodyPr/>
          <a:lstStyle/>
          <a:p>
            <a:fld id="{13FB4C0F-BB20-4298-B11D-AEB97E17A107}" type="slidenum">
              <a:rPr lang="ru-RU" smtClean="0"/>
              <a:pPr/>
              <a:t>49</a:t>
            </a:fld>
            <a:endParaRPr lang="ru-RU" dirty="0"/>
          </a:p>
        </p:txBody>
      </p:sp>
      <p:graphicFrame>
        <p:nvGraphicFramePr>
          <p:cNvPr id="6" name="Диаграмма 5">
            <a:extLst>
              <a:ext uri="{FF2B5EF4-FFF2-40B4-BE49-F238E27FC236}">
                <a16:creationId xmlns:a16="http://schemas.microsoft.com/office/drawing/2014/main" id="{9A8CE032-42D7-9687-E3F2-3305B174C549}"/>
              </a:ext>
            </a:extLst>
          </p:cNvPr>
          <p:cNvGraphicFramePr/>
          <p:nvPr/>
        </p:nvGraphicFramePr>
        <p:xfrm>
          <a:off x="277127" y="3910457"/>
          <a:ext cx="8145201" cy="247725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Диаграмма 6">
            <a:extLst>
              <a:ext uri="{FF2B5EF4-FFF2-40B4-BE49-F238E27FC236}">
                <a16:creationId xmlns:a16="http://schemas.microsoft.com/office/drawing/2014/main" id="{1F4A56F9-DDBE-972A-3A8A-73CEB4896D45}"/>
              </a:ext>
            </a:extLst>
          </p:cNvPr>
          <p:cNvGraphicFramePr/>
          <p:nvPr/>
        </p:nvGraphicFramePr>
        <p:xfrm>
          <a:off x="300255" y="1279805"/>
          <a:ext cx="8145201" cy="2145145"/>
        </p:xfrm>
        <a:graphic>
          <a:graphicData uri="http://schemas.openxmlformats.org/drawingml/2006/chart">
            <c:chart xmlns:c="http://schemas.openxmlformats.org/drawingml/2006/chart" xmlns:r="http://schemas.openxmlformats.org/officeDocument/2006/relationships" r:id="rId5"/>
          </a:graphicData>
        </a:graphic>
      </p:graphicFrame>
      <p:pic>
        <p:nvPicPr>
          <p:cNvPr id="9" name="Image 21" descr=" ">
            <a:extLst>
              <a:ext uri="{FF2B5EF4-FFF2-40B4-BE49-F238E27FC236}">
                <a16:creationId xmlns:a16="http://schemas.microsoft.com/office/drawing/2014/main" id="{41041BCC-4708-1F6B-B97C-0D27B983DD8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368576" y="1555994"/>
            <a:ext cx="4034501" cy="1930149"/>
          </a:xfrm>
          <a:prstGeom prst="rect">
            <a:avLst/>
          </a:prstGeom>
        </p:spPr>
      </p:pic>
      <p:sp>
        <p:nvSpPr>
          <p:cNvPr id="10" name="Text 56">
            <a:extLst>
              <a:ext uri="{FF2B5EF4-FFF2-40B4-BE49-F238E27FC236}">
                <a16:creationId xmlns:a16="http://schemas.microsoft.com/office/drawing/2014/main" id="{A932C830-B24F-4E8A-9591-D03988D6FB80}"/>
              </a:ext>
            </a:extLst>
          </p:cNvPr>
          <p:cNvSpPr/>
          <p:nvPr/>
        </p:nvSpPr>
        <p:spPr>
          <a:xfrm>
            <a:off x="9618499" y="1784564"/>
            <a:ext cx="146049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Итого 01-06/2025</a:t>
            </a:r>
            <a:endParaRPr lang="en-US" sz="1200" dirty="0"/>
          </a:p>
        </p:txBody>
      </p:sp>
      <p:sp>
        <p:nvSpPr>
          <p:cNvPr id="11" name="Text 57">
            <a:extLst>
              <a:ext uri="{FF2B5EF4-FFF2-40B4-BE49-F238E27FC236}">
                <a16:creationId xmlns:a16="http://schemas.microsoft.com/office/drawing/2014/main" id="{F005CF60-EEA5-3637-260B-D4CA66B61684}"/>
              </a:ext>
            </a:extLst>
          </p:cNvPr>
          <p:cNvSpPr/>
          <p:nvPr/>
        </p:nvSpPr>
        <p:spPr>
          <a:xfrm>
            <a:off x="9618499" y="4546454"/>
            <a:ext cx="146049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Итого 01-06/2025</a:t>
            </a:r>
            <a:endParaRPr lang="en-US" sz="1200" dirty="0"/>
          </a:p>
        </p:txBody>
      </p:sp>
      <p:sp>
        <p:nvSpPr>
          <p:cNvPr id="12" name="Text 58">
            <a:extLst>
              <a:ext uri="{FF2B5EF4-FFF2-40B4-BE49-F238E27FC236}">
                <a16:creationId xmlns:a16="http://schemas.microsoft.com/office/drawing/2014/main" id="{6A1DF02F-918C-3F00-B8E1-4D5BD4E74C84}"/>
              </a:ext>
            </a:extLst>
          </p:cNvPr>
          <p:cNvSpPr/>
          <p:nvPr/>
        </p:nvSpPr>
        <p:spPr>
          <a:xfrm>
            <a:off x="9618499" y="3282969"/>
            <a:ext cx="1771641"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Процент выполнения %</a:t>
            </a:r>
            <a:endParaRPr lang="en-US" sz="1200" dirty="0"/>
          </a:p>
        </p:txBody>
      </p:sp>
      <p:sp>
        <p:nvSpPr>
          <p:cNvPr id="13" name="Text 59">
            <a:extLst>
              <a:ext uri="{FF2B5EF4-FFF2-40B4-BE49-F238E27FC236}">
                <a16:creationId xmlns:a16="http://schemas.microsoft.com/office/drawing/2014/main" id="{0FC02AA3-4C79-AE0C-D7CE-C251F589F151}"/>
              </a:ext>
            </a:extLst>
          </p:cNvPr>
          <p:cNvSpPr/>
          <p:nvPr/>
        </p:nvSpPr>
        <p:spPr>
          <a:xfrm>
            <a:off x="9618499" y="6044859"/>
            <a:ext cx="1771641"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Процент выполнения %</a:t>
            </a:r>
            <a:endParaRPr lang="en-US" sz="1200" dirty="0"/>
          </a:p>
        </p:txBody>
      </p:sp>
      <p:sp>
        <p:nvSpPr>
          <p:cNvPr id="14" name="Text 62">
            <a:extLst>
              <a:ext uri="{FF2B5EF4-FFF2-40B4-BE49-F238E27FC236}">
                <a16:creationId xmlns:a16="http://schemas.microsoft.com/office/drawing/2014/main" id="{1A1740D1-5BD6-3250-6FE0-C0A9C4F689AA}"/>
              </a:ext>
            </a:extLst>
          </p:cNvPr>
          <p:cNvSpPr/>
          <p:nvPr/>
        </p:nvSpPr>
        <p:spPr>
          <a:xfrm>
            <a:off x="9154952" y="2349641"/>
            <a:ext cx="3534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План</a:t>
            </a:r>
            <a:endParaRPr lang="en-US" sz="1000" dirty="0"/>
          </a:p>
        </p:txBody>
      </p:sp>
      <p:sp>
        <p:nvSpPr>
          <p:cNvPr id="15" name="Text 63">
            <a:extLst>
              <a:ext uri="{FF2B5EF4-FFF2-40B4-BE49-F238E27FC236}">
                <a16:creationId xmlns:a16="http://schemas.microsoft.com/office/drawing/2014/main" id="{33B25924-15A5-EF41-6EB7-AC5380A1B011}"/>
              </a:ext>
            </a:extLst>
          </p:cNvPr>
          <p:cNvSpPr/>
          <p:nvPr/>
        </p:nvSpPr>
        <p:spPr>
          <a:xfrm>
            <a:off x="9154952" y="5105182"/>
            <a:ext cx="3534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План</a:t>
            </a:r>
            <a:endParaRPr lang="en-US" sz="1000" dirty="0"/>
          </a:p>
        </p:txBody>
      </p:sp>
      <p:sp>
        <p:nvSpPr>
          <p:cNvPr id="16" name="Text 64">
            <a:extLst>
              <a:ext uri="{FF2B5EF4-FFF2-40B4-BE49-F238E27FC236}">
                <a16:creationId xmlns:a16="http://schemas.microsoft.com/office/drawing/2014/main" id="{3E169176-56B9-8ED9-FEDE-2E184FB58711}"/>
              </a:ext>
            </a:extLst>
          </p:cNvPr>
          <p:cNvSpPr/>
          <p:nvPr/>
        </p:nvSpPr>
        <p:spPr>
          <a:xfrm>
            <a:off x="9154951" y="2743290"/>
            <a:ext cx="3661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Факт</a:t>
            </a:r>
            <a:endParaRPr lang="en-US" sz="1000" dirty="0"/>
          </a:p>
        </p:txBody>
      </p:sp>
      <p:sp>
        <p:nvSpPr>
          <p:cNvPr id="17" name="Text 65">
            <a:extLst>
              <a:ext uri="{FF2B5EF4-FFF2-40B4-BE49-F238E27FC236}">
                <a16:creationId xmlns:a16="http://schemas.microsoft.com/office/drawing/2014/main" id="{33C4C208-3024-C4DF-E239-1377D4AE250C}"/>
              </a:ext>
            </a:extLst>
          </p:cNvPr>
          <p:cNvSpPr/>
          <p:nvPr/>
        </p:nvSpPr>
        <p:spPr>
          <a:xfrm>
            <a:off x="9154951" y="5600418"/>
            <a:ext cx="3661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Факт</a:t>
            </a:r>
            <a:endParaRPr lang="en-US" sz="1000" dirty="0"/>
          </a:p>
        </p:txBody>
      </p:sp>
      <p:pic>
        <p:nvPicPr>
          <p:cNvPr id="18" name="Image 18" descr=" ">
            <a:extLst>
              <a:ext uri="{FF2B5EF4-FFF2-40B4-BE49-F238E27FC236}">
                <a16:creationId xmlns:a16="http://schemas.microsoft.com/office/drawing/2014/main" id="{8EF7C75A-8010-3326-C75B-BBE8CF1B4F2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510550" y="2140118"/>
            <a:ext cx="12700" cy="939678"/>
          </a:xfrm>
          <a:prstGeom prst="rect">
            <a:avLst/>
          </a:prstGeom>
        </p:spPr>
      </p:pic>
      <p:pic>
        <p:nvPicPr>
          <p:cNvPr id="19" name="Image 19" descr=" ">
            <a:extLst>
              <a:ext uri="{FF2B5EF4-FFF2-40B4-BE49-F238E27FC236}">
                <a16:creationId xmlns:a16="http://schemas.microsoft.com/office/drawing/2014/main" id="{35B13046-2C99-24D7-3908-0A30305E234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510550" y="4902008"/>
            <a:ext cx="12700" cy="939678"/>
          </a:xfrm>
          <a:prstGeom prst="rect">
            <a:avLst/>
          </a:prstGeom>
        </p:spPr>
      </p:pic>
      <p:sp>
        <p:nvSpPr>
          <p:cNvPr id="20" name="Shape 92">
            <a:extLst>
              <a:ext uri="{FF2B5EF4-FFF2-40B4-BE49-F238E27FC236}">
                <a16:creationId xmlns:a16="http://schemas.microsoft.com/office/drawing/2014/main" id="{C7AEC1B6-BCB6-C849-B030-FFC2816D306C}"/>
              </a:ext>
            </a:extLst>
          </p:cNvPr>
          <p:cNvSpPr/>
          <p:nvPr/>
        </p:nvSpPr>
        <p:spPr>
          <a:xfrm>
            <a:off x="1314444" y="1244884"/>
            <a:ext cx="1085844" cy="165079"/>
          </a:xfrm>
          <a:prstGeom prst="rect">
            <a:avLst/>
          </a:prstGeom>
          <a:noFill/>
          <a:ln/>
        </p:spPr>
      </p:sp>
      <p:sp>
        <p:nvSpPr>
          <p:cNvPr id="21" name="Shape 94">
            <a:extLst>
              <a:ext uri="{FF2B5EF4-FFF2-40B4-BE49-F238E27FC236}">
                <a16:creationId xmlns:a16="http://schemas.microsoft.com/office/drawing/2014/main" id="{D9142257-EA37-497C-B1E9-829A38D49618}"/>
              </a:ext>
            </a:extLst>
          </p:cNvPr>
          <p:cNvSpPr/>
          <p:nvPr/>
        </p:nvSpPr>
        <p:spPr>
          <a:xfrm>
            <a:off x="1390644" y="1276630"/>
            <a:ext cx="101599" cy="101587"/>
          </a:xfrm>
          <a:prstGeom prst="rect">
            <a:avLst/>
          </a:prstGeom>
          <a:solidFill>
            <a:srgbClr val="F9CCE4"/>
          </a:solidFill>
          <a:ln/>
        </p:spPr>
      </p:sp>
      <p:sp>
        <p:nvSpPr>
          <p:cNvPr id="22" name="Text 95">
            <a:extLst>
              <a:ext uri="{FF2B5EF4-FFF2-40B4-BE49-F238E27FC236}">
                <a16:creationId xmlns:a16="http://schemas.microsoft.com/office/drawing/2014/main" id="{1B94E7FE-6953-5C37-0206-FFEC929EA9D4}"/>
              </a:ext>
            </a:extLst>
          </p:cNvPr>
          <p:cNvSpPr/>
          <p:nvPr/>
        </p:nvSpPr>
        <p:spPr>
          <a:xfrm>
            <a:off x="1530343" y="1279805"/>
            <a:ext cx="26669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План</a:t>
            </a:r>
            <a:endParaRPr lang="en-US" sz="800" dirty="0"/>
          </a:p>
        </p:txBody>
      </p:sp>
      <p:sp>
        <p:nvSpPr>
          <p:cNvPr id="23" name="Shape 97">
            <a:extLst>
              <a:ext uri="{FF2B5EF4-FFF2-40B4-BE49-F238E27FC236}">
                <a16:creationId xmlns:a16="http://schemas.microsoft.com/office/drawing/2014/main" id="{F719122B-30FD-39C7-FA58-CC56CDD05077}"/>
              </a:ext>
            </a:extLst>
          </p:cNvPr>
          <p:cNvSpPr/>
          <p:nvPr/>
        </p:nvSpPr>
        <p:spPr>
          <a:xfrm>
            <a:off x="1943091" y="1276630"/>
            <a:ext cx="101599" cy="101587"/>
          </a:xfrm>
          <a:prstGeom prst="rect">
            <a:avLst/>
          </a:prstGeom>
          <a:solidFill>
            <a:srgbClr val="8F0D6B"/>
          </a:solidFill>
          <a:ln/>
        </p:spPr>
      </p:sp>
      <p:sp>
        <p:nvSpPr>
          <p:cNvPr id="24" name="Text 98">
            <a:extLst>
              <a:ext uri="{FF2B5EF4-FFF2-40B4-BE49-F238E27FC236}">
                <a16:creationId xmlns:a16="http://schemas.microsoft.com/office/drawing/2014/main" id="{2E567F34-0C34-F095-D424-CB16FFA0B0AB}"/>
              </a:ext>
            </a:extLst>
          </p:cNvPr>
          <p:cNvSpPr/>
          <p:nvPr/>
        </p:nvSpPr>
        <p:spPr>
          <a:xfrm>
            <a:off x="2082790" y="1279805"/>
            <a:ext cx="273048"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Факт</a:t>
            </a:r>
            <a:endParaRPr lang="en-US" sz="800" dirty="0"/>
          </a:p>
        </p:txBody>
      </p:sp>
      <p:sp>
        <p:nvSpPr>
          <p:cNvPr id="25" name="Shape 99">
            <a:extLst>
              <a:ext uri="{FF2B5EF4-FFF2-40B4-BE49-F238E27FC236}">
                <a16:creationId xmlns:a16="http://schemas.microsoft.com/office/drawing/2014/main" id="{2F5D0158-6A45-9DD9-299F-AE2A7A4A8E2E}"/>
              </a:ext>
            </a:extLst>
          </p:cNvPr>
          <p:cNvSpPr/>
          <p:nvPr/>
        </p:nvSpPr>
        <p:spPr>
          <a:xfrm>
            <a:off x="1314444" y="3994076"/>
            <a:ext cx="1085844" cy="165079"/>
          </a:xfrm>
          <a:prstGeom prst="rect">
            <a:avLst/>
          </a:prstGeom>
          <a:noFill/>
          <a:ln/>
        </p:spPr>
      </p:sp>
      <p:sp>
        <p:nvSpPr>
          <p:cNvPr id="26" name="Shape 100">
            <a:extLst>
              <a:ext uri="{FF2B5EF4-FFF2-40B4-BE49-F238E27FC236}">
                <a16:creationId xmlns:a16="http://schemas.microsoft.com/office/drawing/2014/main" id="{CFB60910-4A90-A994-27C8-872D2F30A8A9}"/>
              </a:ext>
            </a:extLst>
          </p:cNvPr>
          <p:cNvSpPr/>
          <p:nvPr/>
        </p:nvSpPr>
        <p:spPr>
          <a:xfrm>
            <a:off x="1314444" y="3994076"/>
            <a:ext cx="527047" cy="165079"/>
          </a:xfrm>
          <a:prstGeom prst="rect">
            <a:avLst/>
          </a:prstGeom>
          <a:solidFill>
            <a:srgbClr val="FFFFFF">
              <a:alpha val="100000"/>
            </a:srgbClr>
          </a:solidFill>
          <a:ln/>
        </p:spPr>
      </p:sp>
      <p:sp>
        <p:nvSpPr>
          <p:cNvPr id="27" name="Shape 101">
            <a:extLst>
              <a:ext uri="{FF2B5EF4-FFF2-40B4-BE49-F238E27FC236}">
                <a16:creationId xmlns:a16="http://schemas.microsoft.com/office/drawing/2014/main" id="{A74F7DDA-2FD5-EE99-6331-7FCF5626CCCF}"/>
              </a:ext>
            </a:extLst>
          </p:cNvPr>
          <p:cNvSpPr/>
          <p:nvPr/>
        </p:nvSpPr>
        <p:spPr>
          <a:xfrm>
            <a:off x="1390644" y="4025822"/>
            <a:ext cx="101599" cy="101587"/>
          </a:xfrm>
          <a:prstGeom prst="rect">
            <a:avLst/>
          </a:prstGeom>
          <a:solidFill>
            <a:srgbClr val="F9CCE4"/>
          </a:solidFill>
          <a:ln/>
        </p:spPr>
      </p:sp>
      <p:sp>
        <p:nvSpPr>
          <p:cNvPr id="28" name="Text 102">
            <a:extLst>
              <a:ext uri="{FF2B5EF4-FFF2-40B4-BE49-F238E27FC236}">
                <a16:creationId xmlns:a16="http://schemas.microsoft.com/office/drawing/2014/main" id="{8FAA4421-6A6F-1E0F-A32F-5E37C913E724}"/>
              </a:ext>
            </a:extLst>
          </p:cNvPr>
          <p:cNvSpPr/>
          <p:nvPr/>
        </p:nvSpPr>
        <p:spPr>
          <a:xfrm>
            <a:off x="1530343" y="4028997"/>
            <a:ext cx="266699" cy="126983"/>
          </a:xfrm>
          <a:prstGeom prst="rect">
            <a:avLst/>
          </a:prstGeom>
          <a:noFill/>
          <a:ln/>
        </p:spPr>
        <p:txBody>
          <a:bodyPr wrap="square" lIns="0" tIns="0" rIns="0" bIns="0" rtlCol="0" anchor="t"/>
          <a:lstStyle/>
          <a:p>
            <a:pPr>
              <a:lnSpc>
                <a:spcPts val="750"/>
              </a:lnSpc>
            </a:pPr>
            <a:r>
              <a:rPr lang="en-US" sz="750" dirty="0">
                <a:solidFill>
                  <a:srgbClr val="000000">
                    <a:alpha val="100000"/>
                  </a:srgbClr>
                </a:solidFill>
                <a:latin typeface="Stapel" panose="020B0504020202020204" pitchFamily="34" charset="-52"/>
                <a:ea typeface="Stapel" pitchFamily="34" charset="-122"/>
                <a:cs typeface="Stapel" pitchFamily="34" charset="-120"/>
              </a:rPr>
              <a:t>План</a:t>
            </a:r>
            <a:endParaRPr lang="en-US" sz="750" dirty="0"/>
          </a:p>
        </p:txBody>
      </p:sp>
      <p:sp>
        <p:nvSpPr>
          <p:cNvPr id="29" name="Shape 103">
            <a:extLst>
              <a:ext uri="{FF2B5EF4-FFF2-40B4-BE49-F238E27FC236}">
                <a16:creationId xmlns:a16="http://schemas.microsoft.com/office/drawing/2014/main" id="{54B6CE4B-BF01-B347-66FF-9C6C835ADA2A}"/>
              </a:ext>
            </a:extLst>
          </p:cNvPr>
          <p:cNvSpPr/>
          <p:nvPr/>
        </p:nvSpPr>
        <p:spPr>
          <a:xfrm>
            <a:off x="1866891" y="3994076"/>
            <a:ext cx="533397" cy="165079"/>
          </a:xfrm>
          <a:prstGeom prst="rect">
            <a:avLst/>
          </a:prstGeom>
          <a:solidFill>
            <a:srgbClr val="FFFFFF">
              <a:alpha val="100000"/>
            </a:srgbClr>
          </a:solidFill>
          <a:ln/>
        </p:spPr>
      </p:sp>
      <p:sp>
        <p:nvSpPr>
          <p:cNvPr id="31" name="Text 105">
            <a:extLst>
              <a:ext uri="{FF2B5EF4-FFF2-40B4-BE49-F238E27FC236}">
                <a16:creationId xmlns:a16="http://schemas.microsoft.com/office/drawing/2014/main" id="{3C945BCE-833A-A122-E991-BFE74D1FB6C3}"/>
              </a:ext>
            </a:extLst>
          </p:cNvPr>
          <p:cNvSpPr/>
          <p:nvPr/>
        </p:nvSpPr>
        <p:spPr>
          <a:xfrm>
            <a:off x="2082790" y="4028997"/>
            <a:ext cx="273048" cy="126983"/>
          </a:xfrm>
          <a:prstGeom prst="rect">
            <a:avLst/>
          </a:prstGeom>
          <a:noFill/>
          <a:ln/>
        </p:spPr>
        <p:txBody>
          <a:bodyPr wrap="square" lIns="0" tIns="0" rIns="0" bIns="0" rtlCol="0" anchor="t"/>
          <a:lstStyle/>
          <a:p>
            <a:pPr>
              <a:lnSpc>
                <a:spcPts val="750"/>
              </a:lnSpc>
            </a:pPr>
            <a:r>
              <a:rPr lang="en-US" sz="750" dirty="0">
                <a:solidFill>
                  <a:srgbClr val="000000">
                    <a:alpha val="100000"/>
                  </a:srgbClr>
                </a:solidFill>
                <a:latin typeface="Stapel" panose="020B0504020202020204" pitchFamily="34" charset="-52"/>
                <a:ea typeface="Stapel" pitchFamily="34" charset="-122"/>
                <a:cs typeface="Stapel" pitchFamily="34" charset="-120"/>
              </a:rPr>
              <a:t>Факт</a:t>
            </a:r>
            <a:endParaRPr lang="en-US" sz="750" dirty="0"/>
          </a:p>
        </p:txBody>
      </p:sp>
      <p:pic>
        <p:nvPicPr>
          <p:cNvPr id="32" name="Image 20" descr=" ">
            <a:extLst>
              <a:ext uri="{FF2B5EF4-FFF2-40B4-BE49-F238E27FC236}">
                <a16:creationId xmlns:a16="http://schemas.microsoft.com/office/drawing/2014/main" id="{C428BB18-E6B5-5BEE-79DF-17D8D95DA20E}"/>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55599" y="3682967"/>
            <a:ext cx="11480740" cy="12698"/>
          </a:xfrm>
          <a:prstGeom prst="rect">
            <a:avLst/>
          </a:prstGeom>
        </p:spPr>
      </p:pic>
      <p:pic>
        <p:nvPicPr>
          <p:cNvPr id="33" name="Image 23" descr=" ">
            <a:extLst>
              <a:ext uri="{FF2B5EF4-FFF2-40B4-BE49-F238E27FC236}">
                <a16:creationId xmlns:a16="http://schemas.microsoft.com/office/drawing/2014/main" id="{029BB4F2-0A7D-749A-76A8-E80C7E7B5D44}"/>
              </a:ext>
            </a:extLst>
          </p:cNvPr>
          <p:cNvPicPr>
            <a:picLocks noChangeAspect="1"/>
          </p:cNvPicPr>
          <p:nvPr/>
        </p:nvPicPr>
        <p:blipFill>
          <a:blip r:embed="rId9" cstate="screen">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a:ext>
            </a:extLst>
          </a:blip>
          <a:stretch>
            <a:fillRect/>
          </a:stretch>
        </p:blipFill>
        <p:spPr>
          <a:xfrm>
            <a:off x="431798" y="5133652"/>
            <a:ext cx="7899359" cy="12698"/>
          </a:xfrm>
          <a:prstGeom prst="rect">
            <a:avLst/>
          </a:prstGeom>
          <a:solidFill>
            <a:schemeClr val="tx1"/>
          </a:solidFill>
        </p:spPr>
      </p:pic>
      <p:sp>
        <p:nvSpPr>
          <p:cNvPr id="35" name="Заголовок 34">
            <a:extLst>
              <a:ext uri="{FF2B5EF4-FFF2-40B4-BE49-F238E27FC236}">
                <a16:creationId xmlns:a16="http://schemas.microsoft.com/office/drawing/2014/main" id="{566AEE4B-5245-6FBA-4374-59F1DF15FBB6}"/>
              </a:ext>
            </a:extLst>
          </p:cNvPr>
          <p:cNvSpPr>
            <a:spLocks noGrp="1"/>
          </p:cNvSpPr>
          <p:nvPr>
            <p:ph type="title"/>
          </p:nvPr>
        </p:nvSpPr>
        <p:spPr/>
        <p:txBody>
          <a:bodyPr/>
          <a:lstStyle/>
          <a:p>
            <a:r>
              <a:rPr lang="ru-RU" dirty="0"/>
              <a:t>Графики план-факт</a:t>
            </a:r>
          </a:p>
        </p:txBody>
      </p:sp>
      <p:sp>
        <p:nvSpPr>
          <p:cNvPr id="36" name="Shape 97">
            <a:extLst>
              <a:ext uri="{FF2B5EF4-FFF2-40B4-BE49-F238E27FC236}">
                <a16:creationId xmlns:a16="http://schemas.microsoft.com/office/drawing/2014/main" id="{245C0124-FC45-F946-BDEB-B2D07585CE76}"/>
              </a:ext>
            </a:extLst>
          </p:cNvPr>
          <p:cNvSpPr/>
          <p:nvPr/>
        </p:nvSpPr>
        <p:spPr>
          <a:xfrm>
            <a:off x="1943091" y="4025822"/>
            <a:ext cx="101599" cy="101587"/>
          </a:xfrm>
          <a:prstGeom prst="rect">
            <a:avLst/>
          </a:prstGeom>
          <a:solidFill>
            <a:srgbClr val="8F0D6B"/>
          </a:solidFill>
          <a:ln/>
        </p:spPr>
      </p:sp>
      <p:sp>
        <p:nvSpPr>
          <p:cNvPr id="3" name="TextBox 2">
            <a:extLst>
              <a:ext uri="{FF2B5EF4-FFF2-40B4-BE49-F238E27FC236}">
                <a16:creationId xmlns:a16="http://schemas.microsoft.com/office/drawing/2014/main" id="{C107A9A5-434E-F54A-A379-E31C60EC8E9B}"/>
              </a:ext>
            </a:extLst>
          </p:cNvPr>
          <p:cNvSpPr txBox="1"/>
          <p:nvPr/>
        </p:nvSpPr>
        <p:spPr>
          <a:xfrm>
            <a:off x="3761362" y="-804153"/>
            <a:ext cx="0" cy="0"/>
          </a:xfrm>
          <a:prstGeom prst="rect">
            <a:avLst/>
          </a:prstGeom>
          <a:noFill/>
          <a:ln/>
        </p:spPr>
        <p:txBody>
          <a:bodyPr vert="horz" wrap="none" lIns="0" tIns="0" rIns="0" bIns="0" rtlCol="0" anchor="b">
            <a:normAutofit fontScale="25000" lnSpcReduction="20000"/>
          </a:bodyPr>
          <a:lstStyle/>
          <a:p>
            <a:pPr algn="l"/>
            <a:endParaRPr lang="en-US" dirty="0">
              <a:latin typeface="Stapel" panose="020B0504020202020204" pitchFamily="34" charset="-52"/>
            </a:endParaRPr>
          </a:p>
        </p:txBody>
      </p:sp>
    </p:spTree>
    <p:extLst>
      <p:ext uri="{BB962C8B-B14F-4D97-AF65-F5344CB8AC3E}">
        <p14:creationId xmlns:p14="http://schemas.microsoft.com/office/powerpoint/2010/main" val="27044732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Диаграмма 7">
            <a:extLst>
              <a:ext uri="{FF2B5EF4-FFF2-40B4-BE49-F238E27FC236}">
                <a16:creationId xmlns:a16="http://schemas.microsoft.com/office/drawing/2014/main" id="{4BCBC2BC-970A-3973-93AA-FD2A9C672DE8}"/>
              </a:ext>
            </a:extLst>
          </p:cNvPr>
          <p:cNvGraphicFramePr/>
          <p:nvPr/>
        </p:nvGraphicFramePr>
        <p:xfrm>
          <a:off x="9455670" y="4628994"/>
          <a:ext cx="2459162" cy="136782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Диаграмма 1">
            <a:extLst>
              <a:ext uri="{FF2B5EF4-FFF2-40B4-BE49-F238E27FC236}">
                <a16:creationId xmlns:a16="http://schemas.microsoft.com/office/drawing/2014/main" id="{04C4C832-AB2F-61F8-2FB4-4BB6A4D64A00}"/>
              </a:ext>
            </a:extLst>
          </p:cNvPr>
          <p:cNvGraphicFramePr/>
          <p:nvPr/>
        </p:nvGraphicFramePr>
        <p:xfrm>
          <a:off x="9446045" y="1868903"/>
          <a:ext cx="2537670" cy="1367822"/>
        </p:xfrm>
        <a:graphic>
          <a:graphicData uri="http://schemas.openxmlformats.org/drawingml/2006/chart">
            <c:chart xmlns:c="http://schemas.openxmlformats.org/drawingml/2006/chart" xmlns:r="http://schemas.openxmlformats.org/officeDocument/2006/relationships" r:id="rId3"/>
          </a:graphicData>
        </a:graphic>
      </p:graphicFrame>
      <p:sp>
        <p:nvSpPr>
          <p:cNvPr id="4" name="Номер слайда 3">
            <a:extLst>
              <a:ext uri="{FF2B5EF4-FFF2-40B4-BE49-F238E27FC236}">
                <a16:creationId xmlns:a16="http://schemas.microsoft.com/office/drawing/2014/main" id="{358F6C49-07AF-F703-1C86-0C9641C757F6}"/>
              </a:ext>
            </a:extLst>
          </p:cNvPr>
          <p:cNvSpPr>
            <a:spLocks noGrp="1"/>
          </p:cNvSpPr>
          <p:nvPr>
            <p:ph type="sldNum" sz="quarter" idx="4"/>
          </p:nvPr>
        </p:nvSpPr>
        <p:spPr/>
        <p:txBody>
          <a:bodyPr/>
          <a:lstStyle/>
          <a:p>
            <a:fld id="{13FB4C0F-BB20-4298-B11D-AEB97E17A107}" type="slidenum">
              <a:rPr lang="ru-RU" smtClean="0"/>
              <a:pPr/>
              <a:t>50</a:t>
            </a:fld>
            <a:endParaRPr lang="ru-RU" dirty="0"/>
          </a:p>
        </p:txBody>
      </p:sp>
      <p:graphicFrame>
        <p:nvGraphicFramePr>
          <p:cNvPr id="6" name="Диаграмма 5">
            <a:extLst>
              <a:ext uri="{FF2B5EF4-FFF2-40B4-BE49-F238E27FC236}">
                <a16:creationId xmlns:a16="http://schemas.microsoft.com/office/drawing/2014/main" id="{9A8CE032-42D7-9687-E3F2-3305B174C549}"/>
              </a:ext>
            </a:extLst>
          </p:cNvPr>
          <p:cNvGraphicFramePr/>
          <p:nvPr/>
        </p:nvGraphicFramePr>
        <p:xfrm>
          <a:off x="277127" y="3910457"/>
          <a:ext cx="8145201" cy="247725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Диаграмма 6">
            <a:extLst>
              <a:ext uri="{FF2B5EF4-FFF2-40B4-BE49-F238E27FC236}">
                <a16:creationId xmlns:a16="http://schemas.microsoft.com/office/drawing/2014/main" id="{1F4A56F9-DDBE-972A-3A8A-73CEB4896D45}"/>
              </a:ext>
            </a:extLst>
          </p:cNvPr>
          <p:cNvGraphicFramePr/>
          <p:nvPr/>
        </p:nvGraphicFramePr>
        <p:xfrm>
          <a:off x="300255" y="1279805"/>
          <a:ext cx="8145201" cy="2145145"/>
        </p:xfrm>
        <a:graphic>
          <a:graphicData uri="http://schemas.openxmlformats.org/drawingml/2006/chart">
            <c:chart xmlns:c="http://schemas.openxmlformats.org/drawingml/2006/chart" xmlns:r="http://schemas.openxmlformats.org/officeDocument/2006/relationships" r:id="rId5"/>
          </a:graphicData>
        </a:graphic>
      </p:graphicFrame>
      <p:pic>
        <p:nvPicPr>
          <p:cNvPr id="9" name="Image 21" descr=" ">
            <a:extLst>
              <a:ext uri="{FF2B5EF4-FFF2-40B4-BE49-F238E27FC236}">
                <a16:creationId xmlns:a16="http://schemas.microsoft.com/office/drawing/2014/main" id="{41041BCC-4708-1F6B-B97C-0D27B983DD8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368576" y="1555994"/>
            <a:ext cx="4034501" cy="1930149"/>
          </a:xfrm>
          <a:prstGeom prst="rect">
            <a:avLst/>
          </a:prstGeom>
        </p:spPr>
      </p:pic>
      <p:sp>
        <p:nvSpPr>
          <p:cNvPr id="10" name="Text 56">
            <a:extLst>
              <a:ext uri="{FF2B5EF4-FFF2-40B4-BE49-F238E27FC236}">
                <a16:creationId xmlns:a16="http://schemas.microsoft.com/office/drawing/2014/main" id="{A932C830-B24F-4E8A-9591-D03988D6FB80}"/>
              </a:ext>
            </a:extLst>
          </p:cNvPr>
          <p:cNvSpPr/>
          <p:nvPr/>
        </p:nvSpPr>
        <p:spPr>
          <a:xfrm>
            <a:off x="9618499" y="1784564"/>
            <a:ext cx="146049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Итого 01-06/2025</a:t>
            </a:r>
            <a:endParaRPr lang="en-US" sz="1200" dirty="0"/>
          </a:p>
        </p:txBody>
      </p:sp>
      <p:sp>
        <p:nvSpPr>
          <p:cNvPr id="11" name="Text 57">
            <a:extLst>
              <a:ext uri="{FF2B5EF4-FFF2-40B4-BE49-F238E27FC236}">
                <a16:creationId xmlns:a16="http://schemas.microsoft.com/office/drawing/2014/main" id="{F005CF60-EEA5-3637-260B-D4CA66B61684}"/>
              </a:ext>
            </a:extLst>
          </p:cNvPr>
          <p:cNvSpPr/>
          <p:nvPr/>
        </p:nvSpPr>
        <p:spPr>
          <a:xfrm>
            <a:off x="9618499" y="4546454"/>
            <a:ext cx="146049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Итого 01-06/2025</a:t>
            </a:r>
            <a:endParaRPr lang="en-US" sz="1200" dirty="0"/>
          </a:p>
        </p:txBody>
      </p:sp>
      <p:sp>
        <p:nvSpPr>
          <p:cNvPr id="12" name="Text 58">
            <a:extLst>
              <a:ext uri="{FF2B5EF4-FFF2-40B4-BE49-F238E27FC236}">
                <a16:creationId xmlns:a16="http://schemas.microsoft.com/office/drawing/2014/main" id="{6A1DF02F-918C-3F00-B8E1-4D5BD4E74C84}"/>
              </a:ext>
            </a:extLst>
          </p:cNvPr>
          <p:cNvSpPr/>
          <p:nvPr/>
        </p:nvSpPr>
        <p:spPr>
          <a:xfrm>
            <a:off x="9618499" y="3282969"/>
            <a:ext cx="1771641"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Процент выполнения %</a:t>
            </a:r>
            <a:endParaRPr lang="en-US" sz="1200" dirty="0"/>
          </a:p>
        </p:txBody>
      </p:sp>
      <p:sp>
        <p:nvSpPr>
          <p:cNvPr id="13" name="Text 59">
            <a:extLst>
              <a:ext uri="{FF2B5EF4-FFF2-40B4-BE49-F238E27FC236}">
                <a16:creationId xmlns:a16="http://schemas.microsoft.com/office/drawing/2014/main" id="{0FC02AA3-4C79-AE0C-D7CE-C251F589F151}"/>
              </a:ext>
            </a:extLst>
          </p:cNvPr>
          <p:cNvSpPr/>
          <p:nvPr/>
        </p:nvSpPr>
        <p:spPr>
          <a:xfrm>
            <a:off x="9618499" y="6044859"/>
            <a:ext cx="1771641"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Процент выполнения %</a:t>
            </a:r>
            <a:endParaRPr lang="en-US" sz="1200" dirty="0"/>
          </a:p>
        </p:txBody>
      </p:sp>
      <p:sp>
        <p:nvSpPr>
          <p:cNvPr id="14" name="Text 62">
            <a:extLst>
              <a:ext uri="{FF2B5EF4-FFF2-40B4-BE49-F238E27FC236}">
                <a16:creationId xmlns:a16="http://schemas.microsoft.com/office/drawing/2014/main" id="{1A1740D1-5BD6-3250-6FE0-C0A9C4F689AA}"/>
              </a:ext>
            </a:extLst>
          </p:cNvPr>
          <p:cNvSpPr/>
          <p:nvPr/>
        </p:nvSpPr>
        <p:spPr>
          <a:xfrm>
            <a:off x="9154952" y="2349641"/>
            <a:ext cx="3534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План</a:t>
            </a:r>
            <a:endParaRPr lang="en-US" sz="1000" dirty="0"/>
          </a:p>
        </p:txBody>
      </p:sp>
      <p:sp>
        <p:nvSpPr>
          <p:cNvPr id="15" name="Text 63">
            <a:extLst>
              <a:ext uri="{FF2B5EF4-FFF2-40B4-BE49-F238E27FC236}">
                <a16:creationId xmlns:a16="http://schemas.microsoft.com/office/drawing/2014/main" id="{33B25924-15A5-EF41-6EB7-AC5380A1B011}"/>
              </a:ext>
            </a:extLst>
          </p:cNvPr>
          <p:cNvSpPr/>
          <p:nvPr/>
        </p:nvSpPr>
        <p:spPr>
          <a:xfrm>
            <a:off x="9154952" y="5105182"/>
            <a:ext cx="3534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План</a:t>
            </a:r>
            <a:endParaRPr lang="en-US" sz="1000" dirty="0"/>
          </a:p>
        </p:txBody>
      </p:sp>
      <p:sp>
        <p:nvSpPr>
          <p:cNvPr id="16" name="Text 64">
            <a:extLst>
              <a:ext uri="{FF2B5EF4-FFF2-40B4-BE49-F238E27FC236}">
                <a16:creationId xmlns:a16="http://schemas.microsoft.com/office/drawing/2014/main" id="{3E169176-56B9-8ED9-FEDE-2E184FB58711}"/>
              </a:ext>
            </a:extLst>
          </p:cNvPr>
          <p:cNvSpPr/>
          <p:nvPr/>
        </p:nvSpPr>
        <p:spPr>
          <a:xfrm>
            <a:off x="9154951" y="2743290"/>
            <a:ext cx="3661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Факт</a:t>
            </a:r>
            <a:endParaRPr lang="en-US" sz="1000" dirty="0"/>
          </a:p>
        </p:txBody>
      </p:sp>
      <p:sp>
        <p:nvSpPr>
          <p:cNvPr id="17" name="Text 65">
            <a:extLst>
              <a:ext uri="{FF2B5EF4-FFF2-40B4-BE49-F238E27FC236}">
                <a16:creationId xmlns:a16="http://schemas.microsoft.com/office/drawing/2014/main" id="{33C4C208-3024-C4DF-E239-1377D4AE250C}"/>
              </a:ext>
            </a:extLst>
          </p:cNvPr>
          <p:cNvSpPr/>
          <p:nvPr/>
        </p:nvSpPr>
        <p:spPr>
          <a:xfrm>
            <a:off x="9154951" y="5600418"/>
            <a:ext cx="3661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Факт</a:t>
            </a:r>
            <a:endParaRPr lang="en-US" sz="1000" dirty="0"/>
          </a:p>
        </p:txBody>
      </p:sp>
      <p:pic>
        <p:nvPicPr>
          <p:cNvPr id="18" name="Image 18" descr=" ">
            <a:extLst>
              <a:ext uri="{FF2B5EF4-FFF2-40B4-BE49-F238E27FC236}">
                <a16:creationId xmlns:a16="http://schemas.microsoft.com/office/drawing/2014/main" id="{8EF7C75A-8010-3326-C75B-BBE8CF1B4F2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510550" y="2140118"/>
            <a:ext cx="12700" cy="939678"/>
          </a:xfrm>
          <a:prstGeom prst="rect">
            <a:avLst/>
          </a:prstGeom>
        </p:spPr>
      </p:pic>
      <p:pic>
        <p:nvPicPr>
          <p:cNvPr id="19" name="Image 19" descr=" ">
            <a:extLst>
              <a:ext uri="{FF2B5EF4-FFF2-40B4-BE49-F238E27FC236}">
                <a16:creationId xmlns:a16="http://schemas.microsoft.com/office/drawing/2014/main" id="{35B13046-2C99-24D7-3908-0A30305E234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510550" y="4902008"/>
            <a:ext cx="12700" cy="939678"/>
          </a:xfrm>
          <a:prstGeom prst="rect">
            <a:avLst/>
          </a:prstGeom>
        </p:spPr>
      </p:pic>
      <p:sp>
        <p:nvSpPr>
          <p:cNvPr id="20" name="Shape 92">
            <a:extLst>
              <a:ext uri="{FF2B5EF4-FFF2-40B4-BE49-F238E27FC236}">
                <a16:creationId xmlns:a16="http://schemas.microsoft.com/office/drawing/2014/main" id="{C7AEC1B6-BCB6-C849-B030-FFC2816D306C}"/>
              </a:ext>
            </a:extLst>
          </p:cNvPr>
          <p:cNvSpPr/>
          <p:nvPr/>
        </p:nvSpPr>
        <p:spPr>
          <a:xfrm>
            <a:off x="1314444" y="1244884"/>
            <a:ext cx="1085844" cy="165079"/>
          </a:xfrm>
          <a:prstGeom prst="rect">
            <a:avLst/>
          </a:prstGeom>
          <a:noFill/>
          <a:ln/>
        </p:spPr>
      </p:sp>
      <p:sp>
        <p:nvSpPr>
          <p:cNvPr id="21" name="Shape 94">
            <a:extLst>
              <a:ext uri="{FF2B5EF4-FFF2-40B4-BE49-F238E27FC236}">
                <a16:creationId xmlns:a16="http://schemas.microsoft.com/office/drawing/2014/main" id="{D9142257-EA37-497C-B1E9-829A38D49618}"/>
              </a:ext>
            </a:extLst>
          </p:cNvPr>
          <p:cNvSpPr/>
          <p:nvPr/>
        </p:nvSpPr>
        <p:spPr>
          <a:xfrm>
            <a:off x="1390644" y="1276630"/>
            <a:ext cx="101599" cy="101587"/>
          </a:xfrm>
          <a:prstGeom prst="rect">
            <a:avLst/>
          </a:prstGeom>
          <a:solidFill>
            <a:srgbClr val="FFDBDA"/>
          </a:solidFill>
          <a:ln/>
        </p:spPr>
      </p:sp>
      <p:sp>
        <p:nvSpPr>
          <p:cNvPr id="22" name="Text 95">
            <a:extLst>
              <a:ext uri="{FF2B5EF4-FFF2-40B4-BE49-F238E27FC236}">
                <a16:creationId xmlns:a16="http://schemas.microsoft.com/office/drawing/2014/main" id="{1B94E7FE-6953-5C37-0206-FFEC929EA9D4}"/>
              </a:ext>
            </a:extLst>
          </p:cNvPr>
          <p:cNvSpPr/>
          <p:nvPr/>
        </p:nvSpPr>
        <p:spPr>
          <a:xfrm>
            <a:off x="1530343" y="1279805"/>
            <a:ext cx="26669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План</a:t>
            </a:r>
            <a:endParaRPr lang="en-US" sz="800" dirty="0"/>
          </a:p>
        </p:txBody>
      </p:sp>
      <p:sp>
        <p:nvSpPr>
          <p:cNvPr id="23" name="Shape 97">
            <a:extLst>
              <a:ext uri="{FF2B5EF4-FFF2-40B4-BE49-F238E27FC236}">
                <a16:creationId xmlns:a16="http://schemas.microsoft.com/office/drawing/2014/main" id="{F719122B-30FD-39C7-FA58-CC56CDD05077}"/>
              </a:ext>
            </a:extLst>
          </p:cNvPr>
          <p:cNvSpPr/>
          <p:nvPr/>
        </p:nvSpPr>
        <p:spPr>
          <a:xfrm>
            <a:off x="1943091" y="1276630"/>
            <a:ext cx="101599" cy="101587"/>
          </a:xfrm>
          <a:prstGeom prst="rect">
            <a:avLst/>
          </a:prstGeom>
          <a:solidFill>
            <a:srgbClr val="EF80BB"/>
          </a:solidFill>
          <a:ln/>
        </p:spPr>
      </p:sp>
      <p:sp>
        <p:nvSpPr>
          <p:cNvPr id="24" name="Text 98">
            <a:extLst>
              <a:ext uri="{FF2B5EF4-FFF2-40B4-BE49-F238E27FC236}">
                <a16:creationId xmlns:a16="http://schemas.microsoft.com/office/drawing/2014/main" id="{2E567F34-0C34-F095-D424-CB16FFA0B0AB}"/>
              </a:ext>
            </a:extLst>
          </p:cNvPr>
          <p:cNvSpPr/>
          <p:nvPr/>
        </p:nvSpPr>
        <p:spPr>
          <a:xfrm>
            <a:off x="2082790" y="1279805"/>
            <a:ext cx="273048"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Факт</a:t>
            </a:r>
            <a:endParaRPr lang="en-US" sz="800" dirty="0"/>
          </a:p>
        </p:txBody>
      </p:sp>
      <p:sp>
        <p:nvSpPr>
          <p:cNvPr id="25" name="Shape 99">
            <a:extLst>
              <a:ext uri="{FF2B5EF4-FFF2-40B4-BE49-F238E27FC236}">
                <a16:creationId xmlns:a16="http://schemas.microsoft.com/office/drawing/2014/main" id="{2F5D0158-6A45-9DD9-299F-AE2A7A4A8E2E}"/>
              </a:ext>
            </a:extLst>
          </p:cNvPr>
          <p:cNvSpPr/>
          <p:nvPr/>
        </p:nvSpPr>
        <p:spPr>
          <a:xfrm>
            <a:off x="1314444" y="3994076"/>
            <a:ext cx="1085844" cy="165079"/>
          </a:xfrm>
          <a:prstGeom prst="rect">
            <a:avLst/>
          </a:prstGeom>
          <a:noFill/>
          <a:ln/>
        </p:spPr>
      </p:sp>
      <p:sp>
        <p:nvSpPr>
          <p:cNvPr id="26" name="Shape 100">
            <a:extLst>
              <a:ext uri="{FF2B5EF4-FFF2-40B4-BE49-F238E27FC236}">
                <a16:creationId xmlns:a16="http://schemas.microsoft.com/office/drawing/2014/main" id="{CFB60910-4A90-A994-27C8-872D2F30A8A9}"/>
              </a:ext>
            </a:extLst>
          </p:cNvPr>
          <p:cNvSpPr/>
          <p:nvPr/>
        </p:nvSpPr>
        <p:spPr>
          <a:xfrm>
            <a:off x="1314444" y="3994076"/>
            <a:ext cx="527047" cy="165079"/>
          </a:xfrm>
          <a:prstGeom prst="rect">
            <a:avLst/>
          </a:prstGeom>
          <a:solidFill>
            <a:srgbClr val="FFFFFF">
              <a:alpha val="100000"/>
            </a:srgbClr>
          </a:solidFill>
          <a:ln/>
        </p:spPr>
      </p:sp>
      <p:sp>
        <p:nvSpPr>
          <p:cNvPr id="27" name="Shape 101">
            <a:extLst>
              <a:ext uri="{FF2B5EF4-FFF2-40B4-BE49-F238E27FC236}">
                <a16:creationId xmlns:a16="http://schemas.microsoft.com/office/drawing/2014/main" id="{A74F7DDA-2FD5-EE99-6331-7FCF5626CCCF}"/>
              </a:ext>
            </a:extLst>
          </p:cNvPr>
          <p:cNvSpPr/>
          <p:nvPr/>
        </p:nvSpPr>
        <p:spPr>
          <a:xfrm>
            <a:off x="1390644" y="4025822"/>
            <a:ext cx="101599" cy="101587"/>
          </a:xfrm>
          <a:prstGeom prst="rect">
            <a:avLst/>
          </a:prstGeom>
          <a:solidFill>
            <a:srgbClr val="FFDBDA"/>
          </a:solidFill>
          <a:ln/>
        </p:spPr>
      </p:sp>
      <p:sp>
        <p:nvSpPr>
          <p:cNvPr id="28" name="Text 102">
            <a:extLst>
              <a:ext uri="{FF2B5EF4-FFF2-40B4-BE49-F238E27FC236}">
                <a16:creationId xmlns:a16="http://schemas.microsoft.com/office/drawing/2014/main" id="{8FAA4421-6A6F-1E0F-A32F-5E37C913E724}"/>
              </a:ext>
            </a:extLst>
          </p:cNvPr>
          <p:cNvSpPr/>
          <p:nvPr/>
        </p:nvSpPr>
        <p:spPr>
          <a:xfrm>
            <a:off x="1530343" y="4028997"/>
            <a:ext cx="266699" cy="126983"/>
          </a:xfrm>
          <a:prstGeom prst="rect">
            <a:avLst/>
          </a:prstGeom>
          <a:noFill/>
          <a:ln/>
        </p:spPr>
        <p:txBody>
          <a:bodyPr wrap="square" lIns="0" tIns="0" rIns="0" bIns="0" rtlCol="0" anchor="t"/>
          <a:lstStyle/>
          <a:p>
            <a:pPr>
              <a:lnSpc>
                <a:spcPts val="750"/>
              </a:lnSpc>
            </a:pPr>
            <a:r>
              <a:rPr lang="en-US" sz="750" dirty="0">
                <a:solidFill>
                  <a:srgbClr val="000000">
                    <a:alpha val="100000"/>
                  </a:srgbClr>
                </a:solidFill>
                <a:latin typeface="Stapel" panose="020B0504020202020204" pitchFamily="34" charset="-52"/>
                <a:ea typeface="Stapel" pitchFamily="34" charset="-122"/>
                <a:cs typeface="Stapel" pitchFamily="34" charset="-120"/>
              </a:rPr>
              <a:t>План</a:t>
            </a:r>
            <a:endParaRPr lang="en-US" sz="750" dirty="0"/>
          </a:p>
        </p:txBody>
      </p:sp>
      <p:sp>
        <p:nvSpPr>
          <p:cNvPr id="29" name="Shape 103">
            <a:extLst>
              <a:ext uri="{FF2B5EF4-FFF2-40B4-BE49-F238E27FC236}">
                <a16:creationId xmlns:a16="http://schemas.microsoft.com/office/drawing/2014/main" id="{54B6CE4B-BF01-B347-66FF-9C6C835ADA2A}"/>
              </a:ext>
            </a:extLst>
          </p:cNvPr>
          <p:cNvSpPr/>
          <p:nvPr/>
        </p:nvSpPr>
        <p:spPr>
          <a:xfrm>
            <a:off x="1866891" y="3994076"/>
            <a:ext cx="533397" cy="165079"/>
          </a:xfrm>
          <a:prstGeom prst="rect">
            <a:avLst/>
          </a:prstGeom>
          <a:solidFill>
            <a:srgbClr val="FFFFFF">
              <a:alpha val="100000"/>
            </a:srgbClr>
          </a:solidFill>
          <a:ln/>
        </p:spPr>
      </p:sp>
      <p:sp>
        <p:nvSpPr>
          <p:cNvPr id="30" name="Shape 104">
            <a:extLst>
              <a:ext uri="{FF2B5EF4-FFF2-40B4-BE49-F238E27FC236}">
                <a16:creationId xmlns:a16="http://schemas.microsoft.com/office/drawing/2014/main" id="{86014964-1208-08CF-2256-38CC6E5C574F}"/>
              </a:ext>
            </a:extLst>
          </p:cNvPr>
          <p:cNvSpPr/>
          <p:nvPr/>
        </p:nvSpPr>
        <p:spPr>
          <a:xfrm>
            <a:off x="1943091" y="4025822"/>
            <a:ext cx="101599" cy="101587"/>
          </a:xfrm>
          <a:prstGeom prst="rect">
            <a:avLst/>
          </a:prstGeom>
          <a:solidFill>
            <a:srgbClr val="EF80BB"/>
          </a:solidFill>
          <a:ln/>
        </p:spPr>
      </p:sp>
      <p:sp>
        <p:nvSpPr>
          <p:cNvPr id="31" name="Text 105">
            <a:extLst>
              <a:ext uri="{FF2B5EF4-FFF2-40B4-BE49-F238E27FC236}">
                <a16:creationId xmlns:a16="http://schemas.microsoft.com/office/drawing/2014/main" id="{3C945BCE-833A-A122-E991-BFE74D1FB6C3}"/>
              </a:ext>
            </a:extLst>
          </p:cNvPr>
          <p:cNvSpPr/>
          <p:nvPr/>
        </p:nvSpPr>
        <p:spPr>
          <a:xfrm>
            <a:off x="2082790" y="4028997"/>
            <a:ext cx="273048" cy="126983"/>
          </a:xfrm>
          <a:prstGeom prst="rect">
            <a:avLst/>
          </a:prstGeom>
          <a:noFill/>
          <a:ln/>
        </p:spPr>
        <p:txBody>
          <a:bodyPr wrap="square" lIns="0" tIns="0" rIns="0" bIns="0" rtlCol="0" anchor="t"/>
          <a:lstStyle/>
          <a:p>
            <a:pPr>
              <a:lnSpc>
                <a:spcPts val="750"/>
              </a:lnSpc>
            </a:pPr>
            <a:r>
              <a:rPr lang="en-US" sz="750" dirty="0">
                <a:solidFill>
                  <a:srgbClr val="000000">
                    <a:alpha val="100000"/>
                  </a:srgbClr>
                </a:solidFill>
                <a:latin typeface="Stapel" panose="020B0504020202020204" pitchFamily="34" charset="-52"/>
                <a:ea typeface="Stapel" pitchFamily="34" charset="-122"/>
                <a:cs typeface="Stapel" pitchFamily="34" charset="-120"/>
              </a:rPr>
              <a:t>Факт</a:t>
            </a:r>
            <a:endParaRPr lang="en-US" sz="750" dirty="0"/>
          </a:p>
        </p:txBody>
      </p:sp>
      <p:pic>
        <p:nvPicPr>
          <p:cNvPr id="32" name="Image 20" descr=" ">
            <a:extLst>
              <a:ext uri="{FF2B5EF4-FFF2-40B4-BE49-F238E27FC236}">
                <a16:creationId xmlns:a16="http://schemas.microsoft.com/office/drawing/2014/main" id="{C428BB18-E6B5-5BEE-79DF-17D8D95DA20E}"/>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55599" y="3682967"/>
            <a:ext cx="11480740" cy="12698"/>
          </a:xfrm>
          <a:prstGeom prst="rect">
            <a:avLst/>
          </a:prstGeom>
        </p:spPr>
      </p:pic>
      <p:pic>
        <p:nvPicPr>
          <p:cNvPr id="33" name="Image 23" descr=" ">
            <a:extLst>
              <a:ext uri="{FF2B5EF4-FFF2-40B4-BE49-F238E27FC236}">
                <a16:creationId xmlns:a16="http://schemas.microsoft.com/office/drawing/2014/main" id="{029BB4F2-0A7D-749A-76A8-E80C7E7B5D44}"/>
              </a:ext>
            </a:extLst>
          </p:cNvPr>
          <p:cNvPicPr>
            <a:picLocks noChangeAspect="1"/>
          </p:cNvPicPr>
          <p:nvPr/>
        </p:nvPicPr>
        <p:blipFill>
          <a:blip r:embed="rId9" cstate="screen">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a:ext>
            </a:extLst>
          </a:blip>
          <a:stretch>
            <a:fillRect/>
          </a:stretch>
        </p:blipFill>
        <p:spPr>
          <a:xfrm>
            <a:off x="431798" y="5133652"/>
            <a:ext cx="7899359" cy="12698"/>
          </a:xfrm>
          <a:prstGeom prst="rect">
            <a:avLst/>
          </a:prstGeom>
          <a:solidFill>
            <a:schemeClr val="tx1"/>
          </a:solidFill>
        </p:spPr>
      </p:pic>
      <p:sp>
        <p:nvSpPr>
          <p:cNvPr id="35" name="Заголовок 34">
            <a:extLst>
              <a:ext uri="{FF2B5EF4-FFF2-40B4-BE49-F238E27FC236}">
                <a16:creationId xmlns:a16="http://schemas.microsoft.com/office/drawing/2014/main" id="{566AEE4B-5245-6FBA-4374-59F1DF15FBB6}"/>
              </a:ext>
            </a:extLst>
          </p:cNvPr>
          <p:cNvSpPr>
            <a:spLocks noGrp="1"/>
          </p:cNvSpPr>
          <p:nvPr>
            <p:ph type="title"/>
          </p:nvPr>
        </p:nvSpPr>
        <p:spPr/>
        <p:txBody>
          <a:bodyPr/>
          <a:lstStyle/>
          <a:p>
            <a:r>
              <a:rPr lang="ru-RU" dirty="0"/>
              <a:t>Графики план-факт</a:t>
            </a:r>
          </a:p>
        </p:txBody>
      </p:sp>
    </p:spTree>
    <p:extLst>
      <p:ext uri="{BB962C8B-B14F-4D97-AF65-F5344CB8AC3E}">
        <p14:creationId xmlns:p14="http://schemas.microsoft.com/office/powerpoint/2010/main" val="37842413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Диаграмма 7">
            <a:extLst>
              <a:ext uri="{FF2B5EF4-FFF2-40B4-BE49-F238E27FC236}">
                <a16:creationId xmlns:a16="http://schemas.microsoft.com/office/drawing/2014/main" id="{4BCBC2BC-970A-3973-93AA-FD2A9C672DE8}"/>
              </a:ext>
            </a:extLst>
          </p:cNvPr>
          <p:cNvGraphicFramePr/>
          <p:nvPr/>
        </p:nvGraphicFramePr>
        <p:xfrm>
          <a:off x="9455670" y="4628994"/>
          <a:ext cx="2459162" cy="136782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Диаграмма 1">
            <a:extLst>
              <a:ext uri="{FF2B5EF4-FFF2-40B4-BE49-F238E27FC236}">
                <a16:creationId xmlns:a16="http://schemas.microsoft.com/office/drawing/2014/main" id="{04C4C832-AB2F-61F8-2FB4-4BB6A4D64A00}"/>
              </a:ext>
            </a:extLst>
          </p:cNvPr>
          <p:cNvGraphicFramePr/>
          <p:nvPr/>
        </p:nvGraphicFramePr>
        <p:xfrm>
          <a:off x="9446045" y="1868903"/>
          <a:ext cx="2537670" cy="1367822"/>
        </p:xfrm>
        <a:graphic>
          <a:graphicData uri="http://schemas.openxmlformats.org/drawingml/2006/chart">
            <c:chart xmlns:c="http://schemas.openxmlformats.org/drawingml/2006/chart" xmlns:r="http://schemas.openxmlformats.org/officeDocument/2006/relationships" r:id="rId3"/>
          </a:graphicData>
        </a:graphic>
      </p:graphicFrame>
      <p:sp>
        <p:nvSpPr>
          <p:cNvPr id="4" name="Номер слайда 3">
            <a:extLst>
              <a:ext uri="{FF2B5EF4-FFF2-40B4-BE49-F238E27FC236}">
                <a16:creationId xmlns:a16="http://schemas.microsoft.com/office/drawing/2014/main" id="{358F6C49-07AF-F703-1C86-0C9641C757F6}"/>
              </a:ext>
            </a:extLst>
          </p:cNvPr>
          <p:cNvSpPr>
            <a:spLocks noGrp="1"/>
          </p:cNvSpPr>
          <p:nvPr>
            <p:ph type="sldNum" sz="quarter" idx="4"/>
          </p:nvPr>
        </p:nvSpPr>
        <p:spPr/>
        <p:txBody>
          <a:bodyPr/>
          <a:lstStyle/>
          <a:p>
            <a:fld id="{13FB4C0F-BB20-4298-B11D-AEB97E17A107}" type="slidenum">
              <a:rPr lang="ru-RU" smtClean="0"/>
              <a:pPr/>
              <a:t>51</a:t>
            </a:fld>
            <a:endParaRPr lang="ru-RU" dirty="0"/>
          </a:p>
        </p:txBody>
      </p:sp>
      <p:graphicFrame>
        <p:nvGraphicFramePr>
          <p:cNvPr id="6" name="Диаграмма 5">
            <a:extLst>
              <a:ext uri="{FF2B5EF4-FFF2-40B4-BE49-F238E27FC236}">
                <a16:creationId xmlns:a16="http://schemas.microsoft.com/office/drawing/2014/main" id="{9A8CE032-42D7-9687-E3F2-3305B174C549}"/>
              </a:ext>
            </a:extLst>
          </p:cNvPr>
          <p:cNvGraphicFramePr/>
          <p:nvPr/>
        </p:nvGraphicFramePr>
        <p:xfrm>
          <a:off x="277127" y="3910457"/>
          <a:ext cx="8145201" cy="247725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Диаграмма 6">
            <a:extLst>
              <a:ext uri="{FF2B5EF4-FFF2-40B4-BE49-F238E27FC236}">
                <a16:creationId xmlns:a16="http://schemas.microsoft.com/office/drawing/2014/main" id="{1F4A56F9-DDBE-972A-3A8A-73CEB4896D45}"/>
              </a:ext>
            </a:extLst>
          </p:cNvPr>
          <p:cNvGraphicFramePr/>
          <p:nvPr/>
        </p:nvGraphicFramePr>
        <p:xfrm>
          <a:off x="300255" y="1279805"/>
          <a:ext cx="8145201" cy="2145145"/>
        </p:xfrm>
        <a:graphic>
          <a:graphicData uri="http://schemas.openxmlformats.org/drawingml/2006/chart">
            <c:chart xmlns:c="http://schemas.openxmlformats.org/drawingml/2006/chart" xmlns:r="http://schemas.openxmlformats.org/officeDocument/2006/relationships" r:id="rId5"/>
          </a:graphicData>
        </a:graphic>
      </p:graphicFrame>
      <p:pic>
        <p:nvPicPr>
          <p:cNvPr id="9" name="Image 21" descr=" ">
            <a:extLst>
              <a:ext uri="{FF2B5EF4-FFF2-40B4-BE49-F238E27FC236}">
                <a16:creationId xmlns:a16="http://schemas.microsoft.com/office/drawing/2014/main" id="{41041BCC-4708-1F6B-B97C-0D27B983DD8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368576" y="1555994"/>
            <a:ext cx="4034501" cy="1930149"/>
          </a:xfrm>
          <a:prstGeom prst="rect">
            <a:avLst/>
          </a:prstGeom>
        </p:spPr>
      </p:pic>
      <p:sp>
        <p:nvSpPr>
          <p:cNvPr id="10" name="Text 56">
            <a:extLst>
              <a:ext uri="{FF2B5EF4-FFF2-40B4-BE49-F238E27FC236}">
                <a16:creationId xmlns:a16="http://schemas.microsoft.com/office/drawing/2014/main" id="{A932C830-B24F-4E8A-9591-D03988D6FB80}"/>
              </a:ext>
            </a:extLst>
          </p:cNvPr>
          <p:cNvSpPr/>
          <p:nvPr/>
        </p:nvSpPr>
        <p:spPr>
          <a:xfrm>
            <a:off x="9618499" y="1784564"/>
            <a:ext cx="146049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Итого 01-06/2025</a:t>
            </a:r>
            <a:endParaRPr lang="en-US" sz="1200" dirty="0"/>
          </a:p>
        </p:txBody>
      </p:sp>
      <p:sp>
        <p:nvSpPr>
          <p:cNvPr id="11" name="Text 57">
            <a:extLst>
              <a:ext uri="{FF2B5EF4-FFF2-40B4-BE49-F238E27FC236}">
                <a16:creationId xmlns:a16="http://schemas.microsoft.com/office/drawing/2014/main" id="{F005CF60-EEA5-3637-260B-D4CA66B61684}"/>
              </a:ext>
            </a:extLst>
          </p:cNvPr>
          <p:cNvSpPr/>
          <p:nvPr/>
        </p:nvSpPr>
        <p:spPr>
          <a:xfrm>
            <a:off x="9618499" y="4546454"/>
            <a:ext cx="146049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Итого 01-06/2025</a:t>
            </a:r>
            <a:endParaRPr lang="en-US" sz="1200" dirty="0"/>
          </a:p>
        </p:txBody>
      </p:sp>
      <p:sp>
        <p:nvSpPr>
          <p:cNvPr id="12" name="Text 58">
            <a:extLst>
              <a:ext uri="{FF2B5EF4-FFF2-40B4-BE49-F238E27FC236}">
                <a16:creationId xmlns:a16="http://schemas.microsoft.com/office/drawing/2014/main" id="{6A1DF02F-918C-3F00-B8E1-4D5BD4E74C84}"/>
              </a:ext>
            </a:extLst>
          </p:cNvPr>
          <p:cNvSpPr/>
          <p:nvPr/>
        </p:nvSpPr>
        <p:spPr>
          <a:xfrm>
            <a:off x="9618499" y="3282969"/>
            <a:ext cx="1771641"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Процент выполнения %</a:t>
            </a:r>
            <a:endParaRPr lang="en-US" sz="1200" dirty="0"/>
          </a:p>
        </p:txBody>
      </p:sp>
      <p:sp>
        <p:nvSpPr>
          <p:cNvPr id="13" name="Text 59">
            <a:extLst>
              <a:ext uri="{FF2B5EF4-FFF2-40B4-BE49-F238E27FC236}">
                <a16:creationId xmlns:a16="http://schemas.microsoft.com/office/drawing/2014/main" id="{0FC02AA3-4C79-AE0C-D7CE-C251F589F151}"/>
              </a:ext>
            </a:extLst>
          </p:cNvPr>
          <p:cNvSpPr/>
          <p:nvPr/>
        </p:nvSpPr>
        <p:spPr>
          <a:xfrm>
            <a:off x="9618499" y="6044859"/>
            <a:ext cx="1771641"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Процент выполнения %</a:t>
            </a:r>
            <a:endParaRPr lang="en-US" sz="1200" dirty="0"/>
          </a:p>
        </p:txBody>
      </p:sp>
      <p:sp>
        <p:nvSpPr>
          <p:cNvPr id="14" name="Text 62">
            <a:extLst>
              <a:ext uri="{FF2B5EF4-FFF2-40B4-BE49-F238E27FC236}">
                <a16:creationId xmlns:a16="http://schemas.microsoft.com/office/drawing/2014/main" id="{1A1740D1-5BD6-3250-6FE0-C0A9C4F689AA}"/>
              </a:ext>
            </a:extLst>
          </p:cNvPr>
          <p:cNvSpPr/>
          <p:nvPr/>
        </p:nvSpPr>
        <p:spPr>
          <a:xfrm>
            <a:off x="9154952" y="2349641"/>
            <a:ext cx="3534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План</a:t>
            </a:r>
            <a:endParaRPr lang="en-US" sz="1000" dirty="0"/>
          </a:p>
        </p:txBody>
      </p:sp>
      <p:sp>
        <p:nvSpPr>
          <p:cNvPr id="15" name="Text 63">
            <a:extLst>
              <a:ext uri="{FF2B5EF4-FFF2-40B4-BE49-F238E27FC236}">
                <a16:creationId xmlns:a16="http://schemas.microsoft.com/office/drawing/2014/main" id="{33B25924-15A5-EF41-6EB7-AC5380A1B011}"/>
              </a:ext>
            </a:extLst>
          </p:cNvPr>
          <p:cNvSpPr/>
          <p:nvPr/>
        </p:nvSpPr>
        <p:spPr>
          <a:xfrm>
            <a:off x="9154952" y="5105182"/>
            <a:ext cx="3534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План</a:t>
            </a:r>
            <a:endParaRPr lang="en-US" sz="1000" dirty="0"/>
          </a:p>
        </p:txBody>
      </p:sp>
      <p:sp>
        <p:nvSpPr>
          <p:cNvPr id="16" name="Text 64">
            <a:extLst>
              <a:ext uri="{FF2B5EF4-FFF2-40B4-BE49-F238E27FC236}">
                <a16:creationId xmlns:a16="http://schemas.microsoft.com/office/drawing/2014/main" id="{3E169176-56B9-8ED9-FEDE-2E184FB58711}"/>
              </a:ext>
            </a:extLst>
          </p:cNvPr>
          <p:cNvSpPr/>
          <p:nvPr/>
        </p:nvSpPr>
        <p:spPr>
          <a:xfrm>
            <a:off x="9154951" y="2743290"/>
            <a:ext cx="3661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Факт</a:t>
            </a:r>
            <a:endParaRPr lang="en-US" sz="1000" dirty="0"/>
          </a:p>
        </p:txBody>
      </p:sp>
      <p:sp>
        <p:nvSpPr>
          <p:cNvPr id="17" name="Text 65">
            <a:extLst>
              <a:ext uri="{FF2B5EF4-FFF2-40B4-BE49-F238E27FC236}">
                <a16:creationId xmlns:a16="http://schemas.microsoft.com/office/drawing/2014/main" id="{33C4C208-3024-C4DF-E239-1377D4AE250C}"/>
              </a:ext>
            </a:extLst>
          </p:cNvPr>
          <p:cNvSpPr/>
          <p:nvPr/>
        </p:nvSpPr>
        <p:spPr>
          <a:xfrm>
            <a:off x="9154951" y="5600418"/>
            <a:ext cx="3661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Факт</a:t>
            </a:r>
            <a:endParaRPr lang="en-US" sz="1000" dirty="0"/>
          </a:p>
        </p:txBody>
      </p:sp>
      <p:pic>
        <p:nvPicPr>
          <p:cNvPr id="18" name="Image 18" descr=" ">
            <a:extLst>
              <a:ext uri="{FF2B5EF4-FFF2-40B4-BE49-F238E27FC236}">
                <a16:creationId xmlns:a16="http://schemas.microsoft.com/office/drawing/2014/main" id="{8EF7C75A-8010-3326-C75B-BBE8CF1B4F2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510550" y="2140118"/>
            <a:ext cx="12700" cy="939678"/>
          </a:xfrm>
          <a:prstGeom prst="rect">
            <a:avLst/>
          </a:prstGeom>
        </p:spPr>
      </p:pic>
      <p:pic>
        <p:nvPicPr>
          <p:cNvPr id="19" name="Image 19" descr=" ">
            <a:extLst>
              <a:ext uri="{FF2B5EF4-FFF2-40B4-BE49-F238E27FC236}">
                <a16:creationId xmlns:a16="http://schemas.microsoft.com/office/drawing/2014/main" id="{35B13046-2C99-24D7-3908-0A30305E234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510550" y="4902008"/>
            <a:ext cx="12700" cy="939678"/>
          </a:xfrm>
          <a:prstGeom prst="rect">
            <a:avLst/>
          </a:prstGeom>
        </p:spPr>
      </p:pic>
      <p:sp>
        <p:nvSpPr>
          <p:cNvPr id="20" name="Shape 92">
            <a:extLst>
              <a:ext uri="{FF2B5EF4-FFF2-40B4-BE49-F238E27FC236}">
                <a16:creationId xmlns:a16="http://schemas.microsoft.com/office/drawing/2014/main" id="{C7AEC1B6-BCB6-C849-B030-FFC2816D306C}"/>
              </a:ext>
            </a:extLst>
          </p:cNvPr>
          <p:cNvSpPr/>
          <p:nvPr/>
        </p:nvSpPr>
        <p:spPr>
          <a:xfrm>
            <a:off x="1314444" y="1244884"/>
            <a:ext cx="1085844" cy="165079"/>
          </a:xfrm>
          <a:prstGeom prst="rect">
            <a:avLst/>
          </a:prstGeom>
          <a:noFill/>
          <a:ln/>
        </p:spPr>
      </p:sp>
      <p:sp>
        <p:nvSpPr>
          <p:cNvPr id="21" name="Shape 94">
            <a:extLst>
              <a:ext uri="{FF2B5EF4-FFF2-40B4-BE49-F238E27FC236}">
                <a16:creationId xmlns:a16="http://schemas.microsoft.com/office/drawing/2014/main" id="{D9142257-EA37-497C-B1E9-829A38D49618}"/>
              </a:ext>
            </a:extLst>
          </p:cNvPr>
          <p:cNvSpPr/>
          <p:nvPr/>
        </p:nvSpPr>
        <p:spPr>
          <a:xfrm>
            <a:off x="1390644" y="1276630"/>
            <a:ext cx="101599" cy="101587"/>
          </a:xfrm>
          <a:prstGeom prst="rect">
            <a:avLst/>
          </a:prstGeom>
          <a:solidFill>
            <a:srgbClr val="ECB5E5"/>
          </a:solidFill>
          <a:ln/>
        </p:spPr>
      </p:sp>
      <p:sp>
        <p:nvSpPr>
          <p:cNvPr id="22" name="Text 95">
            <a:extLst>
              <a:ext uri="{FF2B5EF4-FFF2-40B4-BE49-F238E27FC236}">
                <a16:creationId xmlns:a16="http://schemas.microsoft.com/office/drawing/2014/main" id="{1B94E7FE-6953-5C37-0206-FFEC929EA9D4}"/>
              </a:ext>
            </a:extLst>
          </p:cNvPr>
          <p:cNvSpPr/>
          <p:nvPr/>
        </p:nvSpPr>
        <p:spPr>
          <a:xfrm>
            <a:off x="1530343" y="1279805"/>
            <a:ext cx="26669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План</a:t>
            </a:r>
            <a:endParaRPr lang="en-US" sz="800" dirty="0"/>
          </a:p>
        </p:txBody>
      </p:sp>
      <p:sp>
        <p:nvSpPr>
          <p:cNvPr id="23" name="Shape 97">
            <a:extLst>
              <a:ext uri="{FF2B5EF4-FFF2-40B4-BE49-F238E27FC236}">
                <a16:creationId xmlns:a16="http://schemas.microsoft.com/office/drawing/2014/main" id="{F719122B-30FD-39C7-FA58-CC56CDD05077}"/>
              </a:ext>
            </a:extLst>
          </p:cNvPr>
          <p:cNvSpPr/>
          <p:nvPr/>
        </p:nvSpPr>
        <p:spPr>
          <a:xfrm>
            <a:off x="1943091" y="1276630"/>
            <a:ext cx="101599" cy="101587"/>
          </a:xfrm>
          <a:prstGeom prst="rect">
            <a:avLst/>
          </a:prstGeom>
          <a:solidFill>
            <a:srgbClr val="7D70EF"/>
          </a:solidFill>
          <a:ln/>
        </p:spPr>
      </p:sp>
      <p:sp>
        <p:nvSpPr>
          <p:cNvPr id="24" name="Text 98">
            <a:extLst>
              <a:ext uri="{FF2B5EF4-FFF2-40B4-BE49-F238E27FC236}">
                <a16:creationId xmlns:a16="http://schemas.microsoft.com/office/drawing/2014/main" id="{2E567F34-0C34-F095-D424-CB16FFA0B0AB}"/>
              </a:ext>
            </a:extLst>
          </p:cNvPr>
          <p:cNvSpPr/>
          <p:nvPr/>
        </p:nvSpPr>
        <p:spPr>
          <a:xfrm>
            <a:off x="2082790" y="1279805"/>
            <a:ext cx="273048"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Факт</a:t>
            </a:r>
            <a:endParaRPr lang="en-US" sz="800" dirty="0"/>
          </a:p>
        </p:txBody>
      </p:sp>
      <p:sp>
        <p:nvSpPr>
          <p:cNvPr id="25" name="Shape 99">
            <a:extLst>
              <a:ext uri="{FF2B5EF4-FFF2-40B4-BE49-F238E27FC236}">
                <a16:creationId xmlns:a16="http://schemas.microsoft.com/office/drawing/2014/main" id="{2F5D0158-6A45-9DD9-299F-AE2A7A4A8E2E}"/>
              </a:ext>
            </a:extLst>
          </p:cNvPr>
          <p:cNvSpPr/>
          <p:nvPr/>
        </p:nvSpPr>
        <p:spPr>
          <a:xfrm>
            <a:off x="1314444" y="3994076"/>
            <a:ext cx="1085844" cy="165079"/>
          </a:xfrm>
          <a:prstGeom prst="rect">
            <a:avLst/>
          </a:prstGeom>
          <a:noFill/>
          <a:ln/>
        </p:spPr>
      </p:sp>
      <p:sp>
        <p:nvSpPr>
          <p:cNvPr id="26" name="Shape 100">
            <a:extLst>
              <a:ext uri="{FF2B5EF4-FFF2-40B4-BE49-F238E27FC236}">
                <a16:creationId xmlns:a16="http://schemas.microsoft.com/office/drawing/2014/main" id="{CFB60910-4A90-A994-27C8-872D2F30A8A9}"/>
              </a:ext>
            </a:extLst>
          </p:cNvPr>
          <p:cNvSpPr/>
          <p:nvPr/>
        </p:nvSpPr>
        <p:spPr>
          <a:xfrm>
            <a:off x="1314444" y="3994076"/>
            <a:ext cx="527047" cy="165079"/>
          </a:xfrm>
          <a:prstGeom prst="rect">
            <a:avLst/>
          </a:prstGeom>
          <a:solidFill>
            <a:srgbClr val="FFFFFF">
              <a:alpha val="100000"/>
            </a:srgbClr>
          </a:solidFill>
          <a:ln/>
        </p:spPr>
      </p:sp>
      <p:sp>
        <p:nvSpPr>
          <p:cNvPr id="27" name="Shape 101">
            <a:extLst>
              <a:ext uri="{FF2B5EF4-FFF2-40B4-BE49-F238E27FC236}">
                <a16:creationId xmlns:a16="http://schemas.microsoft.com/office/drawing/2014/main" id="{A74F7DDA-2FD5-EE99-6331-7FCF5626CCCF}"/>
              </a:ext>
            </a:extLst>
          </p:cNvPr>
          <p:cNvSpPr/>
          <p:nvPr/>
        </p:nvSpPr>
        <p:spPr>
          <a:xfrm>
            <a:off x="1390644" y="4025822"/>
            <a:ext cx="101599" cy="101587"/>
          </a:xfrm>
          <a:prstGeom prst="rect">
            <a:avLst/>
          </a:prstGeom>
          <a:solidFill>
            <a:srgbClr val="ECB5E5"/>
          </a:solidFill>
          <a:ln/>
        </p:spPr>
      </p:sp>
      <p:sp>
        <p:nvSpPr>
          <p:cNvPr id="28" name="Text 102">
            <a:extLst>
              <a:ext uri="{FF2B5EF4-FFF2-40B4-BE49-F238E27FC236}">
                <a16:creationId xmlns:a16="http://schemas.microsoft.com/office/drawing/2014/main" id="{8FAA4421-6A6F-1E0F-A32F-5E37C913E724}"/>
              </a:ext>
            </a:extLst>
          </p:cNvPr>
          <p:cNvSpPr/>
          <p:nvPr/>
        </p:nvSpPr>
        <p:spPr>
          <a:xfrm>
            <a:off x="1530343" y="4028997"/>
            <a:ext cx="266699" cy="126983"/>
          </a:xfrm>
          <a:prstGeom prst="rect">
            <a:avLst/>
          </a:prstGeom>
          <a:noFill/>
          <a:ln/>
        </p:spPr>
        <p:txBody>
          <a:bodyPr wrap="square" lIns="0" tIns="0" rIns="0" bIns="0" rtlCol="0" anchor="t"/>
          <a:lstStyle/>
          <a:p>
            <a:pPr>
              <a:lnSpc>
                <a:spcPts val="750"/>
              </a:lnSpc>
            </a:pPr>
            <a:r>
              <a:rPr lang="en-US" sz="750" dirty="0">
                <a:solidFill>
                  <a:srgbClr val="000000">
                    <a:alpha val="100000"/>
                  </a:srgbClr>
                </a:solidFill>
                <a:latin typeface="Stapel" panose="020B0504020202020204" pitchFamily="34" charset="-52"/>
                <a:ea typeface="Stapel" pitchFamily="34" charset="-122"/>
                <a:cs typeface="Stapel" pitchFamily="34" charset="-120"/>
              </a:rPr>
              <a:t>План</a:t>
            </a:r>
            <a:endParaRPr lang="en-US" sz="750" dirty="0"/>
          </a:p>
        </p:txBody>
      </p:sp>
      <p:sp>
        <p:nvSpPr>
          <p:cNvPr id="29" name="Shape 103">
            <a:extLst>
              <a:ext uri="{FF2B5EF4-FFF2-40B4-BE49-F238E27FC236}">
                <a16:creationId xmlns:a16="http://schemas.microsoft.com/office/drawing/2014/main" id="{54B6CE4B-BF01-B347-66FF-9C6C835ADA2A}"/>
              </a:ext>
            </a:extLst>
          </p:cNvPr>
          <p:cNvSpPr/>
          <p:nvPr/>
        </p:nvSpPr>
        <p:spPr>
          <a:xfrm>
            <a:off x="1866891" y="3994076"/>
            <a:ext cx="533397" cy="165079"/>
          </a:xfrm>
          <a:prstGeom prst="rect">
            <a:avLst/>
          </a:prstGeom>
          <a:solidFill>
            <a:srgbClr val="FFFFFF">
              <a:alpha val="100000"/>
            </a:srgbClr>
          </a:solidFill>
          <a:ln/>
        </p:spPr>
      </p:sp>
      <p:sp>
        <p:nvSpPr>
          <p:cNvPr id="31" name="Text 105">
            <a:extLst>
              <a:ext uri="{FF2B5EF4-FFF2-40B4-BE49-F238E27FC236}">
                <a16:creationId xmlns:a16="http://schemas.microsoft.com/office/drawing/2014/main" id="{3C945BCE-833A-A122-E991-BFE74D1FB6C3}"/>
              </a:ext>
            </a:extLst>
          </p:cNvPr>
          <p:cNvSpPr/>
          <p:nvPr/>
        </p:nvSpPr>
        <p:spPr>
          <a:xfrm>
            <a:off x="2082790" y="4028997"/>
            <a:ext cx="273048" cy="126983"/>
          </a:xfrm>
          <a:prstGeom prst="rect">
            <a:avLst/>
          </a:prstGeom>
          <a:noFill/>
          <a:ln/>
        </p:spPr>
        <p:txBody>
          <a:bodyPr wrap="square" lIns="0" tIns="0" rIns="0" bIns="0" rtlCol="0" anchor="t"/>
          <a:lstStyle/>
          <a:p>
            <a:pPr>
              <a:lnSpc>
                <a:spcPts val="750"/>
              </a:lnSpc>
            </a:pPr>
            <a:r>
              <a:rPr lang="en-US" sz="750" dirty="0">
                <a:solidFill>
                  <a:srgbClr val="000000">
                    <a:alpha val="100000"/>
                  </a:srgbClr>
                </a:solidFill>
                <a:latin typeface="Stapel" panose="020B0504020202020204" pitchFamily="34" charset="-52"/>
                <a:ea typeface="Stapel" pitchFamily="34" charset="-122"/>
                <a:cs typeface="Stapel" pitchFamily="34" charset="-120"/>
              </a:rPr>
              <a:t>Факт</a:t>
            </a:r>
            <a:endParaRPr lang="en-US" sz="750" dirty="0"/>
          </a:p>
        </p:txBody>
      </p:sp>
      <p:pic>
        <p:nvPicPr>
          <p:cNvPr id="32" name="Image 20" descr=" ">
            <a:extLst>
              <a:ext uri="{FF2B5EF4-FFF2-40B4-BE49-F238E27FC236}">
                <a16:creationId xmlns:a16="http://schemas.microsoft.com/office/drawing/2014/main" id="{C428BB18-E6B5-5BEE-79DF-17D8D95DA20E}"/>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55599" y="3682967"/>
            <a:ext cx="11480740" cy="12698"/>
          </a:xfrm>
          <a:prstGeom prst="rect">
            <a:avLst/>
          </a:prstGeom>
        </p:spPr>
      </p:pic>
      <p:pic>
        <p:nvPicPr>
          <p:cNvPr id="33" name="Image 23" descr=" ">
            <a:extLst>
              <a:ext uri="{FF2B5EF4-FFF2-40B4-BE49-F238E27FC236}">
                <a16:creationId xmlns:a16="http://schemas.microsoft.com/office/drawing/2014/main" id="{029BB4F2-0A7D-749A-76A8-E80C7E7B5D44}"/>
              </a:ext>
            </a:extLst>
          </p:cNvPr>
          <p:cNvPicPr>
            <a:picLocks noChangeAspect="1"/>
          </p:cNvPicPr>
          <p:nvPr/>
        </p:nvPicPr>
        <p:blipFill>
          <a:blip r:embed="rId9" cstate="screen">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a:ext>
            </a:extLst>
          </a:blip>
          <a:stretch>
            <a:fillRect/>
          </a:stretch>
        </p:blipFill>
        <p:spPr>
          <a:xfrm>
            <a:off x="431798" y="5133652"/>
            <a:ext cx="7899359" cy="12698"/>
          </a:xfrm>
          <a:prstGeom prst="rect">
            <a:avLst/>
          </a:prstGeom>
          <a:solidFill>
            <a:schemeClr val="tx1"/>
          </a:solidFill>
        </p:spPr>
      </p:pic>
      <p:sp>
        <p:nvSpPr>
          <p:cNvPr id="35" name="Заголовок 34">
            <a:extLst>
              <a:ext uri="{FF2B5EF4-FFF2-40B4-BE49-F238E27FC236}">
                <a16:creationId xmlns:a16="http://schemas.microsoft.com/office/drawing/2014/main" id="{566AEE4B-5245-6FBA-4374-59F1DF15FBB6}"/>
              </a:ext>
            </a:extLst>
          </p:cNvPr>
          <p:cNvSpPr>
            <a:spLocks noGrp="1"/>
          </p:cNvSpPr>
          <p:nvPr>
            <p:ph type="title"/>
          </p:nvPr>
        </p:nvSpPr>
        <p:spPr/>
        <p:txBody>
          <a:bodyPr/>
          <a:lstStyle/>
          <a:p>
            <a:r>
              <a:rPr lang="ru-RU" dirty="0"/>
              <a:t>Графики план-факт</a:t>
            </a:r>
          </a:p>
        </p:txBody>
      </p:sp>
      <p:sp>
        <p:nvSpPr>
          <p:cNvPr id="36" name="Shape 97">
            <a:extLst>
              <a:ext uri="{FF2B5EF4-FFF2-40B4-BE49-F238E27FC236}">
                <a16:creationId xmlns:a16="http://schemas.microsoft.com/office/drawing/2014/main" id="{193053A0-AB74-6149-A438-E6A676A85A3F}"/>
              </a:ext>
            </a:extLst>
          </p:cNvPr>
          <p:cNvSpPr/>
          <p:nvPr/>
        </p:nvSpPr>
        <p:spPr>
          <a:xfrm>
            <a:off x="1943091" y="4025822"/>
            <a:ext cx="101599" cy="101587"/>
          </a:xfrm>
          <a:prstGeom prst="rect">
            <a:avLst/>
          </a:prstGeom>
          <a:solidFill>
            <a:srgbClr val="7D70EF"/>
          </a:solidFill>
          <a:ln/>
        </p:spPr>
      </p:sp>
    </p:spTree>
    <p:extLst>
      <p:ext uri="{BB962C8B-B14F-4D97-AF65-F5344CB8AC3E}">
        <p14:creationId xmlns:p14="http://schemas.microsoft.com/office/powerpoint/2010/main" val="37150877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Диаграмма 7">
            <a:extLst>
              <a:ext uri="{FF2B5EF4-FFF2-40B4-BE49-F238E27FC236}">
                <a16:creationId xmlns:a16="http://schemas.microsoft.com/office/drawing/2014/main" id="{4BCBC2BC-970A-3973-93AA-FD2A9C672DE8}"/>
              </a:ext>
            </a:extLst>
          </p:cNvPr>
          <p:cNvGraphicFramePr/>
          <p:nvPr/>
        </p:nvGraphicFramePr>
        <p:xfrm>
          <a:off x="9455670" y="4628994"/>
          <a:ext cx="2459162" cy="136782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Диаграмма 1">
            <a:extLst>
              <a:ext uri="{FF2B5EF4-FFF2-40B4-BE49-F238E27FC236}">
                <a16:creationId xmlns:a16="http://schemas.microsoft.com/office/drawing/2014/main" id="{04C4C832-AB2F-61F8-2FB4-4BB6A4D64A00}"/>
              </a:ext>
            </a:extLst>
          </p:cNvPr>
          <p:cNvGraphicFramePr/>
          <p:nvPr/>
        </p:nvGraphicFramePr>
        <p:xfrm>
          <a:off x="9446045" y="1868903"/>
          <a:ext cx="2537670" cy="1367822"/>
        </p:xfrm>
        <a:graphic>
          <a:graphicData uri="http://schemas.openxmlformats.org/drawingml/2006/chart">
            <c:chart xmlns:c="http://schemas.openxmlformats.org/drawingml/2006/chart" xmlns:r="http://schemas.openxmlformats.org/officeDocument/2006/relationships" r:id="rId3"/>
          </a:graphicData>
        </a:graphic>
      </p:graphicFrame>
      <p:sp>
        <p:nvSpPr>
          <p:cNvPr id="4" name="Номер слайда 3">
            <a:extLst>
              <a:ext uri="{FF2B5EF4-FFF2-40B4-BE49-F238E27FC236}">
                <a16:creationId xmlns:a16="http://schemas.microsoft.com/office/drawing/2014/main" id="{358F6C49-07AF-F703-1C86-0C9641C757F6}"/>
              </a:ext>
            </a:extLst>
          </p:cNvPr>
          <p:cNvSpPr>
            <a:spLocks noGrp="1"/>
          </p:cNvSpPr>
          <p:nvPr>
            <p:ph type="sldNum" sz="quarter" idx="4"/>
          </p:nvPr>
        </p:nvSpPr>
        <p:spPr/>
        <p:txBody>
          <a:bodyPr/>
          <a:lstStyle/>
          <a:p>
            <a:fld id="{13FB4C0F-BB20-4298-B11D-AEB97E17A107}" type="slidenum">
              <a:rPr lang="ru-RU" smtClean="0"/>
              <a:pPr/>
              <a:t>52</a:t>
            </a:fld>
            <a:endParaRPr lang="ru-RU" dirty="0"/>
          </a:p>
        </p:txBody>
      </p:sp>
      <p:graphicFrame>
        <p:nvGraphicFramePr>
          <p:cNvPr id="6" name="Диаграмма 5">
            <a:extLst>
              <a:ext uri="{FF2B5EF4-FFF2-40B4-BE49-F238E27FC236}">
                <a16:creationId xmlns:a16="http://schemas.microsoft.com/office/drawing/2014/main" id="{9A8CE032-42D7-9687-E3F2-3305B174C549}"/>
              </a:ext>
            </a:extLst>
          </p:cNvPr>
          <p:cNvGraphicFramePr/>
          <p:nvPr/>
        </p:nvGraphicFramePr>
        <p:xfrm>
          <a:off x="277127" y="3910457"/>
          <a:ext cx="8145201" cy="247725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Диаграмма 6">
            <a:extLst>
              <a:ext uri="{FF2B5EF4-FFF2-40B4-BE49-F238E27FC236}">
                <a16:creationId xmlns:a16="http://schemas.microsoft.com/office/drawing/2014/main" id="{1F4A56F9-DDBE-972A-3A8A-73CEB4896D45}"/>
              </a:ext>
            </a:extLst>
          </p:cNvPr>
          <p:cNvGraphicFramePr/>
          <p:nvPr/>
        </p:nvGraphicFramePr>
        <p:xfrm>
          <a:off x="300255" y="1279805"/>
          <a:ext cx="8145201" cy="2145145"/>
        </p:xfrm>
        <a:graphic>
          <a:graphicData uri="http://schemas.openxmlformats.org/drawingml/2006/chart">
            <c:chart xmlns:c="http://schemas.openxmlformats.org/drawingml/2006/chart" xmlns:r="http://schemas.openxmlformats.org/officeDocument/2006/relationships" r:id="rId5"/>
          </a:graphicData>
        </a:graphic>
      </p:graphicFrame>
      <p:pic>
        <p:nvPicPr>
          <p:cNvPr id="9" name="Image 21" descr=" ">
            <a:extLst>
              <a:ext uri="{FF2B5EF4-FFF2-40B4-BE49-F238E27FC236}">
                <a16:creationId xmlns:a16="http://schemas.microsoft.com/office/drawing/2014/main" id="{41041BCC-4708-1F6B-B97C-0D27B983DD8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368576" y="1555994"/>
            <a:ext cx="4034501" cy="1930149"/>
          </a:xfrm>
          <a:prstGeom prst="rect">
            <a:avLst/>
          </a:prstGeom>
        </p:spPr>
      </p:pic>
      <p:sp>
        <p:nvSpPr>
          <p:cNvPr id="10" name="Text 56">
            <a:extLst>
              <a:ext uri="{FF2B5EF4-FFF2-40B4-BE49-F238E27FC236}">
                <a16:creationId xmlns:a16="http://schemas.microsoft.com/office/drawing/2014/main" id="{A932C830-B24F-4E8A-9591-D03988D6FB80}"/>
              </a:ext>
            </a:extLst>
          </p:cNvPr>
          <p:cNvSpPr/>
          <p:nvPr/>
        </p:nvSpPr>
        <p:spPr>
          <a:xfrm>
            <a:off x="9618499" y="1784564"/>
            <a:ext cx="146049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Итого 01-06/2025</a:t>
            </a:r>
            <a:endParaRPr lang="en-US" sz="1200" dirty="0"/>
          </a:p>
        </p:txBody>
      </p:sp>
      <p:sp>
        <p:nvSpPr>
          <p:cNvPr id="11" name="Text 57">
            <a:extLst>
              <a:ext uri="{FF2B5EF4-FFF2-40B4-BE49-F238E27FC236}">
                <a16:creationId xmlns:a16="http://schemas.microsoft.com/office/drawing/2014/main" id="{F005CF60-EEA5-3637-260B-D4CA66B61684}"/>
              </a:ext>
            </a:extLst>
          </p:cNvPr>
          <p:cNvSpPr/>
          <p:nvPr/>
        </p:nvSpPr>
        <p:spPr>
          <a:xfrm>
            <a:off x="9618499" y="4546454"/>
            <a:ext cx="146049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Итого 01-06/2025</a:t>
            </a:r>
            <a:endParaRPr lang="en-US" sz="1200" dirty="0"/>
          </a:p>
        </p:txBody>
      </p:sp>
      <p:sp>
        <p:nvSpPr>
          <p:cNvPr id="12" name="Text 58">
            <a:extLst>
              <a:ext uri="{FF2B5EF4-FFF2-40B4-BE49-F238E27FC236}">
                <a16:creationId xmlns:a16="http://schemas.microsoft.com/office/drawing/2014/main" id="{6A1DF02F-918C-3F00-B8E1-4D5BD4E74C84}"/>
              </a:ext>
            </a:extLst>
          </p:cNvPr>
          <p:cNvSpPr/>
          <p:nvPr/>
        </p:nvSpPr>
        <p:spPr>
          <a:xfrm>
            <a:off x="9618499" y="3282969"/>
            <a:ext cx="1771641"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Процент выполнения %</a:t>
            </a:r>
            <a:endParaRPr lang="en-US" sz="1200" dirty="0"/>
          </a:p>
        </p:txBody>
      </p:sp>
      <p:sp>
        <p:nvSpPr>
          <p:cNvPr id="13" name="Text 59">
            <a:extLst>
              <a:ext uri="{FF2B5EF4-FFF2-40B4-BE49-F238E27FC236}">
                <a16:creationId xmlns:a16="http://schemas.microsoft.com/office/drawing/2014/main" id="{0FC02AA3-4C79-AE0C-D7CE-C251F589F151}"/>
              </a:ext>
            </a:extLst>
          </p:cNvPr>
          <p:cNvSpPr/>
          <p:nvPr/>
        </p:nvSpPr>
        <p:spPr>
          <a:xfrm>
            <a:off x="9618499" y="6044859"/>
            <a:ext cx="1771641"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ea typeface="Stapel" pitchFamily="34" charset="-122"/>
                <a:cs typeface="Stapel" pitchFamily="34" charset="-120"/>
              </a:rPr>
              <a:t>Процент выполнения %</a:t>
            </a:r>
            <a:endParaRPr lang="en-US" sz="1200" dirty="0"/>
          </a:p>
        </p:txBody>
      </p:sp>
      <p:sp>
        <p:nvSpPr>
          <p:cNvPr id="14" name="Text 62">
            <a:extLst>
              <a:ext uri="{FF2B5EF4-FFF2-40B4-BE49-F238E27FC236}">
                <a16:creationId xmlns:a16="http://schemas.microsoft.com/office/drawing/2014/main" id="{1A1740D1-5BD6-3250-6FE0-C0A9C4F689AA}"/>
              </a:ext>
            </a:extLst>
          </p:cNvPr>
          <p:cNvSpPr/>
          <p:nvPr/>
        </p:nvSpPr>
        <p:spPr>
          <a:xfrm>
            <a:off x="9154952" y="2349641"/>
            <a:ext cx="3534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План</a:t>
            </a:r>
            <a:endParaRPr lang="en-US" sz="1000" dirty="0"/>
          </a:p>
        </p:txBody>
      </p:sp>
      <p:sp>
        <p:nvSpPr>
          <p:cNvPr id="15" name="Text 63">
            <a:extLst>
              <a:ext uri="{FF2B5EF4-FFF2-40B4-BE49-F238E27FC236}">
                <a16:creationId xmlns:a16="http://schemas.microsoft.com/office/drawing/2014/main" id="{33B25924-15A5-EF41-6EB7-AC5380A1B011}"/>
              </a:ext>
            </a:extLst>
          </p:cNvPr>
          <p:cNvSpPr/>
          <p:nvPr/>
        </p:nvSpPr>
        <p:spPr>
          <a:xfrm>
            <a:off x="9154952" y="5105182"/>
            <a:ext cx="3534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План</a:t>
            </a:r>
            <a:endParaRPr lang="en-US" sz="1000" dirty="0"/>
          </a:p>
        </p:txBody>
      </p:sp>
      <p:sp>
        <p:nvSpPr>
          <p:cNvPr id="16" name="Text 64">
            <a:extLst>
              <a:ext uri="{FF2B5EF4-FFF2-40B4-BE49-F238E27FC236}">
                <a16:creationId xmlns:a16="http://schemas.microsoft.com/office/drawing/2014/main" id="{3E169176-56B9-8ED9-FEDE-2E184FB58711}"/>
              </a:ext>
            </a:extLst>
          </p:cNvPr>
          <p:cNvSpPr/>
          <p:nvPr/>
        </p:nvSpPr>
        <p:spPr>
          <a:xfrm>
            <a:off x="9154951" y="2743290"/>
            <a:ext cx="3661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Факт</a:t>
            </a:r>
            <a:endParaRPr lang="en-US" sz="1000" dirty="0"/>
          </a:p>
        </p:txBody>
      </p:sp>
      <p:sp>
        <p:nvSpPr>
          <p:cNvPr id="17" name="Text 65">
            <a:extLst>
              <a:ext uri="{FF2B5EF4-FFF2-40B4-BE49-F238E27FC236}">
                <a16:creationId xmlns:a16="http://schemas.microsoft.com/office/drawing/2014/main" id="{33C4C208-3024-C4DF-E239-1377D4AE250C}"/>
              </a:ext>
            </a:extLst>
          </p:cNvPr>
          <p:cNvSpPr/>
          <p:nvPr/>
        </p:nvSpPr>
        <p:spPr>
          <a:xfrm>
            <a:off x="9154951" y="5600418"/>
            <a:ext cx="366181" cy="169311"/>
          </a:xfrm>
          <a:prstGeom prst="rect">
            <a:avLst/>
          </a:prstGeom>
          <a:noFill/>
          <a:ln/>
        </p:spPr>
        <p:txBody>
          <a:bodyPr wrap="square" lIns="0" tIns="0" rIns="0" bIns="0" rtlCol="0" anchor="t"/>
          <a:lstStyle/>
          <a:p>
            <a:pPr>
              <a:lnSpc>
                <a:spcPts val="1000"/>
              </a:lnSpc>
            </a:pPr>
            <a:r>
              <a:rPr lang="en-US" sz="1000" dirty="0">
                <a:solidFill>
                  <a:srgbClr val="000000">
                    <a:alpha val="100000"/>
                  </a:srgbClr>
                </a:solidFill>
                <a:ea typeface="Stapel" pitchFamily="34" charset="-122"/>
                <a:cs typeface="Stapel" pitchFamily="34" charset="-120"/>
              </a:rPr>
              <a:t>Факт</a:t>
            </a:r>
            <a:endParaRPr lang="en-US" sz="1000" dirty="0"/>
          </a:p>
        </p:txBody>
      </p:sp>
      <p:pic>
        <p:nvPicPr>
          <p:cNvPr id="18" name="Image 18" descr=" ">
            <a:extLst>
              <a:ext uri="{FF2B5EF4-FFF2-40B4-BE49-F238E27FC236}">
                <a16:creationId xmlns:a16="http://schemas.microsoft.com/office/drawing/2014/main" id="{8EF7C75A-8010-3326-C75B-BBE8CF1B4F2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510550" y="2140118"/>
            <a:ext cx="12700" cy="939678"/>
          </a:xfrm>
          <a:prstGeom prst="rect">
            <a:avLst/>
          </a:prstGeom>
        </p:spPr>
      </p:pic>
      <p:pic>
        <p:nvPicPr>
          <p:cNvPr id="19" name="Image 19" descr=" ">
            <a:extLst>
              <a:ext uri="{FF2B5EF4-FFF2-40B4-BE49-F238E27FC236}">
                <a16:creationId xmlns:a16="http://schemas.microsoft.com/office/drawing/2014/main" id="{35B13046-2C99-24D7-3908-0A30305E234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510550" y="4902008"/>
            <a:ext cx="12700" cy="939678"/>
          </a:xfrm>
          <a:prstGeom prst="rect">
            <a:avLst/>
          </a:prstGeom>
        </p:spPr>
      </p:pic>
      <p:sp>
        <p:nvSpPr>
          <p:cNvPr id="20" name="Shape 92">
            <a:extLst>
              <a:ext uri="{FF2B5EF4-FFF2-40B4-BE49-F238E27FC236}">
                <a16:creationId xmlns:a16="http://schemas.microsoft.com/office/drawing/2014/main" id="{C7AEC1B6-BCB6-C849-B030-FFC2816D306C}"/>
              </a:ext>
            </a:extLst>
          </p:cNvPr>
          <p:cNvSpPr/>
          <p:nvPr/>
        </p:nvSpPr>
        <p:spPr>
          <a:xfrm>
            <a:off x="1314444" y="1244884"/>
            <a:ext cx="1085844" cy="165079"/>
          </a:xfrm>
          <a:prstGeom prst="rect">
            <a:avLst/>
          </a:prstGeom>
          <a:noFill/>
          <a:ln/>
        </p:spPr>
      </p:sp>
      <p:sp>
        <p:nvSpPr>
          <p:cNvPr id="21" name="Shape 94">
            <a:extLst>
              <a:ext uri="{FF2B5EF4-FFF2-40B4-BE49-F238E27FC236}">
                <a16:creationId xmlns:a16="http://schemas.microsoft.com/office/drawing/2014/main" id="{D9142257-EA37-497C-B1E9-829A38D49618}"/>
              </a:ext>
            </a:extLst>
          </p:cNvPr>
          <p:cNvSpPr/>
          <p:nvPr/>
        </p:nvSpPr>
        <p:spPr>
          <a:xfrm>
            <a:off x="1390644" y="1276630"/>
            <a:ext cx="101599" cy="101587"/>
          </a:xfrm>
          <a:prstGeom prst="rect">
            <a:avLst/>
          </a:prstGeom>
          <a:solidFill>
            <a:srgbClr val="DDB6D3"/>
          </a:solidFill>
          <a:ln/>
        </p:spPr>
      </p:sp>
      <p:sp>
        <p:nvSpPr>
          <p:cNvPr id="22" name="Text 95">
            <a:extLst>
              <a:ext uri="{FF2B5EF4-FFF2-40B4-BE49-F238E27FC236}">
                <a16:creationId xmlns:a16="http://schemas.microsoft.com/office/drawing/2014/main" id="{1B94E7FE-6953-5C37-0206-FFEC929EA9D4}"/>
              </a:ext>
            </a:extLst>
          </p:cNvPr>
          <p:cNvSpPr/>
          <p:nvPr/>
        </p:nvSpPr>
        <p:spPr>
          <a:xfrm>
            <a:off x="1530343" y="1279805"/>
            <a:ext cx="26669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План</a:t>
            </a:r>
            <a:endParaRPr lang="en-US" sz="800" dirty="0"/>
          </a:p>
        </p:txBody>
      </p:sp>
      <p:sp>
        <p:nvSpPr>
          <p:cNvPr id="23" name="Shape 97">
            <a:extLst>
              <a:ext uri="{FF2B5EF4-FFF2-40B4-BE49-F238E27FC236}">
                <a16:creationId xmlns:a16="http://schemas.microsoft.com/office/drawing/2014/main" id="{F719122B-30FD-39C7-FA58-CC56CDD05077}"/>
              </a:ext>
            </a:extLst>
          </p:cNvPr>
          <p:cNvSpPr/>
          <p:nvPr/>
        </p:nvSpPr>
        <p:spPr>
          <a:xfrm>
            <a:off x="1943091" y="1276630"/>
            <a:ext cx="101599" cy="101587"/>
          </a:xfrm>
          <a:prstGeom prst="rect">
            <a:avLst/>
          </a:prstGeom>
          <a:solidFill>
            <a:srgbClr val="C007A7"/>
          </a:solidFill>
          <a:ln/>
        </p:spPr>
      </p:sp>
      <p:sp>
        <p:nvSpPr>
          <p:cNvPr id="24" name="Text 98">
            <a:extLst>
              <a:ext uri="{FF2B5EF4-FFF2-40B4-BE49-F238E27FC236}">
                <a16:creationId xmlns:a16="http://schemas.microsoft.com/office/drawing/2014/main" id="{2E567F34-0C34-F095-D424-CB16FFA0B0AB}"/>
              </a:ext>
            </a:extLst>
          </p:cNvPr>
          <p:cNvSpPr/>
          <p:nvPr/>
        </p:nvSpPr>
        <p:spPr>
          <a:xfrm>
            <a:off x="2082790" y="1279805"/>
            <a:ext cx="273048"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Факт</a:t>
            </a:r>
            <a:endParaRPr lang="en-US" sz="800" dirty="0"/>
          </a:p>
        </p:txBody>
      </p:sp>
      <p:sp>
        <p:nvSpPr>
          <p:cNvPr id="25" name="Shape 99">
            <a:extLst>
              <a:ext uri="{FF2B5EF4-FFF2-40B4-BE49-F238E27FC236}">
                <a16:creationId xmlns:a16="http://schemas.microsoft.com/office/drawing/2014/main" id="{2F5D0158-6A45-9DD9-299F-AE2A7A4A8E2E}"/>
              </a:ext>
            </a:extLst>
          </p:cNvPr>
          <p:cNvSpPr/>
          <p:nvPr/>
        </p:nvSpPr>
        <p:spPr>
          <a:xfrm>
            <a:off x="1314444" y="3994076"/>
            <a:ext cx="1085844" cy="165079"/>
          </a:xfrm>
          <a:prstGeom prst="rect">
            <a:avLst/>
          </a:prstGeom>
          <a:noFill/>
          <a:ln/>
        </p:spPr>
      </p:sp>
      <p:sp>
        <p:nvSpPr>
          <p:cNvPr id="26" name="Shape 100">
            <a:extLst>
              <a:ext uri="{FF2B5EF4-FFF2-40B4-BE49-F238E27FC236}">
                <a16:creationId xmlns:a16="http://schemas.microsoft.com/office/drawing/2014/main" id="{CFB60910-4A90-A994-27C8-872D2F30A8A9}"/>
              </a:ext>
            </a:extLst>
          </p:cNvPr>
          <p:cNvSpPr/>
          <p:nvPr/>
        </p:nvSpPr>
        <p:spPr>
          <a:xfrm>
            <a:off x="1314444" y="3994076"/>
            <a:ext cx="527047" cy="165079"/>
          </a:xfrm>
          <a:prstGeom prst="rect">
            <a:avLst/>
          </a:prstGeom>
          <a:solidFill>
            <a:srgbClr val="FFFFFF">
              <a:alpha val="100000"/>
            </a:srgbClr>
          </a:solidFill>
          <a:ln/>
        </p:spPr>
      </p:sp>
      <p:sp>
        <p:nvSpPr>
          <p:cNvPr id="27" name="Shape 101">
            <a:extLst>
              <a:ext uri="{FF2B5EF4-FFF2-40B4-BE49-F238E27FC236}">
                <a16:creationId xmlns:a16="http://schemas.microsoft.com/office/drawing/2014/main" id="{A74F7DDA-2FD5-EE99-6331-7FCF5626CCCF}"/>
              </a:ext>
            </a:extLst>
          </p:cNvPr>
          <p:cNvSpPr/>
          <p:nvPr/>
        </p:nvSpPr>
        <p:spPr>
          <a:xfrm>
            <a:off x="1390644" y="4025822"/>
            <a:ext cx="101599" cy="101587"/>
          </a:xfrm>
          <a:prstGeom prst="rect">
            <a:avLst/>
          </a:prstGeom>
          <a:solidFill>
            <a:srgbClr val="DDB6D3"/>
          </a:solidFill>
          <a:ln/>
        </p:spPr>
      </p:sp>
      <p:sp>
        <p:nvSpPr>
          <p:cNvPr id="28" name="Text 102">
            <a:extLst>
              <a:ext uri="{FF2B5EF4-FFF2-40B4-BE49-F238E27FC236}">
                <a16:creationId xmlns:a16="http://schemas.microsoft.com/office/drawing/2014/main" id="{8FAA4421-6A6F-1E0F-A32F-5E37C913E724}"/>
              </a:ext>
            </a:extLst>
          </p:cNvPr>
          <p:cNvSpPr/>
          <p:nvPr/>
        </p:nvSpPr>
        <p:spPr>
          <a:xfrm>
            <a:off x="1530343" y="4028997"/>
            <a:ext cx="266699" cy="126983"/>
          </a:xfrm>
          <a:prstGeom prst="rect">
            <a:avLst/>
          </a:prstGeom>
          <a:noFill/>
          <a:ln/>
        </p:spPr>
        <p:txBody>
          <a:bodyPr wrap="square" lIns="0" tIns="0" rIns="0" bIns="0" rtlCol="0" anchor="t"/>
          <a:lstStyle/>
          <a:p>
            <a:pPr>
              <a:lnSpc>
                <a:spcPts val="750"/>
              </a:lnSpc>
            </a:pPr>
            <a:r>
              <a:rPr lang="en-US" sz="750" dirty="0">
                <a:solidFill>
                  <a:srgbClr val="000000">
                    <a:alpha val="100000"/>
                  </a:srgbClr>
                </a:solidFill>
                <a:latin typeface="Stapel" panose="020B0504020202020204" pitchFamily="34" charset="-52"/>
                <a:ea typeface="Stapel" pitchFamily="34" charset="-122"/>
                <a:cs typeface="Stapel" pitchFamily="34" charset="-120"/>
              </a:rPr>
              <a:t>План</a:t>
            </a:r>
            <a:endParaRPr lang="en-US" sz="750" dirty="0"/>
          </a:p>
        </p:txBody>
      </p:sp>
      <p:sp>
        <p:nvSpPr>
          <p:cNvPr id="29" name="Shape 103">
            <a:extLst>
              <a:ext uri="{FF2B5EF4-FFF2-40B4-BE49-F238E27FC236}">
                <a16:creationId xmlns:a16="http://schemas.microsoft.com/office/drawing/2014/main" id="{54B6CE4B-BF01-B347-66FF-9C6C835ADA2A}"/>
              </a:ext>
            </a:extLst>
          </p:cNvPr>
          <p:cNvSpPr/>
          <p:nvPr/>
        </p:nvSpPr>
        <p:spPr>
          <a:xfrm>
            <a:off x="1866891" y="3994076"/>
            <a:ext cx="533397" cy="165079"/>
          </a:xfrm>
          <a:prstGeom prst="rect">
            <a:avLst/>
          </a:prstGeom>
          <a:solidFill>
            <a:srgbClr val="FFFFFF">
              <a:alpha val="100000"/>
            </a:srgbClr>
          </a:solidFill>
          <a:ln/>
        </p:spPr>
      </p:sp>
      <p:sp>
        <p:nvSpPr>
          <p:cNvPr id="31" name="Text 105">
            <a:extLst>
              <a:ext uri="{FF2B5EF4-FFF2-40B4-BE49-F238E27FC236}">
                <a16:creationId xmlns:a16="http://schemas.microsoft.com/office/drawing/2014/main" id="{3C945BCE-833A-A122-E991-BFE74D1FB6C3}"/>
              </a:ext>
            </a:extLst>
          </p:cNvPr>
          <p:cNvSpPr/>
          <p:nvPr/>
        </p:nvSpPr>
        <p:spPr>
          <a:xfrm>
            <a:off x="2082790" y="4028997"/>
            <a:ext cx="273048" cy="126983"/>
          </a:xfrm>
          <a:prstGeom prst="rect">
            <a:avLst/>
          </a:prstGeom>
          <a:noFill/>
          <a:ln/>
        </p:spPr>
        <p:txBody>
          <a:bodyPr wrap="square" lIns="0" tIns="0" rIns="0" bIns="0" rtlCol="0" anchor="t"/>
          <a:lstStyle/>
          <a:p>
            <a:pPr>
              <a:lnSpc>
                <a:spcPts val="750"/>
              </a:lnSpc>
            </a:pPr>
            <a:r>
              <a:rPr lang="en-US" sz="750" dirty="0">
                <a:solidFill>
                  <a:srgbClr val="000000">
                    <a:alpha val="100000"/>
                  </a:srgbClr>
                </a:solidFill>
                <a:latin typeface="Stapel" panose="020B0504020202020204" pitchFamily="34" charset="-52"/>
                <a:ea typeface="Stapel" pitchFamily="34" charset="-122"/>
                <a:cs typeface="Stapel" pitchFamily="34" charset="-120"/>
              </a:rPr>
              <a:t>Факт</a:t>
            </a:r>
            <a:endParaRPr lang="en-US" sz="750" dirty="0"/>
          </a:p>
        </p:txBody>
      </p:sp>
      <p:pic>
        <p:nvPicPr>
          <p:cNvPr id="32" name="Image 20" descr=" ">
            <a:extLst>
              <a:ext uri="{FF2B5EF4-FFF2-40B4-BE49-F238E27FC236}">
                <a16:creationId xmlns:a16="http://schemas.microsoft.com/office/drawing/2014/main" id="{C428BB18-E6B5-5BEE-79DF-17D8D95DA20E}"/>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55599" y="3682967"/>
            <a:ext cx="11480740" cy="12698"/>
          </a:xfrm>
          <a:prstGeom prst="rect">
            <a:avLst/>
          </a:prstGeom>
        </p:spPr>
      </p:pic>
      <p:pic>
        <p:nvPicPr>
          <p:cNvPr id="33" name="Image 23" descr=" ">
            <a:extLst>
              <a:ext uri="{FF2B5EF4-FFF2-40B4-BE49-F238E27FC236}">
                <a16:creationId xmlns:a16="http://schemas.microsoft.com/office/drawing/2014/main" id="{029BB4F2-0A7D-749A-76A8-E80C7E7B5D44}"/>
              </a:ext>
            </a:extLst>
          </p:cNvPr>
          <p:cNvPicPr>
            <a:picLocks noChangeAspect="1"/>
          </p:cNvPicPr>
          <p:nvPr/>
        </p:nvPicPr>
        <p:blipFill>
          <a:blip r:embed="rId9" cstate="screen">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a:ext>
            </a:extLst>
          </a:blip>
          <a:stretch>
            <a:fillRect/>
          </a:stretch>
        </p:blipFill>
        <p:spPr>
          <a:xfrm>
            <a:off x="431798" y="5133652"/>
            <a:ext cx="7899359" cy="12698"/>
          </a:xfrm>
          <a:prstGeom prst="rect">
            <a:avLst/>
          </a:prstGeom>
          <a:solidFill>
            <a:schemeClr val="tx1"/>
          </a:solidFill>
        </p:spPr>
      </p:pic>
      <p:sp>
        <p:nvSpPr>
          <p:cNvPr id="35" name="Заголовок 34">
            <a:extLst>
              <a:ext uri="{FF2B5EF4-FFF2-40B4-BE49-F238E27FC236}">
                <a16:creationId xmlns:a16="http://schemas.microsoft.com/office/drawing/2014/main" id="{566AEE4B-5245-6FBA-4374-59F1DF15FBB6}"/>
              </a:ext>
            </a:extLst>
          </p:cNvPr>
          <p:cNvSpPr>
            <a:spLocks noGrp="1"/>
          </p:cNvSpPr>
          <p:nvPr>
            <p:ph type="title"/>
          </p:nvPr>
        </p:nvSpPr>
        <p:spPr/>
        <p:txBody>
          <a:bodyPr/>
          <a:lstStyle/>
          <a:p>
            <a:r>
              <a:rPr lang="ru-RU" dirty="0"/>
              <a:t>Графики план-факт</a:t>
            </a:r>
          </a:p>
        </p:txBody>
      </p:sp>
      <p:sp>
        <p:nvSpPr>
          <p:cNvPr id="36" name="Shape 97">
            <a:extLst>
              <a:ext uri="{FF2B5EF4-FFF2-40B4-BE49-F238E27FC236}">
                <a16:creationId xmlns:a16="http://schemas.microsoft.com/office/drawing/2014/main" id="{542C50F3-3EE9-074E-A586-F60F8DAC8B19}"/>
              </a:ext>
            </a:extLst>
          </p:cNvPr>
          <p:cNvSpPr/>
          <p:nvPr/>
        </p:nvSpPr>
        <p:spPr>
          <a:xfrm>
            <a:off x="1943091" y="4025822"/>
            <a:ext cx="101599" cy="101587"/>
          </a:xfrm>
          <a:prstGeom prst="rect">
            <a:avLst/>
          </a:prstGeom>
          <a:solidFill>
            <a:srgbClr val="C007A7"/>
          </a:solidFill>
          <a:ln/>
        </p:spPr>
      </p:sp>
    </p:spTree>
    <p:extLst>
      <p:ext uri="{BB962C8B-B14F-4D97-AF65-F5344CB8AC3E}">
        <p14:creationId xmlns:p14="http://schemas.microsoft.com/office/powerpoint/2010/main" val="31704089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DBFB2-25E4-8E88-0860-D597C8229213}"/>
            </a:ext>
          </a:extLst>
        </p:cNvPr>
        <p:cNvGrpSpPr/>
        <p:nvPr/>
      </p:nvGrpSpPr>
      <p:grpSpPr>
        <a:xfrm>
          <a:off x="0" y="0"/>
          <a:ext cx="0" cy="0"/>
          <a:chOff x="0" y="0"/>
          <a:chExt cx="0" cy="0"/>
        </a:xfrm>
      </p:grpSpPr>
      <p:sp>
        <p:nvSpPr>
          <p:cNvPr id="78" name="Text 46">
            <a:extLst>
              <a:ext uri="{FF2B5EF4-FFF2-40B4-BE49-F238E27FC236}">
                <a16:creationId xmlns:a16="http://schemas.microsoft.com/office/drawing/2014/main" id="{267803F1-209D-CC1B-B110-13616809C6F5}"/>
              </a:ext>
            </a:extLst>
          </p:cNvPr>
          <p:cNvSpPr/>
          <p:nvPr/>
        </p:nvSpPr>
        <p:spPr>
          <a:xfrm>
            <a:off x="4368777" y="1130599"/>
            <a:ext cx="1231894" cy="152380"/>
          </a:xfrm>
          <a:prstGeom prst="rect">
            <a:avLst/>
          </a:prstGeom>
          <a:noFill/>
          <a:ln/>
        </p:spPr>
        <p:txBody>
          <a:bodyPr wrap="square" lIns="0" tIns="0" rIns="0" bIns="0" rtlCol="0" anchor="t"/>
          <a:lstStyle/>
          <a:p>
            <a:pPr>
              <a:lnSpc>
                <a:spcPts val="900"/>
              </a:lnSpc>
            </a:pPr>
            <a:r>
              <a:rPr lang="en-US" dirty="0">
                <a:solidFill>
                  <a:srgbClr val="000000">
                    <a:alpha val="100000"/>
                  </a:srgbClr>
                </a:solidFill>
                <a:latin typeface="Stapel" panose="020B0504020202020204" pitchFamily="34" charset="-52"/>
                <a:ea typeface="Stapel" pitchFamily="34" charset="-122"/>
                <a:cs typeface="Stapel" pitchFamily="34" charset="-120"/>
              </a:rPr>
              <a:t>График 6</a:t>
            </a:r>
            <a:endParaRPr lang="en-US" dirty="0"/>
          </a:p>
        </p:txBody>
      </p:sp>
      <p:sp>
        <p:nvSpPr>
          <p:cNvPr id="79" name="Text 47">
            <a:extLst>
              <a:ext uri="{FF2B5EF4-FFF2-40B4-BE49-F238E27FC236}">
                <a16:creationId xmlns:a16="http://schemas.microsoft.com/office/drawing/2014/main" id="{8FD98793-96B8-417D-CDF7-416CB469A0C3}"/>
              </a:ext>
            </a:extLst>
          </p:cNvPr>
          <p:cNvSpPr/>
          <p:nvPr/>
        </p:nvSpPr>
        <p:spPr>
          <a:xfrm>
            <a:off x="4368777" y="3689316"/>
            <a:ext cx="1231894" cy="152380"/>
          </a:xfrm>
          <a:prstGeom prst="rect">
            <a:avLst/>
          </a:prstGeom>
          <a:noFill/>
          <a:ln/>
        </p:spPr>
        <p:txBody>
          <a:bodyPr wrap="square" lIns="0" tIns="0" rIns="0" bIns="0" rtlCol="0" anchor="t"/>
          <a:lstStyle/>
          <a:p>
            <a:pPr>
              <a:lnSpc>
                <a:spcPts val="900"/>
              </a:lnSpc>
            </a:pPr>
            <a:r>
              <a:rPr lang="en-US" dirty="0">
                <a:solidFill>
                  <a:srgbClr val="000000">
                    <a:alpha val="100000"/>
                  </a:srgbClr>
                </a:solidFill>
                <a:latin typeface="Stapel" panose="020B0504020202020204" pitchFamily="34" charset="-52"/>
                <a:ea typeface="Stapel" pitchFamily="34" charset="-122"/>
                <a:cs typeface="Stapel" pitchFamily="34" charset="-120"/>
              </a:rPr>
              <a:t>График 7</a:t>
            </a:r>
            <a:endParaRPr lang="en-US" dirty="0"/>
          </a:p>
        </p:txBody>
      </p:sp>
      <p:sp>
        <p:nvSpPr>
          <p:cNvPr id="80" name="Text 48">
            <a:extLst>
              <a:ext uri="{FF2B5EF4-FFF2-40B4-BE49-F238E27FC236}">
                <a16:creationId xmlns:a16="http://schemas.microsoft.com/office/drawing/2014/main" id="{70976CA9-C3E5-AA0D-0B67-E854AB4F1042}"/>
              </a:ext>
            </a:extLst>
          </p:cNvPr>
          <p:cNvSpPr/>
          <p:nvPr/>
        </p:nvSpPr>
        <p:spPr>
          <a:xfrm>
            <a:off x="8083508" y="1130599"/>
            <a:ext cx="1231894" cy="152380"/>
          </a:xfrm>
          <a:prstGeom prst="rect">
            <a:avLst/>
          </a:prstGeom>
          <a:noFill/>
          <a:ln/>
        </p:spPr>
        <p:txBody>
          <a:bodyPr wrap="square" lIns="0" tIns="0" rIns="0" bIns="0" rtlCol="0" anchor="t"/>
          <a:lstStyle/>
          <a:p>
            <a:pPr>
              <a:lnSpc>
                <a:spcPts val="900"/>
              </a:lnSpc>
            </a:pPr>
            <a:r>
              <a:rPr lang="en-US" dirty="0">
                <a:solidFill>
                  <a:srgbClr val="000000">
                    <a:alpha val="100000"/>
                  </a:srgbClr>
                </a:solidFill>
                <a:latin typeface="Stapel" panose="020B0504020202020204" pitchFamily="34" charset="-52"/>
                <a:ea typeface="Stapel" pitchFamily="34" charset="-122"/>
                <a:cs typeface="Stapel" pitchFamily="34" charset="-120"/>
              </a:rPr>
              <a:t>График 8</a:t>
            </a:r>
            <a:endParaRPr lang="en-US" dirty="0"/>
          </a:p>
        </p:txBody>
      </p:sp>
      <p:sp>
        <p:nvSpPr>
          <p:cNvPr id="81" name="Text 49">
            <a:extLst>
              <a:ext uri="{FF2B5EF4-FFF2-40B4-BE49-F238E27FC236}">
                <a16:creationId xmlns:a16="http://schemas.microsoft.com/office/drawing/2014/main" id="{E1BD6A2A-535C-9D9E-ADB1-B7E6FB865EB0}"/>
              </a:ext>
            </a:extLst>
          </p:cNvPr>
          <p:cNvSpPr/>
          <p:nvPr/>
        </p:nvSpPr>
        <p:spPr>
          <a:xfrm>
            <a:off x="8083508" y="3689316"/>
            <a:ext cx="1231894" cy="152380"/>
          </a:xfrm>
          <a:prstGeom prst="rect">
            <a:avLst/>
          </a:prstGeom>
          <a:noFill/>
          <a:ln/>
        </p:spPr>
        <p:txBody>
          <a:bodyPr wrap="square" lIns="0" tIns="0" rIns="0" bIns="0" rtlCol="0" anchor="t"/>
          <a:lstStyle/>
          <a:p>
            <a:pPr>
              <a:lnSpc>
                <a:spcPts val="900"/>
              </a:lnSpc>
            </a:pPr>
            <a:r>
              <a:rPr lang="en-US" dirty="0">
                <a:solidFill>
                  <a:srgbClr val="000000">
                    <a:alpha val="100000"/>
                  </a:srgbClr>
                </a:solidFill>
                <a:latin typeface="Stapel" panose="020B0504020202020204" pitchFamily="34" charset="-52"/>
                <a:ea typeface="Stapel" pitchFamily="34" charset="-122"/>
                <a:cs typeface="Stapel" pitchFamily="34" charset="-120"/>
              </a:rPr>
              <a:t>График 9</a:t>
            </a:r>
            <a:endParaRPr lang="en-US" dirty="0"/>
          </a:p>
        </p:txBody>
      </p:sp>
      <p:sp>
        <p:nvSpPr>
          <p:cNvPr id="94" name="Shape 50">
            <a:extLst>
              <a:ext uri="{FF2B5EF4-FFF2-40B4-BE49-F238E27FC236}">
                <a16:creationId xmlns:a16="http://schemas.microsoft.com/office/drawing/2014/main" id="{78F9C8D6-BD66-45E9-9FF8-E927D12A72ED}"/>
              </a:ext>
            </a:extLst>
          </p:cNvPr>
          <p:cNvSpPr/>
          <p:nvPr/>
        </p:nvSpPr>
        <p:spPr>
          <a:xfrm>
            <a:off x="4368777" y="3048050"/>
            <a:ext cx="2863835" cy="330157"/>
          </a:xfrm>
          <a:prstGeom prst="rect">
            <a:avLst/>
          </a:prstGeom>
          <a:noFill/>
          <a:ln/>
        </p:spPr>
      </p:sp>
      <p:sp>
        <p:nvSpPr>
          <p:cNvPr id="97" name="Shape 53">
            <a:extLst>
              <a:ext uri="{FF2B5EF4-FFF2-40B4-BE49-F238E27FC236}">
                <a16:creationId xmlns:a16="http://schemas.microsoft.com/office/drawing/2014/main" id="{6D0AE8DE-0D45-69C2-21C8-60DC48386DF5}"/>
              </a:ext>
            </a:extLst>
          </p:cNvPr>
          <p:cNvSpPr/>
          <p:nvPr/>
        </p:nvSpPr>
        <p:spPr>
          <a:xfrm>
            <a:off x="4444977" y="3079795"/>
            <a:ext cx="101599" cy="101587"/>
          </a:xfrm>
          <a:prstGeom prst="rect">
            <a:avLst/>
          </a:prstGeom>
          <a:solidFill>
            <a:srgbClr val="722BC3">
              <a:alpha val="100000"/>
            </a:srgbClr>
          </a:solidFill>
          <a:ln/>
        </p:spPr>
      </p:sp>
      <p:sp>
        <p:nvSpPr>
          <p:cNvPr id="98" name="Text 54">
            <a:extLst>
              <a:ext uri="{FF2B5EF4-FFF2-40B4-BE49-F238E27FC236}">
                <a16:creationId xmlns:a16="http://schemas.microsoft.com/office/drawing/2014/main" id="{592E246D-E1D1-4529-F59B-27FAA50CB50C}"/>
              </a:ext>
            </a:extLst>
          </p:cNvPr>
          <p:cNvSpPr/>
          <p:nvPr/>
        </p:nvSpPr>
        <p:spPr>
          <a:xfrm>
            <a:off x="4584676" y="3082970"/>
            <a:ext cx="1133982"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Нетто-выручка банки</a:t>
            </a:r>
            <a:endParaRPr lang="en-US" sz="800" dirty="0"/>
          </a:p>
        </p:txBody>
      </p:sp>
      <p:sp>
        <p:nvSpPr>
          <p:cNvPr id="100" name="Shape 56">
            <a:extLst>
              <a:ext uri="{FF2B5EF4-FFF2-40B4-BE49-F238E27FC236}">
                <a16:creationId xmlns:a16="http://schemas.microsoft.com/office/drawing/2014/main" id="{2439CD3B-7581-E7AF-CBE0-06D2A59F426F}"/>
              </a:ext>
            </a:extLst>
          </p:cNvPr>
          <p:cNvSpPr/>
          <p:nvPr/>
        </p:nvSpPr>
        <p:spPr>
          <a:xfrm>
            <a:off x="4444977" y="3244874"/>
            <a:ext cx="101599" cy="101587"/>
          </a:xfrm>
          <a:prstGeom prst="rect">
            <a:avLst/>
          </a:prstGeom>
          <a:solidFill>
            <a:srgbClr val="C007A7">
              <a:alpha val="100000"/>
            </a:srgbClr>
          </a:solidFill>
          <a:ln/>
        </p:spPr>
      </p:sp>
      <p:sp>
        <p:nvSpPr>
          <p:cNvPr id="101" name="Text 57">
            <a:extLst>
              <a:ext uri="{FF2B5EF4-FFF2-40B4-BE49-F238E27FC236}">
                <a16:creationId xmlns:a16="http://schemas.microsoft.com/office/drawing/2014/main" id="{C9FC2E12-93D5-0962-F42A-B7F9BABCAAD4}"/>
              </a:ext>
            </a:extLst>
          </p:cNvPr>
          <p:cNvSpPr/>
          <p:nvPr/>
        </p:nvSpPr>
        <p:spPr>
          <a:xfrm>
            <a:off x="4584676" y="3248049"/>
            <a:ext cx="1527174"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Нетто-выручка прочие каналы</a:t>
            </a:r>
            <a:endParaRPr lang="en-US" sz="800" dirty="0"/>
          </a:p>
        </p:txBody>
      </p:sp>
      <p:sp>
        <p:nvSpPr>
          <p:cNvPr id="104" name="Shape 60">
            <a:extLst>
              <a:ext uri="{FF2B5EF4-FFF2-40B4-BE49-F238E27FC236}">
                <a16:creationId xmlns:a16="http://schemas.microsoft.com/office/drawing/2014/main" id="{10ECD314-8720-731F-D549-A6A24F50C46E}"/>
              </a:ext>
            </a:extLst>
          </p:cNvPr>
          <p:cNvSpPr/>
          <p:nvPr/>
        </p:nvSpPr>
        <p:spPr>
          <a:xfrm>
            <a:off x="6250478" y="3079795"/>
            <a:ext cx="101599" cy="101587"/>
          </a:xfrm>
          <a:prstGeom prst="rect">
            <a:avLst/>
          </a:prstGeom>
          <a:solidFill>
            <a:srgbClr val="7D70EF">
              <a:alpha val="100000"/>
            </a:srgbClr>
          </a:solidFill>
          <a:ln/>
        </p:spPr>
      </p:sp>
      <p:sp>
        <p:nvSpPr>
          <p:cNvPr id="105" name="Text 61">
            <a:extLst>
              <a:ext uri="{FF2B5EF4-FFF2-40B4-BE49-F238E27FC236}">
                <a16:creationId xmlns:a16="http://schemas.microsoft.com/office/drawing/2014/main" id="{32F84D05-3985-D8E9-2166-8AEB4593DD26}"/>
              </a:ext>
            </a:extLst>
          </p:cNvPr>
          <p:cNvSpPr/>
          <p:nvPr/>
        </p:nvSpPr>
        <p:spPr>
          <a:xfrm>
            <a:off x="6390176" y="3082970"/>
            <a:ext cx="98590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Нетто-выручка СК</a:t>
            </a:r>
            <a:endParaRPr lang="en-US" sz="800" dirty="0"/>
          </a:p>
        </p:txBody>
      </p:sp>
      <p:sp>
        <p:nvSpPr>
          <p:cNvPr id="107" name="Shape 63">
            <a:extLst>
              <a:ext uri="{FF2B5EF4-FFF2-40B4-BE49-F238E27FC236}">
                <a16:creationId xmlns:a16="http://schemas.microsoft.com/office/drawing/2014/main" id="{F488A135-DE7E-E8E0-1674-19B041FC5BEC}"/>
              </a:ext>
            </a:extLst>
          </p:cNvPr>
          <p:cNvSpPr/>
          <p:nvPr/>
        </p:nvSpPr>
        <p:spPr>
          <a:xfrm>
            <a:off x="6250478" y="3244874"/>
            <a:ext cx="101599" cy="101587"/>
          </a:xfrm>
          <a:prstGeom prst="rect">
            <a:avLst/>
          </a:prstGeom>
          <a:solidFill>
            <a:srgbClr val="ACC4FE">
              <a:alpha val="100000"/>
            </a:srgbClr>
          </a:solidFill>
          <a:ln/>
        </p:spPr>
      </p:sp>
      <p:sp>
        <p:nvSpPr>
          <p:cNvPr id="108" name="Text 64">
            <a:extLst>
              <a:ext uri="{FF2B5EF4-FFF2-40B4-BE49-F238E27FC236}">
                <a16:creationId xmlns:a16="http://schemas.microsoft.com/office/drawing/2014/main" id="{94A62927-EE95-A956-C254-39E99A4AF0B2}"/>
              </a:ext>
            </a:extLst>
          </p:cNvPr>
          <p:cNvSpPr/>
          <p:nvPr/>
        </p:nvSpPr>
        <p:spPr>
          <a:xfrm>
            <a:off x="6390177" y="3248049"/>
            <a:ext cx="57442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Комиссии</a:t>
            </a:r>
            <a:endParaRPr lang="en-US" sz="800" dirty="0"/>
          </a:p>
        </p:txBody>
      </p:sp>
      <p:sp>
        <p:nvSpPr>
          <p:cNvPr id="109" name="Shape 65">
            <a:extLst>
              <a:ext uri="{FF2B5EF4-FFF2-40B4-BE49-F238E27FC236}">
                <a16:creationId xmlns:a16="http://schemas.microsoft.com/office/drawing/2014/main" id="{78C5F4B4-14F0-15E6-CD8D-B4B1A46919FE}"/>
              </a:ext>
            </a:extLst>
          </p:cNvPr>
          <p:cNvSpPr/>
          <p:nvPr/>
        </p:nvSpPr>
        <p:spPr>
          <a:xfrm>
            <a:off x="4368778" y="5797241"/>
            <a:ext cx="3244833" cy="495236"/>
          </a:xfrm>
          <a:prstGeom prst="rect">
            <a:avLst/>
          </a:prstGeom>
          <a:noFill/>
          <a:ln/>
        </p:spPr>
      </p:sp>
      <p:sp>
        <p:nvSpPr>
          <p:cNvPr id="110" name="Shape 66">
            <a:extLst>
              <a:ext uri="{FF2B5EF4-FFF2-40B4-BE49-F238E27FC236}">
                <a16:creationId xmlns:a16="http://schemas.microsoft.com/office/drawing/2014/main" id="{853A175B-DA76-AB5E-DC15-39AD73D588DD}"/>
              </a:ext>
            </a:extLst>
          </p:cNvPr>
          <p:cNvSpPr/>
          <p:nvPr/>
        </p:nvSpPr>
        <p:spPr>
          <a:xfrm>
            <a:off x="4368778" y="5797241"/>
            <a:ext cx="1428742" cy="495236"/>
          </a:xfrm>
          <a:prstGeom prst="rect">
            <a:avLst/>
          </a:prstGeom>
          <a:noFill/>
          <a:ln/>
        </p:spPr>
      </p:sp>
      <p:sp>
        <p:nvSpPr>
          <p:cNvPr id="112" name="Shape 68">
            <a:extLst>
              <a:ext uri="{FF2B5EF4-FFF2-40B4-BE49-F238E27FC236}">
                <a16:creationId xmlns:a16="http://schemas.microsoft.com/office/drawing/2014/main" id="{252EFA84-C423-CA60-3867-15326DFC8724}"/>
              </a:ext>
            </a:extLst>
          </p:cNvPr>
          <p:cNvSpPr/>
          <p:nvPr/>
        </p:nvSpPr>
        <p:spPr>
          <a:xfrm>
            <a:off x="4444977" y="5828987"/>
            <a:ext cx="101599" cy="101587"/>
          </a:xfrm>
          <a:prstGeom prst="rect">
            <a:avLst/>
          </a:prstGeom>
          <a:solidFill>
            <a:srgbClr val="722BC3">
              <a:alpha val="100000"/>
            </a:srgbClr>
          </a:solidFill>
          <a:ln/>
        </p:spPr>
      </p:sp>
      <p:sp>
        <p:nvSpPr>
          <p:cNvPr id="113" name="Text 69">
            <a:extLst>
              <a:ext uri="{FF2B5EF4-FFF2-40B4-BE49-F238E27FC236}">
                <a16:creationId xmlns:a16="http://schemas.microsoft.com/office/drawing/2014/main" id="{ECD9662F-B3F8-E55C-219D-6131351B6666}"/>
              </a:ext>
            </a:extLst>
          </p:cNvPr>
          <p:cNvSpPr/>
          <p:nvPr/>
        </p:nvSpPr>
        <p:spPr>
          <a:xfrm>
            <a:off x="4584677" y="5832162"/>
            <a:ext cx="469897"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Зарплата</a:t>
            </a:r>
            <a:endParaRPr lang="en-US" sz="800" dirty="0"/>
          </a:p>
        </p:txBody>
      </p:sp>
      <p:sp>
        <p:nvSpPr>
          <p:cNvPr id="115" name="Shape 71">
            <a:extLst>
              <a:ext uri="{FF2B5EF4-FFF2-40B4-BE49-F238E27FC236}">
                <a16:creationId xmlns:a16="http://schemas.microsoft.com/office/drawing/2014/main" id="{545AC891-F2D0-3158-D2F8-D11C1EEC7A9E}"/>
              </a:ext>
            </a:extLst>
          </p:cNvPr>
          <p:cNvSpPr/>
          <p:nvPr/>
        </p:nvSpPr>
        <p:spPr>
          <a:xfrm>
            <a:off x="4444977" y="5994066"/>
            <a:ext cx="101599" cy="101587"/>
          </a:xfrm>
          <a:prstGeom prst="rect">
            <a:avLst/>
          </a:prstGeom>
          <a:solidFill>
            <a:srgbClr val="C007A7">
              <a:alpha val="100000"/>
            </a:srgbClr>
          </a:solidFill>
          <a:ln/>
        </p:spPr>
      </p:sp>
      <p:sp>
        <p:nvSpPr>
          <p:cNvPr id="116" name="Text 72">
            <a:extLst>
              <a:ext uri="{FF2B5EF4-FFF2-40B4-BE49-F238E27FC236}">
                <a16:creationId xmlns:a16="http://schemas.microsoft.com/office/drawing/2014/main" id="{78C88299-8324-902D-D4EB-CBF7EEBF3DBE}"/>
              </a:ext>
            </a:extLst>
          </p:cNvPr>
          <p:cNvSpPr/>
          <p:nvPr/>
        </p:nvSpPr>
        <p:spPr>
          <a:xfrm>
            <a:off x="4584676" y="5997241"/>
            <a:ext cx="1257730"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Маркетинговые расходы</a:t>
            </a:r>
            <a:endParaRPr lang="en-US" sz="800" dirty="0"/>
          </a:p>
        </p:txBody>
      </p:sp>
      <p:sp>
        <p:nvSpPr>
          <p:cNvPr id="118" name="Shape 74">
            <a:extLst>
              <a:ext uri="{FF2B5EF4-FFF2-40B4-BE49-F238E27FC236}">
                <a16:creationId xmlns:a16="http://schemas.microsoft.com/office/drawing/2014/main" id="{1482291F-B97D-A880-45FE-74EA7435F6C7}"/>
              </a:ext>
            </a:extLst>
          </p:cNvPr>
          <p:cNvSpPr/>
          <p:nvPr/>
        </p:nvSpPr>
        <p:spPr>
          <a:xfrm>
            <a:off x="4444977" y="6159144"/>
            <a:ext cx="101599" cy="101587"/>
          </a:xfrm>
          <a:prstGeom prst="rect">
            <a:avLst/>
          </a:prstGeom>
          <a:solidFill>
            <a:srgbClr val="C007A7">
              <a:alpha val="100000"/>
            </a:srgbClr>
          </a:solidFill>
          <a:ln/>
        </p:spPr>
      </p:sp>
      <p:sp>
        <p:nvSpPr>
          <p:cNvPr id="119" name="Text 75">
            <a:extLst>
              <a:ext uri="{FF2B5EF4-FFF2-40B4-BE49-F238E27FC236}">
                <a16:creationId xmlns:a16="http://schemas.microsoft.com/office/drawing/2014/main" id="{B9BDA91D-1921-10E9-F2BE-0F98E31184A3}"/>
              </a:ext>
            </a:extLst>
          </p:cNvPr>
          <p:cNvSpPr/>
          <p:nvPr/>
        </p:nvSpPr>
        <p:spPr>
          <a:xfrm>
            <a:off x="4584676" y="6162319"/>
            <a:ext cx="380998"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Прочее</a:t>
            </a:r>
            <a:endParaRPr lang="en-US" sz="800" dirty="0"/>
          </a:p>
        </p:txBody>
      </p:sp>
      <p:sp>
        <p:nvSpPr>
          <p:cNvPr id="120" name="Shape 76">
            <a:extLst>
              <a:ext uri="{FF2B5EF4-FFF2-40B4-BE49-F238E27FC236}">
                <a16:creationId xmlns:a16="http://schemas.microsoft.com/office/drawing/2014/main" id="{98D08AF0-5C9B-6ABB-37B8-4C050962A420}"/>
              </a:ext>
            </a:extLst>
          </p:cNvPr>
          <p:cNvSpPr/>
          <p:nvPr/>
        </p:nvSpPr>
        <p:spPr>
          <a:xfrm>
            <a:off x="5822920" y="5797242"/>
            <a:ext cx="1790691" cy="330157"/>
          </a:xfrm>
          <a:prstGeom prst="rect">
            <a:avLst/>
          </a:prstGeom>
          <a:noFill/>
          <a:ln/>
        </p:spPr>
      </p:sp>
      <p:sp>
        <p:nvSpPr>
          <p:cNvPr id="122" name="Shape 78">
            <a:extLst>
              <a:ext uri="{FF2B5EF4-FFF2-40B4-BE49-F238E27FC236}">
                <a16:creationId xmlns:a16="http://schemas.microsoft.com/office/drawing/2014/main" id="{642AD7EA-07E6-5621-559A-E3897C9FB854}"/>
              </a:ext>
            </a:extLst>
          </p:cNvPr>
          <p:cNvSpPr/>
          <p:nvPr/>
        </p:nvSpPr>
        <p:spPr>
          <a:xfrm>
            <a:off x="5983780" y="5828987"/>
            <a:ext cx="101599" cy="101587"/>
          </a:xfrm>
          <a:prstGeom prst="rect">
            <a:avLst/>
          </a:prstGeom>
          <a:solidFill>
            <a:srgbClr val="7D70EF">
              <a:alpha val="100000"/>
            </a:srgbClr>
          </a:solidFill>
          <a:ln/>
        </p:spPr>
      </p:sp>
      <p:sp>
        <p:nvSpPr>
          <p:cNvPr id="123" name="Text 79">
            <a:extLst>
              <a:ext uri="{FF2B5EF4-FFF2-40B4-BE49-F238E27FC236}">
                <a16:creationId xmlns:a16="http://schemas.microsoft.com/office/drawing/2014/main" id="{36A94710-1CDC-22F8-6CD1-137A40FF64C1}"/>
              </a:ext>
            </a:extLst>
          </p:cNvPr>
          <p:cNvSpPr/>
          <p:nvPr/>
        </p:nvSpPr>
        <p:spPr>
          <a:xfrm>
            <a:off x="6123478" y="5832162"/>
            <a:ext cx="1659211"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Агентские вознаграждения (ИП)</a:t>
            </a:r>
            <a:endParaRPr lang="en-US" sz="800" dirty="0"/>
          </a:p>
        </p:txBody>
      </p:sp>
      <p:sp>
        <p:nvSpPr>
          <p:cNvPr id="125" name="Shape 81">
            <a:extLst>
              <a:ext uri="{FF2B5EF4-FFF2-40B4-BE49-F238E27FC236}">
                <a16:creationId xmlns:a16="http://schemas.microsoft.com/office/drawing/2014/main" id="{4E49DFA5-473D-C45C-78B1-34096482849B}"/>
              </a:ext>
            </a:extLst>
          </p:cNvPr>
          <p:cNvSpPr/>
          <p:nvPr/>
        </p:nvSpPr>
        <p:spPr>
          <a:xfrm>
            <a:off x="5983780" y="5994066"/>
            <a:ext cx="101599" cy="101587"/>
          </a:xfrm>
          <a:prstGeom prst="rect">
            <a:avLst/>
          </a:prstGeom>
          <a:solidFill>
            <a:srgbClr val="ACC4FE">
              <a:alpha val="100000"/>
            </a:srgbClr>
          </a:solidFill>
          <a:ln/>
        </p:spPr>
      </p:sp>
      <p:sp>
        <p:nvSpPr>
          <p:cNvPr id="126" name="Text 82">
            <a:extLst>
              <a:ext uri="{FF2B5EF4-FFF2-40B4-BE49-F238E27FC236}">
                <a16:creationId xmlns:a16="http://schemas.microsoft.com/office/drawing/2014/main" id="{51C91B82-A698-A076-05C3-9AC26671B5EE}"/>
              </a:ext>
            </a:extLst>
          </p:cNvPr>
          <p:cNvSpPr/>
          <p:nvPr/>
        </p:nvSpPr>
        <p:spPr>
          <a:xfrm>
            <a:off x="6123479" y="5997241"/>
            <a:ext cx="917936"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Админ. расходы</a:t>
            </a:r>
            <a:endParaRPr lang="en-US" sz="800" dirty="0"/>
          </a:p>
        </p:txBody>
      </p:sp>
      <p:sp>
        <p:nvSpPr>
          <p:cNvPr id="127" name="Shape 83">
            <a:extLst>
              <a:ext uri="{FF2B5EF4-FFF2-40B4-BE49-F238E27FC236}">
                <a16:creationId xmlns:a16="http://schemas.microsoft.com/office/drawing/2014/main" id="{B607FC06-1B0D-151B-0CBF-47BDFF2E0A57}"/>
              </a:ext>
            </a:extLst>
          </p:cNvPr>
          <p:cNvSpPr/>
          <p:nvPr/>
        </p:nvSpPr>
        <p:spPr>
          <a:xfrm>
            <a:off x="8134308" y="5949622"/>
            <a:ext cx="2768586" cy="323808"/>
          </a:xfrm>
          <a:prstGeom prst="rect">
            <a:avLst/>
          </a:prstGeom>
          <a:noFill/>
          <a:ln/>
        </p:spPr>
      </p:sp>
      <p:sp>
        <p:nvSpPr>
          <p:cNvPr id="128" name="Shape 84">
            <a:extLst>
              <a:ext uri="{FF2B5EF4-FFF2-40B4-BE49-F238E27FC236}">
                <a16:creationId xmlns:a16="http://schemas.microsoft.com/office/drawing/2014/main" id="{9C8D02C5-E702-697C-FA12-BE1DF8E2B66D}"/>
              </a:ext>
            </a:extLst>
          </p:cNvPr>
          <p:cNvSpPr/>
          <p:nvPr/>
        </p:nvSpPr>
        <p:spPr>
          <a:xfrm>
            <a:off x="8134308" y="5949622"/>
            <a:ext cx="984245" cy="165079"/>
          </a:xfrm>
          <a:prstGeom prst="rect">
            <a:avLst/>
          </a:prstGeom>
          <a:noFill/>
          <a:ln/>
        </p:spPr>
      </p:sp>
      <p:sp>
        <p:nvSpPr>
          <p:cNvPr id="130" name="Shape 86">
            <a:extLst>
              <a:ext uri="{FF2B5EF4-FFF2-40B4-BE49-F238E27FC236}">
                <a16:creationId xmlns:a16="http://schemas.microsoft.com/office/drawing/2014/main" id="{FEF8F7FE-7CC0-FB2F-2F1C-4D9C53351975}"/>
              </a:ext>
            </a:extLst>
          </p:cNvPr>
          <p:cNvSpPr/>
          <p:nvPr/>
        </p:nvSpPr>
        <p:spPr>
          <a:xfrm>
            <a:off x="8210508" y="5981368"/>
            <a:ext cx="101599" cy="101587"/>
          </a:xfrm>
          <a:prstGeom prst="rect">
            <a:avLst/>
          </a:prstGeom>
          <a:solidFill>
            <a:srgbClr val="722BC3">
              <a:alpha val="100000"/>
            </a:srgbClr>
          </a:solidFill>
          <a:ln/>
        </p:spPr>
      </p:sp>
      <p:sp>
        <p:nvSpPr>
          <p:cNvPr id="131" name="Text 87">
            <a:extLst>
              <a:ext uri="{FF2B5EF4-FFF2-40B4-BE49-F238E27FC236}">
                <a16:creationId xmlns:a16="http://schemas.microsoft.com/office/drawing/2014/main" id="{CF244D66-AA31-5C46-4587-F722D6517CED}"/>
              </a:ext>
            </a:extLst>
          </p:cNvPr>
          <p:cNvSpPr/>
          <p:nvPr/>
        </p:nvSpPr>
        <p:spPr>
          <a:xfrm>
            <a:off x="8350206" y="5984542"/>
            <a:ext cx="832807"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Нетто-выручка</a:t>
            </a:r>
            <a:endParaRPr lang="en-US" sz="800" dirty="0"/>
          </a:p>
        </p:txBody>
      </p:sp>
      <p:sp>
        <p:nvSpPr>
          <p:cNvPr id="132" name="Shape 88">
            <a:extLst>
              <a:ext uri="{FF2B5EF4-FFF2-40B4-BE49-F238E27FC236}">
                <a16:creationId xmlns:a16="http://schemas.microsoft.com/office/drawing/2014/main" id="{4432B552-611A-E8F3-9F51-3147434C4740}"/>
              </a:ext>
            </a:extLst>
          </p:cNvPr>
          <p:cNvSpPr/>
          <p:nvPr/>
        </p:nvSpPr>
        <p:spPr>
          <a:xfrm>
            <a:off x="9220153" y="5949622"/>
            <a:ext cx="1682741" cy="323808"/>
          </a:xfrm>
          <a:prstGeom prst="rect">
            <a:avLst/>
          </a:prstGeom>
          <a:noFill/>
          <a:ln/>
        </p:spPr>
      </p:sp>
      <p:pic>
        <p:nvPicPr>
          <p:cNvPr id="134" name="Image 18" descr=" ">
            <a:extLst>
              <a:ext uri="{FF2B5EF4-FFF2-40B4-BE49-F238E27FC236}">
                <a16:creationId xmlns:a16="http://schemas.microsoft.com/office/drawing/2014/main" id="{4D118C79-D43E-B43C-FC7E-C9B98572C53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338682" y="6022637"/>
            <a:ext cx="101599" cy="12698"/>
          </a:xfrm>
          <a:prstGeom prst="rect">
            <a:avLst/>
          </a:prstGeom>
        </p:spPr>
      </p:pic>
      <p:sp>
        <p:nvSpPr>
          <p:cNvPr id="135" name="Text 90">
            <a:extLst>
              <a:ext uri="{FF2B5EF4-FFF2-40B4-BE49-F238E27FC236}">
                <a16:creationId xmlns:a16="http://schemas.microsoft.com/office/drawing/2014/main" id="{85C2543C-6A29-42AF-8F94-3D3DCDDAD0AD}"/>
              </a:ext>
            </a:extLst>
          </p:cNvPr>
          <p:cNvSpPr/>
          <p:nvPr/>
        </p:nvSpPr>
        <p:spPr>
          <a:xfrm>
            <a:off x="9478381" y="5981368"/>
            <a:ext cx="1574792"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EBITDA без учета дивидендов</a:t>
            </a:r>
            <a:endParaRPr lang="en-US" sz="800" dirty="0"/>
          </a:p>
        </p:txBody>
      </p:sp>
      <p:sp>
        <p:nvSpPr>
          <p:cNvPr id="137" name="Shape 92">
            <a:extLst>
              <a:ext uri="{FF2B5EF4-FFF2-40B4-BE49-F238E27FC236}">
                <a16:creationId xmlns:a16="http://schemas.microsoft.com/office/drawing/2014/main" id="{A2801738-CD1C-0CE8-50BB-365BDA794EBF}"/>
              </a:ext>
            </a:extLst>
          </p:cNvPr>
          <p:cNvSpPr/>
          <p:nvPr/>
        </p:nvSpPr>
        <p:spPr>
          <a:xfrm>
            <a:off x="9338682" y="6140097"/>
            <a:ext cx="101599" cy="101587"/>
          </a:xfrm>
          <a:prstGeom prst="rect">
            <a:avLst/>
          </a:prstGeom>
          <a:noFill/>
          <a:ln/>
        </p:spPr>
      </p:sp>
      <p:pic>
        <p:nvPicPr>
          <p:cNvPr id="138" name="Image 19" descr=" ">
            <a:extLst>
              <a:ext uri="{FF2B5EF4-FFF2-40B4-BE49-F238E27FC236}">
                <a16:creationId xmlns:a16="http://schemas.microsoft.com/office/drawing/2014/main" id="{E09016E6-35DF-6A5C-29A7-CADBAC26AB3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351317" y="6152696"/>
            <a:ext cx="76333" cy="76339"/>
          </a:xfrm>
          <a:prstGeom prst="rect">
            <a:avLst/>
          </a:prstGeom>
        </p:spPr>
      </p:pic>
      <p:pic>
        <p:nvPicPr>
          <p:cNvPr id="139" name="Image 20" descr=" ">
            <a:extLst>
              <a:ext uri="{FF2B5EF4-FFF2-40B4-BE49-F238E27FC236}">
                <a16:creationId xmlns:a16="http://schemas.microsoft.com/office/drawing/2014/main" id="{A934DD1B-690F-BD52-F9A5-983642B4868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351317" y="6152696"/>
            <a:ext cx="76333" cy="76339"/>
          </a:xfrm>
          <a:prstGeom prst="rect">
            <a:avLst/>
          </a:prstGeom>
        </p:spPr>
      </p:pic>
      <p:pic>
        <p:nvPicPr>
          <p:cNvPr id="140" name="Image 21" descr=" ">
            <a:extLst>
              <a:ext uri="{FF2B5EF4-FFF2-40B4-BE49-F238E27FC236}">
                <a16:creationId xmlns:a16="http://schemas.microsoft.com/office/drawing/2014/main" id="{7D779957-55B2-6B92-0C3D-D5A8195CB2E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338682" y="6184541"/>
            <a:ext cx="101599" cy="12698"/>
          </a:xfrm>
          <a:prstGeom prst="rect">
            <a:avLst/>
          </a:prstGeom>
        </p:spPr>
      </p:pic>
      <p:sp>
        <p:nvSpPr>
          <p:cNvPr id="141" name="Text 93">
            <a:extLst>
              <a:ext uri="{FF2B5EF4-FFF2-40B4-BE49-F238E27FC236}">
                <a16:creationId xmlns:a16="http://schemas.microsoft.com/office/drawing/2014/main" id="{B60FDD80-C77D-5CF9-D7E8-20850CBF7B59}"/>
              </a:ext>
            </a:extLst>
          </p:cNvPr>
          <p:cNvSpPr/>
          <p:nvPr/>
        </p:nvSpPr>
        <p:spPr>
          <a:xfrm>
            <a:off x="9478381" y="6143272"/>
            <a:ext cx="164403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EBITDA с учетом дивидендов</a:t>
            </a:r>
            <a:endParaRPr lang="en-US" sz="800" dirty="0"/>
          </a:p>
        </p:txBody>
      </p:sp>
      <p:sp>
        <p:nvSpPr>
          <p:cNvPr id="144" name="Shape 96">
            <a:extLst>
              <a:ext uri="{FF2B5EF4-FFF2-40B4-BE49-F238E27FC236}">
                <a16:creationId xmlns:a16="http://schemas.microsoft.com/office/drawing/2014/main" id="{A08CE34F-8EE5-544C-EA38-81DBE383A56C}"/>
              </a:ext>
            </a:extLst>
          </p:cNvPr>
          <p:cNvSpPr/>
          <p:nvPr/>
        </p:nvSpPr>
        <p:spPr>
          <a:xfrm>
            <a:off x="8257080" y="3079795"/>
            <a:ext cx="101599" cy="101587"/>
          </a:xfrm>
          <a:prstGeom prst="rect">
            <a:avLst/>
          </a:prstGeom>
          <a:solidFill>
            <a:srgbClr val="722BC3">
              <a:alpha val="100000"/>
            </a:srgbClr>
          </a:solidFill>
          <a:ln/>
        </p:spPr>
      </p:sp>
      <p:sp>
        <p:nvSpPr>
          <p:cNvPr id="145" name="Text 97">
            <a:extLst>
              <a:ext uri="{FF2B5EF4-FFF2-40B4-BE49-F238E27FC236}">
                <a16:creationId xmlns:a16="http://schemas.microsoft.com/office/drawing/2014/main" id="{7E501845-8CCA-4CDC-C8D8-591857E241C5}"/>
              </a:ext>
            </a:extLst>
          </p:cNvPr>
          <p:cNvSpPr/>
          <p:nvPr/>
        </p:nvSpPr>
        <p:spPr>
          <a:xfrm>
            <a:off x="8396779" y="3082970"/>
            <a:ext cx="380998"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ЮС ФЛ</a:t>
            </a:r>
            <a:endParaRPr lang="en-US" sz="800" dirty="0"/>
          </a:p>
        </p:txBody>
      </p:sp>
      <p:sp>
        <p:nvSpPr>
          <p:cNvPr id="147" name="Shape 99">
            <a:extLst>
              <a:ext uri="{FF2B5EF4-FFF2-40B4-BE49-F238E27FC236}">
                <a16:creationId xmlns:a16="http://schemas.microsoft.com/office/drawing/2014/main" id="{CCE26BA7-D707-E023-3718-E5B94F47F3DB}"/>
              </a:ext>
            </a:extLst>
          </p:cNvPr>
          <p:cNvSpPr/>
          <p:nvPr/>
        </p:nvSpPr>
        <p:spPr>
          <a:xfrm>
            <a:off x="8932293" y="3079795"/>
            <a:ext cx="101599" cy="101587"/>
          </a:xfrm>
          <a:prstGeom prst="rect">
            <a:avLst/>
          </a:prstGeom>
          <a:solidFill>
            <a:srgbClr val="FFA4A3">
              <a:alpha val="100000"/>
            </a:srgbClr>
          </a:solidFill>
          <a:ln/>
        </p:spPr>
      </p:sp>
      <p:sp>
        <p:nvSpPr>
          <p:cNvPr id="148" name="Text 100">
            <a:extLst>
              <a:ext uri="{FF2B5EF4-FFF2-40B4-BE49-F238E27FC236}">
                <a16:creationId xmlns:a16="http://schemas.microsoft.com/office/drawing/2014/main" id="{5AC645BB-5144-96CE-9F42-EBBB7D05690E}"/>
              </a:ext>
            </a:extLst>
          </p:cNvPr>
          <p:cNvSpPr/>
          <p:nvPr/>
        </p:nvSpPr>
        <p:spPr>
          <a:xfrm>
            <a:off x="9071992" y="3082970"/>
            <a:ext cx="17144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НВ</a:t>
            </a:r>
            <a:endParaRPr lang="en-US" sz="800" dirty="0"/>
          </a:p>
        </p:txBody>
      </p:sp>
      <p:sp>
        <p:nvSpPr>
          <p:cNvPr id="150" name="Shape 102">
            <a:extLst>
              <a:ext uri="{FF2B5EF4-FFF2-40B4-BE49-F238E27FC236}">
                <a16:creationId xmlns:a16="http://schemas.microsoft.com/office/drawing/2014/main" id="{7FDFA202-6FF3-5E5E-872E-D544CC63F53A}"/>
              </a:ext>
            </a:extLst>
          </p:cNvPr>
          <p:cNvSpPr/>
          <p:nvPr/>
        </p:nvSpPr>
        <p:spPr>
          <a:xfrm>
            <a:off x="9397956" y="3079795"/>
            <a:ext cx="101599" cy="101587"/>
          </a:xfrm>
          <a:prstGeom prst="rect">
            <a:avLst/>
          </a:prstGeom>
          <a:solidFill>
            <a:srgbClr val="EF80BB">
              <a:alpha val="100000"/>
            </a:srgbClr>
          </a:solidFill>
          <a:ln/>
        </p:spPr>
      </p:sp>
      <p:sp>
        <p:nvSpPr>
          <p:cNvPr id="151" name="Text 103">
            <a:extLst>
              <a:ext uri="{FF2B5EF4-FFF2-40B4-BE49-F238E27FC236}">
                <a16:creationId xmlns:a16="http://schemas.microsoft.com/office/drawing/2014/main" id="{63779175-C159-66F8-05EA-FD0B2CCDA9E9}"/>
              </a:ext>
            </a:extLst>
          </p:cNvPr>
          <p:cNvSpPr/>
          <p:nvPr/>
        </p:nvSpPr>
        <p:spPr>
          <a:xfrm>
            <a:off x="9537655" y="3082970"/>
            <a:ext cx="17144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АС</a:t>
            </a:r>
            <a:endParaRPr lang="en-US" sz="800" dirty="0"/>
          </a:p>
        </p:txBody>
      </p:sp>
      <p:sp>
        <p:nvSpPr>
          <p:cNvPr id="153" name="Shape 105">
            <a:extLst>
              <a:ext uri="{FF2B5EF4-FFF2-40B4-BE49-F238E27FC236}">
                <a16:creationId xmlns:a16="http://schemas.microsoft.com/office/drawing/2014/main" id="{328D1C60-57BC-E37C-F9E5-C21DBF08DD0C}"/>
              </a:ext>
            </a:extLst>
          </p:cNvPr>
          <p:cNvSpPr/>
          <p:nvPr/>
        </p:nvSpPr>
        <p:spPr>
          <a:xfrm>
            <a:off x="9863620" y="3079795"/>
            <a:ext cx="101599" cy="101587"/>
          </a:xfrm>
          <a:prstGeom prst="rect">
            <a:avLst/>
          </a:prstGeom>
          <a:solidFill>
            <a:srgbClr val="8F0D6B">
              <a:alpha val="100000"/>
            </a:srgbClr>
          </a:solidFill>
          <a:ln/>
        </p:spPr>
      </p:sp>
      <p:sp>
        <p:nvSpPr>
          <p:cNvPr id="154" name="Text 106">
            <a:extLst>
              <a:ext uri="{FF2B5EF4-FFF2-40B4-BE49-F238E27FC236}">
                <a16:creationId xmlns:a16="http://schemas.microsoft.com/office/drawing/2014/main" id="{D53E3AC0-56F5-4E36-BE10-5A73141C1597}"/>
              </a:ext>
            </a:extLst>
          </p:cNvPr>
          <p:cNvSpPr/>
          <p:nvPr/>
        </p:nvSpPr>
        <p:spPr>
          <a:xfrm>
            <a:off x="10003319" y="3082970"/>
            <a:ext cx="19049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МС</a:t>
            </a:r>
            <a:endParaRPr lang="en-US" sz="800" dirty="0"/>
          </a:p>
        </p:txBody>
      </p:sp>
      <p:sp>
        <p:nvSpPr>
          <p:cNvPr id="156" name="Shape 108">
            <a:extLst>
              <a:ext uri="{FF2B5EF4-FFF2-40B4-BE49-F238E27FC236}">
                <a16:creationId xmlns:a16="http://schemas.microsoft.com/office/drawing/2014/main" id="{EBF96D12-92D8-FF24-A077-87950C2F94B3}"/>
              </a:ext>
            </a:extLst>
          </p:cNvPr>
          <p:cNvSpPr/>
          <p:nvPr/>
        </p:nvSpPr>
        <p:spPr>
          <a:xfrm>
            <a:off x="10339868" y="3079795"/>
            <a:ext cx="101599" cy="101587"/>
          </a:xfrm>
          <a:prstGeom prst="rect">
            <a:avLst/>
          </a:prstGeom>
          <a:solidFill>
            <a:srgbClr val="C007A7">
              <a:alpha val="100000"/>
            </a:srgbClr>
          </a:solidFill>
          <a:ln/>
        </p:spPr>
      </p:sp>
      <p:sp>
        <p:nvSpPr>
          <p:cNvPr id="157" name="Text 109">
            <a:extLst>
              <a:ext uri="{FF2B5EF4-FFF2-40B4-BE49-F238E27FC236}">
                <a16:creationId xmlns:a16="http://schemas.microsoft.com/office/drawing/2014/main" id="{E14409F8-1280-2B8B-2E3B-CAE99587F096}"/>
              </a:ext>
            </a:extLst>
          </p:cNvPr>
          <p:cNvSpPr/>
          <p:nvPr/>
        </p:nvSpPr>
        <p:spPr>
          <a:xfrm>
            <a:off x="10479567" y="3082970"/>
            <a:ext cx="380998"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Прочие</a:t>
            </a:r>
            <a:endParaRPr lang="en-US" sz="800" dirty="0"/>
          </a:p>
        </p:txBody>
      </p:sp>
      <p:sp>
        <p:nvSpPr>
          <p:cNvPr id="158" name="Text 110">
            <a:extLst>
              <a:ext uri="{FF2B5EF4-FFF2-40B4-BE49-F238E27FC236}">
                <a16:creationId xmlns:a16="http://schemas.microsoft.com/office/drawing/2014/main" id="{9D464314-64EE-4F4F-A75D-1A5E8C2E6B44}"/>
              </a:ext>
            </a:extLst>
          </p:cNvPr>
          <p:cNvSpPr/>
          <p:nvPr/>
        </p:nvSpPr>
        <p:spPr>
          <a:xfrm>
            <a:off x="10972746" y="3082970"/>
            <a:ext cx="602037"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total series</a:t>
            </a:r>
            <a:endParaRPr lang="en-US" sz="800" dirty="0"/>
          </a:p>
        </p:txBody>
      </p:sp>
      <p:sp>
        <p:nvSpPr>
          <p:cNvPr id="159" name="Text 111">
            <a:extLst>
              <a:ext uri="{FF2B5EF4-FFF2-40B4-BE49-F238E27FC236}">
                <a16:creationId xmlns:a16="http://schemas.microsoft.com/office/drawing/2014/main" id="{7F6476BE-9560-D28A-F7C0-DC0460141918}"/>
              </a:ext>
            </a:extLst>
          </p:cNvPr>
          <p:cNvSpPr/>
          <p:nvPr/>
        </p:nvSpPr>
        <p:spPr>
          <a:xfrm>
            <a:off x="10833044" y="2851225"/>
            <a:ext cx="469897"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2020</a:t>
            </a:r>
            <a:endParaRPr lang="en-US" sz="800" dirty="0"/>
          </a:p>
        </p:txBody>
      </p:sp>
      <p:sp>
        <p:nvSpPr>
          <p:cNvPr id="160" name="Text 112">
            <a:extLst>
              <a:ext uri="{FF2B5EF4-FFF2-40B4-BE49-F238E27FC236}">
                <a16:creationId xmlns:a16="http://schemas.microsoft.com/office/drawing/2014/main" id="{08AE8503-85BB-D287-7965-32D331682F1B}"/>
              </a:ext>
            </a:extLst>
          </p:cNvPr>
          <p:cNvSpPr/>
          <p:nvPr/>
        </p:nvSpPr>
        <p:spPr>
          <a:xfrm>
            <a:off x="10833044" y="5752798"/>
            <a:ext cx="469897"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2020</a:t>
            </a:r>
            <a:endParaRPr lang="en-US" sz="800" dirty="0"/>
          </a:p>
        </p:txBody>
      </p:sp>
      <p:sp>
        <p:nvSpPr>
          <p:cNvPr id="161" name="Text 113">
            <a:extLst>
              <a:ext uri="{FF2B5EF4-FFF2-40B4-BE49-F238E27FC236}">
                <a16:creationId xmlns:a16="http://schemas.microsoft.com/office/drawing/2014/main" id="{C7689A9E-3470-BCD6-8686-8A322C9FA42D}"/>
              </a:ext>
            </a:extLst>
          </p:cNvPr>
          <p:cNvSpPr/>
          <p:nvPr/>
        </p:nvSpPr>
        <p:spPr>
          <a:xfrm>
            <a:off x="7124663" y="2851225"/>
            <a:ext cx="469897"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2020</a:t>
            </a:r>
            <a:endParaRPr lang="en-US" sz="800" dirty="0"/>
          </a:p>
        </p:txBody>
      </p:sp>
      <p:sp>
        <p:nvSpPr>
          <p:cNvPr id="162" name="Text 114">
            <a:extLst>
              <a:ext uri="{FF2B5EF4-FFF2-40B4-BE49-F238E27FC236}">
                <a16:creationId xmlns:a16="http://schemas.microsoft.com/office/drawing/2014/main" id="{6EFC3CCA-56C0-0FE4-FAB9-2D9F13D5F483}"/>
              </a:ext>
            </a:extLst>
          </p:cNvPr>
          <p:cNvSpPr/>
          <p:nvPr/>
        </p:nvSpPr>
        <p:spPr>
          <a:xfrm>
            <a:off x="10045648" y="2851225"/>
            <a:ext cx="43814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2019</a:t>
            </a:r>
            <a:endParaRPr lang="en-US" sz="800" dirty="0"/>
          </a:p>
        </p:txBody>
      </p:sp>
      <p:sp>
        <p:nvSpPr>
          <p:cNvPr id="163" name="Text 115">
            <a:extLst>
              <a:ext uri="{FF2B5EF4-FFF2-40B4-BE49-F238E27FC236}">
                <a16:creationId xmlns:a16="http://schemas.microsoft.com/office/drawing/2014/main" id="{ED3728AE-0EC6-AF01-A7D3-0B6AE2745ADC}"/>
              </a:ext>
            </a:extLst>
          </p:cNvPr>
          <p:cNvSpPr/>
          <p:nvPr/>
        </p:nvSpPr>
        <p:spPr>
          <a:xfrm>
            <a:off x="10045648" y="5752798"/>
            <a:ext cx="43814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2019</a:t>
            </a:r>
            <a:endParaRPr lang="en-US" sz="800" dirty="0"/>
          </a:p>
        </p:txBody>
      </p:sp>
      <p:sp>
        <p:nvSpPr>
          <p:cNvPr id="164" name="Text 116">
            <a:extLst>
              <a:ext uri="{FF2B5EF4-FFF2-40B4-BE49-F238E27FC236}">
                <a16:creationId xmlns:a16="http://schemas.microsoft.com/office/drawing/2014/main" id="{80CBF885-5E13-5080-033B-5F29E259F28F}"/>
              </a:ext>
            </a:extLst>
          </p:cNvPr>
          <p:cNvSpPr/>
          <p:nvPr/>
        </p:nvSpPr>
        <p:spPr>
          <a:xfrm>
            <a:off x="6337267" y="2851225"/>
            <a:ext cx="43814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2019</a:t>
            </a:r>
            <a:endParaRPr lang="en-US" sz="800" dirty="0"/>
          </a:p>
        </p:txBody>
      </p:sp>
      <p:sp>
        <p:nvSpPr>
          <p:cNvPr id="165" name="Text 117">
            <a:extLst>
              <a:ext uri="{FF2B5EF4-FFF2-40B4-BE49-F238E27FC236}">
                <a16:creationId xmlns:a16="http://schemas.microsoft.com/office/drawing/2014/main" id="{DC75F27A-E8C4-2241-814F-27DCBD346224}"/>
              </a:ext>
            </a:extLst>
          </p:cNvPr>
          <p:cNvSpPr/>
          <p:nvPr/>
        </p:nvSpPr>
        <p:spPr>
          <a:xfrm>
            <a:off x="6826215" y="5600417"/>
            <a:ext cx="29844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2020</a:t>
            </a:r>
            <a:endParaRPr lang="en-US" sz="800" dirty="0"/>
          </a:p>
        </p:txBody>
      </p:sp>
      <p:sp>
        <p:nvSpPr>
          <p:cNvPr id="166" name="Text 118">
            <a:extLst>
              <a:ext uri="{FF2B5EF4-FFF2-40B4-BE49-F238E27FC236}">
                <a16:creationId xmlns:a16="http://schemas.microsoft.com/office/drawing/2014/main" id="{A71B2C9C-68B5-8409-5B8C-86944BB05109}"/>
              </a:ext>
            </a:extLst>
          </p:cNvPr>
          <p:cNvSpPr/>
          <p:nvPr/>
        </p:nvSpPr>
        <p:spPr>
          <a:xfrm>
            <a:off x="9334452" y="2851225"/>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2019</a:t>
            </a:r>
            <a:endParaRPr lang="en-US" sz="800" dirty="0"/>
          </a:p>
        </p:txBody>
      </p:sp>
      <p:sp>
        <p:nvSpPr>
          <p:cNvPr id="167" name="Text 119">
            <a:extLst>
              <a:ext uri="{FF2B5EF4-FFF2-40B4-BE49-F238E27FC236}">
                <a16:creationId xmlns:a16="http://schemas.microsoft.com/office/drawing/2014/main" id="{8D70EA61-1FFD-E507-CCBD-879EA1C5CCBB}"/>
              </a:ext>
            </a:extLst>
          </p:cNvPr>
          <p:cNvSpPr/>
          <p:nvPr/>
        </p:nvSpPr>
        <p:spPr>
          <a:xfrm>
            <a:off x="9334452" y="5752798"/>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2019</a:t>
            </a:r>
            <a:endParaRPr lang="en-US" sz="800" dirty="0"/>
          </a:p>
        </p:txBody>
      </p:sp>
      <p:sp>
        <p:nvSpPr>
          <p:cNvPr id="168" name="Text 120">
            <a:extLst>
              <a:ext uri="{FF2B5EF4-FFF2-40B4-BE49-F238E27FC236}">
                <a16:creationId xmlns:a16="http://schemas.microsoft.com/office/drawing/2014/main" id="{0673D9C3-DB1E-AEA7-691B-B2DD3EBF5083}"/>
              </a:ext>
            </a:extLst>
          </p:cNvPr>
          <p:cNvSpPr/>
          <p:nvPr/>
        </p:nvSpPr>
        <p:spPr>
          <a:xfrm>
            <a:off x="5626071" y="2851225"/>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2019</a:t>
            </a:r>
            <a:endParaRPr lang="en-US" sz="800" dirty="0"/>
          </a:p>
        </p:txBody>
      </p:sp>
      <p:sp>
        <p:nvSpPr>
          <p:cNvPr id="169" name="Text 121">
            <a:extLst>
              <a:ext uri="{FF2B5EF4-FFF2-40B4-BE49-F238E27FC236}">
                <a16:creationId xmlns:a16="http://schemas.microsoft.com/office/drawing/2014/main" id="{6929975A-09F8-511B-6E5B-28F8F7EFE327}"/>
              </a:ext>
            </a:extLst>
          </p:cNvPr>
          <p:cNvSpPr/>
          <p:nvPr/>
        </p:nvSpPr>
        <p:spPr>
          <a:xfrm>
            <a:off x="5048224" y="5600417"/>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2019</a:t>
            </a:r>
            <a:endParaRPr lang="en-US" sz="800" dirty="0"/>
          </a:p>
        </p:txBody>
      </p:sp>
      <p:sp>
        <p:nvSpPr>
          <p:cNvPr id="170" name="Text 122">
            <a:extLst>
              <a:ext uri="{FF2B5EF4-FFF2-40B4-BE49-F238E27FC236}">
                <a16:creationId xmlns:a16="http://schemas.microsoft.com/office/drawing/2014/main" id="{5773B78C-0EA3-2F23-CD04-357D8CA5937A}"/>
              </a:ext>
            </a:extLst>
          </p:cNvPr>
          <p:cNvSpPr/>
          <p:nvPr/>
        </p:nvSpPr>
        <p:spPr>
          <a:xfrm>
            <a:off x="8534356" y="2851225"/>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2018</a:t>
            </a:r>
            <a:endParaRPr lang="en-US" sz="800" dirty="0"/>
          </a:p>
        </p:txBody>
      </p:sp>
      <p:sp>
        <p:nvSpPr>
          <p:cNvPr id="171" name="Text 123">
            <a:extLst>
              <a:ext uri="{FF2B5EF4-FFF2-40B4-BE49-F238E27FC236}">
                <a16:creationId xmlns:a16="http://schemas.microsoft.com/office/drawing/2014/main" id="{6852E084-A516-F9B8-E714-5935B54D67EA}"/>
              </a:ext>
            </a:extLst>
          </p:cNvPr>
          <p:cNvSpPr/>
          <p:nvPr/>
        </p:nvSpPr>
        <p:spPr>
          <a:xfrm>
            <a:off x="8534356" y="5752798"/>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2018</a:t>
            </a:r>
            <a:endParaRPr lang="en-US" sz="800" dirty="0"/>
          </a:p>
        </p:txBody>
      </p:sp>
      <p:sp>
        <p:nvSpPr>
          <p:cNvPr id="172" name="Text 124">
            <a:extLst>
              <a:ext uri="{FF2B5EF4-FFF2-40B4-BE49-F238E27FC236}">
                <a16:creationId xmlns:a16="http://schemas.microsoft.com/office/drawing/2014/main" id="{577F7665-B604-5A90-1360-2C6F4EF8218A}"/>
              </a:ext>
            </a:extLst>
          </p:cNvPr>
          <p:cNvSpPr/>
          <p:nvPr/>
        </p:nvSpPr>
        <p:spPr>
          <a:xfrm>
            <a:off x="4825975" y="2851225"/>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2018</a:t>
            </a:r>
            <a:endParaRPr lang="en-US" sz="800" dirty="0"/>
          </a:p>
        </p:txBody>
      </p:sp>
      <p:sp>
        <p:nvSpPr>
          <p:cNvPr id="173" name="Text 125">
            <a:extLst>
              <a:ext uri="{FF2B5EF4-FFF2-40B4-BE49-F238E27FC236}">
                <a16:creationId xmlns:a16="http://schemas.microsoft.com/office/drawing/2014/main" id="{D4E61A80-8BC8-FADB-2557-EDE5EC784B76}"/>
              </a:ext>
            </a:extLst>
          </p:cNvPr>
          <p:cNvSpPr/>
          <p:nvPr/>
        </p:nvSpPr>
        <p:spPr>
          <a:xfrm rot="16200000">
            <a:off x="4237620" y="1974742"/>
            <a:ext cx="43179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млн. руб.</a:t>
            </a:r>
            <a:endParaRPr lang="en-US" sz="800" dirty="0"/>
          </a:p>
        </p:txBody>
      </p:sp>
      <p:sp>
        <p:nvSpPr>
          <p:cNvPr id="174" name="Text 126">
            <a:extLst>
              <a:ext uri="{FF2B5EF4-FFF2-40B4-BE49-F238E27FC236}">
                <a16:creationId xmlns:a16="http://schemas.microsoft.com/office/drawing/2014/main" id="{C465C3E0-39B7-2E84-AEE8-9B36C706528F}"/>
              </a:ext>
            </a:extLst>
          </p:cNvPr>
          <p:cNvSpPr/>
          <p:nvPr/>
        </p:nvSpPr>
        <p:spPr>
          <a:xfrm rot="16200000">
            <a:off x="7933301" y="1974742"/>
            <a:ext cx="43179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млн. руб.</a:t>
            </a:r>
            <a:endParaRPr lang="en-US" sz="800" dirty="0"/>
          </a:p>
        </p:txBody>
      </p:sp>
      <p:sp>
        <p:nvSpPr>
          <p:cNvPr id="175" name="Text 127">
            <a:extLst>
              <a:ext uri="{FF2B5EF4-FFF2-40B4-BE49-F238E27FC236}">
                <a16:creationId xmlns:a16="http://schemas.microsoft.com/office/drawing/2014/main" id="{A081ACA9-5731-E0E0-FBD5-C437DDDF0E16}"/>
              </a:ext>
            </a:extLst>
          </p:cNvPr>
          <p:cNvSpPr/>
          <p:nvPr/>
        </p:nvSpPr>
        <p:spPr>
          <a:xfrm rot="16200000">
            <a:off x="7933301" y="4781077"/>
            <a:ext cx="43179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млн. руб.</a:t>
            </a:r>
            <a:endParaRPr lang="en-US" sz="800" dirty="0"/>
          </a:p>
        </p:txBody>
      </p:sp>
      <p:pic>
        <p:nvPicPr>
          <p:cNvPr id="176" name="Image 22" descr=" ">
            <a:extLst>
              <a:ext uri="{FF2B5EF4-FFF2-40B4-BE49-F238E27FC236}">
                <a16:creationId xmlns:a16="http://schemas.microsoft.com/office/drawing/2014/main" id="{F8585F47-826B-3F8E-0D2C-A9C5B9E4CA6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245432" y="2775035"/>
            <a:ext cx="3209908" cy="50793"/>
          </a:xfrm>
          <a:prstGeom prst="rect">
            <a:avLst/>
          </a:prstGeom>
        </p:spPr>
      </p:pic>
      <p:pic>
        <p:nvPicPr>
          <p:cNvPr id="177" name="Image 23" descr=" ">
            <a:extLst>
              <a:ext uri="{FF2B5EF4-FFF2-40B4-BE49-F238E27FC236}">
                <a16:creationId xmlns:a16="http://schemas.microsoft.com/office/drawing/2014/main" id="{2D1DCBCA-8739-18A3-E9F5-8D3C7A206A02}"/>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245432" y="5676608"/>
            <a:ext cx="3209908" cy="50793"/>
          </a:xfrm>
          <a:prstGeom prst="rect">
            <a:avLst/>
          </a:prstGeom>
        </p:spPr>
      </p:pic>
      <p:pic>
        <p:nvPicPr>
          <p:cNvPr id="178" name="Image 24" descr=" ">
            <a:extLst>
              <a:ext uri="{FF2B5EF4-FFF2-40B4-BE49-F238E27FC236}">
                <a16:creationId xmlns:a16="http://schemas.microsoft.com/office/drawing/2014/main" id="{31050B9D-9179-121B-CF5B-453B92183CC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533876" y="2775035"/>
            <a:ext cx="3209908" cy="50793"/>
          </a:xfrm>
          <a:prstGeom prst="rect">
            <a:avLst/>
          </a:prstGeom>
        </p:spPr>
      </p:pic>
      <p:graphicFrame>
        <p:nvGraphicFramePr>
          <p:cNvPr id="188" name="Диаграмма 187">
            <a:extLst>
              <a:ext uri="{FF2B5EF4-FFF2-40B4-BE49-F238E27FC236}">
                <a16:creationId xmlns:a16="http://schemas.microsoft.com/office/drawing/2014/main" id="{E04250F1-1A03-ECBD-A050-050ACF47C432}"/>
              </a:ext>
            </a:extLst>
          </p:cNvPr>
          <p:cNvGraphicFramePr/>
          <p:nvPr>
            <p:extLst>
              <p:ext uri="{D42A27DB-BD31-4B8C-83A1-F6EECF244321}">
                <p14:modId xmlns:p14="http://schemas.microsoft.com/office/powerpoint/2010/main" val="3821428224"/>
              </p:ext>
            </p:extLst>
          </p:nvPr>
        </p:nvGraphicFramePr>
        <p:xfrm>
          <a:off x="8180986" y="1130600"/>
          <a:ext cx="3335297" cy="1720626"/>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89" name="Диаграмма 188">
            <a:extLst>
              <a:ext uri="{FF2B5EF4-FFF2-40B4-BE49-F238E27FC236}">
                <a16:creationId xmlns:a16="http://schemas.microsoft.com/office/drawing/2014/main" id="{AABDE011-D649-8608-6388-A5CDAE05153E}"/>
              </a:ext>
            </a:extLst>
          </p:cNvPr>
          <p:cNvGraphicFramePr/>
          <p:nvPr>
            <p:extLst>
              <p:ext uri="{D42A27DB-BD31-4B8C-83A1-F6EECF244321}">
                <p14:modId xmlns:p14="http://schemas.microsoft.com/office/powerpoint/2010/main" val="3801893158"/>
              </p:ext>
            </p:extLst>
          </p:nvPr>
        </p:nvGraphicFramePr>
        <p:xfrm>
          <a:off x="4472411" y="1247526"/>
          <a:ext cx="3335549" cy="1603699"/>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15" name="Диаграмма 214">
            <a:extLst>
              <a:ext uri="{FF2B5EF4-FFF2-40B4-BE49-F238E27FC236}">
                <a16:creationId xmlns:a16="http://schemas.microsoft.com/office/drawing/2014/main" id="{7A630C69-19EB-5419-75DA-38F00EA26955}"/>
              </a:ext>
            </a:extLst>
          </p:cNvPr>
          <p:cNvGraphicFramePr/>
          <p:nvPr>
            <p:extLst>
              <p:ext uri="{D42A27DB-BD31-4B8C-83A1-F6EECF244321}">
                <p14:modId xmlns:p14="http://schemas.microsoft.com/office/powerpoint/2010/main" val="1601539920"/>
              </p:ext>
            </p:extLst>
          </p:nvPr>
        </p:nvGraphicFramePr>
        <p:xfrm>
          <a:off x="8180986" y="3777403"/>
          <a:ext cx="3335298" cy="1975394"/>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216" name="Диаграмма 215">
            <a:extLst>
              <a:ext uri="{FF2B5EF4-FFF2-40B4-BE49-F238E27FC236}">
                <a16:creationId xmlns:a16="http://schemas.microsoft.com/office/drawing/2014/main" id="{2A5552C2-507B-7656-AAED-39738C0D281A}"/>
              </a:ext>
            </a:extLst>
          </p:cNvPr>
          <p:cNvGraphicFramePr/>
          <p:nvPr>
            <p:extLst>
              <p:ext uri="{D42A27DB-BD31-4B8C-83A1-F6EECF244321}">
                <p14:modId xmlns:p14="http://schemas.microsoft.com/office/powerpoint/2010/main" val="1513059588"/>
              </p:ext>
            </p:extLst>
          </p:nvPr>
        </p:nvGraphicFramePr>
        <p:xfrm>
          <a:off x="6089619" y="3888680"/>
          <a:ext cx="1851397" cy="1695529"/>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17" name="Диаграмма 216">
            <a:extLst>
              <a:ext uri="{FF2B5EF4-FFF2-40B4-BE49-F238E27FC236}">
                <a16:creationId xmlns:a16="http://schemas.microsoft.com/office/drawing/2014/main" id="{7078BC02-DA6C-46EF-B3E4-C892C640DE35}"/>
              </a:ext>
            </a:extLst>
          </p:cNvPr>
          <p:cNvGraphicFramePr/>
          <p:nvPr>
            <p:extLst>
              <p:ext uri="{D42A27DB-BD31-4B8C-83A1-F6EECF244321}">
                <p14:modId xmlns:p14="http://schemas.microsoft.com/office/powerpoint/2010/main" val="2189512910"/>
              </p:ext>
            </p:extLst>
          </p:nvPr>
        </p:nvGraphicFramePr>
        <p:xfrm>
          <a:off x="4238221" y="3888680"/>
          <a:ext cx="1851397" cy="1695529"/>
        </p:xfrm>
        <a:graphic>
          <a:graphicData uri="http://schemas.openxmlformats.org/drawingml/2006/chart">
            <c:chart xmlns:c="http://schemas.openxmlformats.org/drawingml/2006/chart" xmlns:r="http://schemas.openxmlformats.org/officeDocument/2006/relationships" r:id="rId12"/>
          </a:graphicData>
        </a:graphic>
      </p:graphicFrame>
      <p:sp>
        <p:nvSpPr>
          <p:cNvPr id="14" name="Текст 13">
            <a:extLst>
              <a:ext uri="{FF2B5EF4-FFF2-40B4-BE49-F238E27FC236}">
                <a16:creationId xmlns:a16="http://schemas.microsoft.com/office/drawing/2014/main" id="{10FF8DBE-3216-5EB0-5732-554C5D298D57}"/>
              </a:ext>
            </a:extLst>
          </p:cNvPr>
          <p:cNvSpPr>
            <a:spLocks noGrp="1"/>
          </p:cNvSpPr>
          <p:nvPr>
            <p:ph type="body" sz="quarter" idx="32"/>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endParaRPr lang="ru-RU" dirty="0"/>
          </a:p>
        </p:txBody>
      </p:sp>
      <p:sp>
        <p:nvSpPr>
          <p:cNvPr id="2" name="Номер слайда 4">
            <a:extLst>
              <a:ext uri="{FF2B5EF4-FFF2-40B4-BE49-F238E27FC236}">
                <a16:creationId xmlns:a16="http://schemas.microsoft.com/office/drawing/2014/main" id="{EB1C86D5-3B38-EC6C-5503-5ADFD5EA8252}"/>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53</a:t>
            </a:fld>
            <a:endParaRPr lang="ru-RU" dirty="0"/>
          </a:p>
        </p:txBody>
      </p:sp>
      <p:sp>
        <p:nvSpPr>
          <p:cNvPr id="4" name="Заголовок 3">
            <a:extLst>
              <a:ext uri="{FF2B5EF4-FFF2-40B4-BE49-F238E27FC236}">
                <a16:creationId xmlns:a16="http://schemas.microsoft.com/office/drawing/2014/main" id="{56577C07-83BD-F621-B868-E0FD1A8F6F07}"/>
              </a:ext>
            </a:extLst>
          </p:cNvPr>
          <p:cNvSpPr>
            <a:spLocks noGrp="1"/>
          </p:cNvSpPr>
          <p:nvPr>
            <p:ph type="title"/>
          </p:nvPr>
        </p:nvSpPr>
        <p:spPr/>
        <p:txBody>
          <a:bodyPr/>
          <a:lstStyle/>
          <a:p>
            <a:r>
              <a:rPr lang="ru-RU" dirty="0"/>
              <a:t>Графики и диаграммы с текстом</a:t>
            </a:r>
          </a:p>
        </p:txBody>
      </p:sp>
    </p:spTree>
    <p:extLst>
      <p:ext uri="{BB962C8B-B14F-4D97-AF65-F5344CB8AC3E}">
        <p14:creationId xmlns:p14="http://schemas.microsoft.com/office/powerpoint/2010/main" val="22547440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DBFB2-25E4-8E88-0860-D597C8229213}"/>
            </a:ext>
          </a:extLst>
        </p:cNvPr>
        <p:cNvGrpSpPr/>
        <p:nvPr/>
      </p:nvGrpSpPr>
      <p:grpSpPr>
        <a:xfrm>
          <a:off x="0" y="0"/>
          <a:ext cx="0" cy="0"/>
          <a:chOff x="0" y="0"/>
          <a:chExt cx="0" cy="0"/>
        </a:xfrm>
      </p:grpSpPr>
      <p:sp>
        <p:nvSpPr>
          <p:cNvPr id="78" name="Text 46">
            <a:extLst>
              <a:ext uri="{FF2B5EF4-FFF2-40B4-BE49-F238E27FC236}">
                <a16:creationId xmlns:a16="http://schemas.microsoft.com/office/drawing/2014/main" id="{267803F1-209D-CC1B-B110-13616809C6F5}"/>
              </a:ext>
            </a:extLst>
          </p:cNvPr>
          <p:cNvSpPr/>
          <p:nvPr/>
        </p:nvSpPr>
        <p:spPr>
          <a:xfrm>
            <a:off x="4368777" y="1130599"/>
            <a:ext cx="1231894" cy="152380"/>
          </a:xfrm>
          <a:prstGeom prst="rect">
            <a:avLst/>
          </a:prstGeom>
          <a:noFill/>
          <a:ln/>
        </p:spPr>
        <p:txBody>
          <a:bodyPr wrap="square" lIns="0" tIns="0" rIns="0" bIns="0" rtlCol="0" anchor="t"/>
          <a:lstStyle/>
          <a:p>
            <a:pPr>
              <a:lnSpc>
                <a:spcPts val="900"/>
              </a:lnSpc>
            </a:pPr>
            <a:r>
              <a:rPr lang="en-US" dirty="0">
                <a:solidFill>
                  <a:srgbClr val="000000">
                    <a:alpha val="100000"/>
                  </a:srgbClr>
                </a:solidFill>
                <a:latin typeface="Stapel" panose="020B0504020202020204" pitchFamily="34" charset="-52"/>
                <a:ea typeface="Stapel" pitchFamily="34" charset="-122"/>
                <a:cs typeface="Stapel" pitchFamily="34" charset="-120"/>
              </a:rPr>
              <a:t>График 6</a:t>
            </a:r>
            <a:endParaRPr lang="en-US" dirty="0"/>
          </a:p>
        </p:txBody>
      </p:sp>
      <p:sp>
        <p:nvSpPr>
          <p:cNvPr id="79" name="Text 47">
            <a:extLst>
              <a:ext uri="{FF2B5EF4-FFF2-40B4-BE49-F238E27FC236}">
                <a16:creationId xmlns:a16="http://schemas.microsoft.com/office/drawing/2014/main" id="{8FD98793-96B8-417D-CDF7-416CB469A0C3}"/>
              </a:ext>
            </a:extLst>
          </p:cNvPr>
          <p:cNvSpPr/>
          <p:nvPr/>
        </p:nvSpPr>
        <p:spPr>
          <a:xfrm>
            <a:off x="4368777" y="3689316"/>
            <a:ext cx="1231894" cy="152380"/>
          </a:xfrm>
          <a:prstGeom prst="rect">
            <a:avLst/>
          </a:prstGeom>
          <a:noFill/>
          <a:ln/>
        </p:spPr>
        <p:txBody>
          <a:bodyPr wrap="square" lIns="0" tIns="0" rIns="0" bIns="0" rtlCol="0" anchor="t"/>
          <a:lstStyle/>
          <a:p>
            <a:pPr>
              <a:lnSpc>
                <a:spcPts val="900"/>
              </a:lnSpc>
            </a:pPr>
            <a:r>
              <a:rPr lang="en-US" dirty="0">
                <a:solidFill>
                  <a:srgbClr val="000000">
                    <a:alpha val="100000"/>
                  </a:srgbClr>
                </a:solidFill>
                <a:latin typeface="Stapel" panose="020B0504020202020204" pitchFamily="34" charset="-52"/>
                <a:ea typeface="Stapel" pitchFamily="34" charset="-122"/>
                <a:cs typeface="Stapel" pitchFamily="34" charset="-120"/>
              </a:rPr>
              <a:t>График 7</a:t>
            </a:r>
            <a:endParaRPr lang="en-US" dirty="0"/>
          </a:p>
        </p:txBody>
      </p:sp>
      <p:sp>
        <p:nvSpPr>
          <p:cNvPr id="80" name="Text 48">
            <a:extLst>
              <a:ext uri="{FF2B5EF4-FFF2-40B4-BE49-F238E27FC236}">
                <a16:creationId xmlns:a16="http://schemas.microsoft.com/office/drawing/2014/main" id="{70976CA9-C3E5-AA0D-0B67-E854AB4F1042}"/>
              </a:ext>
            </a:extLst>
          </p:cNvPr>
          <p:cNvSpPr/>
          <p:nvPr/>
        </p:nvSpPr>
        <p:spPr>
          <a:xfrm>
            <a:off x="8083508" y="1130599"/>
            <a:ext cx="1231894" cy="152380"/>
          </a:xfrm>
          <a:prstGeom prst="rect">
            <a:avLst/>
          </a:prstGeom>
          <a:noFill/>
          <a:ln/>
        </p:spPr>
        <p:txBody>
          <a:bodyPr wrap="square" lIns="0" tIns="0" rIns="0" bIns="0" rtlCol="0" anchor="t"/>
          <a:lstStyle/>
          <a:p>
            <a:pPr>
              <a:lnSpc>
                <a:spcPts val="900"/>
              </a:lnSpc>
            </a:pPr>
            <a:r>
              <a:rPr lang="en-US" dirty="0">
                <a:solidFill>
                  <a:srgbClr val="000000">
                    <a:alpha val="100000"/>
                  </a:srgbClr>
                </a:solidFill>
                <a:latin typeface="Stapel" panose="020B0504020202020204" pitchFamily="34" charset="-52"/>
                <a:ea typeface="Stapel" pitchFamily="34" charset="-122"/>
                <a:cs typeface="Stapel" pitchFamily="34" charset="-120"/>
              </a:rPr>
              <a:t>График 8</a:t>
            </a:r>
            <a:endParaRPr lang="en-US" dirty="0"/>
          </a:p>
        </p:txBody>
      </p:sp>
      <p:sp>
        <p:nvSpPr>
          <p:cNvPr id="81" name="Text 49">
            <a:extLst>
              <a:ext uri="{FF2B5EF4-FFF2-40B4-BE49-F238E27FC236}">
                <a16:creationId xmlns:a16="http://schemas.microsoft.com/office/drawing/2014/main" id="{E1BD6A2A-535C-9D9E-ADB1-B7E6FB865EB0}"/>
              </a:ext>
            </a:extLst>
          </p:cNvPr>
          <p:cNvSpPr/>
          <p:nvPr/>
        </p:nvSpPr>
        <p:spPr>
          <a:xfrm>
            <a:off x="8083508" y="3689316"/>
            <a:ext cx="1231894" cy="152380"/>
          </a:xfrm>
          <a:prstGeom prst="rect">
            <a:avLst/>
          </a:prstGeom>
          <a:noFill/>
          <a:ln/>
        </p:spPr>
        <p:txBody>
          <a:bodyPr wrap="square" lIns="0" tIns="0" rIns="0" bIns="0" rtlCol="0" anchor="t"/>
          <a:lstStyle/>
          <a:p>
            <a:pPr>
              <a:lnSpc>
                <a:spcPts val="900"/>
              </a:lnSpc>
            </a:pPr>
            <a:r>
              <a:rPr lang="en-US" dirty="0">
                <a:solidFill>
                  <a:srgbClr val="000000">
                    <a:alpha val="100000"/>
                  </a:srgbClr>
                </a:solidFill>
                <a:latin typeface="Stapel" panose="020B0504020202020204" pitchFamily="34" charset="-52"/>
                <a:ea typeface="Stapel" pitchFamily="34" charset="-122"/>
                <a:cs typeface="Stapel" pitchFamily="34" charset="-120"/>
              </a:rPr>
              <a:t>График 9</a:t>
            </a:r>
            <a:endParaRPr lang="en-US" dirty="0"/>
          </a:p>
        </p:txBody>
      </p:sp>
      <p:sp>
        <p:nvSpPr>
          <p:cNvPr id="94" name="Shape 50">
            <a:extLst>
              <a:ext uri="{FF2B5EF4-FFF2-40B4-BE49-F238E27FC236}">
                <a16:creationId xmlns:a16="http://schemas.microsoft.com/office/drawing/2014/main" id="{78F9C8D6-BD66-45E9-9FF8-E927D12A72ED}"/>
              </a:ext>
            </a:extLst>
          </p:cNvPr>
          <p:cNvSpPr/>
          <p:nvPr/>
        </p:nvSpPr>
        <p:spPr>
          <a:xfrm>
            <a:off x="4368777" y="3048050"/>
            <a:ext cx="2863835" cy="330157"/>
          </a:xfrm>
          <a:prstGeom prst="rect">
            <a:avLst/>
          </a:prstGeom>
          <a:noFill/>
          <a:ln/>
        </p:spPr>
      </p:sp>
      <p:sp>
        <p:nvSpPr>
          <p:cNvPr id="97" name="Shape 53">
            <a:extLst>
              <a:ext uri="{FF2B5EF4-FFF2-40B4-BE49-F238E27FC236}">
                <a16:creationId xmlns:a16="http://schemas.microsoft.com/office/drawing/2014/main" id="{6D0AE8DE-0D45-69C2-21C8-60DC48386DF5}"/>
              </a:ext>
            </a:extLst>
          </p:cNvPr>
          <p:cNvSpPr/>
          <p:nvPr/>
        </p:nvSpPr>
        <p:spPr>
          <a:xfrm>
            <a:off x="4444977" y="3079795"/>
            <a:ext cx="101599" cy="101587"/>
          </a:xfrm>
          <a:prstGeom prst="rect">
            <a:avLst/>
          </a:prstGeom>
          <a:solidFill>
            <a:srgbClr val="FFA4A3"/>
          </a:solidFill>
          <a:ln/>
        </p:spPr>
      </p:sp>
      <p:sp>
        <p:nvSpPr>
          <p:cNvPr id="98" name="Text 54">
            <a:extLst>
              <a:ext uri="{FF2B5EF4-FFF2-40B4-BE49-F238E27FC236}">
                <a16:creationId xmlns:a16="http://schemas.microsoft.com/office/drawing/2014/main" id="{592E246D-E1D1-4529-F59B-27FAA50CB50C}"/>
              </a:ext>
            </a:extLst>
          </p:cNvPr>
          <p:cNvSpPr/>
          <p:nvPr/>
        </p:nvSpPr>
        <p:spPr>
          <a:xfrm>
            <a:off x="4584676" y="3082970"/>
            <a:ext cx="1133982"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Нетто-выручка банки</a:t>
            </a:r>
            <a:endParaRPr lang="en-US" sz="800" dirty="0"/>
          </a:p>
        </p:txBody>
      </p:sp>
      <p:sp>
        <p:nvSpPr>
          <p:cNvPr id="100" name="Shape 56">
            <a:extLst>
              <a:ext uri="{FF2B5EF4-FFF2-40B4-BE49-F238E27FC236}">
                <a16:creationId xmlns:a16="http://schemas.microsoft.com/office/drawing/2014/main" id="{2439CD3B-7581-E7AF-CBE0-06D2A59F426F}"/>
              </a:ext>
            </a:extLst>
          </p:cNvPr>
          <p:cNvSpPr/>
          <p:nvPr/>
        </p:nvSpPr>
        <p:spPr>
          <a:xfrm>
            <a:off x="4444977" y="3244874"/>
            <a:ext cx="101599" cy="101587"/>
          </a:xfrm>
          <a:prstGeom prst="rect">
            <a:avLst/>
          </a:prstGeom>
          <a:solidFill>
            <a:srgbClr val="DDB6D3"/>
          </a:solidFill>
          <a:ln/>
        </p:spPr>
      </p:sp>
      <p:sp>
        <p:nvSpPr>
          <p:cNvPr id="101" name="Text 57">
            <a:extLst>
              <a:ext uri="{FF2B5EF4-FFF2-40B4-BE49-F238E27FC236}">
                <a16:creationId xmlns:a16="http://schemas.microsoft.com/office/drawing/2014/main" id="{C9FC2E12-93D5-0962-F42A-B7F9BABCAAD4}"/>
              </a:ext>
            </a:extLst>
          </p:cNvPr>
          <p:cNvSpPr/>
          <p:nvPr/>
        </p:nvSpPr>
        <p:spPr>
          <a:xfrm>
            <a:off x="4584676" y="3248049"/>
            <a:ext cx="1527174"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Нетто-выручка прочие каналы</a:t>
            </a:r>
            <a:endParaRPr lang="en-US" sz="800" dirty="0"/>
          </a:p>
        </p:txBody>
      </p:sp>
      <p:sp>
        <p:nvSpPr>
          <p:cNvPr id="104" name="Shape 60">
            <a:extLst>
              <a:ext uri="{FF2B5EF4-FFF2-40B4-BE49-F238E27FC236}">
                <a16:creationId xmlns:a16="http://schemas.microsoft.com/office/drawing/2014/main" id="{10ECD314-8720-731F-D549-A6A24F50C46E}"/>
              </a:ext>
            </a:extLst>
          </p:cNvPr>
          <p:cNvSpPr/>
          <p:nvPr/>
        </p:nvSpPr>
        <p:spPr>
          <a:xfrm>
            <a:off x="6250478" y="3079795"/>
            <a:ext cx="101599" cy="101587"/>
          </a:xfrm>
          <a:prstGeom prst="rect">
            <a:avLst/>
          </a:prstGeom>
          <a:solidFill>
            <a:srgbClr val="C007A7"/>
          </a:solidFill>
          <a:ln/>
        </p:spPr>
      </p:sp>
      <p:sp>
        <p:nvSpPr>
          <p:cNvPr id="105" name="Text 61">
            <a:extLst>
              <a:ext uri="{FF2B5EF4-FFF2-40B4-BE49-F238E27FC236}">
                <a16:creationId xmlns:a16="http://schemas.microsoft.com/office/drawing/2014/main" id="{32F84D05-3985-D8E9-2166-8AEB4593DD26}"/>
              </a:ext>
            </a:extLst>
          </p:cNvPr>
          <p:cNvSpPr/>
          <p:nvPr/>
        </p:nvSpPr>
        <p:spPr>
          <a:xfrm>
            <a:off x="6390176" y="3082970"/>
            <a:ext cx="98590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Нетто-выручка СК</a:t>
            </a:r>
            <a:endParaRPr lang="en-US" sz="800" dirty="0"/>
          </a:p>
        </p:txBody>
      </p:sp>
      <p:sp>
        <p:nvSpPr>
          <p:cNvPr id="107" name="Shape 63">
            <a:extLst>
              <a:ext uri="{FF2B5EF4-FFF2-40B4-BE49-F238E27FC236}">
                <a16:creationId xmlns:a16="http://schemas.microsoft.com/office/drawing/2014/main" id="{F488A135-DE7E-E8E0-1674-19B041FC5BEC}"/>
              </a:ext>
            </a:extLst>
          </p:cNvPr>
          <p:cNvSpPr/>
          <p:nvPr/>
        </p:nvSpPr>
        <p:spPr>
          <a:xfrm>
            <a:off x="6250478" y="3244874"/>
            <a:ext cx="101599" cy="101587"/>
          </a:xfrm>
          <a:prstGeom prst="rect">
            <a:avLst/>
          </a:prstGeom>
          <a:solidFill>
            <a:srgbClr val="EF80BB"/>
          </a:solidFill>
          <a:ln/>
        </p:spPr>
      </p:sp>
      <p:sp>
        <p:nvSpPr>
          <p:cNvPr id="108" name="Text 64">
            <a:extLst>
              <a:ext uri="{FF2B5EF4-FFF2-40B4-BE49-F238E27FC236}">
                <a16:creationId xmlns:a16="http://schemas.microsoft.com/office/drawing/2014/main" id="{94A62927-EE95-A956-C254-39E99A4AF0B2}"/>
              </a:ext>
            </a:extLst>
          </p:cNvPr>
          <p:cNvSpPr/>
          <p:nvPr/>
        </p:nvSpPr>
        <p:spPr>
          <a:xfrm>
            <a:off x="6390177" y="3248049"/>
            <a:ext cx="57442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Комиссии</a:t>
            </a:r>
            <a:endParaRPr lang="en-US" sz="800" dirty="0"/>
          </a:p>
        </p:txBody>
      </p:sp>
      <p:sp>
        <p:nvSpPr>
          <p:cNvPr id="109" name="Shape 65">
            <a:extLst>
              <a:ext uri="{FF2B5EF4-FFF2-40B4-BE49-F238E27FC236}">
                <a16:creationId xmlns:a16="http://schemas.microsoft.com/office/drawing/2014/main" id="{78C5F4B4-14F0-15E6-CD8D-B4B1A46919FE}"/>
              </a:ext>
            </a:extLst>
          </p:cNvPr>
          <p:cNvSpPr/>
          <p:nvPr/>
        </p:nvSpPr>
        <p:spPr>
          <a:xfrm>
            <a:off x="4368778" y="5797241"/>
            <a:ext cx="3244833" cy="495236"/>
          </a:xfrm>
          <a:prstGeom prst="rect">
            <a:avLst/>
          </a:prstGeom>
          <a:noFill/>
          <a:ln/>
        </p:spPr>
      </p:sp>
      <p:sp>
        <p:nvSpPr>
          <p:cNvPr id="110" name="Shape 66">
            <a:extLst>
              <a:ext uri="{FF2B5EF4-FFF2-40B4-BE49-F238E27FC236}">
                <a16:creationId xmlns:a16="http://schemas.microsoft.com/office/drawing/2014/main" id="{853A175B-DA76-AB5E-DC15-39AD73D588DD}"/>
              </a:ext>
            </a:extLst>
          </p:cNvPr>
          <p:cNvSpPr/>
          <p:nvPr/>
        </p:nvSpPr>
        <p:spPr>
          <a:xfrm>
            <a:off x="4368778" y="5797241"/>
            <a:ext cx="1428742" cy="495236"/>
          </a:xfrm>
          <a:prstGeom prst="rect">
            <a:avLst/>
          </a:prstGeom>
          <a:noFill/>
          <a:ln/>
        </p:spPr>
      </p:sp>
      <p:sp>
        <p:nvSpPr>
          <p:cNvPr id="112" name="Shape 68">
            <a:extLst>
              <a:ext uri="{FF2B5EF4-FFF2-40B4-BE49-F238E27FC236}">
                <a16:creationId xmlns:a16="http://schemas.microsoft.com/office/drawing/2014/main" id="{252EFA84-C423-CA60-3867-15326DFC8724}"/>
              </a:ext>
            </a:extLst>
          </p:cNvPr>
          <p:cNvSpPr/>
          <p:nvPr/>
        </p:nvSpPr>
        <p:spPr>
          <a:xfrm>
            <a:off x="4444977" y="5828987"/>
            <a:ext cx="101599" cy="101587"/>
          </a:xfrm>
          <a:prstGeom prst="rect">
            <a:avLst/>
          </a:prstGeom>
          <a:solidFill>
            <a:srgbClr val="C007A7"/>
          </a:solidFill>
          <a:ln/>
        </p:spPr>
      </p:sp>
      <p:sp>
        <p:nvSpPr>
          <p:cNvPr id="113" name="Text 69">
            <a:extLst>
              <a:ext uri="{FF2B5EF4-FFF2-40B4-BE49-F238E27FC236}">
                <a16:creationId xmlns:a16="http://schemas.microsoft.com/office/drawing/2014/main" id="{ECD9662F-B3F8-E55C-219D-6131351B6666}"/>
              </a:ext>
            </a:extLst>
          </p:cNvPr>
          <p:cNvSpPr/>
          <p:nvPr/>
        </p:nvSpPr>
        <p:spPr>
          <a:xfrm>
            <a:off x="4584677" y="5832162"/>
            <a:ext cx="469897"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Зарплата</a:t>
            </a:r>
            <a:endParaRPr lang="en-US" sz="800" dirty="0"/>
          </a:p>
        </p:txBody>
      </p:sp>
      <p:sp>
        <p:nvSpPr>
          <p:cNvPr id="115" name="Shape 71">
            <a:extLst>
              <a:ext uri="{FF2B5EF4-FFF2-40B4-BE49-F238E27FC236}">
                <a16:creationId xmlns:a16="http://schemas.microsoft.com/office/drawing/2014/main" id="{545AC891-F2D0-3158-D2F8-D11C1EEC7A9E}"/>
              </a:ext>
            </a:extLst>
          </p:cNvPr>
          <p:cNvSpPr/>
          <p:nvPr/>
        </p:nvSpPr>
        <p:spPr>
          <a:xfrm>
            <a:off x="4444977" y="5994066"/>
            <a:ext cx="101599" cy="101587"/>
          </a:xfrm>
          <a:prstGeom prst="rect">
            <a:avLst/>
          </a:prstGeom>
          <a:solidFill>
            <a:srgbClr val="EF80BB"/>
          </a:solidFill>
          <a:ln/>
        </p:spPr>
      </p:sp>
      <p:sp>
        <p:nvSpPr>
          <p:cNvPr id="116" name="Text 72">
            <a:extLst>
              <a:ext uri="{FF2B5EF4-FFF2-40B4-BE49-F238E27FC236}">
                <a16:creationId xmlns:a16="http://schemas.microsoft.com/office/drawing/2014/main" id="{78C88299-8324-902D-D4EB-CBF7EEBF3DBE}"/>
              </a:ext>
            </a:extLst>
          </p:cNvPr>
          <p:cNvSpPr/>
          <p:nvPr/>
        </p:nvSpPr>
        <p:spPr>
          <a:xfrm>
            <a:off x="4584676" y="5997241"/>
            <a:ext cx="1257730"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Маркетинговые расходы</a:t>
            </a:r>
            <a:endParaRPr lang="en-US" sz="800" dirty="0"/>
          </a:p>
        </p:txBody>
      </p:sp>
      <p:sp>
        <p:nvSpPr>
          <p:cNvPr id="118" name="Shape 74">
            <a:extLst>
              <a:ext uri="{FF2B5EF4-FFF2-40B4-BE49-F238E27FC236}">
                <a16:creationId xmlns:a16="http://schemas.microsoft.com/office/drawing/2014/main" id="{1482291F-B97D-A880-45FE-74EA7435F6C7}"/>
              </a:ext>
            </a:extLst>
          </p:cNvPr>
          <p:cNvSpPr/>
          <p:nvPr/>
        </p:nvSpPr>
        <p:spPr>
          <a:xfrm>
            <a:off x="4444977" y="6159144"/>
            <a:ext cx="101599" cy="101587"/>
          </a:xfrm>
          <a:prstGeom prst="rect">
            <a:avLst/>
          </a:prstGeom>
          <a:solidFill>
            <a:srgbClr val="FFA4A3"/>
          </a:solidFill>
          <a:ln/>
        </p:spPr>
      </p:sp>
      <p:sp>
        <p:nvSpPr>
          <p:cNvPr id="119" name="Text 75">
            <a:extLst>
              <a:ext uri="{FF2B5EF4-FFF2-40B4-BE49-F238E27FC236}">
                <a16:creationId xmlns:a16="http://schemas.microsoft.com/office/drawing/2014/main" id="{B9BDA91D-1921-10E9-F2BE-0F98E31184A3}"/>
              </a:ext>
            </a:extLst>
          </p:cNvPr>
          <p:cNvSpPr/>
          <p:nvPr/>
        </p:nvSpPr>
        <p:spPr>
          <a:xfrm>
            <a:off x="4584676" y="6162319"/>
            <a:ext cx="380998"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Прочее</a:t>
            </a:r>
            <a:endParaRPr lang="en-US" sz="800" dirty="0"/>
          </a:p>
        </p:txBody>
      </p:sp>
      <p:sp>
        <p:nvSpPr>
          <p:cNvPr id="120" name="Shape 76">
            <a:extLst>
              <a:ext uri="{FF2B5EF4-FFF2-40B4-BE49-F238E27FC236}">
                <a16:creationId xmlns:a16="http://schemas.microsoft.com/office/drawing/2014/main" id="{98D08AF0-5C9B-6ABB-37B8-4C050962A420}"/>
              </a:ext>
            </a:extLst>
          </p:cNvPr>
          <p:cNvSpPr/>
          <p:nvPr/>
        </p:nvSpPr>
        <p:spPr>
          <a:xfrm>
            <a:off x="5822920" y="5797242"/>
            <a:ext cx="1790691" cy="330157"/>
          </a:xfrm>
          <a:prstGeom prst="rect">
            <a:avLst/>
          </a:prstGeom>
          <a:noFill/>
          <a:ln/>
        </p:spPr>
      </p:sp>
      <p:sp>
        <p:nvSpPr>
          <p:cNvPr id="122" name="Shape 78">
            <a:extLst>
              <a:ext uri="{FF2B5EF4-FFF2-40B4-BE49-F238E27FC236}">
                <a16:creationId xmlns:a16="http://schemas.microsoft.com/office/drawing/2014/main" id="{642AD7EA-07E6-5621-559A-E3897C9FB854}"/>
              </a:ext>
            </a:extLst>
          </p:cNvPr>
          <p:cNvSpPr/>
          <p:nvPr/>
        </p:nvSpPr>
        <p:spPr>
          <a:xfrm>
            <a:off x="5983780" y="5828987"/>
            <a:ext cx="101599" cy="101587"/>
          </a:xfrm>
          <a:prstGeom prst="rect">
            <a:avLst/>
          </a:prstGeom>
          <a:solidFill>
            <a:srgbClr val="F9CCE4"/>
          </a:solidFill>
          <a:ln/>
        </p:spPr>
      </p:sp>
      <p:sp>
        <p:nvSpPr>
          <p:cNvPr id="123" name="Text 79">
            <a:extLst>
              <a:ext uri="{FF2B5EF4-FFF2-40B4-BE49-F238E27FC236}">
                <a16:creationId xmlns:a16="http://schemas.microsoft.com/office/drawing/2014/main" id="{36A94710-1CDC-22F8-6CD1-137A40FF64C1}"/>
              </a:ext>
            </a:extLst>
          </p:cNvPr>
          <p:cNvSpPr/>
          <p:nvPr/>
        </p:nvSpPr>
        <p:spPr>
          <a:xfrm>
            <a:off x="6123478" y="5832162"/>
            <a:ext cx="1659211"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Агентские вознаграждения (ИП)</a:t>
            </a:r>
            <a:endParaRPr lang="en-US" sz="800" dirty="0"/>
          </a:p>
        </p:txBody>
      </p:sp>
      <p:sp>
        <p:nvSpPr>
          <p:cNvPr id="125" name="Shape 81">
            <a:extLst>
              <a:ext uri="{FF2B5EF4-FFF2-40B4-BE49-F238E27FC236}">
                <a16:creationId xmlns:a16="http://schemas.microsoft.com/office/drawing/2014/main" id="{4E49DFA5-473D-C45C-78B1-34096482849B}"/>
              </a:ext>
            </a:extLst>
          </p:cNvPr>
          <p:cNvSpPr/>
          <p:nvPr/>
        </p:nvSpPr>
        <p:spPr>
          <a:xfrm>
            <a:off x="5983780" y="5994066"/>
            <a:ext cx="101599" cy="101587"/>
          </a:xfrm>
          <a:prstGeom prst="rect">
            <a:avLst/>
          </a:prstGeom>
          <a:solidFill>
            <a:srgbClr val="FFDBDA"/>
          </a:solidFill>
          <a:ln/>
        </p:spPr>
      </p:sp>
      <p:sp>
        <p:nvSpPr>
          <p:cNvPr id="126" name="Text 82">
            <a:extLst>
              <a:ext uri="{FF2B5EF4-FFF2-40B4-BE49-F238E27FC236}">
                <a16:creationId xmlns:a16="http://schemas.microsoft.com/office/drawing/2014/main" id="{51C91B82-A698-A076-05C3-9AC26671B5EE}"/>
              </a:ext>
            </a:extLst>
          </p:cNvPr>
          <p:cNvSpPr/>
          <p:nvPr/>
        </p:nvSpPr>
        <p:spPr>
          <a:xfrm>
            <a:off x="6123479" y="5997241"/>
            <a:ext cx="917936"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Админ. расходы</a:t>
            </a:r>
            <a:endParaRPr lang="en-US" sz="800" dirty="0"/>
          </a:p>
        </p:txBody>
      </p:sp>
      <p:sp>
        <p:nvSpPr>
          <p:cNvPr id="127" name="Shape 83">
            <a:extLst>
              <a:ext uri="{FF2B5EF4-FFF2-40B4-BE49-F238E27FC236}">
                <a16:creationId xmlns:a16="http://schemas.microsoft.com/office/drawing/2014/main" id="{B607FC06-1B0D-151B-0CBF-47BDFF2E0A57}"/>
              </a:ext>
            </a:extLst>
          </p:cNvPr>
          <p:cNvSpPr/>
          <p:nvPr/>
        </p:nvSpPr>
        <p:spPr>
          <a:xfrm>
            <a:off x="8134308" y="5949622"/>
            <a:ext cx="2768586" cy="323808"/>
          </a:xfrm>
          <a:prstGeom prst="rect">
            <a:avLst/>
          </a:prstGeom>
          <a:noFill/>
          <a:ln/>
        </p:spPr>
      </p:sp>
      <p:sp>
        <p:nvSpPr>
          <p:cNvPr id="128" name="Shape 84">
            <a:extLst>
              <a:ext uri="{FF2B5EF4-FFF2-40B4-BE49-F238E27FC236}">
                <a16:creationId xmlns:a16="http://schemas.microsoft.com/office/drawing/2014/main" id="{9C8D02C5-E702-697C-FA12-BE1DF8E2B66D}"/>
              </a:ext>
            </a:extLst>
          </p:cNvPr>
          <p:cNvSpPr/>
          <p:nvPr/>
        </p:nvSpPr>
        <p:spPr>
          <a:xfrm>
            <a:off x="8134308" y="5949622"/>
            <a:ext cx="984245" cy="165079"/>
          </a:xfrm>
          <a:prstGeom prst="rect">
            <a:avLst/>
          </a:prstGeom>
          <a:noFill/>
          <a:ln/>
        </p:spPr>
      </p:sp>
      <p:sp>
        <p:nvSpPr>
          <p:cNvPr id="130" name="Shape 86">
            <a:extLst>
              <a:ext uri="{FF2B5EF4-FFF2-40B4-BE49-F238E27FC236}">
                <a16:creationId xmlns:a16="http://schemas.microsoft.com/office/drawing/2014/main" id="{FEF8F7FE-7CC0-FB2F-2F1C-4D9C53351975}"/>
              </a:ext>
            </a:extLst>
          </p:cNvPr>
          <p:cNvSpPr/>
          <p:nvPr/>
        </p:nvSpPr>
        <p:spPr>
          <a:xfrm>
            <a:off x="8210508" y="5981368"/>
            <a:ext cx="101599" cy="101587"/>
          </a:xfrm>
          <a:prstGeom prst="rect">
            <a:avLst/>
          </a:prstGeom>
          <a:solidFill>
            <a:srgbClr val="FFA4A3"/>
          </a:solidFill>
          <a:ln/>
        </p:spPr>
      </p:sp>
      <p:sp>
        <p:nvSpPr>
          <p:cNvPr id="131" name="Text 87">
            <a:extLst>
              <a:ext uri="{FF2B5EF4-FFF2-40B4-BE49-F238E27FC236}">
                <a16:creationId xmlns:a16="http://schemas.microsoft.com/office/drawing/2014/main" id="{CF244D66-AA31-5C46-4587-F722D6517CED}"/>
              </a:ext>
            </a:extLst>
          </p:cNvPr>
          <p:cNvSpPr/>
          <p:nvPr/>
        </p:nvSpPr>
        <p:spPr>
          <a:xfrm>
            <a:off x="8350206" y="5984542"/>
            <a:ext cx="832807"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Нетто-выручка</a:t>
            </a:r>
            <a:endParaRPr lang="en-US" sz="800" dirty="0"/>
          </a:p>
        </p:txBody>
      </p:sp>
      <p:sp>
        <p:nvSpPr>
          <p:cNvPr id="132" name="Shape 88">
            <a:extLst>
              <a:ext uri="{FF2B5EF4-FFF2-40B4-BE49-F238E27FC236}">
                <a16:creationId xmlns:a16="http://schemas.microsoft.com/office/drawing/2014/main" id="{4432B552-611A-E8F3-9F51-3147434C4740}"/>
              </a:ext>
            </a:extLst>
          </p:cNvPr>
          <p:cNvSpPr/>
          <p:nvPr/>
        </p:nvSpPr>
        <p:spPr>
          <a:xfrm>
            <a:off x="9220153" y="5949622"/>
            <a:ext cx="1682741" cy="323808"/>
          </a:xfrm>
          <a:prstGeom prst="rect">
            <a:avLst/>
          </a:prstGeom>
          <a:noFill/>
          <a:ln/>
        </p:spPr>
      </p:sp>
      <p:sp>
        <p:nvSpPr>
          <p:cNvPr id="135" name="Text 90">
            <a:extLst>
              <a:ext uri="{FF2B5EF4-FFF2-40B4-BE49-F238E27FC236}">
                <a16:creationId xmlns:a16="http://schemas.microsoft.com/office/drawing/2014/main" id="{85C2543C-6A29-42AF-8F94-3D3DCDDAD0AD}"/>
              </a:ext>
            </a:extLst>
          </p:cNvPr>
          <p:cNvSpPr/>
          <p:nvPr/>
        </p:nvSpPr>
        <p:spPr>
          <a:xfrm>
            <a:off x="9478381" y="5981368"/>
            <a:ext cx="1574792"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EBITDA без учета дивидендов</a:t>
            </a:r>
            <a:endParaRPr lang="en-US" sz="800" dirty="0"/>
          </a:p>
        </p:txBody>
      </p:sp>
      <p:sp>
        <p:nvSpPr>
          <p:cNvPr id="141" name="Text 93">
            <a:extLst>
              <a:ext uri="{FF2B5EF4-FFF2-40B4-BE49-F238E27FC236}">
                <a16:creationId xmlns:a16="http://schemas.microsoft.com/office/drawing/2014/main" id="{B60FDD80-C77D-5CF9-D7E8-20850CBF7B59}"/>
              </a:ext>
            </a:extLst>
          </p:cNvPr>
          <p:cNvSpPr/>
          <p:nvPr/>
        </p:nvSpPr>
        <p:spPr>
          <a:xfrm>
            <a:off x="9478381" y="6143272"/>
            <a:ext cx="164403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EBITDA с учетом дивидендов</a:t>
            </a:r>
            <a:endParaRPr lang="en-US" sz="800" dirty="0"/>
          </a:p>
        </p:txBody>
      </p:sp>
      <p:sp>
        <p:nvSpPr>
          <p:cNvPr id="144" name="Shape 96">
            <a:extLst>
              <a:ext uri="{FF2B5EF4-FFF2-40B4-BE49-F238E27FC236}">
                <a16:creationId xmlns:a16="http://schemas.microsoft.com/office/drawing/2014/main" id="{A08CE34F-8EE5-544C-EA38-81DBE383A56C}"/>
              </a:ext>
            </a:extLst>
          </p:cNvPr>
          <p:cNvSpPr/>
          <p:nvPr/>
        </p:nvSpPr>
        <p:spPr>
          <a:xfrm>
            <a:off x="8257080" y="3079795"/>
            <a:ext cx="101599" cy="101587"/>
          </a:xfrm>
          <a:prstGeom prst="rect">
            <a:avLst/>
          </a:prstGeom>
          <a:solidFill>
            <a:srgbClr val="C007A7"/>
          </a:solidFill>
          <a:ln/>
        </p:spPr>
      </p:sp>
      <p:sp>
        <p:nvSpPr>
          <p:cNvPr id="145" name="Text 97">
            <a:extLst>
              <a:ext uri="{FF2B5EF4-FFF2-40B4-BE49-F238E27FC236}">
                <a16:creationId xmlns:a16="http://schemas.microsoft.com/office/drawing/2014/main" id="{7E501845-8CCA-4CDC-C8D8-591857E241C5}"/>
              </a:ext>
            </a:extLst>
          </p:cNvPr>
          <p:cNvSpPr/>
          <p:nvPr/>
        </p:nvSpPr>
        <p:spPr>
          <a:xfrm>
            <a:off x="8396779" y="3082970"/>
            <a:ext cx="380998"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ЮС ФЛ</a:t>
            </a:r>
            <a:endParaRPr lang="en-US" sz="800" dirty="0"/>
          </a:p>
        </p:txBody>
      </p:sp>
      <p:sp>
        <p:nvSpPr>
          <p:cNvPr id="147" name="Shape 99">
            <a:extLst>
              <a:ext uri="{FF2B5EF4-FFF2-40B4-BE49-F238E27FC236}">
                <a16:creationId xmlns:a16="http://schemas.microsoft.com/office/drawing/2014/main" id="{CCE26BA7-D707-E023-3718-E5B94F47F3DB}"/>
              </a:ext>
            </a:extLst>
          </p:cNvPr>
          <p:cNvSpPr/>
          <p:nvPr/>
        </p:nvSpPr>
        <p:spPr>
          <a:xfrm>
            <a:off x="8932293" y="3079795"/>
            <a:ext cx="101599" cy="101587"/>
          </a:xfrm>
          <a:prstGeom prst="rect">
            <a:avLst/>
          </a:prstGeom>
          <a:solidFill>
            <a:srgbClr val="8F0D6B"/>
          </a:solidFill>
          <a:ln/>
        </p:spPr>
      </p:sp>
      <p:sp>
        <p:nvSpPr>
          <p:cNvPr id="148" name="Text 100">
            <a:extLst>
              <a:ext uri="{FF2B5EF4-FFF2-40B4-BE49-F238E27FC236}">
                <a16:creationId xmlns:a16="http://schemas.microsoft.com/office/drawing/2014/main" id="{5AC645BB-5144-96CE-9F42-EBBB7D05690E}"/>
              </a:ext>
            </a:extLst>
          </p:cNvPr>
          <p:cNvSpPr/>
          <p:nvPr/>
        </p:nvSpPr>
        <p:spPr>
          <a:xfrm>
            <a:off x="9071992" y="3082970"/>
            <a:ext cx="17144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НВ</a:t>
            </a:r>
            <a:endParaRPr lang="en-US" sz="800" dirty="0"/>
          </a:p>
        </p:txBody>
      </p:sp>
      <p:sp>
        <p:nvSpPr>
          <p:cNvPr id="150" name="Shape 102">
            <a:extLst>
              <a:ext uri="{FF2B5EF4-FFF2-40B4-BE49-F238E27FC236}">
                <a16:creationId xmlns:a16="http://schemas.microsoft.com/office/drawing/2014/main" id="{7FDFA202-6FF3-5E5E-872E-D544CC63F53A}"/>
              </a:ext>
            </a:extLst>
          </p:cNvPr>
          <p:cNvSpPr/>
          <p:nvPr/>
        </p:nvSpPr>
        <p:spPr>
          <a:xfrm>
            <a:off x="9397956" y="3079795"/>
            <a:ext cx="101599" cy="101587"/>
          </a:xfrm>
          <a:prstGeom prst="rect">
            <a:avLst/>
          </a:prstGeom>
          <a:solidFill>
            <a:srgbClr val="EF80BB"/>
          </a:solidFill>
          <a:ln/>
        </p:spPr>
      </p:sp>
      <p:sp>
        <p:nvSpPr>
          <p:cNvPr id="151" name="Text 103">
            <a:extLst>
              <a:ext uri="{FF2B5EF4-FFF2-40B4-BE49-F238E27FC236}">
                <a16:creationId xmlns:a16="http://schemas.microsoft.com/office/drawing/2014/main" id="{63779175-C159-66F8-05EA-FD0B2CCDA9E9}"/>
              </a:ext>
            </a:extLst>
          </p:cNvPr>
          <p:cNvSpPr/>
          <p:nvPr/>
        </p:nvSpPr>
        <p:spPr>
          <a:xfrm>
            <a:off x="9537655" y="3082970"/>
            <a:ext cx="17144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АС</a:t>
            </a:r>
            <a:endParaRPr lang="en-US" sz="800" dirty="0"/>
          </a:p>
        </p:txBody>
      </p:sp>
      <p:sp>
        <p:nvSpPr>
          <p:cNvPr id="153" name="Shape 105">
            <a:extLst>
              <a:ext uri="{FF2B5EF4-FFF2-40B4-BE49-F238E27FC236}">
                <a16:creationId xmlns:a16="http://schemas.microsoft.com/office/drawing/2014/main" id="{328D1C60-57BC-E37C-F9E5-C21DBF08DD0C}"/>
              </a:ext>
            </a:extLst>
          </p:cNvPr>
          <p:cNvSpPr/>
          <p:nvPr/>
        </p:nvSpPr>
        <p:spPr>
          <a:xfrm>
            <a:off x="9863620" y="3079795"/>
            <a:ext cx="101599" cy="101587"/>
          </a:xfrm>
          <a:prstGeom prst="rect">
            <a:avLst/>
          </a:prstGeom>
          <a:solidFill>
            <a:srgbClr val="F9CCE4"/>
          </a:solidFill>
          <a:ln/>
        </p:spPr>
      </p:sp>
      <p:sp>
        <p:nvSpPr>
          <p:cNvPr id="154" name="Text 106">
            <a:extLst>
              <a:ext uri="{FF2B5EF4-FFF2-40B4-BE49-F238E27FC236}">
                <a16:creationId xmlns:a16="http://schemas.microsoft.com/office/drawing/2014/main" id="{D53E3AC0-56F5-4E36-BE10-5A73141C1597}"/>
              </a:ext>
            </a:extLst>
          </p:cNvPr>
          <p:cNvSpPr/>
          <p:nvPr/>
        </p:nvSpPr>
        <p:spPr>
          <a:xfrm>
            <a:off x="10003319" y="3082970"/>
            <a:ext cx="19049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МС</a:t>
            </a:r>
            <a:endParaRPr lang="en-US" sz="800" dirty="0"/>
          </a:p>
        </p:txBody>
      </p:sp>
      <p:sp>
        <p:nvSpPr>
          <p:cNvPr id="156" name="Shape 108">
            <a:extLst>
              <a:ext uri="{FF2B5EF4-FFF2-40B4-BE49-F238E27FC236}">
                <a16:creationId xmlns:a16="http://schemas.microsoft.com/office/drawing/2014/main" id="{EBF96D12-92D8-FF24-A077-87950C2F94B3}"/>
              </a:ext>
            </a:extLst>
          </p:cNvPr>
          <p:cNvSpPr/>
          <p:nvPr/>
        </p:nvSpPr>
        <p:spPr>
          <a:xfrm>
            <a:off x="10339868" y="3079795"/>
            <a:ext cx="101599" cy="101587"/>
          </a:xfrm>
          <a:prstGeom prst="rect">
            <a:avLst/>
          </a:prstGeom>
          <a:solidFill>
            <a:srgbClr val="DDB6D3"/>
          </a:solidFill>
          <a:ln/>
        </p:spPr>
      </p:sp>
      <p:sp>
        <p:nvSpPr>
          <p:cNvPr id="157" name="Text 109">
            <a:extLst>
              <a:ext uri="{FF2B5EF4-FFF2-40B4-BE49-F238E27FC236}">
                <a16:creationId xmlns:a16="http://schemas.microsoft.com/office/drawing/2014/main" id="{E14409F8-1280-2B8B-2E3B-CAE99587F096}"/>
              </a:ext>
            </a:extLst>
          </p:cNvPr>
          <p:cNvSpPr/>
          <p:nvPr/>
        </p:nvSpPr>
        <p:spPr>
          <a:xfrm>
            <a:off x="10479567" y="3082970"/>
            <a:ext cx="380998"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Прочие</a:t>
            </a:r>
            <a:endParaRPr lang="en-US" sz="800" dirty="0"/>
          </a:p>
        </p:txBody>
      </p:sp>
      <p:sp>
        <p:nvSpPr>
          <p:cNvPr id="158" name="Text 110">
            <a:extLst>
              <a:ext uri="{FF2B5EF4-FFF2-40B4-BE49-F238E27FC236}">
                <a16:creationId xmlns:a16="http://schemas.microsoft.com/office/drawing/2014/main" id="{9D464314-64EE-4F4F-A75D-1A5E8C2E6B44}"/>
              </a:ext>
            </a:extLst>
          </p:cNvPr>
          <p:cNvSpPr/>
          <p:nvPr/>
        </p:nvSpPr>
        <p:spPr>
          <a:xfrm>
            <a:off x="10972746" y="3082970"/>
            <a:ext cx="602037"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total series</a:t>
            </a:r>
            <a:endParaRPr lang="en-US" sz="800" dirty="0"/>
          </a:p>
        </p:txBody>
      </p:sp>
      <p:sp>
        <p:nvSpPr>
          <p:cNvPr id="159" name="Text 111">
            <a:extLst>
              <a:ext uri="{FF2B5EF4-FFF2-40B4-BE49-F238E27FC236}">
                <a16:creationId xmlns:a16="http://schemas.microsoft.com/office/drawing/2014/main" id="{7F6476BE-9560-D28A-F7C0-DC0460141918}"/>
              </a:ext>
            </a:extLst>
          </p:cNvPr>
          <p:cNvSpPr/>
          <p:nvPr/>
        </p:nvSpPr>
        <p:spPr>
          <a:xfrm>
            <a:off x="10833044" y="2851225"/>
            <a:ext cx="469897"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2020</a:t>
            </a:r>
            <a:endParaRPr lang="en-US" sz="800" dirty="0"/>
          </a:p>
        </p:txBody>
      </p:sp>
      <p:sp>
        <p:nvSpPr>
          <p:cNvPr id="160" name="Text 112">
            <a:extLst>
              <a:ext uri="{FF2B5EF4-FFF2-40B4-BE49-F238E27FC236}">
                <a16:creationId xmlns:a16="http://schemas.microsoft.com/office/drawing/2014/main" id="{08AE8503-85BB-D287-7965-32D331682F1B}"/>
              </a:ext>
            </a:extLst>
          </p:cNvPr>
          <p:cNvSpPr/>
          <p:nvPr/>
        </p:nvSpPr>
        <p:spPr>
          <a:xfrm>
            <a:off x="10833044" y="5752798"/>
            <a:ext cx="469897"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2020</a:t>
            </a:r>
            <a:endParaRPr lang="en-US" sz="800" dirty="0"/>
          </a:p>
        </p:txBody>
      </p:sp>
      <p:sp>
        <p:nvSpPr>
          <p:cNvPr id="161" name="Text 113">
            <a:extLst>
              <a:ext uri="{FF2B5EF4-FFF2-40B4-BE49-F238E27FC236}">
                <a16:creationId xmlns:a16="http://schemas.microsoft.com/office/drawing/2014/main" id="{C7689A9E-3470-BCD6-8686-8A322C9FA42D}"/>
              </a:ext>
            </a:extLst>
          </p:cNvPr>
          <p:cNvSpPr/>
          <p:nvPr/>
        </p:nvSpPr>
        <p:spPr>
          <a:xfrm>
            <a:off x="7124663" y="2851225"/>
            <a:ext cx="469897"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2020</a:t>
            </a:r>
            <a:endParaRPr lang="en-US" sz="800" dirty="0"/>
          </a:p>
        </p:txBody>
      </p:sp>
      <p:sp>
        <p:nvSpPr>
          <p:cNvPr id="162" name="Text 114">
            <a:extLst>
              <a:ext uri="{FF2B5EF4-FFF2-40B4-BE49-F238E27FC236}">
                <a16:creationId xmlns:a16="http://schemas.microsoft.com/office/drawing/2014/main" id="{6EFC3CCA-56C0-0FE4-FAB9-2D9F13D5F483}"/>
              </a:ext>
            </a:extLst>
          </p:cNvPr>
          <p:cNvSpPr/>
          <p:nvPr/>
        </p:nvSpPr>
        <p:spPr>
          <a:xfrm>
            <a:off x="10045648" y="2851225"/>
            <a:ext cx="43814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2019</a:t>
            </a:r>
            <a:endParaRPr lang="en-US" sz="800" dirty="0"/>
          </a:p>
        </p:txBody>
      </p:sp>
      <p:sp>
        <p:nvSpPr>
          <p:cNvPr id="163" name="Text 115">
            <a:extLst>
              <a:ext uri="{FF2B5EF4-FFF2-40B4-BE49-F238E27FC236}">
                <a16:creationId xmlns:a16="http://schemas.microsoft.com/office/drawing/2014/main" id="{ED3728AE-0EC6-AF01-A7D3-0B6AE2745ADC}"/>
              </a:ext>
            </a:extLst>
          </p:cNvPr>
          <p:cNvSpPr/>
          <p:nvPr/>
        </p:nvSpPr>
        <p:spPr>
          <a:xfrm>
            <a:off x="10045648" y="5752798"/>
            <a:ext cx="43814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2019</a:t>
            </a:r>
            <a:endParaRPr lang="en-US" sz="800" dirty="0"/>
          </a:p>
        </p:txBody>
      </p:sp>
      <p:sp>
        <p:nvSpPr>
          <p:cNvPr id="164" name="Text 116">
            <a:extLst>
              <a:ext uri="{FF2B5EF4-FFF2-40B4-BE49-F238E27FC236}">
                <a16:creationId xmlns:a16="http://schemas.microsoft.com/office/drawing/2014/main" id="{80CBF885-5E13-5080-033B-5F29E259F28F}"/>
              </a:ext>
            </a:extLst>
          </p:cNvPr>
          <p:cNvSpPr/>
          <p:nvPr/>
        </p:nvSpPr>
        <p:spPr>
          <a:xfrm>
            <a:off x="6337267" y="2851225"/>
            <a:ext cx="43814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2019</a:t>
            </a:r>
            <a:endParaRPr lang="en-US" sz="800" dirty="0"/>
          </a:p>
        </p:txBody>
      </p:sp>
      <p:sp>
        <p:nvSpPr>
          <p:cNvPr id="165" name="Text 117">
            <a:extLst>
              <a:ext uri="{FF2B5EF4-FFF2-40B4-BE49-F238E27FC236}">
                <a16:creationId xmlns:a16="http://schemas.microsoft.com/office/drawing/2014/main" id="{DC75F27A-E8C4-2241-814F-27DCBD346224}"/>
              </a:ext>
            </a:extLst>
          </p:cNvPr>
          <p:cNvSpPr/>
          <p:nvPr/>
        </p:nvSpPr>
        <p:spPr>
          <a:xfrm>
            <a:off x="6826215" y="5600417"/>
            <a:ext cx="29844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2020</a:t>
            </a:r>
            <a:endParaRPr lang="en-US" sz="800" dirty="0"/>
          </a:p>
        </p:txBody>
      </p:sp>
      <p:sp>
        <p:nvSpPr>
          <p:cNvPr id="166" name="Text 118">
            <a:extLst>
              <a:ext uri="{FF2B5EF4-FFF2-40B4-BE49-F238E27FC236}">
                <a16:creationId xmlns:a16="http://schemas.microsoft.com/office/drawing/2014/main" id="{A71B2C9C-68B5-8409-5B8C-86944BB05109}"/>
              </a:ext>
            </a:extLst>
          </p:cNvPr>
          <p:cNvSpPr/>
          <p:nvPr/>
        </p:nvSpPr>
        <p:spPr>
          <a:xfrm>
            <a:off x="9334452" y="2851225"/>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2019</a:t>
            </a:r>
            <a:endParaRPr lang="en-US" sz="800" dirty="0"/>
          </a:p>
        </p:txBody>
      </p:sp>
      <p:sp>
        <p:nvSpPr>
          <p:cNvPr id="167" name="Text 119">
            <a:extLst>
              <a:ext uri="{FF2B5EF4-FFF2-40B4-BE49-F238E27FC236}">
                <a16:creationId xmlns:a16="http://schemas.microsoft.com/office/drawing/2014/main" id="{8D70EA61-1FFD-E507-CCBD-879EA1C5CCBB}"/>
              </a:ext>
            </a:extLst>
          </p:cNvPr>
          <p:cNvSpPr/>
          <p:nvPr/>
        </p:nvSpPr>
        <p:spPr>
          <a:xfrm>
            <a:off x="9334452" y="5752798"/>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2019</a:t>
            </a:r>
            <a:endParaRPr lang="en-US" sz="800" dirty="0"/>
          </a:p>
        </p:txBody>
      </p:sp>
      <p:sp>
        <p:nvSpPr>
          <p:cNvPr id="168" name="Text 120">
            <a:extLst>
              <a:ext uri="{FF2B5EF4-FFF2-40B4-BE49-F238E27FC236}">
                <a16:creationId xmlns:a16="http://schemas.microsoft.com/office/drawing/2014/main" id="{0673D9C3-DB1E-AEA7-691B-B2DD3EBF5083}"/>
              </a:ext>
            </a:extLst>
          </p:cNvPr>
          <p:cNvSpPr/>
          <p:nvPr/>
        </p:nvSpPr>
        <p:spPr>
          <a:xfrm>
            <a:off x="5626071" y="2851225"/>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2019</a:t>
            </a:r>
            <a:endParaRPr lang="en-US" sz="800" dirty="0"/>
          </a:p>
        </p:txBody>
      </p:sp>
      <p:sp>
        <p:nvSpPr>
          <p:cNvPr id="169" name="Text 121">
            <a:extLst>
              <a:ext uri="{FF2B5EF4-FFF2-40B4-BE49-F238E27FC236}">
                <a16:creationId xmlns:a16="http://schemas.microsoft.com/office/drawing/2014/main" id="{6929975A-09F8-511B-6E5B-28F8F7EFE327}"/>
              </a:ext>
            </a:extLst>
          </p:cNvPr>
          <p:cNvSpPr/>
          <p:nvPr/>
        </p:nvSpPr>
        <p:spPr>
          <a:xfrm>
            <a:off x="5048224" y="5600417"/>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2019</a:t>
            </a:r>
            <a:endParaRPr lang="en-US" sz="800" dirty="0"/>
          </a:p>
        </p:txBody>
      </p:sp>
      <p:sp>
        <p:nvSpPr>
          <p:cNvPr id="170" name="Text 122">
            <a:extLst>
              <a:ext uri="{FF2B5EF4-FFF2-40B4-BE49-F238E27FC236}">
                <a16:creationId xmlns:a16="http://schemas.microsoft.com/office/drawing/2014/main" id="{5773B78C-0EA3-2F23-CD04-357D8CA5937A}"/>
              </a:ext>
            </a:extLst>
          </p:cNvPr>
          <p:cNvSpPr/>
          <p:nvPr/>
        </p:nvSpPr>
        <p:spPr>
          <a:xfrm>
            <a:off x="8534356" y="2851225"/>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2018</a:t>
            </a:r>
            <a:endParaRPr lang="en-US" sz="800" dirty="0"/>
          </a:p>
        </p:txBody>
      </p:sp>
      <p:sp>
        <p:nvSpPr>
          <p:cNvPr id="171" name="Text 123">
            <a:extLst>
              <a:ext uri="{FF2B5EF4-FFF2-40B4-BE49-F238E27FC236}">
                <a16:creationId xmlns:a16="http://schemas.microsoft.com/office/drawing/2014/main" id="{6852E084-A516-F9B8-E714-5935B54D67EA}"/>
              </a:ext>
            </a:extLst>
          </p:cNvPr>
          <p:cNvSpPr/>
          <p:nvPr/>
        </p:nvSpPr>
        <p:spPr>
          <a:xfrm>
            <a:off x="8534356" y="5752798"/>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2018</a:t>
            </a:r>
            <a:endParaRPr lang="en-US" sz="800" dirty="0"/>
          </a:p>
        </p:txBody>
      </p:sp>
      <p:sp>
        <p:nvSpPr>
          <p:cNvPr id="172" name="Text 124">
            <a:extLst>
              <a:ext uri="{FF2B5EF4-FFF2-40B4-BE49-F238E27FC236}">
                <a16:creationId xmlns:a16="http://schemas.microsoft.com/office/drawing/2014/main" id="{577F7665-B604-5A90-1360-2C6F4EF8218A}"/>
              </a:ext>
            </a:extLst>
          </p:cNvPr>
          <p:cNvSpPr/>
          <p:nvPr/>
        </p:nvSpPr>
        <p:spPr>
          <a:xfrm>
            <a:off x="4825975" y="2851225"/>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2018</a:t>
            </a:r>
            <a:endParaRPr lang="en-US" sz="800" dirty="0"/>
          </a:p>
        </p:txBody>
      </p:sp>
      <p:sp>
        <p:nvSpPr>
          <p:cNvPr id="173" name="Text 125">
            <a:extLst>
              <a:ext uri="{FF2B5EF4-FFF2-40B4-BE49-F238E27FC236}">
                <a16:creationId xmlns:a16="http://schemas.microsoft.com/office/drawing/2014/main" id="{D4E61A80-8BC8-FADB-2557-EDE5EC784B76}"/>
              </a:ext>
            </a:extLst>
          </p:cNvPr>
          <p:cNvSpPr/>
          <p:nvPr/>
        </p:nvSpPr>
        <p:spPr>
          <a:xfrm rot="16200000">
            <a:off x="4237620" y="1974742"/>
            <a:ext cx="43179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млн. руб.</a:t>
            </a:r>
            <a:endParaRPr lang="en-US" sz="800" dirty="0"/>
          </a:p>
        </p:txBody>
      </p:sp>
      <p:sp>
        <p:nvSpPr>
          <p:cNvPr id="174" name="Text 126">
            <a:extLst>
              <a:ext uri="{FF2B5EF4-FFF2-40B4-BE49-F238E27FC236}">
                <a16:creationId xmlns:a16="http://schemas.microsoft.com/office/drawing/2014/main" id="{C465C3E0-39B7-2E84-AEE8-9B36C706528F}"/>
              </a:ext>
            </a:extLst>
          </p:cNvPr>
          <p:cNvSpPr/>
          <p:nvPr/>
        </p:nvSpPr>
        <p:spPr>
          <a:xfrm rot="16200000">
            <a:off x="7933301" y="1974742"/>
            <a:ext cx="43179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млн. руб.</a:t>
            </a:r>
            <a:endParaRPr lang="en-US" sz="800" dirty="0"/>
          </a:p>
        </p:txBody>
      </p:sp>
      <p:sp>
        <p:nvSpPr>
          <p:cNvPr id="175" name="Text 127">
            <a:extLst>
              <a:ext uri="{FF2B5EF4-FFF2-40B4-BE49-F238E27FC236}">
                <a16:creationId xmlns:a16="http://schemas.microsoft.com/office/drawing/2014/main" id="{A081ACA9-5731-E0E0-FBD5-C437DDDF0E16}"/>
              </a:ext>
            </a:extLst>
          </p:cNvPr>
          <p:cNvSpPr/>
          <p:nvPr/>
        </p:nvSpPr>
        <p:spPr>
          <a:xfrm rot="16200000">
            <a:off x="7933301" y="4781077"/>
            <a:ext cx="43179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млн. руб.</a:t>
            </a:r>
            <a:endParaRPr lang="en-US" sz="800" dirty="0"/>
          </a:p>
        </p:txBody>
      </p:sp>
      <p:pic>
        <p:nvPicPr>
          <p:cNvPr id="176" name="Image 22" descr=" ">
            <a:extLst>
              <a:ext uri="{FF2B5EF4-FFF2-40B4-BE49-F238E27FC236}">
                <a16:creationId xmlns:a16="http://schemas.microsoft.com/office/drawing/2014/main" id="{F8585F47-826B-3F8E-0D2C-A9C5B9E4CA6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245432" y="2775035"/>
            <a:ext cx="3209908" cy="50793"/>
          </a:xfrm>
          <a:prstGeom prst="rect">
            <a:avLst/>
          </a:prstGeom>
        </p:spPr>
      </p:pic>
      <p:pic>
        <p:nvPicPr>
          <p:cNvPr id="177" name="Image 23" descr=" ">
            <a:extLst>
              <a:ext uri="{FF2B5EF4-FFF2-40B4-BE49-F238E27FC236}">
                <a16:creationId xmlns:a16="http://schemas.microsoft.com/office/drawing/2014/main" id="{2D1DCBCA-8739-18A3-E9F5-8D3C7A206A0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245432" y="5676608"/>
            <a:ext cx="3209908" cy="50793"/>
          </a:xfrm>
          <a:prstGeom prst="rect">
            <a:avLst/>
          </a:prstGeom>
        </p:spPr>
      </p:pic>
      <p:pic>
        <p:nvPicPr>
          <p:cNvPr id="178" name="Image 24" descr=" ">
            <a:extLst>
              <a:ext uri="{FF2B5EF4-FFF2-40B4-BE49-F238E27FC236}">
                <a16:creationId xmlns:a16="http://schemas.microsoft.com/office/drawing/2014/main" id="{31050B9D-9179-121B-CF5B-453B92183CC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533876" y="2775035"/>
            <a:ext cx="3209908" cy="50793"/>
          </a:xfrm>
          <a:prstGeom prst="rect">
            <a:avLst/>
          </a:prstGeom>
        </p:spPr>
      </p:pic>
      <p:graphicFrame>
        <p:nvGraphicFramePr>
          <p:cNvPr id="188" name="Диаграмма 187">
            <a:extLst>
              <a:ext uri="{FF2B5EF4-FFF2-40B4-BE49-F238E27FC236}">
                <a16:creationId xmlns:a16="http://schemas.microsoft.com/office/drawing/2014/main" id="{E04250F1-1A03-ECBD-A050-050ACF47C432}"/>
              </a:ext>
            </a:extLst>
          </p:cNvPr>
          <p:cNvGraphicFramePr/>
          <p:nvPr/>
        </p:nvGraphicFramePr>
        <p:xfrm>
          <a:off x="8180986" y="1130600"/>
          <a:ext cx="3335297" cy="172062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89" name="Диаграмма 188">
            <a:extLst>
              <a:ext uri="{FF2B5EF4-FFF2-40B4-BE49-F238E27FC236}">
                <a16:creationId xmlns:a16="http://schemas.microsoft.com/office/drawing/2014/main" id="{AABDE011-D649-8608-6388-A5CDAE05153E}"/>
              </a:ext>
            </a:extLst>
          </p:cNvPr>
          <p:cNvGraphicFramePr/>
          <p:nvPr/>
        </p:nvGraphicFramePr>
        <p:xfrm>
          <a:off x="4472411" y="1247526"/>
          <a:ext cx="3335549" cy="160369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15" name="Диаграмма 214">
            <a:extLst>
              <a:ext uri="{FF2B5EF4-FFF2-40B4-BE49-F238E27FC236}">
                <a16:creationId xmlns:a16="http://schemas.microsoft.com/office/drawing/2014/main" id="{7A630C69-19EB-5419-75DA-38F00EA26955}"/>
              </a:ext>
            </a:extLst>
          </p:cNvPr>
          <p:cNvGraphicFramePr/>
          <p:nvPr/>
        </p:nvGraphicFramePr>
        <p:xfrm>
          <a:off x="8180986" y="3777403"/>
          <a:ext cx="3335298" cy="197539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16" name="Диаграмма 215">
            <a:extLst>
              <a:ext uri="{FF2B5EF4-FFF2-40B4-BE49-F238E27FC236}">
                <a16:creationId xmlns:a16="http://schemas.microsoft.com/office/drawing/2014/main" id="{2A5552C2-507B-7656-AAED-39738C0D281A}"/>
              </a:ext>
            </a:extLst>
          </p:cNvPr>
          <p:cNvGraphicFramePr/>
          <p:nvPr/>
        </p:nvGraphicFramePr>
        <p:xfrm>
          <a:off x="6089619" y="3888680"/>
          <a:ext cx="1851397" cy="1695529"/>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17" name="Диаграмма 216">
            <a:extLst>
              <a:ext uri="{FF2B5EF4-FFF2-40B4-BE49-F238E27FC236}">
                <a16:creationId xmlns:a16="http://schemas.microsoft.com/office/drawing/2014/main" id="{7078BC02-DA6C-46EF-B3E4-C892C640DE35}"/>
              </a:ext>
            </a:extLst>
          </p:cNvPr>
          <p:cNvGraphicFramePr/>
          <p:nvPr/>
        </p:nvGraphicFramePr>
        <p:xfrm>
          <a:off x="4238221" y="3888680"/>
          <a:ext cx="1851397" cy="1695529"/>
        </p:xfrm>
        <a:graphic>
          <a:graphicData uri="http://schemas.openxmlformats.org/drawingml/2006/chart">
            <c:chart xmlns:c="http://schemas.openxmlformats.org/drawingml/2006/chart" xmlns:r="http://schemas.openxmlformats.org/officeDocument/2006/relationships" r:id="rId9"/>
          </a:graphicData>
        </a:graphic>
      </p:graphicFrame>
      <p:sp>
        <p:nvSpPr>
          <p:cNvPr id="14" name="Текст 13">
            <a:extLst>
              <a:ext uri="{FF2B5EF4-FFF2-40B4-BE49-F238E27FC236}">
                <a16:creationId xmlns:a16="http://schemas.microsoft.com/office/drawing/2014/main" id="{10FF8DBE-3216-5EB0-5732-554C5D298D57}"/>
              </a:ext>
            </a:extLst>
          </p:cNvPr>
          <p:cNvSpPr>
            <a:spLocks noGrp="1"/>
          </p:cNvSpPr>
          <p:nvPr>
            <p:ph type="body" sz="quarter" idx="32"/>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endParaRPr lang="ru-RU" dirty="0"/>
          </a:p>
        </p:txBody>
      </p:sp>
      <p:sp>
        <p:nvSpPr>
          <p:cNvPr id="2" name="Номер слайда 4">
            <a:extLst>
              <a:ext uri="{FF2B5EF4-FFF2-40B4-BE49-F238E27FC236}">
                <a16:creationId xmlns:a16="http://schemas.microsoft.com/office/drawing/2014/main" id="{EB1C86D5-3B38-EC6C-5503-5ADFD5EA8252}"/>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54</a:t>
            </a:fld>
            <a:endParaRPr lang="ru-RU" dirty="0"/>
          </a:p>
        </p:txBody>
      </p:sp>
      <p:sp>
        <p:nvSpPr>
          <p:cNvPr id="4" name="Заголовок 3">
            <a:extLst>
              <a:ext uri="{FF2B5EF4-FFF2-40B4-BE49-F238E27FC236}">
                <a16:creationId xmlns:a16="http://schemas.microsoft.com/office/drawing/2014/main" id="{56577C07-83BD-F621-B868-E0FD1A8F6F07}"/>
              </a:ext>
            </a:extLst>
          </p:cNvPr>
          <p:cNvSpPr>
            <a:spLocks noGrp="1"/>
          </p:cNvSpPr>
          <p:nvPr>
            <p:ph type="title"/>
          </p:nvPr>
        </p:nvSpPr>
        <p:spPr/>
        <p:txBody>
          <a:bodyPr/>
          <a:lstStyle/>
          <a:p>
            <a:r>
              <a:rPr lang="ru-RU" dirty="0"/>
              <a:t>Графики и диаграммы с текстом</a:t>
            </a:r>
          </a:p>
        </p:txBody>
      </p:sp>
      <p:cxnSp>
        <p:nvCxnSpPr>
          <p:cNvPr id="5" name="Straight Connector 4">
            <a:extLst>
              <a:ext uri="{FF2B5EF4-FFF2-40B4-BE49-F238E27FC236}">
                <a16:creationId xmlns:a16="http://schemas.microsoft.com/office/drawing/2014/main" id="{63BC7400-8841-0346-A794-FFB2D9766494}"/>
              </a:ext>
            </a:extLst>
          </p:cNvPr>
          <p:cNvCxnSpPr/>
          <p:nvPr/>
        </p:nvCxnSpPr>
        <p:spPr>
          <a:xfrm>
            <a:off x="9315402" y="6032161"/>
            <a:ext cx="114303" cy="0"/>
          </a:xfrm>
          <a:prstGeom prst="line">
            <a:avLst/>
          </a:prstGeom>
          <a:ln w="19050">
            <a:solidFill>
              <a:srgbClr val="722BC3"/>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2AD5FB8-C7C3-EE45-A128-477106237CC0}"/>
              </a:ext>
            </a:extLst>
          </p:cNvPr>
          <p:cNvCxnSpPr/>
          <p:nvPr/>
        </p:nvCxnSpPr>
        <p:spPr>
          <a:xfrm>
            <a:off x="9315402" y="6184561"/>
            <a:ext cx="114303" cy="0"/>
          </a:xfrm>
          <a:prstGeom prst="line">
            <a:avLst/>
          </a:prstGeom>
          <a:ln w="19050">
            <a:solidFill>
              <a:srgbClr val="C007A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3101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DBFB2-25E4-8E88-0860-D597C8229213}"/>
            </a:ext>
          </a:extLst>
        </p:cNvPr>
        <p:cNvGrpSpPr/>
        <p:nvPr/>
      </p:nvGrpSpPr>
      <p:grpSpPr>
        <a:xfrm>
          <a:off x="0" y="0"/>
          <a:ext cx="0" cy="0"/>
          <a:chOff x="0" y="0"/>
          <a:chExt cx="0" cy="0"/>
        </a:xfrm>
      </p:grpSpPr>
      <p:sp>
        <p:nvSpPr>
          <p:cNvPr id="78" name="Text 46">
            <a:extLst>
              <a:ext uri="{FF2B5EF4-FFF2-40B4-BE49-F238E27FC236}">
                <a16:creationId xmlns:a16="http://schemas.microsoft.com/office/drawing/2014/main" id="{267803F1-209D-CC1B-B110-13616809C6F5}"/>
              </a:ext>
            </a:extLst>
          </p:cNvPr>
          <p:cNvSpPr/>
          <p:nvPr/>
        </p:nvSpPr>
        <p:spPr>
          <a:xfrm>
            <a:off x="4368777" y="1130599"/>
            <a:ext cx="1231894" cy="152380"/>
          </a:xfrm>
          <a:prstGeom prst="rect">
            <a:avLst/>
          </a:prstGeom>
          <a:noFill/>
          <a:ln/>
        </p:spPr>
        <p:txBody>
          <a:bodyPr wrap="square" lIns="0" tIns="0" rIns="0" bIns="0" rtlCol="0" anchor="t"/>
          <a:lstStyle/>
          <a:p>
            <a:pPr>
              <a:lnSpc>
                <a:spcPts val="900"/>
              </a:lnSpc>
            </a:pPr>
            <a:r>
              <a:rPr lang="en-US" dirty="0">
                <a:solidFill>
                  <a:srgbClr val="000000">
                    <a:alpha val="100000"/>
                  </a:srgbClr>
                </a:solidFill>
                <a:latin typeface="Stapel" panose="020B0504020202020204" pitchFamily="34" charset="-52"/>
                <a:ea typeface="Stapel" pitchFamily="34" charset="-122"/>
                <a:cs typeface="Stapel" pitchFamily="34" charset="-120"/>
              </a:rPr>
              <a:t>График 6</a:t>
            </a:r>
            <a:endParaRPr lang="en-US" dirty="0"/>
          </a:p>
        </p:txBody>
      </p:sp>
      <p:sp>
        <p:nvSpPr>
          <p:cNvPr id="79" name="Text 47">
            <a:extLst>
              <a:ext uri="{FF2B5EF4-FFF2-40B4-BE49-F238E27FC236}">
                <a16:creationId xmlns:a16="http://schemas.microsoft.com/office/drawing/2014/main" id="{8FD98793-96B8-417D-CDF7-416CB469A0C3}"/>
              </a:ext>
            </a:extLst>
          </p:cNvPr>
          <p:cNvSpPr/>
          <p:nvPr/>
        </p:nvSpPr>
        <p:spPr>
          <a:xfrm>
            <a:off x="4368777" y="3689316"/>
            <a:ext cx="1231894" cy="152380"/>
          </a:xfrm>
          <a:prstGeom prst="rect">
            <a:avLst/>
          </a:prstGeom>
          <a:noFill/>
          <a:ln/>
        </p:spPr>
        <p:txBody>
          <a:bodyPr wrap="square" lIns="0" tIns="0" rIns="0" bIns="0" rtlCol="0" anchor="t"/>
          <a:lstStyle/>
          <a:p>
            <a:pPr>
              <a:lnSpc>
                <a:spcPts val="900"/>
              </a:lnSpc>
            </a:pPr>
            <a:r>
              <a:rPr lang="en-US" dirty="0">
                <a:solidFill>
                  <a:srgbClr val="000000">
                    <a:alpha val="100000"/>
                  </a:srgbClr>
                </a:solidFill>
                <a:latin typeface="Stapel" panose="020B0504020202020204" pitchFamily="34" charset="-52"/>
                <a:ea typeface="Stapel" pitchFamily="34" charset="-122"/>
                <a:cs typeface="Stapel" pitchFamily="34" charset="-120"/>
              </a:rPr>
              <a:t>График 7</a:t>
            </a:r>
            <a:endParaRPr lang="en-US" dirty="0"/>
          </a:p>
        </p:txBody>
      </p:sp>
      <p:sp>
        <p:nvSpPr>
          <p:cNvPr id="80" name="Text 48">
            <a:extLst>
              <a:ext uri="{FF2B5EF4-FFF2-40B4-BE49-F238E27FC236}">
                <a16:creationId xmlns:a16="http://schemas.microsoft.com/office/drawing/2014/main" id="{70976CA9-C3E5-AA0D-0B67-E854AB4F1042}"/>
              </a:ext>
            </a:extLst>
          </p:cNvPr>
          <p:cNvSpPr/>
          <p:nvPr/>
        </p:nvSpPr>
        <p:spPr>
          <a:xfrm>
            <a:off x="8083508" y="1130599"/>
            <a:ext cx="1231894" cy="152380"/>
          </a:xfrm>
          <a:prstGeom prst="rect">
            <a:avLst/>
          </a:prstGeom>
          <a:noFill/>
          <a:ln/>
        </p:spPr>
        <p:txBody>
          <a:bodyPr wrap="square" lIns="0" tIns="0" rIns="0" bIns="0" rtlCol="0" anchor="t"/>
          <a:lstStyle/>
          <a:p>
            <a:pPr>
              <a:lnSpc>
                <a:spcPts val="900"/>
              </a:lnSpc>
            </a:pPr>
            <a:r>
              <a:rPr lang="en-US" dirty="0">
                <a:solidFill>
                  <a:srgbClr val="000000">
                    <a:alpha val="100000"/>
                  </a:srgbClr>
                </a:solidFill>
                <a:latin typeface="Stapel" panose="020B0504020202020204" pitchFamily="34" charset="-52"/>
                <a:ea typeface="Stapel" pitchFamily="34" charset="-122"/>
                <a:cs typeface="Stapel" pitchFamily="34" charset="-120"/>
              </a:rPr>
              <a:t>График 8</a:t>
            </a:r>
            <a:endParaRPr lang="en-US" dirty="0"/>
          </a:p>
        </p:txBody>
      </p:sp>
      <p:sp>
        <p:nvSpPr>
          <p:cNvPr id="81" name="Text 49">
            <a:extLst>
              <a:ext uri="{FF2B5EF4-FFF2-40B4-BE49-F238E27FC236}">
                <a16:creationId xmlns:a16="http://schemas.microsoft.com/office/drawing/2014/main" id="{E1BD6A2A-535C-9D9E-ADB1-B7E6FB865EB0}"/>
              </a:ext>
            </a:extLst>
          </p:cNvPr>
          <p:cNvSpPr/>
          <p:nvPr/>
        </p:nvSpPr>
        <p:spPr>
          <a:xfrm>
            <a:off x="8083508" y="3689316"/>
            <a:ext cx="1231894" cy="152380"/>
          </a:xfrm>
          <a:prstGeom prst="rect">
            <a:avLst/>
          </a:prstGeom>
          <a:noFill/>
          <a:ln/>
        </p:spPr>
        <p:txBody>
          <a:bodyPr wrap="square" lIns="0" tIns="0" rIns="0" bIns="0" rtlCol="0" anchor="t"/>
          <a:lstStyle/>
          <a:p>
            <a:pPr>
              <a:lnSpc>
                <a:spcPts val="900"/>
              </a:lnSpc>
            </a:pPr>
            <a:r>
              <a:rPr lang="en-US" dirty="0">
                <a:solidFill>
                  <a:srgbClr val="000000">
                    <a:alpha val="100000"/>
                  </a:srgbClr>
                </a:solidFill>
                <a:latin typeface="Stapel" panose="020B0504020202020204" pitchFamily="34" charset="-52"/>
                <a:ea typeface="Stapel" pitchFamily="34" charset="-122"/>
                <a:cs typeface="Stapel" pitchFamily="34" charset="-120"/>
              </a:rPr>
              <a:t>График 9</a:t>
            </a:r>
            <a:endParaRPr lang="en-US" dirty="0"/>
          </a:p>
        </p:txBody>
      </p:sp>
      <p:sp>
        <p:nvSpPr>
          <p:cNvPr id="94" name="Shape 50">
            <a:extLst>
              <a:ext uri="{FF2B5EF4-FFF2-40B4-BE49-F238E27FC236}">
                <a16:creationId xmlns:a16="http://schemas.microsoft.com/office/drawing/2014/main" id="{78F9C8D6-BD66-45E9-9FF8-E927D12A72ED}"/>
              </a:ext>
            </a:extLst>
          </p:cNvPr>
          <p:cNvSpPr/>
          <p:nvPr/>
        </p:nvSpPr>
        <p:spPr>
          <a:xfrm>
            <a:off x="4368777" y="3048050"/>
            <a:ext cx="2863835" cy="330157"/>
          </a:xfrm>
          <a:prstGeom prst="rect">
            <a:avLst/>
          </a:prstGeom>
          <a:noFill/>
          <a:ln/>
        </p:spPr>
      </p:sp>
      <p:sp>
        <p:nvSpPr>
          <p:cNvPr id="97" name="Shape 53">
            <a:extLst>
              <a:ext uri="{FF2B5EF4-FFF2-40B4-BE49-F238E27FC236}">
                <a16:creationId xmlns:a16="http://schemas.microsoft.com/office/drawing/2014/main" id="{6D0AE8DE-0D45-69C2-21C8-60DC48386DF5}"/>
              </a:ext>
            </a:extLst>
          </p:cNvPr>
          <p:cNvSpPr/>
          <p:nvPr/>
        </p:nvSpPr>
        <p:spPr>
          <a:xfrm>
            <a:off x="4444977" y="3079795"/>
            <a:ext cx="101599" cy="101587"/>
          </a:xfrm>
          <a:prstGeom prst="rect">
            <a:avLst/>
          </a:prstGeom>
          <a:solidFill>
            <a:srgbClr val="D5BFED"/>
          </a:solidFill>
          <a:ln/>
        </p:spPr>
      </p:sp>
      <p:sp>
        <p:nvSpPr>
          <p:cNvPr id="98" name="Text 54">
            <a:extLst>
              <a:ext uri="{FF2B5EF4-FFF2-40B4-BE49-F238E27FC236}">
                <a16:creationId xmlns:a16="http://schemas.microsoft.com/office/drawing/2014/main" id="{592E246D-E1D1-4529-F59B-27FAA50CB50C}"/>
              </a:ext>
            </a:extLst>
          </p:cNvPr>
          <p:cNvSpPr/>
          <p:nvPr/>
        </p:nvSpPr>
        <p:spPr>
          <a:xfrm>
            <a:off x="4584676" y="3082970"/>
            <a:ext cx="1133982"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Нетто-выручка банки</a:t>
            </a:r>
            <a:endParaRPr lang="en-US" sz="800" dirty="0"/>
          </a:p>
        </p:txBody>
      </p:sp>
      <p:sp>
        <p:nvSpPr>
          <p:cNvPr id="100" name="Shape 56">
            <a:extLst>
              <a:ext uri="{FF2B5EF4-FFF2-40B4-BE49-F238E27FC236}">
                <a16:creationId xmlns:a16="http://schemas.microsoft.com/office/drawing/2014/main" id="{2439CD3B-7581-E7AF-CBE0-06D2A59F426F}"/>
              </a:ext>
            </a:extLst>
          </p:cNvPr>
          <p:cNvSpPr/>
          <p:nvPr/>
        </p:nvSpPr>
        <p:spPr>
          <a:xfrm>
            <a:off x="4444977" y="3244874"/>
            <a:ext cx="101599" cy="101587"/>
          </a:xfrm>
          <a:prstGeom prst="rect">
            <a:avLst/>
          </a:prstGeom>
          <a:solidFill>
            <a:srgbClr val="F9CCE4"/>
          </a:solidFill>
          <a:ln/>
        </p:spPr>
      </p:sp>
      <p:sp>
        <p:nvSpPr>
          <p:cNvPr id="101" name="Text 57">
            <a:extLst>
              <a:ext uri="{FF2B5EF4-FFF2-40B4-BE49-F238E27FC236}">
                <a16:creationId xmlns:a16="http://schemas.microsoft.com/office/drawing/2014/main" id="{C9FC2E12-93D5-0962-F42A-B7F9BABCAAD4}"/>
              </a:ext>
            </a:extLst>
          </p:cNvPr>
          <p:cNvSpPr/>
          <p:nvPr/>
        </p:nvSpPr>
        <p:spPr>
          <a:xfrm>
            <a:off x="4584676" y="3248049"/>
            <a:ext cx="1527174"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Нетто-выручка прочие каналы</a:t>
            </a:r>
            <a:endParaRPr lang="en-US" sz="800" dirty="0"/>
          </a:p>
        </p:txBody>
      </p:sp>
      <p:sp>
        <p:nvSpPr>
          <p:cNvPr id="104" name="Shape 60">
            <a:extLst>
              <a:ext uri="{FF2B5EF4-FFF2-40B4-BE49-F238E27FC236}">
                <a16:creationId xmlns:a16="http://schemas.microsoft.com/office/drawing/2014/main" id="{10ECD314-8720-731F-D549-A6A24F50C46E}"/>
              </a:ext>
            </a:extLst>
          </p:cNvPr>
          <p:cNvSpPr/>
          <p:nvPr/>
        </p:nvSpPr>
        <p:spPr>
          <a:xfrm>
            <a:off x="6250478" y="3079795"/>
            <a:ext cx="101599" cy="101587"/>
          </a:xfrm>
          <a:prstGeom prst="rect">
            <a:avLst/>
          </a:prstGeom>
          <a:solidFill>
            <a:srgbClr val="C007A7"/>
          </a:solidFill>
          <a:ln/>
        </p:spPr>
      </p:sp>
      <p:sp>
        <p:nvSpPr>
          <p:cNvPr id="105" name="Text 61">
            <a:extLst>
              <a:ext uri="{FF2B5EF4-FFF2-40B4-BE49-F238E27FC236}">
                <a16:creationId xmlns:a16="http://schemas.microsoft.com/office/drawing/2014/main" id="{32F84D05-3985-D8E9-2166-8AEB4593DD26}"/>
              </a:ext>
            </a:extLst>
          </p:cNvPr>
          <p:cNvSpPr/>
          <p:nvPr/>
        </p:nvSpPr>
        <p:spPr>
          <a:xfrm>
            <a:off x="6390176" y="3082970"/>
            <a:ext cx="98590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Нетто-выручка СК</a:t>
            </a:r>
            <a:endParaRPr lang="en-US" sz="800" dirty="0"/>
          </a:p>
        </p:txBody>
      </p:sp>
      <p:sp>
        <p:nvSpPr>
          <p:cNvPr id="107" name="Shape 63">
            <a:extLst>
              <a:ext uri="{FF2B5EF4-FFF2-40B4-BE49-F238E27FC236}">
                <a16:creationId xmlns:a16="http://schemas.microsoft.com/office/drawing/2014/main" id="{F488A135-DE7E-E8E0-1674-19B041FC5BEC}"/>
              </a:ext>
            </a:extLst>
          </p:cNvPr>
          <p:cNvSpPr/>
          <p:nvPr/>
        </p:nvSpPr>
        <p:spPr>
          <a:xfrm>
            <a:off x="6250478" y="3244874"/>
            <a:ext cx="101599" cy="101587"/>
          </a:xfrm>
          <a:prstGeom prst="rect">
            <a:avLst/>
          </a:prstGeom>
          <a:solidFill>
            <a:srgbClr val="8F0D6B"/>
          </a:solidFill>
          <a:ln/>
        </p:spPr>
      </p:sp>
      <p:sp>
        <p:nvSpPr>
          <p:cNvPr id="108" name="Text 64">
            <a:extLst>
              <a:ext uri="{FF2B5EF4-FFF2-40B4-BE49-F238E27FC236}">
                <a16:creationId xmlns:a16="http://schemas.microsoft.com/office/drawing/2014/main" id="{94A62927-EE95-A956-C254-39E99A4AF0B2}"/>
              </a:ext>
            </a:extLst>
          </p:cNvPr>
          <p:cNvSpPr/>
          <p:nvPr/>
        </p:nvSpPr>
        <p:spPr>
          <a:xfrm>
            <a:off x="6390177" y="3248049"/>
            <a:ext cx="57442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Комиссии</a:t>
            </a:r>
            <a:endParaRPr lang="en-US" sz="800" dirty="0"/>
          </a:p>
        </p:txBody>
      </p:sp>
      <p:sp>
        <p:nvSpPr>
          <p:cNvPr id="109" name="Shape 65">
            <a:extLst>
              <a:ext uri="{FF2B5EF4-FFF2-40B4-BE49-F238E27FC236}">
                <a16:creationId xmlns:a16="http://schemas.microsoft.com/office/drawing/2014/main" id="{78C5F4B4-14F0-15E6-CD8D-B4B1A46919FE}"/>
              </a:ext>
            </a:extLst>
          </p:cNvPr>
          <p:cNvSpPr/>
          <p:nvPr/>
        </p:nvSpPr>
        <p:spPr>
          <a:xfrm>
            <a:off x="4368778" y="5797241"/>
            <a:ext cx="3244833" cy="495236"/>
          </a:xfrm>
          <a:prstGeom prst="rect">
            <a:avLst/>
          </a:prstGeom>
          <a:noFill/>
          <a:ln/>
        </p:spPr>
      </p:sp>
      <p:sp>
        <p:nvSpPr>
          <p:cNvPr id="110" name="Shape 66">
            <a:extLst>
              <a:ext uri="{FF2B5EF4-FFF2-40B4-BE49-F238E27FC236}">
                <a16:creationId xmlns:a16="http://schemas.microsoft.com/office/drawing/2014/main" id="{853A175B-DA76-AB5E-DC15-39AD73D588DD}"/>
              </a:ext>
            </a:extLst>
          </p:cNvPr>
          <p:cNvSpPr/>
          <p:nvPr/>
        </p:nvSpPr>
        <p:spPr>
          <a:xfrm>
            <a:off x="4368778" y="5797241"/>
            <a:ext cx="1428742" cy="495236"/>
          </a:xfrm>
          <a:prstGeom prst="rect">
            <a:avLst/>
          </a:prstGeom>
          <a:noFill/>
          <a:ln/>
        </p:spPr>
      </p:sp>
      <p:sp>
        <p:nvSpPr>
          <p:cNvPr id="112" name="Shape 68">
            <a:extLst>
              <a:ext uri="{FF2B5EF4-FFF2-40B4-BE49-F238E27FC236}">
                <a16:creationId xmlns:a16="http://schemas.microsoft.com/office/drawing/2014/main" id="{252EFA84-C423-CA60-3867-15326DFC8724}"/>
              </a:ext>
            </a:extLst>
          </p:cNvPr>
          <p:cNvSpPr/>
          <p:nvPr/>
        </p:nvSpPr>
        <p:spPr>
          <a:xfrm>
            <a:off x="4444977" y="5828987"/>
            <a:ext cx="101599" cy="101587"/>
          </a:xfrm>
          <a:prstGeom prst="rect">
            <a:avLst/>
          </a:prstGeom>
          <a:solidFill>
            <a:srgbClr val="EF80BB"/>
          </a:solidFill>
          <a:ln/>
        </p:spPr>
      </p:sp>
      <p:sp>
        <p:nvSpPr>
          <p:cNvPr id="113" name="Text 69">
            <a:extLst>
              <a:ext uri="{FF2B5EF4-FFF2-40B4-BE49-F238E27FC236}">
                <a16:creationId xmlns:a16="http://schemas.microsoft.com/office/drawing/2014/main" id="{ECD9662F-B3F8-E55C-219D-6131351B6666}"/>
              </a:ext>
            </a:extLst>
          </p:cNvPr>
          <p:cNvSpPr/>
          <p:nvPr/>
        </p:nvSpPr>
        <p:spPr>
          <a:xfrm>
            <a:off x="4584677" y="5832162"/>
            <a:ext cx="469897"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Зарплата</a:t>
            </a:r>
            <a:endParaRPr lang="en-US" sz="800" dirty="0"/>
          </a:p>
        </p:txBody>
      </p:sp>
      <p:sp>
        <p:nvSpPr>
          <p:cNvPr id="115" name="Shape 71">
            <a:extLst>
              <a:ext uri="{FF2B5EF4-FFF2-40B4-BE49-F238E27FC236}">
                <a16:creationId xmlns:a16="http://schemas.microsoft.com/office/drawing/2014/main" id="{545AC891-F2D0-3158-D2F8-D11C1EEC7A9E}"/>
              </a:ext>
            </a:extLst>
          </p:cNvPr>
          <p:cNvSpPr/>
          <p:nvPr/>
        </p:nvSpPr>
        <p:spPr>
          <a:xfrm>
            <a:off x="4444977" y="5994066"/>
            <a:ext cx="101599" cy="101587"/>
          </a:xfrm>
          <a:prstGeom prst="rect">
            <a:avLst/>
          </a:prstGeom>
          <a:solidFill>
            <a:srgbClr val="C007A7"/>
          </a:solidFill>
          <a:ln/>
        </p:spPr>
      </p:sp>
      <p:sp>
        <p:nvSpPr>
          <p:cNvPr id="116" name="Text 72">
            <a:extLst>
              <a:ext uri="{FF2B5EF4-FFF2-40B4-BE49-F238E27FC236}">
                <a16:creationId xmlns:a16="http://schemas.microsoft.com/office/drawing/2014/main" id="{78C88299-8324-902D-D4EB-CBF7EEBF3DBE}"/>
              </a:ext>
            </a:extLst>
          </p:cNvPr>
          <p:cNvSpPr/>
          <p:nvPr/>
        </p:nvSpPr>
        <p:spPr>
          <a:xfrm>
            <a:off x="4584676" y="5997241"/>
            <a:ext cx="1257730"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Маркетинговые расходы</a:t>
            </a:r>
            <a:endParaRPr lang="en-US" sz="800" dirty="0"/>
          </a:p>
        </p:txBody>
      </p:sp>
      <p:sp>
        <p:nvSpPr>
          <p:cNvPr id="118" name="Shape 74">
            <a:extLst>
              <a:ext uri="{FF2B5EF4-FFF2-40B4-BE49-F238E27FC236}">
                <a16:creationId xmlns:a16="http://schemas.microsoft.com/office/drawing/2014/main" id="{1482291F-B97D-A880-45FE-74EA7435F6C7}"/>
              </a:ext>
            </a:extLst>
          </p:cNvPr>
          <p:cNvSpPr/>
          <p:nvPr/>
        </p:nvSpPr>
        <p:spPr>
          <a:xfrm>
            <a:off x="4444977" y="6159144"/>
            <a:ext cx="101599" cy="101587"/>
          </a:xfrm>
          <a:prstGeom prst="rect">
            <a:avLst/>
          </a:prstGeom>
          <a:solidFill>
            <a:srgbClr val="DDB6D3"/>
          </a:solidFill>
          <a:ln/>
        </p:spPr>
      </p:sp>
      <p:sp>
        <p:nvSpPr>
          <p:cNvPr id="119" name="Text 75">
            <a:extLst>
              <a:ext uri="{FF2B5EF4-FFF2-40B4-BE49-F238E27FC236}">
                <a16:creationId xmlns:a16="http://schemas.microsoft.com/office/drawing/2014/main" id="{B9BDA91D-1921-10E9-F2BE-0F98E31184A3}"/>
              </a:ext>
            </a:extLst>
          </p:cNvPr>
          <p:cNvSpPr/>
          <p:nvPr/>
        </p:nvSpPr>
        <p:spPr>
          <a:xfrm>
            <a:off x="4584676" y="6162319"/>
            <a:ext cx="380998"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Прочее</a:t>
            </a:r>
            <a:endParaRPr lang="en-US" sz="800" dirty="0"/>
          </a:p>
        </p:txBody>
      </p:sp>
      <p:sp>
        <p:nvSpPr>
          <p:cNvPr id="120" name="Shape 76">
            <a:extLst>
              <a:ext uri="{FF2B5EF4-FFF2-40B4-BE49-F238E27FC236}">
                <a16:creationId xmlns:a16="http://schemas.microsoft.com/office/drawing/2014/main" id="{98D08AF0-5C9B-6ABB-37B8-4C050962A420}"/>
              </a:ext>
            </a:extLst>
          </p:cNvPr>
          <p:cNvSpPr/>
          <p:nvPr/>
        </p:nvSpPr>
        <p:spPr>
          <a:xfrm>
            <a:off x="5822920" y="5797242"/>
            <a:ext cx="1790691" cy="330157"/>
          </a:xfrm>
          <a:prstGeom prst="rect">
            <a:avLst/>
          </a:prstGeom>
          <a:noFill/>
          <a:ln/>
        </p:spPr>
      </p:sp>
      <p:sp>
        <p:nvSpPr>
          <p:cNvPr id="122" name="Shape 78">
            <a:extLst>
              <a:ext uri="{FF2B5EF4-FFF2-40B4-BE49-F238E27FC236}">
                <a16:creationId xmlns:a16="http://schemas.microsoft.com/office/drawing/2014/main" id="{642AD7EA-07E6-5621-559A-E3897C9FB854}"/>
              </a:ext>
            </a:extLst>
          </p:cNvPr>
          <p:cNvSpPr/>
          <p:nvPr/>
        </p:nvSpPr>
        <p:spPr>
          <a:xfrm>
            <a:off x="5983780" y="5828987"/>
            <a:ext cx="101599" cy="101587"/>
          </a:xfrm>
          <a:prstGeom prst="rect">
            <a:avLst/>
          </a:prstGeom>
          <a:solidFill>
            <a:srgbClr val="D5BFED"/>
          </a:solidFill>
          <a:ln/>
        </p:spPr>
      </p:sp>
      <p:sp>
        <p:nvSpPr>
          <p:cNvPr id="123" name="Text 79">
            <a:extLst>
              <a:ext uri="{FF2B5EF4-FFF2-40B4-BE49-F238E27FC236}">
                <a16:creationId xmlns:a16="http://schemas.microsoft.com/office/drawing/2014/main" id="{36A94710-1CDC-22F8-6CD1-137A40FF64C1}"/>
              </a:ext>
            </a:extLst>
          </p:cNvPr>
          <p:cNvSpPr/>
          <p:nvPr/>
        </p:nvSpPr>
        <p:spPr>
          <a:xfrm>
            <a:off x="6123478" y="5832162"/>
            <a:ext cx="1659211"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Агентские вознаграждения (ИП)</a:t>
            </a:r>
            <a:endParaRPr lang="en-US" sz="800" dirty="0"/>
          </a:p>
        </p:txBody>
      </p:sp>
      <p:sp>
        <p:nvSpPr>
          <p:cNvPr id="125" name="Shape 81">
            <a:extLst>
              <a:ext uri="{FF2B5EF4-FFF2-40B4-BE49-F238E27FC236}">
                <a16:creationId xmlns:a16="http://schemas.microsoft.com/office/drawing/2014/main" id="{4E49DFA5-473D-C45C-78B1-34096482849B}"/>
              </a:ext>
            </a:extLst>
          </p:cNvPr>
          <p:cNvSpPr/>
          <p:nvPr/>
        </p:nvSpPr>
        <p:spPr>
          <a:xfrm>
            <a:off x="5983780" y="5994066"/>
            <a:ext cx="101599" cy="101587"/>
          </a:xfrm>
          <a:prstGeom prst="rect">
            <a:avLst/>
          </a:prstGeom>
          <a:solidFill>
            <a:srgbClr val="FFA4A3"/>
          </a:solidFill>
          <a:ln/>
        </p:spPr>
      </p:sp>
      <p:sp>
        <p:nvSpPr>
          <p:cNvPr id="126" name="Text 82">
            <a:extLst>
              <a:ext uri="{FF2B5EF4-FFF2-40B4-BE49-F238E27FC236}">
                <a16:creationId xmlns:a16="http://schemas.microsoft.com/office/drawing/2014/main" id="{51C91B82-A698-A076-05C3-9AC26671B5EE}"/>
              </a:ext>
            </a:extLst>
          </p:cNvPr>
          <p:cNvSpPr/>
          <p:nvPr/>
        </p:nvSpPr>
        <p:spPr>
          <a:xfrm>
            <a:off x="6123479" y="5997241"/>
            <a:ext cx="917936"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Админ. расходы</a:t>
            </a:r>
            <a:endParaRPr lang="en-US" sz="800" dirty="0"/>
          </a:p>
        </p:txBody>
      </p:sp>
      <p:sp>
        <p:nvSpPr>
          <p:cNvPr id="127" name="Shape 83">
            <a:extLst>
              <a:ext uri="{FF2B5EF4-FFF2-40B4-BE49-F238E27FC236}">
                <a16:creationId xmlns:a16="http://schemas.microsoft.com/office/drawing/2014/main" id="{B607FC06-1B0D-151B-0CBF-47BDFF2E0A57}"/>
              </a:ext>
            </a:extLst>
          </p:cNvPr>
          <p:cNvSpPr/>
          <p:nvPr/>
        </p:nvSpPr>
        <p:spPr>
          <a:xfrm>
            <a:off x="8134308" y="5949622"/>
            <a:ext cx="2768586" cy="323808"/>
          </a:xfrm>
          <a:prstGeom prst="rect">
            <a:avLst/>
          </a:prstGeom>
          <a:noFill/>
          <a:ln/>
        </p:spPr>
      </p:sp>
      <p:sp>
        <p:nvSpPr>
          <p:cNvPr id="128" name="Shape 84">
            <a:extLst>
              <a:ext uri="{FF2B5EF4-FFF2-40B4-BE49-F238E27FC236}">
                <a16:creationId xmlns:a16="http://schemas.microsoft.com/office/drawing/2014/main" id="{9C8D02C5-E702-697C-FA12-BE1DF8E2B66D}"/>
              </a:ext>
            </a:extLst>
          </p:cNvPr>
          <p:cNvSpPr/>
          <p:nvPr/>
        </p:nvSpPr>
        <p:spPr>
          <a:xfrm>
            <a:off x="8134308" y="5949622"/>
            <a:ext cx="984245" cy="165079"/>
          </a:xfrm>
          <a:prstGeom prst="rect">
            <a:avLst/>
          </a:prstGeom>
          <a:noFill/>
          <a:ln/>
        </p:spPr>
      </p:sp>
      <p:sp>
        <p:nvSpPr>
          <p:cNvPr id="130" name="Shape 86">
            <a:extLst>
              <a:ext uri="{FF2B5EF4-FFF2-40B4-BE49-F238E27FC236}">
                <a16:creationId xmlns:a16="http://schemas.microsoft.com/office/drawing/2014/main" id="{FEF8F7FE-7CC0-FB2F-2F1C-4D9C53351975}"/>
              </a:ext>
            </a:extLst>
          </p:cNvPr>
          <p:cNvSpPr/>
          <p:nvPr/>
        </p:nvSpPr>
        <p:spPr>
          <a:xfrm>
            <a:off x="8210508" y="5981368"/>
            <a:ext cx="101599" cy="101587"/>
          </a:xfrm>
          <a:prstGeom prst="rect">
            <a:avLst/>
          </a:prstGeom>
          <a:solidFill>
            <a:srgbClr val="8F0D6B"/>
          </a:solidFill>
          <a:ln/>
        </p:spPr>
      </p:sp>
      <p:sp>
        <p:nvSpPr>
          <p:cNvPr id="131" name="Text 87">
            <a:extLst>
              <a:ext uri="{FF2B5EF4-FFF2-40B4-BE49-F238E27FC236}">
                <a16:creationId xmlns:a16="http://schemas.microsoft.com/office/drawing/2014/main" id="{CF244D66-AA31-5C46-4587-F722D6517CED}"/>
              </a:ext>
            </a:extLst>
          </p:cNvPr>
          <p:cNvSpPr/>
          <p:nvPr/>
        </p:nvSpPr>
        <p:spPr>
          <a:xfrm>
            <a:off x="8350206" y="5984542"/>
            <a:ext cx="832807"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Нетто-выручка</a:t>
            </a:r>
            <a:endParaRPr lang="en-US" sz="800" dirty="0"/>
          </a:p>
        </p:txBody>
      </p:sp>
      <p:sp>
        <p:nvSpPr>
          <p:cNvPr id="132" name="Shape 88">
            <a:extLst>
              <a:ext uri="{FF2B5EF4-FFF2-40B4-BE49-F238E27FC236}">
                <a16:creationId xmlns:a16="http://schemas.microsoft.com/office/drawing/2014/main" id="{4432B552-611A-E8F3-9F51-3147434C4740}"/>
              </a:ext>
            </a:extLst>
          </p:cNvPr>
          <p:cNvSpPr/>
          <p:nvPr/>
        </p:nvSpPr>
        <p:spPr>
          <a:xfrm>
            <a:off x="9220153" y="5949622"/>
            <a:ext cx="1682741" cy="323808"/>
          </a:xfrm>
          <a:prstGeom prst="rect">
            <a:avLst/>
          </a:prstGeom>
          <a:noFill/>
          <a:ln/>
        </p:spPr>
      </p:sp>
      <p:sp>
        <p:nvSpPr>
          <p:cNvPr id="135" name="Text 90">
            <a:extLst>
              <a:ext uri="{FF2B5EF4-FFF2-40B4-BE49-F238E27FC236}">
                <a16:creationId xmlns:a16="http://schemas.microsoft.com/office/drawing/2014/main" id="{85C2543C-6A29-42AF-8F94-3D3DCDDAD0AD}"/>
              </a:ext>
            </a:extLst>
          </p:cNvPr>
          <p:cNvSpPr/>
          <p:nvPr/>
        </p:nvSpPr>
        <p:spPr>
          <a:xfrm>
            <a:off x="9478381" y="5981368"/>
            <a:ext cx="1574792"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EBITDA без учета дивидендов</a:t>
            </a:r>
            <a:endParaRPr lang="en-US" sz="800" dirty="0"/>
          </a:p>
        </p:txBody>
      </p:sp>
      <p:sp>
        <p:nvSpPr>
          <p:cNvPr id="141" name="Text 93">
            <a:extLst>
              <a:ext uri="{FF2B5EF4-FFF2-40B4-BE49-F238E27FC236}">
                <a16:creationId xmlns:a16="http://schemas.microsoft.com/office/drawing/2014/main" id="{B60FDD80-C77D-5CF9-D7E8-20850CBF7B59}"/>
              </a:ext>
            </a:extLst>
          </p:cNvPr>
          <p:cNvSpPr/>
          <p:nvPr/>
        </p:nvSpPr>
        <p:spPr>
          <a:xfrm>
            <a:off x="9478381" y="6143272"/>
            <a:ext cx="164403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EBITDA с учетом дивидендов</a:t>
            </a:r>
            <a:endParaRPr lang="en-US" sz="800" dirty="0"/>
          </a:p>
        </p:txBody>
      </p:sp>
      <p:sp>
        <p:nvSpPr>
          <p:cNvPr id="144" name="Shape 96">
            <a:extLst>
              <a:ext uri="{FF2B5EF4-FFF2-40B4-BE49-F238E27FC236}">
                <a16:creationId xmlns:a16="http://schemas.microsoft.com/office/drawing/2014/main" id="{A08CE34F-8EE5-544C-EA38-81DBE383A56C}"/>
              </a:ext>
            </a:extLst>
          </p:cNvPr>
          <p:cNvSpPr/>
          <p:nvPr/>
        </p:nvSpPr>
        <p:spPr>
          <a:xfrm>
            <a:off x="8257080" y="3079795"/>
            <a:ext cx="101599" cy="101587"/>
          </a:xfrm>
          <a:prstGeom prst="rect">
            <a:avLst/>
          </a:prstGeom>
          <a:solidFill>
            <a:srgbClr val="8F0D6B"/>
          </a:solidFill>
          <a:ln/>
        </p:spPr>
      </p:sp>
      <p:sp>
        <p:nvSpPr>
          <p:cNvPr id="145" name="Text 97">
            <a:extLst>
              <a:ext uri="{FF2B5EF4-FFF2-40B4-BE49-F238E27FC236}">
                <a16:creationId xmlns:a16="http://schemas.microsoft.com/office/drawing/2014/main" id="{7E501845-8CCA-4CDC-C8D8-591857E241C5}"/>
              </a:ext>
            </a:extLst>
          </p:cNvPr>
          <p:cNvSpPr/>
          <p:nvPr/>
        </p:nvSpPr>
        <p:spPr>
          <a:xfrm>
            <a:off x="8396779" y="3082970"/>
            <a:ext cx="380998"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ЮС ФЛ</a:t>
            </a:r>
            <a:endParaRPr lang="en-US" sz="800" dirty="0"/>
          </a:p>
        </p:txBody>
      </p:sp>
      <p:sp>
        <p:nvSpPr>
          <p:cNvPr id="147" name="Shape 99">
            <a:extLst>
              <a:ext uri="{FF2B5EF4-FFF2-40B4-BE49-F238E27FC236}">
                <a16:creationId xmlns:a16="http://schemas.microsoft.com/office/drawing/2014/main" id="{CCE26BA7-D707-E023-3718-E5B94F47F3DB}"/>
              </a:ext>
            </a:extLst>
          </p:cNvPr>
          <p:cNvSpPr/>
          <p:nvPr/>
        </p:nvSpPr>
        <p:spPr>
          <a:xfrm>
            <a:off x="8932293" y="3079795"/>
            <a:ext cx="101599" cy="101587"/>
          </a:xfrm>
          <a:prstGeom prst="rect">
            <a:avLst/>
          </a:prstGeom>
          <a:solidFill>
            <a:srgbClr val="EF80BB"/>
          </a:solidFill>
          <a:ln/>
        </p:spPr>
      </p:sp>
      <p:sp>
        <p:nvSpPr>
          <p:cNvPr id="148" name="Text 100">
            <a:extLst>
              <a:ext uri="{FF2B5EF4-FFF2-40B4-BE49-F238E27FC236}">
                <a16:creationId xmlns:a16="http://schemas.microsoft.com/office/drawing/2014/main" id="{5AC645BB-5144-96CE-9F42-EBBB7D05690E}"/>
              </a:ext>
            </a:extLst>
          </p:cNvPr>
          <p:cNvSpPr/>
          <p:nvPr/>
        </p:nvSpPr>
        <p:spPr>
          <a:xfrm>
            <a:off x="9071992" y="3082970"/>
            <a:ext cx="17144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НВ</a:t>
            </a:r>
            <a:endParaRPr lang="en-US" sz="800" dirty="0"/>
          </a:p>
        </p:txBody>
      </p:sp>
      <p:sp>
        <p:nvSpPr>
          <p:cNvPr id="150" name="Shape 102">
            <a:extLst>
              <a:ext uri="{FF2B5EF4-FFF2-40B4-BE49-F238E27FC236}">
                <a16:creationId xmlns:a16="http://schemas.microsoft.com/office/drawing/2014/main" id="{7FDFA202-6FF3-5E5E-872E-D544CC63F53A}"/>
              </a:ext>
            </a:extLst>
          </p:cNvPr>
          <p:cNvSpPr/>
          <p:nvPr/>
        </p:nvSpPr>
        <p:spPr>
          <a:xfrm>
            <a:off x="9397956" y="3079795"/>
            <a:ext cx="101599" cy="101587"/>
          </a:xfrm>
          <a:prstGeom prst="rect">
            <a:avLst/>
          </a:prstGeom>
          <a:solidFill>
            <a:srgbClr val="ECB5E5"/>
          </a:solidFill>
          <a:ln/>
        </p:spPr>
      </p:sp>
      <p:sp>
        <p:nvSpPr>
          <p:cNvPr id="151" name="Text 103">
            <a:extLst>
              <a:ext uri="{FF2B5EF4-FFF2-40B4-BE49-F238E27FC236}">
                <a16:creationId xmlns:a16="http://schemas.microsoft.com/office/drawing/2014/main" id="{63779175-C159-66F8-05EA-FD0B2CCDA9E9}"/>
              </a:ext>
            </a:extLst>
          </p:cNvPr>
          <p:cNvSpPr/>
          <p:nvPr/>
        </p:nvSpPr>
        <p:spPr>
          <a:xfrm>
            <a:off x="9537655" y="3082970"/>
            <a:ext cx="17144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АС</a:t>
            </a:r>
            <a:endParaRPr lang="en-US" sz="800" dirty="0"/>
          </a:p>
        </p:txBody>
      </p:sp>
      <p:sp>
        <p:nvSpPr>
          <p:cNvPr id="153" name="Shape 105">
            <a:extLst>
              <a:ext uri="{FF2B5EF4-FFF2-40B4-BE49-F238E27FC236}">
                <a16:creationId xmlns:a16="http://schemas.microsoft.com/office/drawing/2014/main" id="{328D1C60-57BC-E37C-F9E5-C21DBF08DD0C}"/>
              </a:ext>
            </a:extLst>
          </p:cNvPr>
          <p:cNvSpPr/>
          <p:nvPr/>
        </p:nvSpPr>
        <p:spPr>
          <a:xfrm>
            <a:off x="9863620" y="3079795"/>
            <a:ext cx="101599" cy="101587"/>
          </a:xfrm>
          <a:prstGeom prst="rect">
            <a:avLst/>
          </a:prstGeom>
          <a:solidFill>
            <a:srgbClr val="FFDBDA"/>
          </a:solidFill>
          <a:ln/>
        </p:spPr>
      </p:sp>
      <p:sp>
        <p:nvSpPr>
          <p:cNvPr id="154" name="Text 106">
            <a:extLst>
              <a:ext uri="{FF2B5EF4-FFF2-40B4-BE49-F238E27FC236}">
                <a16:creationId xmlns:a16="http://schemas.microsoft.com/office/drawing/2014/main" id="{D53E3AC0-56F5-4E36-BE10-5A73141C1597}"/>
              </a:ext>
            </a:extLst>
          </p:cNvPr>
          <p:cNvSpPr/>
          <p:nvPr/>
        </p:nvSpPr>
        <p:spPr>
          <a:xfrm>
            <a:off x="10003319" y="3082970"/>
            <a:ext cx="190499"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МС</a:t>
            </a:r>
            <a:endParaRPr lang="en-US" sz="800" dirty="0"/>
          </a:p>
        </p:txBody>
      </p:sp>
      <p:sp>
        <p:nvSpPr>
          <p:cNvPr id="156" name="Shape 108">
            <a:extLst>
              <a:ext uri="{FF2B5EF4-FFF2-40B4-BE49-F238E27FC236}">
                <a16:creationId xmlns:a16="http://schemas.microsoft.com/office/drawing/2014/main" id="{EBF96D12-92D8-FF24-A077-87950C2F94B3}"/>
              </a:ext>
            </a:extLst>
          </p:cNvPr>
          <p:cNvSpPr/>
          <p:nvPr/>
        </p:nvSpPr>
        <p:spPr>
          <a:xfrm>
            <a:off x="10339868" y="3079795"/>
            <a:ext cx="101599" cy="101587"/>
          </a:xfrm>
          <a:prstGeom prst="rect">
            <a:avLst/>
          </a:prstGeom>
          <a:solidFill>
            <a:srgbClr val="FFA4A3"/>
          </a:solidFill>
          <a:ln/>
        </p:spPr>
      </p:sp>
      <p:sp>
        <p:nvSpPr>
          <p:cNvPr id="157" name="Text 109">
            <a:extLst>
              <a:ext uri="{FF2B5EF4-FFF2-40B4-BE49-F238E27FC236}">
                <a16:creationId xmlns:a16="http://schemas.microsoft.com/office/drawing/2014/main" id="{E14409F8-1280-2B8B-2E3B-CAE99587F096}"/>
              </a:ext>
            </a:extLst>
          </p:cNvPr>
          <p:cNvSpPr/>
          <p:nvPr/>
        </p:nvSpPr>
        <p:spPr>
          <a:xfrm>
            <a:off x="10479567" y="3082970"/>
            <a:ext cx="380998"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Прочие</a:t>
            </a:r>
            <a:endParaRPr lang="en-US" sz="800" dirty="0"/>
          </a:p>
        </p:txBody>
      </p:sp>
      <p:sp>
        <p:nvSpPr>
          <p:cNvPr id="158" name="Text 110">
            <a:extLst>
              <a:ext uri="{FF2B5EF4-FFF2-40B4-BE49-F238E27FC236}">
                <a16:creationId xmlns:a16="http://schemas.microsoft.com/office/drawing/2014/main" id="{9D464314-64EE-4F4F-A75D-1A5E8C2E6B44}"/>
              </a:ext>
            </a:extLst>
          </p:cNvPr>
          <p:cNvSpPr/>
          <p:nvPr/>
        </p:nvSpPr>
        <p:spPr>
          <a:xfrm>
            <a:off x="10972746" y="3082970"/>
            <a:ext cx="602037" cy="126983"/>
          </a:xfrm>
          <a:prstGeom prst="rect">
            <a:avLst/>
          </a:prstGeom>
          <a:noFill/>
          <a:ln/>
        </p:spPr>
        <p:txBody>
          <a:bodyPr wrap="square" lIns="0" tIns="0" rIns="0" bIns="0" rtlCol="0" anchor="t"/>
          <a:lstStyle/>
          <a:p>
            <a:pPr>
              <a:lnSpc>
                <a:spcPts val="750"/>
              </a:lnSpc>
            </a:pPr>
            <a:r>
              <a:rPr lang="en-US" sz="800" dirty="0">
                <a:solidFill>
                  <a:srgbClr val="000000">
                    <a:alpha val="100000"/>
                  </a:srgbClr>
                </a:solidFill>
                <a:latin typeface="Stapel" panose="020B0504020202020204" pitchFamily="34" charset="-52"/>
                <a:ea typeface="Stapel" pitchFamily="34" charset="-122"/>
                <a:cs typeface="Stapel" pitchFamily="34" charset="-120"/>
              </a:rPr>
              <a:t>total series</a:t>
            </a:r>
            <a:endParaRPr lang="en-US" sz="800" dirty="0"/>
          </a:p>
        </p:txBody>
      </p:sp>
      <p:sp>
        <p:nvSpPr>
          <p:cNvPr id="159" name="Text 111">
            <a:extLst>
              <a:ext uri="{FF2B5EF4-FFF2-40B4-BE49-F238E27FC236}">
                <a16:creationId xmlns:a16="http://schemas.microsoft.com/office/drawing/2014/main" id="{7F6476BE-9560-D28A-F7C0-DC0460141918}"/>
              </a:ext>
            </a:extLst>
          </p:cNvPr>
          <p:cNvSpPr/>
          <p:nvPr/>
        </p:nvSpPr>
        <p:spPr>
          <a:xfrm>
            <a:off x="10833044" y="2851225"/>
            <a:ext cx="469897"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2020</a:t>
            </a:r>
            <a:endParaRPr lang="en-US" sz="800" dirty="0"/>
          </a:p>
        </p:txBody>
      </p:sp>
      <p:sp>
        <p:nvSpPr>
          <p:cNvPr id="160" name="Text 112">
            <a:extLst>
              <a:ext uri="{FF2B5EF4-FFF2-40B4-BE49-F238E27FC236}">
                <a16:creationId xmlns:a16="http://schemas.microsoft.com/office/drawing/2014/main" id="{08AE8503-85BB-D287-7965-32D331682F1B}"/>
              </a:ext>
            </a:extLst>
          </p:cNvPr>
          <p:cNvSpPr/>
          <p:nvPr/>
        </p:nvSpPr>
        <p:spPr>
          <a:xfrm>
            <a:off x="10833044" y="5752798"/>
            <a:ext cx="469897"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2020</a:t>
            </a:r>
            <a:endParaRPr lang="en-US" sz="800" dirty="0"/>
          </a:p>
        </p:txBody>
      </p:sp>
      <p:sp>
        <p:nvSpPr>
          <p:cNvPr id="161" name="Text 113">
            <a:extLst>
              <a:ext uri="{FF2B5EF4-FFF2-40B4-BE49-F238E27FC236}">
                <a16:creationId xmlns:a16="http://schemas.microsoft.com/office/drawing/2014/main" id="{C7689A9E-3470-BCD6-8686-8A322C9FA42D}"/>
              </a:ext>
            </a:extLst>
          </p:cNvPr>
          <p:cNvSpPr/>
          <p:nvPr/>
        </p:nvSpPr>
        <p:spPr>
          <a:xfrm>
            <a:off x="7124663" y="2851225"/>
            <a:ext cx="469897"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2020</a:t>
            </a:r>
            <a:endParaRPr lang="en-US" sz="800" dirty="0"/>
          </a:p>
        </p:txBody>
      </p:sp>
      <p:sp>
        <p:nvSpPr>
          <p:cNvPr id="162" name="Text 114">
            <a:extLst>
              <a:ext uri="{FF2B5EF4-FFF2-40B4-BE49-F238E27FC236}">
                <a16:creationId xmlns:a16="http://schemas.microsoft.com/office/drawing/2014/main" id="{6EFC3CCA-56C0-0FE4-FAB9-2D9F13D5F483}"/>
              </a:ext>
            </a:extLst>
          </p:cNvPr>
          <p:cNvSpPr/>
          <p:nvPr/>
        </p:nvSpPr>
        <p:spPr>
          <a:xfrm>
            <a:off x="10045648" y="2851225"/>
            <a:ext cx="43814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2019</a:t>
            </a:r>
            <a:endParaRPr lang="en-US" sz="800" dirty="0"/>
          </a:p>
        </p:txBody>
      </p:sp>
      <p:sp>
        <p:nvSpPr>
          <p:cNvPr id="163" name="Text 115">
            <a:extLst>
              <a:ext uri="{FF2B5EF4-FFF2-40B4-BE49-F238E27FC236}">
                <a16:creationId xmlns:a16="http://schemas.microsoft.com/office/drawing/2014/main" id="{ED3728AE-0EC6-AF01-A7D3-0B6AE2745ADC}"/>
              </a:ext>
            </a:extLst>
          </p:cNvPr>
          <p:cNvSpPr/>
          <p:nvPr/>
        </p:nvSpPr>
        <p:spPr>
          <a:xfrm>
            <a:off x="10045648" y="5752798"/>
            <a:ext cx="43814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2019</a:t>
            </a:r>
            <a:endParaRPr lang="en-US" sz="800" dirty="0"/>
          </a:p>
        </p:txBody>
      </p:sp>
      <p:sp>
        <p:nvSpPr>
          <p:cNvPr id="164" name="Text 116">
            <a:extLst>
              <a:ext uri="{FF2B5EF4-FFF2-40B4-BE49-F238E27FC236}">
                <a16:creationId xmlns:a16="http://schemas.microsoft.com/office/drawing/2014/main" id="{80CBF885-5E13-5080-033B-5F29E259F28F}"/>
              </a:ext>
            </a:extLst>
          </p:cNvPr>
          <p:cNvSpPr/>
          <p:nvPr/>
        </p:nvSpPr>
        <p:spPr>
          <a:xfrm>
            <a:off x="6337267" y="2851225"/>
            <a:ext cx="43814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9M 2019</a:t>
            </a:r>
            <a:endParaRPr lang="en-US" sz="800" dirty="0"/>
          </a:p>
        </p:txBody>
      </p:sp>
      <p:sp>
        <p:nvSpPr>
          <p:cNvPr id="165" name="Text 117">
            <a:extLst>
              <a:ext uri="{FF2B5EF4-FFF2-40B4-BE49-F238E27FC236}">
                <a16:creationId xmlns:a16="http://schemas.microsoft.com/office/drawing/2014/main" id="{DC75F27A-E8C4-2241-814F-27DCBD346224}"/>
              </a:ext>
            </a:extLst>
          </p:cNvPr>
          <p:cNvSpPr/>
          <p:nvPr/>
        </p:nvSpPr>
        <p:spPr>
          <a:xfrm>
            <a:off x="6826215" y="5600417"/>
            <a:ext cx="29844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2020</a:t>
            </a:r>
            <a:endParaRPr lang="en-US" sz="800" dirty="0"/>
          </a:p>
        </p:txBody>
      </p:sp>
      <p:sp>
        <p:nvSpPr>
          <p:cNvPr id="166" name="Text 118">
            <a:extLst>
              <a:ext uri="{FF2B5EF4-FFF2-40B4-BE49-F238E27FC236}">
                <a16:creationId xmlns:a16="http://schemas.microsoft.com/office/drawing/2014/main" id="{A71B2C9C-68B5-8409-5B8C-86944BB05109}"/>
              </a:ext>
            </a:extLst>
          </p:cNvPr>
          <p:cNvSpPr/>
          <p:nvPr/>
        </p:nvSpPr>
        <p:spPr>
          <a:xfrm>
            <a:off x="9334452" y="2851225"/>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2019</a:t>
            </a:r>
            <a:endParaRPr lang="en-US" sz="800" dirty="0"/>
          </a:p>
        </p:txBody>
      </p:sp>
      <p:sp>
        <p:nvSpPr>
          <p:cNvPr id="167" name="Text 119">
            <a:extLst>
              <a:ext uri="{FF2B5EF4-FFF2-40B4-BE49-F238E27FC236}">
                <a16:creationId xmlns:a16="http://schemas.microsoft.com/office/drawing/2014/main" id="{8D70EA61-1FFD-E507-CCBD-879EA1C5CCBB}"/>
              </a:ext>
            </a:extLst>
          </p:cNvPr>
          <p:cNvSpPr/>
          <p:nvPr/>
        </p:nvSpPr>
        <p:spPr>
          <a:xfrm>
            <a:off x="9334452" y="5752798"/>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2019</a:t>
            </a:r>
            <a:endParaRPr lang="en-US" sz="800" dirty="0"/>
          </a:p>
        </p:txBody>
      </p:sp>
      <p:sp>
        <p:nvSpPr>
          <p:cNvPr id="168" name="Text 120">
            <a:extLst>
              <a:ext uri="{FF2B5EF4-FFF2-40B4-BE49-F238E27FC236}">
                <a16:creationId xmlns:a16="http://schemas.microsoft.com/office/drawing/2014/main" id="{0673D9C3-DB1E-AEA7-691B-B2DD3EBF5083}"/>
              </a:ext>
            </a:extLst>
          </p:cNvPr>
          <p:cNvSpPr/>
          <p:nvPr/>
        </p:nvSpPr>
        <p:spPr>
          <a:xfrm>
            <a:off x="5626071" y="2851225"/>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2019</a:t>
            </a:r>
            <a:endParaRPr lang="en-US" sz="800" dirty="0"/>
          </a:p>
        </p:txBody>
      </p:sp>
      <p:sp>
        <p:nvSpPr>
          <p:cNvPr id="169" name="Text 121">
            <a:extLst>
              <a:ext uri="{FF2B5EF4-FFF2-40B4-BE49-F238E27FC236}">
                <a16:creationId xmlns:a16="http://schemas.microsoft.com/office/drawing/2014/main" id="{6929975A-09F8-511B-6E5B-28F8F7EFE327}"/>
              </a:ext>
            </a:extLst>
          </p:cNvPr>
          <p:cNvSpPr/>
          <p:nvPr/>
        </p:nvSpPr>
        <p:spPr>
          <a:xfrm>
            <a:off x="5048224" y="5600417"/>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2019</a:t>
            </a:r>
            <a:endParaRPr lang="en-US" sz="800" dirty="0"/>
          </a:p>
        </p:txBody>
      </p:sp>
      <p:sp>
        <p:nvSpPr>
          <p:cNvPr id="170" name="Text 122">
            <a:extLst>
              <a:ext uri="{FF2B5EF4-FFF2-40B4-BE49-F238E27FC236}">
                <a16:creationId xmlns:a16="http://schemas.microsoft.com/office/drawing/2014/main" id="{5773B78C-0EA3-2F23-CD04-357D8CA5937A}"/>
              </a:ext>
            </a:extLst>
          </p:cNvPr>
          <p:cNvSpPr/>
          <p:nvPr/>
        </p:nvSpPr>
        <p:spPr>
          <a:xfrm>
            <a:off x="8534356" y="2851225"/>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2018</a:t>
            </a:r>
            <a:endParaRPr lang="en-US" sz="800" dirty="0"/>
          </a:p>
        </p:txBody>
      </p:sp>
      <p:sp>
        <p:nvSpPr>
          <p:cNvPr id="171" name="Text 123">
            <a:extLst>
              <a:ext uri="{FF2B5EF4-FFF2-40B4-BE49-F238E27FC236}">
                <a16:creationId xmlns:a16="http://schemas.microsoft.com/office/drawing/2014/main" id="{6852E084-A516-F9B8-E714-5935B54D67EA}"/>
              </a:ext>
            </a:extLst>
          </p:cNvPr>
          <p:cNvSpPr/>
          <p:nvPr/>
        </p:nvSpPr>
        <p:spPr>
          <a:xfrm>
            <a:off x="8534356" y="5752798"/>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2018</a:t>
            </a:r>
            <a:endParaRPr lang="en-US" sz="800" dirty="0"/>
          </a:p>
        </p:txBody>
      </p:sp>
      <p:sp>
        <p:nvSpPr>
          <p:cNvPr id="172" name="Text 124">
            <a:extLst>
              <a:ext uri="{FF2B5EF4-FFF2-40B4-BE49-F238E27FC236}">
                <a16:creationId xmlns:a16="http://schemas.microsoft.com/office/drawing/2014/main" id="{577F7665-B604-5A90-1360-2C6F4EF8218A}"/>
              </a:ext>
            </a:extLst>
          </p:cNvPr>
          <p:cNvSpPr/>
          <p:nvPr/>
        </p:nvSpPr>
        <p:spPr>
          <a:xfrm>
            <a:off x="4825975" y="2851225"/>
            <a:ext cx="266699"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2018</a:t>
            </a:r>
            <a:endParaRPr lang="en-US" sz="800" dirty="0"/>
          </a:p>
        </p:txBody>
      </p:sp>
      <p:sp>
        <p:nvSpPr>
          <p:cNvPr id="173" name="Text 125">
            <a:extLst>
              <a:ext uri="{FF2B5EF4-FFF2-40B4-BE49-F238E27FC236}">
                <a16:creationId xmlns:a16="http://schemas.microsoft.com/office/drawing/2014/main" id="{D4E61A80-8BC8-FADB-2557-EDE5EC784B76}"/>
              </a:ext>
            </a:extLst>
          </p:cNvPr>
          <p:cNvSpPr/>
          <p:nvPr/>
        </p:nvSpPr>
        <p:spPr>
          <a:xfrm rot="16200000">
            <a:off x="4237620" y="1974742"/>
            <a:ext cx="43179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млн. руб.</a:t>
            </a:r>
            <a:endParaRPr lang="en-US" sz="800" dirty="0"/>
          </a:p>
        </p:txBody>
      </p:sp>
      <p:sp>
        <p:nvSpPr>
          <p:cNvPr id="174" name="Text 126">
            <a:extLst>
              <a:ext uri="{FF2B5EF4-FFF2-40B4-BE49-F238E27FC236}">
                <a16:creationId xmlns:a16="http://schemas.microsoft.com/office/drawing/2014/main" id="{C465C3E0-39B7-2E84-AEE8-9B36C706528F}"/>
              </a:ext>
            </a:extLst>
          </p:cNvPr>
          <p:cNvSpPr/>
          <p:nvPr/>
        </p:nvSpPr>
        <p:spPr>
          <a:xfrm rot="16200000">
            <a:off x="7933301" y="1974742"/>
            <a:ext cx="43179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млн. руб.</a:t>
            </a:r>
            <a:endParaRPr lang="en-US" sz="800" dirty="0"/>
          </a:p>
        </p:txBody>
      </p:sp>
      <p:sp>
        <p:nvSpPr>
          <p:cNvPr id="175" name="Text 127">
            <a:extLst>
              <a:ext uri="{FF2B5EF4-FFF2-40B4-BE49-F238E27FC236}">
                <a16:creationId xmlns:a16="http://schemas.microsoft.com/office/drawing/2014/main" id="{A081ACA9-5731-E0E0-FBD5-C437DDDF0E16}"/>
              </a:ext>
            </a:extLst>
          </p:cNvPr>
          <p:cNvSpPr/>
          <p:nvPr/>
        </p:nvSpPr>
        <p:spPr>
          <a:xfrm rot="16200000">
            <a:off x="7933301" y="4781077"/>
            <a:ext cx="431798" cy="126983"/>
          </a:xfrm>
          <a:prstGeom prst="rect">
            <a:avLst/>
          </a:prstGeom>
          <a:noFill/>
          <a:ln/>
        </p:spPr>
        <p:txBody>
          <a:bodyPr wrap="square" lIns="0" tIns="0" rIns="0" bIns="0" rtlCol="0" anchor="t"/>
          <a:lstStyle/>
          <a:p>
            <a:pPr>
              <a:lnSpc>
                <a:spcPts val="750"/>
              </a:lnSpc>
            </a:pPr>
            <a:r>
              <a:rPr lang="en-US" sz="800" dirty="0">
                <a:solidFill>
                  <a:srgbClr val="000000">
                    <a:alpha val="40000"/>
                  </a:srgbClr>
                </a:solidFill>
                <a:latin typeface="Stapel" panose="020B0504020202020204" pitchFamily="34" charset="-52"/>
                <a:ea typeface="Stapel" pitchFamily="34" charset="-122"/>
                <a:cs typeface="Stapel" pitchFamily="34" charset="-120"/>
              </a:rPr>
              <a:t>млн. руб.</a:t>
            </a:r>
            <a:endParaRPr lang="en-US" sz="800" dirty="0"/>
          </a:p>
        </p:txBody>
      </p:sp>
      <p:pic>
        <p:nvPicPr>
          <p:cNvPr id="176" name="Image 22" descr=" ">
            <a:extLst>
              <a:ext uri="{FF2B5EF4-FFF2-40B4-BE49-F238E27FC236}">
                <a16:creationId xmlns:a16="http://schemas.microsoft.com/office/drawing/2014/main" id="{F8585F47-826B-3F8E-0D2C-A9C5B9E4CA6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245432" y="2775035"/>
            <a:ext cx="3209908" cy="50793"/>
          </a:xfrm>
          <a:prstGeom prst="rect">
            <a:avLst/>
          </a:prstGeom>
        </p:spPr>
      </p:pic>
      <p:pic>
        <p:nvPicPr>
          <p:cNvPr id="177" name="Image 23" descr=" ">
            <a:extLst>
              <a:ext uri="{FF2B5EF4-FFF2-40B4-BE49-F238E27FC236}">
                <a16:creationId xmlns:a16="http://schemas.microsoft.com/office/drawing/2014/main" id="{2D1DCBCA-8739-18A3-E9F5-8D3C7A206A0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245432" y="5676608"/>
            <a:ext cx="3209908" cy="50793"/>
          </a:xfrm>
          <a:prstGeom prst="rect">
            <a:avLst/>
          </a:prstGeom>
        </p:spPr>
      </p:pic>
      <p:pic>
        <p:nvPicPr>
          <p:cNvPr id="178" name="Image 24" descr=" ">
            <a:extLst>
              <a:ext uri="{FF2B5EF4-FFF2-40B4-BE49-F238E27FC236}">
                <a16:creationId xmlns:a16="http://schemas.microsoft.com/office/drawing/2014/main" id="{31050B9D-9179-121B-CF5B-453B92183CC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33876" y="2775035"/>
            <a:ext cx="3209908" cy="50793"/>
          </a:xfrm>
          <a:prstGeom prst="rect">
            <a:avLst/>
          </a:prstGeom>
        </p:spPr>
      </p:pic>
      <p:graphicFrame>
        <p:nvGraphicFramePr>
          <p:cNvPr id="188" name="Диаграмма 187">
            <a:extLst>
              <a:ext uri="{FF2B5EF4-FFF2-40B4-BE49-F238E27FC236}">
                <a16:creationId xmlns:a16="http://schemas.microsoft.com/office/drawing/2014/main" id="{E04250F1-1A03-ECBD-A050-050ACF47C432}"/>
              </a:ext>
            </a:extLst>
          </p:cNvPr>
          <p:cNvGraphicFramePr/>
          <p:nvPr/>
        </p:nvGraphicFramePr>
        <p:xfrm>
          <a:off x="8180986" y="1130600"/>
          <a:ext cx="3335297" cy="172062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9" name="Диаграмма 188">
            <a:extLst>
              <a:ext uri="{FF2B5EF4-FFF2-40B4-BE49-F238E27FC236}">
                <a16:creationId xmlns:a16="http://schemas.microsoft.com/office/drawing/2014/main" id="{AABDE011-D649-8608-6388-A5CDAE05153E}"/>
              </a:ext>
            </a:extLst>
          </p:cNvPr>
          <p:cNvGraphicFramePr/>
          <p:nvPr/>
        </p:nvGraphicFramePr>
        <p:xfrm>
          <a:off x="4472411" y="1247526"/>
          <a:ext cx="3335549" cy="160369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5" name="Диаграмма 214">
            <a:extLst>
              <a:ext uri="{FF2B5EF4-FFF2-40B4-BE49-F238E27FC236}">
                <a16:creationId xmlns:a16="http://schemas.microsoft.com/office/drawing/2014/main" id="{7A630C69-19EB-5419-75DA-38F00EA26955}"/>
              </a:ext>
            </a:extLst>
          </p:cNvPr>
          <p:cNvGraphicFramePr/>
          <p:nvPr/>
        </p:nvGraphicFramePr>
        <p:xfrm>
          <a:off x="8180986" y="3777403"/>
          <a:ext cx="3335298" cy="197539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16" name="Диаграмма 215">
            <a:extLst>
              <a:ext uri="{FF2B5EF4-FFF2-40B4-BE49-F238E27FC236}">
                <a16:creationId xmlns:a16="http://schemas.microsoft.com/office/drawing/2014/main" id="{2A5552C2-507B-7656-AAED-39738C0D281A}"/>
              </a:ext>
            </a:extLst>
          </p:cNvPr>
          <p:cNvGraphicFramePr/>
          <p:nvPr/>
        </p:nvGraphicFramePr>
        <p:xfrm>
          <a:off x="6089619" y="3888680"/>
          <a:ext cx="1851397" cy="16955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17" name="Диаграмма 216">
            <a:extLst>
              <a:ext uri="{FF2B5EF4-FFF2-40B4-BE49-F238E27FC236}">
                <a16:creationId xmlns:a16="http://schemas.microsoft.com/office/drawing/2014/main" id="{7078BC02-DA6C-46EF-B3E4-C892C640DE35}"/>
              </a:ext>
            </a:extLst>
          </p:cNvPr>
          <p:cNvGraphicFramePr/>
          <p:nvPr/>
        </p:nvGraphicFramePr>
        <p:xfrm>
          <a:off x="4238221" y="3888680"/>
          <a:ext cx="1851397" cy="1695529"/>
        </p:xfrm>
        <a:graphic>
          <a:graphicData uri="http://schemas.openxmlformats.org/drawingml/2006/chart">
            <c:chart xmlns:c="http://schemas.openxmlformats.org/drawingml/2006/chart" xmlns:r="http://schemas.openxmlformats.org/officeDocument/2006/relationships" r:id="rId8"/>
          </a:graphicData>
        </a:graphic>
      </p:graphicFrame>
      <p:sp>
        <p:nvSpPr>
          <p:cNvPr id="14" name="Текст 13">
            <a:extLst>
              <a:ext uri="{FF2B5EF4-FFF2-40B4-BE49-F238E27FC236}">
                <a16:creationId xmlns:a16="http://schemas.microsoft.com/office/drawing/2014/main" id="{10FF8DBE-3216-5EB0-5732-554C5D298D57}"/>
              </a:ext>
            </a:extLst>
          </p:cNvPr>
          <p:cNvSpPr>
            <a:spLocks noGrp="1"/>
          </p:cNvSpPr>
          <p:nvPr>
            <p:ph type="body" sz="quarter" idx="32"/>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endParaRPr lang="ru-RU" dirty="0"/>
          </a:p>
        </p:txBody>
      </p:sp>
      <p:sp>
        <p:nvSpPr>
          <p:cNvPr id="2" name="Номер слайда 4">
            <a:extLst>
              <a:ext uri="{FF2B5EF4-FFF2-40B4-BE49-F238E27FC236}">
                <a16:creationId xmlns:a16="http://schemas.microsoft.com/office/drawing/2014/main" id="{EB1C86D5-3B38-EC6C-5503-5ADFD5EA8252}"/>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55</a:t>
            </a:fld>
            <a:endParaRPr lang="ru-RU" dirty="0"/>
          </a:p>
        </p:txBody>
      </p:sp>
      <p:sp>
        <p:nvSpPr>
          <p:cNvPr id="4" name="Заголовок 3">
            <a:extLst>
              <a:ext uri="{FF2B5EF4-FFF2-40B4-BE49-F238E27FC236}">
                <a16:creationId xmlns:a16="http://schemas.microsoft.com/office/drawing/2014/main" id="{56577C07-83BD-F621-B868-E0FD1A8F6F07}"/>
              </a:ext>
            </a:extLst>
          </p:cNvPr>
          <p:cNvSpPr>
            <a:spLocks noGrp="1"/>
          </p:cNvSpPr>
          <p:nvPr>
            <p:ph type="title"/>
          </p:nvPr>
        </p:nvSpPr>
        <p:spPr/>
        <p:txBody>
          <a:bodyPr/>
          <a:lstStyle/>
          <a:p>
            <a:r>
              <a:rPr lang="ru-RU" dirty="0"/>
              <a:t>Графики и диаграммы с текстом</a:t>
            </a:r>
          </a:p>
        </p:txBody>
      </p:sp>
      <p:cxnSp>
        <p:nvCxnSpPr>
          <p:cNvPr id="82" name="Straight Connector 81">
            <a:extLst>
              <a:ext uri="{FF2B5EF4-FFF2-40B4-BE49-F238E27FC236}">
                <a16:creationId xmlns:a16="http://schemas.microsoft.com/office/drawing/2014/main" id="{B2CEDEC8-3A01-1341-B8A1-1F1F2BD3C030}"/>
              </a:ext>
            </a:extLst>
          </p:cNvPr>
          <p:cNvCxnSpPr/>
          <p:nvPr/>
        </p:nvCxnSpPr>
        <p:spPr>
          <a:xfrm>
            <a:off x="9315402" y="6032161"/>
            <a:ext cx="114303" cy="0"/>
          </a:xfrm>
          <a:prstGeom prst="line">
            <a:avLst/>
          </a:prstGeom>
          <a:ln w="19050">
            <a:solidFill>
              <a:srgbClr val="ACC4FE"/>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6B37C33-F38B-654A-AC72-35F37E95CF54}"/>
              </a:ext>
            </a:extLst>
          </p:cNvPr>
          <p:cNvCxnSpPr/>
          <p:nvPr/>
        </p:nvCxnSpPr>
        <p:spPr>
          <a:xfrm>
            <a:off x="9315402" y="6184561"/>
            <a:ext cx="114303" cy="0"/>
          </a:xfrm>
          <a:prstGeom prst="line">
            <a:avLst/>
          </a:prstGeom>
          <a:ln w="19050">
            <a:solidFill>
              <a:srgbClr val="722BC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02843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Номер слайда 6">
            <a:extLst>
              <a:ext uri="{FF2B5EF4-FFF2-40B4-BE49-F238E27FC236}">
                <a16:creationId xmlns:a16="http://schemas.microsoft.com/office/drawing/2014/main" id="{683CB9FD-D6E5-5CD0-8C25-AA5EDA612B8A}"/>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56</a:t>
            </a:fld>
            <a:endParaRPr lang="ru-RU" dirty="0"/>
          </a:p>
        </p:txBody>
      </p:sp>
      <p:grpSp>
        <p:nvGrpSpPr>
          <p:cNvPr id="78" name="Группа 77">
            <a:extLst>
              <a:ext uri="{FF2B5EF4-FFF2-40B4-BE49-F238E27FC236}">
                <a16:creationId xmlns:a16="http://schemas.microsoft.com/office/drawing/2014/main" id="{BA362031-ACCC-6373-276D-AA6203F3AAA1}"/>
              </a:ext>
            </a:extLst>
          </p:cNvPr>
          <p:cNvGrpSpPr/>
          <p:nvPr/>
        </p:nvGrpSpPr>
        <p:grpSpPr>
          <a:xfrm>
            <a:off x="4472493" y="1955992"/>
            <a:ext cx="3475549" cy="3106862"/>
            <a:chOff x="4472493" y="1955992"/>
            <a:chExt cx="3475549" cy="3106862"/>
          </a:xfrm>
        </p:grpSpPr>
        <p:pic>
          <p:nvPicPr>
            <p:cNvPr id="79" name="Image 1" descr=" ">
              <a:extLst>
                <a:ext uri="{FF2B5EF4-FFF2-40B4-BE49-F238E27FC236}">
                  <a16:creationId xmlns:a16="http://schemas.microsoft.com/office/drawing/2014/main" id="{39153272-5120-9F54-69C2-EFB08A6AB88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03918" y="2095674"/>
              <a:ext cx="12700" cy="2793636"/>
            </a:xfrm>
            <a:prstGeom prst="rect">
              <a:avLst/>
            </a:prstGeom>
          </p:spPr>
        </p:pic>
        <p:pic>
          <p:nvPicPr>
            <p:cNvPr id="80" name="Image 2" descr=" ">
              <a:extLst>
                <a:ext uri="{FF2B5EF4-FFF2-40B4-BE49-F238E27FC236}">
                  <a16:creationId xmlns:a16="http://schemas.microsoft.com/office/drawing/2014/main" id="{616C04B3-E04B-A80A-57E9-886A2847593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13275" y="3486143"/>
              <a:ext cx="2793985" cy="12698"/>
            </a:xfrm>
            <a:prstGeom prst="rect">
              <a:avLst/>
            </a:prstGeom>
          </p:spPr>
        </p:pic>
        <p:sp>
          <p:nvSpPr>
            <p:cNvPr id="81" name="Shape 10">
              <a:extLst>
                <a:ext uri="{FF2B5EF4-FFF2-40B4-BE49-F238E27FC236}">
                  <a16:creationId xmlns:a16="http://schemas.microsoft.com/office/drawing/2014/main" id="{968B02EC-B0B3-C767-9D3F-0C9CE82B0B3E}"/>
                </a:ext>
              </a:extLst>
            </p:cNvPr>
            <p:cNvSpPr/>
            <p:nvPr/>
          </p:nvSpPr>
          <p:spPr>
            <a:xfrm>
              <a:off x="6681308" y="2596043"/>
              <a:ext cx="408771" cy="408771"/>
            </a:xfrm>
            <a:prstGeom prst="ellipse">
              <a:avLst/>
            </a:prstGeom>
            <a:solidFill>
              <a:srgbClr val="FFA4A3">
                <a:alpha val="40000"/>
              </a:srgbClr>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2" name="Shape 11">
              <a:extLst>
                <a:ext uri="{FF2B5EF4-FFF2-40B4-BE49-F238E27FC236}">
                  <a16:creationId xmlns:a16="http://schemas.microsoft.com/office/drawing/2014/main" id="{F41C99B9-87DF-2CE4-5F89-6A69D513E6B7}"/>
                </a:ext>
              </a:extLst>
            </p:cNvPr>
            <p:cNvSpPr/>
            <p:nvPr/>
          </p:nvSpPr>
          <p:spPr>
            <a:xfrm>
              <a:off x="5168873" y="2521068"/>
              <a:ext cx="558797" cy="558727"/>
            </a:xfrm>
            <a:prstGeom prst="ellipse">
              <a:avLst/>
            </a:prstGeom>
            <a:solidFill>
              <a:srgbClr val="FFA4A3">
                <a:alpha val="100000"/>
              </a:srgbClr>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3" name="Shape 12">
              <a:extLst>
                <a:ext uri="{FF2B5EF4-FFF2-40B4-BE49-F238E27FC236}">
                  <a16:creationId xmlns:a16="http://schemas.microsoft.com/office/drawing/2014/main" id="{8B8E69D5-01B2-8172-249D-E0973C13BAB3}"/>
                </a:ext>
              </a:extLst>
            </p:cNvPr>
            <p:cNvSpPr/>
            <p:nvPr/>
          </p:nvSpPr>
          <p:spPr>
            <a:xfrm>
              <a:off x="5168873" y="3899429"/>
              <a:ext cx="558797" cy="558727"/>
            </a:xfrm>
            <a:prstGeom prst="ellipse">
              <a:avLst/>
            </a:prstGeom>
            <a:solidFill>
              <a:srgbClr val="EF80BB">
                <a:alpha val="100000"/>
              </a:srgbClr>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4" name="Shape 13">
              <a:extLst>
                <a:ext uri="{FF2B5EF4-FFF2-40B4-BE49-F238E27FC236}">
                  <a16:creationId xmlns:a16="http://schemas.microsoft.com/office/drawing/2014/main" id="{A6C28580-2105-EBC5-DD31-F9322F15E674}"/>
                </a:ext>
              </a:extLst>
            </p:cNvPr>
            <p:cNvSpPr/>
            <p:nvPr/>
          </p:nvSpPr>
          <p:spPr>
            <a:xfrm>
              <a:off x="6515066" y="3810540"/>
              <a:ext cx="736596" cy="736504"/>
            </a:xfrm>
            <a:prstGeom prst="ellipse">
              <a:avLst/>
            </a:prstGeom>
            <a:solidFill>
              <a:srgbClr val="EF80BB">
                <a:alpha val="40000"/>
              </a:srgbClr>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5" name="Text 14">
              <a:extLst>
                <a:ext uri="{FF2B5EF4-FFF2-40B4-BE49-F238E27FC236}">
                  <a16:creationId xmlns:a16="http://schemas.microsoft.com/office/drawing/2014/main" id="{825D5C25-E6DD-B8F5-CA2D-58EF388FFF67}"/>
                </a:ext>
              </a:extLst>
            </p:cNvPr>
            <p:cNvSpPr/>
            <p:nvPr/>
          </p:nvSpPr>
          <p:spPr>
            <a:xfrm>
              <a:off x="6059985" y="1955992"/>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6" name="Text 19">
              <a:extLst>
                <a:ext uri="{FF2B5EF4-FFF2-40B4-BE49-F238E27FC236}">
                  <a16:creationId xmlns:a16="http://schemas.microsoft.com/office/drawing/2014/main" id="{8DFAD57F-64C4-92F0-765F-00D77E3E2929}"/>
                </a:ext>
              </a:extLst>
            </p:cNvPr>
            <p:cNvSpPr/>
            <p:nvPr/>
          </p:nvSpPr>
          <p:spPr>
            <a:xfrm>
              <a:off x="4472493" y="3435349"/>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7" name="Text 20">
              <a:extLst>
                <a:ext uri="{FF2B5EF4-FFF2-40B4-BE49-F238E27FC236}">
                  <a16:creationId xmlns:a16="http://schemas.microsoft.com/office/drawing/2014/main" id="{680B5026-7C30-401B-EC98-8126696E5B0C}"/>
                </a:ext>
              </a:extLst>
            </p:cNvPr>
            <p:cNvSpPr/>
            <p:nvPr/>
          </p:nvSpPr>
          <p:spPr>
            <a:xfrm>
              <a:off x="7641127" y="3435349"/>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8" name="Text 21">
              <a:extLst>
                <a:ext uri="{FF2B5EF4-FFF2-40B4-BE49-F238E27FC236}">
                  <a16:creationId xmlns:a16="http://schemas.microsoft.com/office/drawing/2014/main" id="{3F7B304D-6893-63A0-6B76-0C9ACC2B1C5C}"/>
                </a:ext>
              </a:extLst>
            </p:cNvPr>
            <p:cNvSpPr/>
            <p:nvPr/>
          </p:nvSpPr>
          <p:spPr>
            <a:xfrm>
              <a:off x="6059985" y="4940103"/>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grpSp>
      <p:graphicFrame>
        <p:nvGraphicFramePr>
          <p:cNvPr id="89" name="Схема 88">
            <a:extLst>
              <a:ext uri="{FF2B5EF4-FFF2-40B4-BE49-F238E27FC236}">
                <a16:creationId xmlns:a16="http://schemas.microsoft.com/office/drawing/2014/main" id="{E185AEFA-185B-4072-524A-72C44662E0D0}"/>
              </a:ext>
            </a:extLst>
          </p:cNvPr>
          <p:cNvGraphicFramePr/>
          <p:nvPr>
            <p:extLst>
              <p:ext uri="{D42A27DB-BD31-4B8C-83A1-F6EECF244321}">
                <p14:modId xmlns:p14="http://schemas.microsoft.com/office/powerpoint/2010/main" val="2940690263"/>
              </p:ext>
            </p:extLst>
          </p:nvPr>
        </p:nvGraphicFramePr>
        <p:xfrm>
          <a:off x="8902660" y="2406782"/>
          <a:ext cx="2793978" cy="2628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90" name="Схема 89">
            <a:extLst>
              <a:ext uri="{FF2B5EF4-FFF2-40B4-BE49-F238E27FC236}">
                <a16:creationId xmlns:a16="http://schemas.microsoft.com/office/drawing/2014/main" id="{A5A57B0F-3B64-149D-A277-B5451DA7A005}"/>
              </a:ext>
            </a:extLst>
          </p:cNvPr>
          <p:cNvGraphicFramePr/>
          <p:nvPr>
            <p:extLst>
              <p:ext uri="{D42A27DB-BD31-4B8C-83A1-F6EECF244321}">
                <p14:modId xmlns:p14="http://schemas.microsoft.com/office/powerpoint/2010/main" val="220980596"/>
              </p:ext>
            </p:extLst>
          </p:nvPr>
        </p:nvGraphicFramePr>
        <p:xfrm>
          <a:off x="134833" y="2000436"/>
          <a:ext cx="4171918" cy="2984111"/>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3" name="Заголовок 2">
            <a:extLst>
              <a:ext uri="{FF2B5EF4-FFF2-40B4-BE49-F238E27FC236}">
                <a16:creationId xmlns:a16="http://schemas.microsoft.com/office/drawing/2014/main" id="{EBA8C25B-F8B8-FF9B-7DD9-22C75E0DD1B9}"/>
              </a:ext>
            </a:extLst>
          </p:cNvPr>
          <p:cNvSpPr>
            <a:spLocks noGrp="1"/>
          </p:cNvSpPr>
          <p:nvPr>
            <p:ph type="title"/>
          </p:nvPr>
        </p:nvSpPr>
        <p:spPr/>
        <p:txBody>
          <a:bodyPr/>
          <a:lstStyle/>
          <a:p>
            <a:r>
              <a:rPr lang="ru-RU" dirty="0"/>
              <a:t>Графики</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Номер слайда 6">
            <a:extLst>
              <a:ext uri="{FF2B5EF4-FFF2-40B4-BE49-F238E27FC236}">
                <a16:creationId xmlns:a16="http://schemas.microsoft.com/office/drawing/2014/main" id="{683CB9FD-D6E5-5CD0-8C25-AA5EDA612B8A}"/>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57</a:t>
            </a:fld>
            <a:endParaRPr lang="ru-RU" dirty="0"/>
          </a:p>
        </p:txBody>
      </p:sp>
      <p:grpSp>
        <p:nvGrpSpPr>
          <p:cNvPr id="78" name="Группа 77">
            <a:extLst>
              <a:ext uri="{FF2B5EF4-FFF2-40B4-BE49-F238E27FC236}">
                <a16:creationId xmlns:a16="http://schemas.microsoft.com/office/drawing/2014/main" id="{BA362031-ACCC-6373-276D-AA6203F3AAA1}"/>
              </a:ext>
            </a:extLst>
          </p:cNvPr>
          <p:cNvGrpSpPr/>
          <p:nvPr/>
        </p:nvGrpSpPr>
        <p:grpSpPr>
          <a:xfrm>
            <a:off x="4472493" y="1955992"/>
            <a:ext cx="3475549" cy="3106862"/>
            <a:chOff x="4472493" y="1955992"/>
            <a:chExt cx="3475549" cy="3106862"/>
          </a:xfrm>
        </p:grpSpPr>
        <p:pic>
          <p:nvPicPr>
            <p:cNvPr id="79" name="Image 1" descr=" ">
              <a:extLst>
                <a:ext uri="{FF2B5EF4-FFF2-40B4-BE49-F238E27FC236}">
                  <a16:creationId xmlns:a16="http://schemas.microsoft.com/office/drawing/2014/main" id="{39153272-5120-9F54-69C2-EFB08A6AB88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03918" y="2095674"/>
              <a:ext cx="12700" cy="2793636"/>
            </a:xfrm>
            <a:prstGeom prst="rect">
              <a:avLst/>
            </a:prstGeom>
          </p:spPr>
        </p:pic>
        <p:pic>
          <p:nvPicPr>
            <p:cNvPr id="80" name="Image 2" descr=" ">
              <a:extLst>
                <a:ext uri="{FF2B5EF4-FFF2-40B4-BE49-F238E27FC236}">
                  <a16:creationId xmlns:a16="http://schemas.microsoft.com/office/drawing/2014/main" id="{616C04B3-E04B-A80A-57E9-886A2847593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13275" y="3486143"/>
              <a:ext cx="2793985" cy="12698"/>
            </a:xfrm>
            <a:prstGeom prst="rect">
              <a:avLst/>
            </a:prstGeom>
          </p:spPr>
        </p:pic>
        <p:sp>
          <p:nvSpPr>
            <p:cNvPr id="81" name="Shape 10">
              <a:extLst>
                <a:ext uri="{FF2B5EF4-FFF2-40B4-BE49-F238E27FC236}">
                  <a16:creationId xmlns:a16="http://schemas.microsoft.com/office/drawing/2014/main" id="{968B02EC-B0B3-C767-9D3F-0C9CE82B0B3E}"/>
                </a:ext>
              </a:extLst>
            </p:cNvPr>
            <p:cNvSpPr/>
            <p:nvPr/>
          </p:nvSpPr>
          <p:spPr>
            <a:xfrm>
              <a:off x="6681308" y="2596043"/>
              <a:ext cx="408771" cy="408771"/>
            </a:xfrm>
            <a:prstGeom prst="ellipse">
              <a:avLst/>
            </a:prstGeom>
            <a:solidFill>
              <a:srgbClr val="FFA4A3">
                <a:alpha val="40000"/>
              </a:srgbClr>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2" name="Shape 11">
              <a:extLst>
                <a:ext uri="{FF2B5EF4-FFF2-40B4-BE49-F238E27FC236}">
                  <a16:creationId xmlns:a16="http://schemas.microsoft.com/office/drawing/2014/main" id="{F41C99B9-87DF-2CE4-5F89-6A69D513E6B7}"/>
                </a:ext>
              </a:extLst>
            </p:cNvPr>
            <p:cNvSpPr/>
            <p:nvPr/>
          </p:nvSpPr>
          <p:spPr>
            <a:xfrm>
              <a:off x="5168873" y="2521068"/>
              <a:ext cx="558797" cy="558727"/>
            </a:xfrm>
            <a:prstGeom prst="ellipse">
              <a:avLst/>
            </a:prstGeom>
            <a:solidFill>
              <a:srgbClr val="F9CCE4"/>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3" name="Shape 12">
              <a:extLst>
                <a:ext uri="{FF2B5EF4-FFF2-40B4-BE49-F238E27FC236}">
                  <a16:creationId xmlns:a16="http://schemas.microsoft.com/office/drawing/2014/main" id="{8B8E69D5-01B2-8172-249D-E0973C13BAB3}"/>
                </a:ext>
              </a:extLst>
            </p:cNvPr>
            <p:cNvSpPr/>
            <p:nvPr/>
          </p:nvSpPr>
          <p:spPr>
            <a:xfrm>
              <a:off x="5168873" y="3899429"/>
              <a:ext cx="558797" cy="558727"/>
            </a:xfrm>
            <a:prstGeom prst="ellipse">
              <a:avLst/>
            </a:prstGeom>
            <a:solidFill>
              <a:srgbClr val="FFA4A3"/>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4" name="Shape 13">
              <a:extLst>
                <a:ext uri="{FF2B5EF4-FFF2-40B4-BE49-F238E27FC236}">
                  <a16:creationId xmlns:a16="http://schemas.microsoft.com/office/drawing/2014/main" id="{A6C28580-2105-EBC5-DD31-F9322F15E674}"/>
                </a:ext>
              </a:extLst>
            </p:cNvPr>
            <p:cNvSpPr/>
            <p:nvPr/>
          </p:nvSpPr>
          <p:spPr>
            <a:xfrm>
              <a:off x="6515066" y="3810540"/>
              <a:ext cx="736596" cy="736504"/>
            </a:xfrm>
            <a:prstGeom prst="ellipse">
              <a:avLst/>
            </a:prstGeom>
            <a:solidFill>
              <a:srgbClr val="ECB5E5"/>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5" name="Text 14">
              <a:extLst>
                <a:ext uri="{FF2B5EF4-FFF2-40B4-BE49-F238E27FC236}">
                  <a16:creationId xmlns:a16="http://schemas.microsoft.com/office/drawing/2014/main" id="{825D5C25-E6DD-B8F5-CA2D-58EF388FFF67}"/>
                </a:ext>
              </a:extLst>
            </p:cNvPr>
            <p:cNvSpPr/>
            <p:nvPr/>
          </p:nvSpPr>
          <p:spPr>
            <a:xfrm>
              <a:off x="6059985" y="1955992"/>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6" name="Text 19">
              <a:extLst>
                <a:ext uri="{FF2B5EF4-FFF2-40B4-BE49-F238E27FC236}">
                  <a16:creationId xmlns:a16="http://schemas.microsoft.com/office/drawing/2014/main" id="{8DFAD57F-64C4-92F0-765F-00D77E3E2929}"/>
                </a:ext>
              </a:extLst>
            </p:cNvPr>
            <p:cNvSpPr/>
            <p:nvPr/>
          </p:nvSpPr>
          <p:spPr>
            <a:xfrm>
              <a:off x="4472493" y="3435349"/>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7" name="Text 20">
              <a:extLst>
                <a:ext uri="{FF2B5EF4-FFF2-40B4-BE49-F238E27FC236}">
                  <a16:creationId xmlns:a16="http://schemas.microsoft.com/office/drawing/2014/main" id="{680B5026-7C30-401B-EC98-8126696E5B0C}"/>
                </a:ext>
              </a:extLst>
            </p:cNvPr>
            <p:cNvSpPr/>
            <p:nvPr/>
          </p:nvSpPr>
          <p:spPr>
            <a:xfrm>
              <a:off x="7641127" y="3435349"/>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8" name="Text 21">
              <a:extLst>
                <a:ext uri="{FF2B5EF4-FFF2-40B4-BE49-F238E27FC236}">
                  <a16:creationId xmlns:a16="http://schemas.microsoft.com/office/drawing/2014/main" id="{3F7B304D-6893-63A0-6B76-0C9ACC2B1C5C}"/>
                </a:ext>
              </a:extLst>
            </p:cNvPr>
            <p:cNvSpPr/>
            <p:nvPr/>
          </p:nvSpPr>
          <p:spPr>
            <a:xfrm>
              <a:off x="6059985" y="4940103"/>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grpSp>
      <p:graphicFrame>
        <p:nvGraphicFramePr>
          <p:cNvPr id="89" name="Схема 88">
            <a:extLst>
              <a:ext uri="{FF2B5EF4-FFF2-40B4-BE49-F238E27FC236}">
                <a16:creationId xmlns:a16="http://schemas.microsoft.com/office/drawing/2014/main" id="{E185AEFA-185B-4072-524A-72C44662E0D0}"/>
              </a:ext>
            </a:extLst>
          </p:cNvPr>
          <p:cNvGraphicFramePr/>
          <p:nvPr/>
        </p:nvGraphicFramePr>
        <p:xfrm>
          <a:off x="8902660" y="2406782"/>
          <a:ext cx="2793978" cy="2628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90" name="Схема 89">
            <a:extLst>
              <a:ext uri="{FF2B5EF4-FFF2-40B4-BE49-F238E27FC236}">
                <a16:creationId xmlns:a16="http://schemas.microsoft.com/office/drawing/2014/main" id="{A5A57B0F-3B64-149D-A277-B5451DA7A005}"/>
              </a:ext>
            </a:extLst>
          </p:cNvPr>
          <p:cNvGraphicFramePr/>
          <p:nvPr/>
        </p:nvGraphicFramePr>
        <p:xfrm>
          <a:off x="134833" y="2000436"/>
          <a:ext cx="4171918" cy="2984111"/>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3" name="Заголовок 2">
            <a:extLst>
              <a:ext uri="{FF2B5EF4-FFF2-40B4-BE49-F238E27FC236}">
                <a16:creationId xmlns:a16="http://schemas.microsoft.com/office/drawing/2014/main" id="{EBA8C25B-F8B8-FF9B-7DD9-22C75E0DD1B9}"/>
              </a:ext>
            </a:extLst>
          </p:cNvPr>
          <p:cNvSpPr>
            <a:spLocks noGrp="1"/>
          </p:cNvSpPr>
          <p:nvPr>
            <p:ph type="title"/>
          </p:nvPr>
        </p:nvSpPr>
        <p:spPr/>
        <p:txBody>
          <a:bodyPr/>
          <a:lstStyle/>
          <a:p>
            <a:r>
              <a:rPr lang="ru-RU" dirty="0"/>
              <a:t>Графики</a:t>
            </a:r>
          </a:p>
        </p:txBody>
      </p:sp>
    </p:spTree>
    <p:extLst>
      <p:ext uri="{BB962C8B-B14F-4D97-AF65-F5344CB8AC3E}">
        <p14:creationId xmlns:p14="http://schemas.microsoft.com/office/powerpoint/2010/main" val="7401659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Номер слайда 6">
            <a:extLst>
              <a:ext uri="{FF2B5EF4-FFF2-40B4-BE49-F238E27FC236}">
                <a16:creationId xmlns:a16="http://schemas.microsoft.com/office/drawing/2014/main" id="{683CB9FD-D6E5-5CD0-8C25-AA5EDA612B8A}"/>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58</a:t>
            </a:fld>
            <a:endParaRPr lang="ru-RU" dirty="0"/>
          </a:p>
        </p:txBody>
      </p:sp>
      <p:grpSp>
        <p:nvGrpSpPr>
          <p:cNvPr id="78" name="Группа 77">
            <a:extLst>
              <a:ext uri="{FF2B5EF4-FFF2-40B4-BE49-F238E27FC236}">
                <a16:creationId xmlns:a16="http://schemas.microsoft.com/office/drawing/2014/main" id="{BA362031-ACCC-6373-276D-AA6203F3AAA1}"/>
              </a:ext>
            </a:extLst>
          </p:cNvPr>
          <p:cNvGrpSpPr/>
          <p:nvPr/>
        </p:nvGrpSpPr>
        <p:grpSpPr>
          <a:xfrm>
            <a:off x="4472493" y="1955992"/>
            <a:ext cx="3475549" cy="3106862"/>
            <a:chOff x="4472493" y="1955992"/>
            <a:chExt cx="3475549" cy="3106862"/>
          </a:xfrm>
        </p:grpSpPr>
        <p:pic>
          <p:nvPicPr>
            <p:cNvPr id="79" name="Image 1" descr=" ">
              <a:extLst>
                <a:ext uri="{FF2B5EF4-FFF2-40B4-BE49-F238E27FC236}">
                  <a16:creationId xmlns:a16="http://schemas.microsoft.com/office/drawing/2014/main" id="{39153272-5120-9F54-69C2-EFB08A6AB88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03918" y="2095674"/>
              <a:ext cx="12700" cy="2793636"/>
            </a:xfrm>
            <a:prstGeom prst="rect">
              <a:avLst/>
            </a:prstGeom>
          </p:spPr>
        </p:pic>
        <p:pic>
          <p:nvPicPr>
            <p:cNvPr id="80" name="Image 2" descr=" ">
              <a:extLst>
                <a:ext uri="{FF2B5EF4-FFF2-40B4-BE49-F238E27FC236}">
                  <a16:creationId xmlns:a16="http://schemas.microsoft.com/office/drawing/2014/main" id="{616C04B3-E04B-A80A-57E9-886A2847593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13275" y="3486143"/>
              <a:ext cx="2793985" cy="12698"/>
            </a:xfrm>
            <a:prstGeom prst="rect">
              <a:avLst/>
            </a:prstGeom>
          </p:spPr>
        </p:pic>
        <p:sp>
          <p:nvSpPr>
            <p:cNvPr id="81" name="Shape 10">
              <a:extLst>
                <a:ext uri="{FF2B5EF4-FFF2-40B4-BE49-F238E27FC236}">
                  <a16:creationId xmlns:a16="http://schemas.microsoft.com/office/drawing/2014/main" id="{968B02EC-B0B3-C767-9D3F-0C9CE82B0B3E}"/>
                </a:ext>
              </a:extLst>
            </p:cNvPr>
            <p:cNvSpPr/>
            <p:nvPr/>
          </p:nvSpPr>
          <p:spPr>
            <a:xfrm>
              <a:off x="6681308" y="2596043"/>
              <a:ext cx="408771" cy="408771"/>
            </a:xfrm>
            <a:prstGeom prst="ellipse">
              <a:avLst/>
            </a:prstGeom>
            <a:solidFill>
              <a:srgbClr val="FFDDDC"/>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2" name="Shape 11">
              <a:extLst>
                <a:ext uri="{FF2B5EF4-FFF2-40B4-BE49-F238E27FC236}">
                  <a16:creationId xmlns:a16="http://schemas.microsoft.com/office/drawing/2014/main" id="{F41C99B9-87DF-2CE4-5F89-6A69D513E6B7}"/>
                </a:ext>
              </a:extLst>
            </p:cNvPr>
            <p:cNvSpPr/>
            <p:nvPr/>
          </p:nvSpPr>
          <p:spPr>
            <a:xfrm>
              <a:off x="5168873" y="2521068"/>
              <a:ext cx="558797" cy="558727"/>
            </a:xfrm>
            <a:prstGeom prst="ellipse">
              <a:avLst/>
            </a:prstGeom>
            <a:solidFill>
              <a:srgbClr val="ACC4FE"/>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3" name="Shape 12">
              <a:extLst>
                <a:ext uri="{FF2B5EF4-FFF2-40B4-BE49-F238E27FC236}">
                  <a16:creationId xmlns:a16="http://schemas.microsoft.com/office/drawing/2014/main" id="{8B8E69D5-01B2-8172-249D-E0973C13BAB3}"/>
                </a:ext>
              </a:extLst>
            </p:cNvPr>
            <p:cNvSpPr/>
            <p:nvPr/>
          </p:nvSpPr>
          <p:spPr>
            <a:xfrm>
              <a:off x="5168873" y="3899429"/>
              <a:ext cx="558797" cy="558727"/>
            </a:xfrm>
            <a:prstGeom prst="ellipse">
              <a:avLst/>
            </a:prstGeom>
            <a:solidFill>
              <a:srgbClr val="EF80BB"/>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4" name="Shape 13">
              <a:extLst>
                <a:ext uri="{FF2B5EF4-FFF2-40B4-BE49-F238E27FC236}">
                  <a16:creationId xmlns:a16="http://schemas.microsoft.com/office/drawing/2014/main" id="{A6C28580-2105-EBC5-DD31-F9322F15E674}"/>
                </a:ext>
              </a:extLst>
            </p:cNvPr>
            <p:cNvSpPr/>
            <p:nvPr/>
          </p:nvSpPr>
          <p:spPr>
            <a:xfrm>
              <a:off x="6515066" y="3810540"/>
              <a:ext cx="736596" cy="736504"/>
            </a:xfrm>
            <a:prstGeom prst="ellipse">
              <a:avLst/>
            </a:prstGeom>
            <a:solidFill>
              <a:srgbClr val="FFA4A3"/>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5" name="Text 14">
              <a:extLst>
                <a:ext uri="{FF2B5EF4-FFF2-40B4-BE49-F238E27FC236}">
                  <a16:creationId xmlns:a16="http://schemas.microsoft.com/office/drawing/2014/main" id="{825D5C25-E6DD-B8F5-CA2D-58EF388FFF67}"/>
                </a:ext>
              </a:extLst>
            </p:cNvPr>
            <p:cNvSpPr/>
            <p:nvPr/>
          </p:nvSpPr>
          <p:spPr>
            <a:xfrm>
              <a:off x="6059985" y="1955992"/>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6" name="Text 19">
              <a:extLst>
                <a:ext uri="{FF2B5EF4-FFF2-40B4-BE49-F238E27FC236}">
                  <a16:creationId xmlns:a16="http://schemas.microsoft.com/office/drawing/2014/main" id="{8DFAD57F-64C4-92F0-765F-00D77E3E2929}"/>
                </a:ext>
              </a:extLst>
            </p:cNvPr>
            <p:cNvSpPr/>
            <p:nvPr/>
          </p:nvSpPr>
          <p:spPr>
            <a:xfrm>
              <a:off x="4472493" y="3435349"/>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7" name="Text 20">
              <a:extLst>
                <a:ext uri="{FF2B5EF4-FFF2-40B4-BE49-F238E27FC236}">
                  <a16:creationId xmlns:a16="http://schemas.microsoft.com/office/drawing/2014/main" id="{680B5026-7C30-401B-EC98-8126696E5B0C}"/>
                </a:ext>
              </a:extLst>
            </p:cNvPr>
            <p:cNvSpPr/>
            <p:nvPr/>
          </p:nvSpPr>
          <p:spPr>
            <a:xfrm>
              <a:off x="7641127" y="3435349"/>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8" name="Text 21">
              <a:extLst>
                <a:ext uri="{FF2B5EF4-FFF2-40B4-BE49-F238E27FC236}">
                  <a16:creationId xmlns:a16="http://schemas.microsoft.com/office/drawing/2014/main" id="{3F7B304D-6893-63A0-6B76-0C9ACC2B1C5C}"/>
                </a:ext>
              </a:extLst>
            </p:cNvPr>
            <p:cNvSpPr/>
            <p:nvPr/>
          </p:nvSpPr>
          <p:spPr>
            <a:xfrm>
              <a:off x="6059985" y="4940103"/>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grpSp>
      <p:graphicFrame>
        <p:nvGraphicFramePr>
          <p:cNvPr id="89" name="Схема 88">
            <a:extLst>
              <a:ext uri="{FF2B5EF4-FFF2-40B4-BE49-F238E27FC236}">
                <a16:creationId xmlns:a16="http://schemas.microsoft.com/office/drawing/2014/main" id="{E185AEFA-185B-4072-524A-72C44662E0D0}"/>
              </a:ext>
            </a:extLst>
          </p:cNvPr>
          <p:cNvGraphicFramePr/>
          <p:nvPr/>
        </p:nvGraphicFramePr>
        <p:xfrm>
          <a:off x="8902660" y="2406782"/>
          <a:ext cx="2793978" cy="2628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90" name="Схема 89">
            <a:extLst>
              <a:ext uri="{FF2B5EF4-FFF2-40B4-BE49-F238E27FC236}">
                <a16:creationId xmlns:a16="http://schemas.microsoft.com/office/drawing/2014/main" id="{A5A57B0F-3B64-149D-A277-B5451DA7A005}"/>
              </a:ext>
            </a:extLst>
          </p:cNvPr>
          <p:cNvGraphicFramePr/>
          <p:nvPr/>
        </p:nvGraphicFramePr>
        <p:xfrm>
          <a:off x="134833" y="2000436"/>
          <a:ext cx="4171918" cy="2984111"/>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3" name="Заголовок 2">
            <a:extLst>
              <a:ext uri="{FF2B5EF4-FFF2-40B4-BE49-F238E27FC236}">
                <a16:creationId xmlns:a16="http://schemas.microsoft.com/office/drawing/2014/main" id="{EBA8C25B-F8B8-FF9B-7DD9-22C75E0DD1B9}"/>
              </a:ext>
            </a:extLst>
          </p:cNvPr>
          <p:cNvSpPr>
            <a:spLocks noGrp="1"/>
          </p:cNvSpPr>
          <p:nvPr>
            <p:ph type="title"/>
          </p:nvPr>
        </p:nvSpPr>
        <p:spPr/>
        <p:txBody>
          <a:bodyPr/>
          <a:lstStyle/>
          <a:p>
            <a:r>
              <a:rPr lang="ru-RU" dirty="0"/>
              <a:t>Графики</a:t>
            </a:r>
          </a:p>
        </p:txBody>
      </p:sp>
    </p:spTree>
    <p:extLst>
      <p:ext uri="{BB962C8B-B14F-4D97-AF65-F5344CB8AC3E}">
        <p14:creationId xmlns:p14="http://schemas.microsoft.com/office/powerpoint/2010/main" val="25855568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Номер слайда 6">
            <a:extLst>
              <a:ext uri="{FF2B5EF4-FFF2-40B4-BE49-F238E27FC236}">
                <a16:creationId xmlns:a16="http://schemas.microsoft.com/office/drawing/2014/main" id="{683CB9FD-D6E5-5CD0-8C25-AA5EDA612B8A}"/>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59</a:t>
            </a:fld>
            <a:endParaRPr lang="ru-RU" dirty="0"/>
          </a:p>
        </p:txBody>
      </p:sp>
      <p:grpSp>
        <p:nvGrpSpPr>
          <p:cNvPr id="78" name="Группа 77">
            <a:extLst>
              <a:ext uri="{FF2B5EF4-FFF2-40B4-BE49-F238E27FC236}">
                <a16:creationId xmlns:a16="http://schemas.microsoft.com/office/drawing/2014/main" id="{BA362031-ACCC-6373-276D-AA6203F3AAA1}"/>
              </a:ext>
            </a:extLst>
          </p:cNvPr>
          <p:cNvGrpSpPr/>
          <p:nvPr/>
        </p:nvGrpSpPr>
        <p:grpSpPr>
          <a:xfrm>
            <a:off x="4472493" y="1955992"/>
            <a:ext cx="3475549" cy="3106862"/>
            <a:chOff x="4472493" y="1955992"/>
            <a:chExt cx="3475549" cy="3106862"/>
          </a:xfrm>
        </p:grpSpPr>
        <p:pic>
          <p:nvPicPr>
            <p:cNvPr id="79" name="Image 1" descr=" ">
              <a:extLst>
                <a:ext uri="{FF2B5EF4-FFF2-40B4-BE49-F238E27FC236}">
                  <a16:creationId xmlns:a16="http://schemas.microsoft.com/office/drawing/2014/main" id="{39153272-5120-9F54-69C2-EFB08A6AB88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03918" y="2095674"/>
              <a:ext cx="12700" cy="2793636"/>
            </a:xfrm>
            <a:prstGeom prst="rect">
              <a:avLst/>
            </a:prstGeom>
          </p:spPr>
        </p:pic>
        <p:pic>
          <p:nvPicPr>
            <p:cNvPr id="80" name="Image 2" descr=" ">
              <a:extLst>
                <a:ext uri="{FF2B5EF4-FFF2-40B4-BE49-F238E27FC236}">
                  <a16:creationId xmlns:a16="http://schemas.microsoft.com/office/drawing/2014/main" id="{616C04B3-E04B-A80A-57E9-886A2847593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13275" y="3486143"/>
              <a:ext cx="2793985" cy="12698"/>
            </a:xfrm>
            <a:prstGeom prst="rect">
              <a:avLst/>
            </a:prstGeom>
          </p:spPr>
        </p:pic>
        <p:sp>
          <p:nvSpPr>
            <p:cNvPr id="81" name="Shape 10">
              <a:extLst>
                <a:ext uri="{FF2B5EF4-FFF2-40B4-BE49-F238E27FC236}">
                  <a16:creationId xmlns:a16="http://schemas.microsoft.com/office/drawing/2014/main" id="{968B02EC-B0B3-C767-9D3F-0C9CE82B0B3E}"/>
                </a:ext>
              </a:extLst>
            </p:cNvPr>
            <p:cNvSpPr/>
            <p:nvPr/>
          </p:nvSpPr>
          <p:spPr>
            <a:xfrm>
              <a:off x="6681308" y="2596043"/>
              <a:ext cx="408771" cy="408771"/>
            </a:xfrm>
            <a:prstGeom prst="ellipse">
              <a:avLst/>
            </a:prstGeom>
            <a:solidFill>
              <a:srgbClr val="FFA4A3">
                <a:alpha val="40000"/>
              </a:srgbClr>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2" name="Shape 11">
              <a:extLst>
                <a:ext uri="{FF2B5EF4-FFF2-40B4-BE49-F238E27FC236}">
                  <a16:creationId xmlns:a16="http://schemas.microsoft.com/office/drawing/2014/main" id="{F41C99B9-87DF-2CE4-5F89-6A69D513E6B7}"/>
                </a:ext>
              </a:extLst>
            </p:cNvPr>
            <p:cNvSpPr/>
            <p:nvPr/>
          </p:nvSpPr>
          <p:spPr>
            <a:xfrm>
              <a:off x="5168873" y="2521068"/>
              <a:ext cx="558797" cy="558727"/>
            </a:xfrm>
            <a:prstGeom prst="ellipse">
              <a:avLst/>
            </a:prstGeom>
            <a:solidFill>
              <a:srgbClr val="F9CCE4"/>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3" name="Shape 12">
              <a:extLst>
                <a:ext uri="{FF2B5EF4-FFF2-40B4-BE49-F238E27FC236}">
                  <a16:creationId xmlns:a16="http://schemas.microsoft.com/office/drawing/2014/main" id="{8B8E69D5-01B2-8172-249D-E0973C13BAB3}"/>
                </a:ext>
              </a:extLst>
            </p:cNvPr>
            <p:cNvSpPr/>
            <p:nvPr/>
          </p:nvSpPr>
          <p:spPr>
            <a:xfrm>
              <a:off x="5168873" y="3899429"/>
              <a:ext cx="558797" cy="558727"/>
            </a:xfrm>
            <a:prstGeom prst="ellipse">
              <a:avLst/>
            </a:prstGeom>
            <a:solidFill>
              <a:srgbClr val="EEF3FF"/>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4" name="Shape 13">
              <a:extLst>
                <a:ext uri="{FF2B5EF4-FFF2-40B4-BE49-F238E27FC236}">
                  <a16:creationId xmlns:a16="http://schemas.microsoft.com/office/drawing/2014/main" id="{A6C28580-2105-EBC5-DD31-F9322F15E674}"/>
                </a:ext>
              </a:extLst>
            </p:cNvPr>
            <p:cNvSpPr/>
            <p:nvPr/>
          </p:nvSpPr>
          <p:spPr>
            <a:xfrm>
              <a:off x="6515066" y="3810540"/>
              <a:ext cx="736596" cy="736504"/>
            </a:xfrm>
            <a:prstGeom prst="ellipse">
              <a:avLst/>
            </a:prstGeom>
            <a:solidFill>
              <a:srgbClr val="ECB5E5"/>
            </a:solidFill>
            <a:ln/>
          </p:spPr>
          <p:txBody>
            <a:bodyPr lIns="0" tIns="0" rIns="0" bIns="0" anchor="ctr"/>
            <a:lstStyle/>
            <a:p>
              <a:pPr algn="ctr"/>
              <a:r>
                <a:rPr lang="ru-RU"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5" name="Text 14">
              <a:extLst>
                <a:ext uri="{FF2B5EF4-FFF2-40B4-BE49-F238E27FC236}">
                  <a16:creationId xmlns:a16="http://schemas.microsoft.com/office/drawing/2014/main" id="{825D5C25-E6DD-B8F5-CA2D-58EF388FFF67}"/>
                </a:ext>
              </a:extLst>
            </p:cNvPr>
            <p:cNvSpPr/>
            <p:nvPr/>
          </p:nvSpPr>
          <p:spPr>
            <a:xfrm>
              <a:off x="6059985" y="1955992"/>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6" name="Text 19">
              <a:extLst>
                <a:ext uri="{FF2B5EF4-FFF2-40B4-BE49-F238E27FC236}">
                  <a16:creationId xmlns:a16="http://schemas.microsoft.com/office/drawing/2014/main" id="{8DFAD57F-64C4-92F0-765F-00D77E3E2929}"/>
                </a:ext>
              </a:extLst>
            </p:cNvPr>
            <p:cNvSpPr/>
            <p:nvPr/>
          </p:nvSpPr>
          <p:spPr>
            <a:xfrm>
              <a:off x="4472493" y="3435349"/>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7" name="Text 20">
              <a:extLst>
                <a:ext uri="{FF2B5EF4-FFF2-40B4-BE49-F238E27FC236}">
                  <a16:creationId xmlns:a16="http://schemas.microsoft.com/office/drawing/2014/main" id="{680B5026-7C30-401B-EC98-8126696E5B0C}"/>
                </a:ext>
              </a:extLst>
            </p:cNvPr>
            <p:cNvSpPr/>
            <p:nvPr/>
          </p:nvSpPr>
          <p:spPr>
            <a:xfrm>
              <a:off x="7641127" y="3435349"/>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sp>
          <p:nvSpPr>
            <p:cNvPr id="88" name="Text 21">
              <a:extLst>
                <a:ext uri="{FF2B5EF4-FFF2-40B4-BE49-F238E27FC236}">
                  <a16:creationId xmlns:a16="http://schemas.microsoft.com/office/drawing/2014/main" id="{3F7B304D-6893-63A0-6B76-0C9ACC2B1C5C}"/>
                </a:ext>
              </a:extLst>
            </p:cNvPr>
            <p:cNvSpPr/>
            <p:nvPr/>
          </p:nvSpPr>
          <p:spPr>
            <a:xfrm>
              <a:off x="6059985" y="4940103"/>
              <a:ext cx="306915" cy="122751"/>
            </a:xfrm>
            <a:prstGeom prst="rect">
              <a:avLst/>
            </a:prstGeom>
            <a:noFill/>
            <a:ln/>
          </p:spPr>
          <p:txBody>
            <a:bodyPr wrap="square" lIns="0" tIns="0" rIns="0" bIns="0" rtlCol="0" anchor="t"/>
            <a:lstStyle/>
            <a:p>
              <a:pPr algn="ctr">
                <a:lnSpc>
                  <a:spcPts val="720"/>
                </a:lnSpc>
              </a:pPr>
              <a:r>
                <a:rPr lang="en-US" sz="800" kern="0" spc="-8" dirty="0">
                  <a:solidFill>
                    <a:srgbClr val="000000">
                      <a:alpha val="100000"/>
                    </a:srgbClr>
                  </a:solidFill>
                  <a:latin typeface="Stapel" panose="020B0504020202020204" pitchFamily="34" charset="-52"/>
                  <a:ea typeface="Stapel" pitchFamily="34" charset="-122"/>
                  <a:cs typeface="Stapel" pitchFamily="34" charset="-120"/>
                </a:rPr>
                <a:t>Текст</a:t>
              </a:r>
              <a:endParaRPr lang="en-US" sz="800" dirty="0"/>
            </a:p>
          </p:txBody>
        </p:sp>
      </p:grpSp>
      <p:graphicFrame>
        <p:nvGraphicFramePr>
          <p:cNvPr id="89" name="Схема 88">
            <a:extLst>
              <a:ext uri="{FF2B5EF4-FFF2-40B4-BE49-F238E27FC236}">
                <a16:creationId xmlns:a16="http://schemas.microsoft.com/office/drawing/2014/main" id="{E185AEFA-185B-4072-524A-72C44662E0D0}"/>
              </a:ext>
            </a:extLst>
          </p:cNvPr>
          <p:cNvGraphicFramePr/>
          <p:nvPr/>
        </p:nvGraphicFramePr>
        <p:xfrm>
          <a:off x="8902660" y="2406782"/>
          <a:ext cx="2793978" cy="2628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90" name="Схема 89">
            <a:extLst>
              <a:ext uri="{FF2B5EF4-FFF2-40B4-BE49-F238E27FC236}">
                <a16:creationId xmlns:a16="http://schemas.microsoft.com/office/drawing/2014/main" id="{A5A57B0F-3B64-149D-A277-B5451DA7A005}"/>
              </a:ext>
            </a:extLst>
          </p:cNvPr>
          <p:cNvGraphicFramePr/>
          <p:nvPr/>
        </p:nvGraphicFramePr>
        <p:xfrm>
          <a:off x="134833" y="2000436"/>
          <a:ext cx="4171918" cy="2984111"/>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3" name="Заголовок 2">
            <a:extLst>
              <a:ext uri="{FF2B5EF4-FFF2-40B4-BE49-F238E27FC236}">
                <a16:creationId xmlns:a16="http://schemas.microsoft.com/office/drawing/2014/main" id="{EBA8C25B-F8B8-FF9B-7DD9-22C75E0DD1B9}"/>
              </a:ext>
            </a:extLst>
          </p:cNvPr>
          <p:cNvSpPr>
            <a:spLocks noGrp="1"/>
          </p:cNvSpPr>
          <p:nvPr>
            <p:ph type="title"/>
          </p:nvPr>
        </p:nvSpPr>
        <p:spPr/>
        <p:txBody>
          <a:bodyPr/>
          <a:lstStyle/>
          <a:p>
            <a:r>
              <a:rPr lang="ru-RU" dirty="0"/>
              <a:t>Графики</a:t>
            </a:r>
          </a:p>
        </p:txBody>
      </p:sp>
    </p:spTree>
    <p:extLst>
      <p:ext uri="{BB962C8B-B14F-4D97-AF65-F5344CB8AC3E}">
        <p14:creationId xmlns:p14="http://schemas.microsoft.com/office/powerpoint/2010/main" val="34534829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1" descr=" "/>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467082" y="2019484"/>
            <a:ext cx="82550" cy="234919"/>
          </a:xfrm>
          <a:prstGeom prst="rect">
            <a:avLst/>
          </a:prstGeom>
        </p:spPr>
      </p:pic>
      <p:pic>
        <p:nvPicPr>
          <p:cNvPr id="6" name="Image 2" descr=" "/>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156653" y="1905199"/>
            <a:ext cx="82550" cy="450791"/>
          </a:xfrm>
          <a:prstGeom prst="rect">
            <a:avLst/>
          </a:prstGeom>
        </p:spPr>
      </p:pic>
      <p:pic>
        <p:nvPicPr>
          <p:cNvPr id="7" name="Image 3" descr=" "/>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156653" y="3073446"/>
            <a:ext cx="82550" cy="901583"/>
          </a:xfrm>
          <a:prstGeom prst="rect">
            <a:avLst/>
          </a:prstGeom>
        </p:spPr>
      </p:pic>
      <p:pic>
        <p:nvPicPr>
          <p:cNvPr id="8" name="Image 4" descr=" "/>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156653" y="4667089"/>
            <a:ext cx="82550" cy="679362"/>
          </a:xfrm>
          <a:prstGeom prst="rect">
            <a:avLst/>
          </a:prstGeom>
        </p:spPr>
      </p:pic>
      <p:pic>
        <p:nvPicPr>
          <p:cNvPr id="9" name="Image 5" descr=" "/>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0559995" y="5111531"/>
            <a:ext cx="82550" cy="469839"/>
          </a:xfrm>
          <a:prstGeom prst="rect">
            <a:avLst/>
          </a:prstGeom>
        </p:spPr>
      </p:pic>
      <p:pic>
        <p:nvPicPr>
          <p:cNvPr id="10" name="Image 6" descr=" "/>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467082" y="4724231"/>
            <a:ext cx="82550" cy="349205"/>
          </a:xfrm>
          <a:prstGeom prst="rect">
            <a:avLst/>
          </a:prstGeom>
        </p:spPr>
      </p:pic>
      <p:pic>
        <p:nvPicPr>
          <p:cNvPr id="11" name="Image 7" descr=" "/>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467082" y="3263921"/>
            <a:ext cx="82550" cy="507934"/>
          </a:xfrm>
          <a:prstGeom prst="rect">
            <a:avLst/>
          </a:prstGeom>
        </p:spPr>
      </p:pic>
      <p:pic>
        <p:nvPicPr>
          <p:cNvPr id="12" name="Image 8" descr=" "/>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841491" y="2698845"/>
            <a:ext cx="88899" cy="1371421"/>
          </a:xfrm>
          <a:prstGeom prst="rect">
            <a:avLst/>
          </a:prstGeom>
        </p:spPr>
      </p:pic>
      <p:pic>
        <p:nvPicPr>
          <p:cNvPr id="13" name="Image 9" descr=" "/>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543282" y="2133769"/>
            <a:ext cx="85724" cy="12698"/>
          </a:xfrm>
          <a:prstGeom prst="rect">
            <a:avLst/>
          </a:prstGeom>
        </p:spPr>
      </p:pic>
      <p:pic>
        <p:nvPicPr>
          <p:cNvPr id="14" name="Image 10" descr=" "/>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9074104" y="2127420"/>
            <a:ext cx="85724" cy="12698"/>
          </a:xfrm>
          <a:prstGeom prst="rect">
            <a:avLst/>
          </a:prstGeom>
        </p:spPr>
      </p:pic>
      <p:pic>
        <p:nvPicPr>
          <p:cNvPr id="15" name="Image 11"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074103" y="3524238"/>
            <a:ext cx="165099" cy="12698"/>
          </a:xfrm>
          <a:prstGeom prst="rect">
            <a:avLst/>
          </a:prstGeom>
        </p:spPr>
      </p:pic>
      <p:pic>
        <p:nvPicPr>
          <p:cNvPr id="16" name="Image 12"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074103" y="4895659"/>
            <a:ext cx="165099" cy="12698"/>
          </a:xfrm>
          <a:prstGeom prst="rect">
            <a:avLst/>
          </a:prstGeom>
        </p:spPr>
      </p:pic>
      <p:pic>
        <p:nvPicPr>
          <p:cNvPr id="17" name="Image 13"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10477446" y="5340101"/>
            <a:ext cx="165099" cy="12698"/>
          </a:xfrm>
          <a:prstGeom prst="rect">
            <a:avLst/>
          </a:prstGeom>
        </p:spPr>
      </p:pic>
      <p:pic>
        <p:nvPicPr>
          <p:cNvPr id="18" name="Image 14" descr=" "/>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156653" y="5117880"/>
            <a:ext cx="82550" cy="12698"/>
          </a:xfrm>
          <a:prstGeom prst="rect">
            <a:avLst/>
          </a:prstGeom>
        </p:spPr>
      </p:pic>
      <p:pic>
        <p:nvPicPr>
          <p:cNvPr id="19" name="Image 15" descr=" "/>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163003" y="3295668"/>
            <a:ext cx="82550" cy="12698"/>
          </a:xfrm>
          <a:prstGeom prst="rect">
            <a:avLst/>
          </a:prstGeom>
        </p:spPr>
      </p:pic>
      <p:pic>
        <p:nvPicPr>
          <p:cNvPr id="20" name="Image 16" descr=" "/>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163003" y="3740110"/>
            <a:ext cx="82550" cy="12698"/>
          </a:xfrm>
          <a:prstGeom prst="rect">
            <a:avLst/>
          </a:prstGeom>
        </p:spPr>
      </p:pic>
      <p:pic>
        <p:nvPicPr>
          <p:cNvPr id="21" name="Image 17" descr=" "/>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543282" y="4889310"/>
            <a:ext cx="85724" cy="12698"/>
          </a:xfrm>
          <a:prstGeom prst="rect">
            <a:avLst/>
          </a:prstGeom>
        </p:spPr>
      </p:pic>
      <p:pic>
        <p:nvPicPr>
          <p:cNvPr id="22" name="Image 18"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924040" y="3289318"/>
            <a:ext cx="88899" cy="12698"/>
          </a:xfrm>
          <a:prstGeom prst="rect">
            <a:avLst/>
          </a:prstGeom>
        </p:spPr>
      </p:pic>
      <p:pic>
        <p:nvPicPr>
          <p:cNvPr id="23" name="Image 19"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016304"/>
            <a:ext cx="88899" cy="12698"/>
          </a:xfrm>
          <a:prstGeom prst="rect">
            <a:avLst/>
          </a:prstGeom>
        </p:spPr>
      </p:pic>
      <p:pic>
        <p:nvPicPr>
          <p:cNvPr id="24" name="Image 20"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289318"/>
            <a:ext cx="88899" cy="12698"/>
          </a:xfrm>
          <a:prstGeom prst="rect">
            <a:avLst/>
          </a:prstGeom>
        </p:spPr>
      </p:pic>
      <p:pic>
        <p:nvPicPr>
          <p:cNvPr id="25" name="Image 21"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555984"/>
            <a:ext cx="88899" cy="12698"/>
          </a:xfrm>
          <a:prstGeom prst="rect">
            <a:avLst/>
          </a:prstGeom>
        </p:spPr>
      </p:pic>
      <p:pic>
        <p:nvPicPr>
          <p:cNvPr id="26" name="Image 22"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828998"/>
            <a:ext cx="88899" cy="12698"/>
          </a:xfrm>
          <a:prstGeom prst="rect">
            <a:avLst/>
          </a:prstGeom>
        </p:spPr>
      </p:pic>
      <p:pic>
        <p:nvPicPr>
          <p:cNvPr id="27" name="Image 23"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3467083" y="3524238"/>
            <a:ext cx="165099" cy="12698"/>
          </a:xfrm>
          <a:prstGeom prst="rect">
            <a:avLst/>
          </a:prstGeom>
        </p:spPr>
      </p:pic>
      <p:pic>
        <p:nvPicPr>
          <p:cNvPr id="28" name="Image 24" descr=" "/>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4940275" y="3517889"/>
            <a:ext cx="412748" cy="12698"/>
          </a:xfrm>
          <a:prstGeom prst="rect">
            <a:avLst/>
          </a:prstGeom>
        </p:spPr>
      </p:pic>
      <p:pic>
        <p:nvPicPr>
          <p:cNvPr id="29" name="Image 25" descr=" "/>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4927575" y="2140118"/>
            <a:ext cx="304798" cy="1390469"/>
          </a:xfrm>
          <a:prstGeom prst="rect">
            <a:avLst/>
          </a:prstGeom>
        </p:spPr>
      </p:pic>
      <p:pic>
        <p:nvPicPr>
          <p:cNvPr id="30" name="Image 26" descr=" "/>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4927575" y="3517888"/>
            <a:ext cx="304798" cy="1390469"/>
          </a:xfrm>
          <a:prstGeom prst="rect">
            <a:avLst/>
          </a:prstGeom>
        </p:spPr>
      </p:pic>
      <p:pic>
        <p:nvPicPr>
          <p:cNvPr id="31" name="Image 27" descr=" "/>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6946864" y="3517889"/>
            <a:ext cx="412748" cy="12698"/>
          </a:xfrm>
          <a:prstGeom prst="rect">
            <a:avLst/>
          </a:prstGeom>
        </p:spPr>
      </p:pic>
      <p:pic>
        <p:nvPicPr>
          <p:cNvPr id="32" name="Image 28" descr=" "/>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7067514" y="2140118"/>
            <a:ext cx="304798" cy="1390469"/>
          </a:xfrm>
          <a:prstGeom prst="rect">
            <a:avLst/>
          </a:prstGeom>
        </p:spPr>
      </p:pic>
      <p:pic>
        <p:nvPicPr>
          <p:cNvPr id="33" name="Image 29" descr=" "/>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7067514" y="3517888"/>
            <a:ext cx="304798" cy="1390469"/>
          </a:xfrm>
          <a:prstGeom prst="rect">
            <a:avLst/>
          </a:prstGeom>
        </p:spPr>
      </p:pic>
      <p:sp>
        <p:nvSpPr>
          <p:cNvPr id="34" name="Shape 2"/>
          <p:cNvSpPr/>
          <p:nvPr/>
        </p:nvSpPr>
        <p:spPr>
          <a:xfrm>
            <a:off x="3619481" y="1975039"/>
            <a:ext cx="1320793" cy="317459"/>
          </a:xfrm>
          <a:prstGeom prst="rect">
            <a:avLst/>
          </a:prstGeom>
          <a:solidFill>
            <a:schemeClr val="tx2">
              <a:alpha val="10000"/>
            </a:schemeClr>
          </a:solidFill>
          <a:ln/>
        </p:spPr>
        <p:txBody>
          <a:bodyPr lIns="72000" rIns="72000" anchor="ctr"/>
          <a:lstStyle/>
          <a:p>
            <a:r>
              <a:rPr lang="en-US" sz="1000" dirty="0">
                <a:solidFill>
                  <a:srgbClr val="000000">
                    <a:alpha val="100000"/>
                  </a:srgbClr>
                </a:solidFill>
                <a:ea typeface="Stapel" pitchFamily="34" charset="-122"/>
                <a:cs typeface="Stapel" pitchFamily="34" charset="-120"/>
              </a:rPr>
              <a:t>БД</a:t>
            </a:r>
            <a:endParaRPr lang="en-US" sz="1000" dirty="0"/>
          </a:p>
        </p:txBody>
      </p:sp>
      <p:sp>
        <p:nvSpPr>
          <p:cNvPr id="36" name="Shape 4"/>
          <p:cNvSpPr/>
          <p:nvPr/>
        </p:nvSpPr>
        <p:spPr>
          <a:xfrm>
            <a:off x="3619481" y="4743279"/>
            <a:ext cx="1320793" cy="317459"/>
          </a:xfrm>
          <a:prstGeom prst="rect">
            <a:avLst/>
          </a:prstGeom>
          <a:solidFill>
            <a:schemeClr val="tx2">
              <a:alpha val="10000"/>
            </a:schemeClr>
          </a:solidFill>
          <a:ln/>
        </p:spPr>
        <p:txBody>
          <a:bodyPr lIns="72000" rIns="72000" anchor="ctr"/>
          <a:lstStyle/>
          <a:p>
            <a:r>
              <a:rPr lang="ru-RU" sz="1000" dirty="0">
                <a:solidFill>
                  <a:srgbClr val="000000">
                    <a:alpha val="100000"/>
                  </a:srgbClr>
                </a:solidFill>
                <a:ea typeface="Stapel" pitchFamily="34" charset="-122"/>
                <a:cs typeface="Stapel" pitchFamily="34" charset="-120"/>
              </a:rPr>
              <a:t>Шина</a:t>
            </a:r>
            <a:r>
              <a:rPr lang="en-US" sz="1000" dirty="0">
                <a:solidFill>
                  <a:srgbClr val="000000">
                    <a:alpha val="100000"/>
                  </a:srgbClr>
                </a:solidFill>
                <a:ea typeface="Stapel" pitchFamily="34" charset="-122"/>
                <a:cs typeface="Stapel" pitchFamily="34" charset="-120"/>
              </a:rPr>
              <a:t> </a:t>
            </a:r>
            <a:r>
              <a:rPr lang="ru-RU" sz="1000" dirty="0">
                <a:solidFill>
                  <a:srgbClr val="000000">
                    <a:alpha val="100000"/>
                  </a:srgbClr>
                </a:solidFill>
                <a:ea typeface="Stapel" pitchFamily="34" charset="-122"/>
                <a:cs typeface="Stapel" pitchFamily="34" charset="-120"/>
              </a:rPr>
              <a:t>обмена</a:t>
            </a:r>
            <a:r>
              <a:rPr lang="en-US" sz="1000" dirty="0">
                <a:solidFill>
                  <a:srgbClr val="000000">
                    <a:alpha val="100000"/>
                  </a:srgbClr>
                </a:solidFill>
                <a:ea typeface="Stapel" pitchFamily="34" charset="-122"/>
                <a:cs typeface="Stapel" pitchFamily="34" charset="-120"/>
              </a:rPr>
              <a:t> </a:t>
            </a:r>
            <a:r>
              <a:rPr lang="ru-RU" sz="1000" dirty="0">
                <a:solidFill>
                  <a:srgbClr val="000000">
                    <a:alpha val="100000"/>
                  </a:srgbClr>
                </a:solidFill>
                <a:ea typeface="Stapel" pitchFamily="34" charset="-122"/>
                <a:cs typeface="Stapel" pitchFamily="34" charset="-120"/>
              </a:rPr>
              <a:t>данными</a:t>
            </a:r>
            <a:endParaRPr lang="en-US" sz="1000" dirty="0"/>
          </a:p>
        </p:txBody>
      </p:sp>
      <p:sp>
        <p:nvSpPr>
          <p:cNvPr id="38" name="Shape 6"/>
          <p:cNvSpPr/>
          <p:nvPr/>
        </p:nvSpPr>
        <p:spPr>
          <a:xfrm>
            <a:off x="3619481" y="3371857"/>
            <a:ext cx="1320793" cy="317459"/>
          </a:xfrm>
          <a:prstGeom prst="rect">
            <a:avLst/>
          </a:prstGeom>
          <a:solidFill>
            <a:schemeClr val="tx2">
              <a:alpha val="10000"/>
            </a:schemeClr>
          </a:solidFill>
          <a:ln/>
        </p:spPr>
        <p:txBody>
          <a:bodyPr lIns="72000" rIns="72000" anchor="ctr"/>
          <a:lstStyle/>
          <a:p>
            <a:r>
              <a:rPr lang="ru-RU" sz="1000" dirty="0">
                <a:solidFill>
                  <a:srgbClr val="000000">
                    <a:alpha val="100000"/>
                  </a:srgbClr>
                </a:solidFill>
                <a:ea typeface="Stapel" pitchFamily="34" charset="-122"/>
                <a:cs typeface="Stapel" pitchFamily="34" charset="-120"/>
              </a:rPr>
              <a:t>Интерфейсы</a:t>
            </a:r>
            <a:endParaRPr lang="en-US" sz="1000" dirty="0"/>
          </a:p>
        </p:txBody>
      </p:sp>
      <p:sp>
        <p:nvSpPr>
          <p:cNvPr id="40" name="Shape 8"/>
          <p:cNvSpPr/>
          <p:nvPr/>
        </p:nvSpPr>
        <p:spPr>
          <a:xfrm>
            <a:off x="7372312" y="1975039"/>
            <a:ext cx="1701791" cy="317459"/>
          </a:xfrm>
          <a:prstGeom prst="rect">
            <a:avLst/>
          </a:prstGeom>
          <a:solidFill>
            <a:schemeClr val="tx2">
              <a:alpha val="10000"/>
            </a:schemeClr>
          </a:solidFill>
          <a:ln/>
        </p:spPr>
        <p:txBody>
          <a:bodyPr lIns="72000" rIns="72000" anchor="ctr"/>
          <a:lstStyle/>
          <a:p>
            <a:r>
              <a:rPr lang="ru-RU" sz="1000" dirty="0">
                <a:ea typeface="Stapel" pitchFamily="34" charset="-122"/>
                <a:cs typeface="Stapel" pitchFamily="34" charset="-120"/>
              </a:rPr>
              <a:t>Устройства</a:t>
            </a:r>
            <a:r>
              <a:rPr lang="en-US" sz="1000" dirty="0">
                <a:ea typeface="Stapel" pitchFamily="34" charset="-122"/>
                <a:cs typeface="Stapel" pitchFamily="34" charset="-120"/>
              </a:rPr>
              <a:t> </a:t>
            </a:r>
            <a:r>
              <a:rPr lang="ru-RU" sz="1000" dirty="0">
                <a:ea typeface="Stapel" pitchFamily="34" charset="-122"/>
                <a:cs typeface="Stapel" pitchFamily="34" charset="-120"/>
              </a:rPr>
              <a:t>доступа</a:t>
            </a:r>
            <a:r>
              <a:rPr lang="en-US" sz="1000" dirty="0">
                <a:ea typeface="Stapel" pitchFamily="34" charset="-122"/>
                <a:cs typeface="Stapel" pitchFamily="34" charset="-120"/>
              </a:rPr>
              <a:t> к </a:t>
            </a:r>
            <a:r>
              <a:rPr lang="ru-RU" sz="1000" dirty="0">
                <a:ea typeface="Stapel" pitchFamily="34" charset="-122"/>
                <a:cs typeface="Stapel" pitchFamily="34" charset="-120"/>
              </a:rPr>
              <a:t>системе</a:t>
            </a:r>
            <a:endParaRPr lang="en-US" sz="1000" dirty="0"/>
          </a:p>
        </p:txBody>
      </p:sp>
      <p:sp>
        <p:nvSpPr>
          <p:cNvPr id="42" name="Shape 10"/>
          <p:cNvSpPr/>
          <p:nvPr/>
        </p:nvSpPr>
        <p:spPr>
          <a:xfrm>
            <a:off x="7372312" y="4736930"/>
            <a:ext cx="1701791" cy="317459"/>
          </a:xfrm>
          <a:prstGeom prst="rect">
            <a:avLst/>
          </a:prstGeom>
          <a:solidFill>
            <a:schemeClr val="tx2">
              <a:alpha val="10000"/>
            </a:schemeClr>
          </a:solidFill>
          <a:ln/>
        </p:spPr>
        <p:txBody>
          <a:bodyPr lIns="72000" rIns="72000" anchor="ctr"/>
          <a:lstStyle/>
          <a:p>
            <a:r>
              <a:rPr lang="ru-RU" sz="1000" dirty="0"/>
              <a:t>Устройства оповещения</a:t>
            </a:r>
          </a:p>
        </p:txBody>
      </p:sp>
      <p:sp>
        <p:nvSpPr>
          <p:cNvPr id="44" name="Shape 12"/>
          <p:cNvSpPr/>
          <p:nvPr/>
        </p:nvSpPr>
        <p:spPr>
          <a:xfrm>
            <a:off x="7372312" y="3371857"/>
            <a:ext cx="1701791" cy="317459"/>
          </a:xfrm>
          <a:prstGeom prst="rect">
            <a:avLst/>
          </a:prstGeom>
          <a:solidFill>
            <a:schemeClr val="tx2">
              <a:alpha val="10000"/>
            </a:schemeClr>
          </a:solidFill>
          <a:ln/>
        </p:spPr>
        <p:txBody>
          <a:bodyPr lIns="72000" rIns="72000" anchor="ctr"/>
          <a:lstStyle/>
          <a:p>
            <a:r>
              <a:rPr lang="ru-RU" sz="1000" dirty="0">
                <a:solidFill>
                  <a:srgbClr val="000000">
                    <a:alpha val="100000"/>
                  </a:srgbClr>
                </a:solidFill>
                <a:ea typeface="Stapel" pitchFamily="34" charset="-122"/>
                <a:cs typeface="Stapel" pitchFamily="34" charset="-120"/>
              </a:rPr>
              <a:t>Детекторы</a:t>
            </a:r>
            <a:endParaRPr lang="en-US" sz="1000" dirty="0"/>
          </a:p>
        </p:txBody>
      </p:sp>
      <p:sp>
        <p:nvSpPr>
          <p:cNvPr id="46" name="Shape 14"/>
          <p:cNvSpPr/>
          <p:nvPr/>
        </p:nvSpPr>
        <p:spPr>
          <a:xfrm>
            <a:off x="1898640" y="1930595"/>
            <a:ext cx="1568442" cy="406347"/>
          </a:xfrm>
          <a:prstGeom prst="rect">
            <a:avLst/>
          </a:prstGeom>
          <a:noFill/>
          <a:ln/>
        </p:spPr>
      </p:sp>
      <p:sp>
        <p:nvSpPr>
          <p:cNvPr id="47" name="Shape 15"/>
          <p:cNvSpPr/>
          <p:nvPr/>
        </p:nvSpPr>
        <p:spPr>
          <a:xfrm>
            <a:off x="2152639" y="1930595"/>
            <a:ext cx="1314443" cy="184126"/>
          </a:xfrm>
          <a:prstGeom prst="rect">
            <a:avLst/>
          </a:prstGeom>
          <a:solidFill>
            <a:srgbClr val="F5F4F4">
              <a:alpha val="100000"/>
            </a:srgbClr>
          </a:solidFill>
          <a:ln/>
        </p:spPr>
        <p:txBody>
          <a:bodyPr lIns="36000" rIns="36000"/>
          <a:lstStyle/>
          <a:p>
            <a:r>
              <a:rPr lang="ru-RU" sz="700"/>
              <a:t>Хранилище «сырых» данных</a:t>
            </a:r>
            <a:endParaRPr lang="ru-RU" sz="700" dirty="0"/>
          </a:p>
        </p:txBody>
      </p:sp>
      <p:sp>
        <p:nvSpPr>
          <p:cNvPr id="49" name="Shape 17"/>
          <p:cNvSpPr/>
          <p:nvPr/>
        </p:nvSpPr>
        <p:spPr>
          <a:xfrm>
            <a:off x="1898640" y="2152816"/>
            <a:ext cx="1568442" cy="184126"/>
          </a:xfrm>
          <a:prstGeom prst="rect">
            <a:avLst/>
          </a:prstGeom>
          <a:solidFill>
            <a:srgbClr val="F5F4F4">
              <a:alpha val="100000"/>
            </a:srgbClr>
          </a:solidFill>
          <a:ln/>
        </p:spPr>
        <p:txBody>
          <a:bodyPr lIns="36000" rIns="36000"/>
          <a:lstStyle/>
          <a:p>
            <a:r>
              <a:rPr lang="ru-RU" sz="700"/>
              <a:t>СУБД структурированных данных</a:t>
            </a:r>
            <a:endParaRPr lang="ru-RU" sz="700" dirty="0"/>
          </a:p>
        </p:txBody>
      </p:sp>
      <p:sp>
        <p:nvSpPr>
          <p:cNvPr id="51" name="Shape 19"/>
          <p:cNvSpPr/>
          <p:nvPr/>
        </p:nvSpPr>
        <p:spPr>
          <a:xfrm>
            <a:off x="387348" y="2565513"/>
            <a:ext cx="1454143" cy="1580944"/>
          </a:xfrm>
          <a:prstGeom prst="rect">
            <a:avLst/>
          </a:prstGeom>
          <a:noFill/>
          <a:ln/>
        </p:spPr>
      </p:sp>
      <p:sp>
        <p:nvSpPr>
          <p:cNvPr id="52" name="Shape 20"/>
          <p:cNvSpPr/>
          <p:nvPr/>
        </p:nvSpPr>
        <p:spPr>
          <a:xfrm>
            <a:off x="609597" y="2565512"/>
            <a:ext cx="1231894" cy="279364"/>
          </a:xfrm>
          <a:prstGeom prst="rect">
            <a:avLst/>
          </a:prstGeom>
          <a:solidFill>
            <a:srgbClr val="F5F4F4">
              <a:alpha val="100000"/>
            </a:srgbClr>
          </a:solidFill>
          <a:ln/>
        </p:spPr>
        <p:txBody>
          <a:bodyPr lIns="36000" rIns="36000"/>
          <a:lstStyle/>
          <a:p>
            <a:r>
              <a:rPr lang="ru-RU" sz="700"/>
              <a:t>АРМ оператора системы -</a:t>
            </a:r>
          </a:p>
          <a:p>
            <a:r>
              <a:rPr lang="ru-RU" sz="700"/>
              <a:t>на месте экструдера</a:t>
            </a:r>
            <a:endParaRPr lang="ru-RU" sz="700" dirty="0"/>
          </a:p>
        </p:txBody>
      </p:sp>
      <p:sp>
        <p:nvSpPr>
          <p:cNvPr id="54" name="Shape 22"/>
          <p:cNvSpPr/>
          <p:nvPr/>
        </p:nvSpPr>
        <p:spPr>
          <a:xfrm>
            <a:off x="673097" y="2882971"/>
            <a:ext cx="1168394" cy="279364"/>
          </a:xfrm>
          <a:prstGeom prst="rect">
            <a:avLst/>
          </a:prstGeom>
          <a:solidFill>
            <a:srgbClr val="F5F4F4">
              <a:alpha val="100000"/>
            </a:srgbClr>
          </a:solidFill>
          <a:ln/>
        </p:spPr>
        <p:txBody>
          <a:bodyPr lIns="36000" rIns="36000"/>
          <a:lstStyle/>
          <a:p>
            <a:r>
              <a:rPr lang="ru-RU" sz="700"/>
              <a:t>АРМ оператора системы</a:t>
            </a:r>
          </a:p>
          <a:p>
            <a:r>
              <a:rPr lang="ru-RU" sz="700"/>
              <a:t>на упаковке</a:t>
            </a:r>
            <a:endParaRPr lang="ru-RU" sz="700" dirty="0"/>
          </a:p>
        </p:txBody>
      </p:sp>
      <p:sp>
        <p:nvSpPr>
          <p:cNvPr id="56" name="Shape 24"/>
          <p:cNvSpPr/>
          <p:nvPr/>
        </p:nvSpPr>
        <p:spPr>
          <a:xfrm>
            <a:off x="1536692" y="3200430"/>
            <a:ext cx="304798" cy="184126"/>
          </a:xfrm>
          <a:prstGeom prst="rect">
            <a:avLst/>
          </a:prstGeom>
          <a:solidFill>
            <a:srgbClr val="F5F4F4">
              <a:alpha val="100000"/>
            </a:srgbClr>
          </a:solidFill>
          <a:ln/>
        </p:spPr>
        <p:txBody>
          <a:bodyPr lIns="36000" rIns="36000"/>
          <a:lstStyle/>
          <a:p>
            <a:r>
              <a:rPr lang="ru-RU" sz="700"/>
              <a:t>АРМ</a:t>
            </a:r>
            <a:endParaRPr lang="ru-RU" sz="700" dirty="0"/>
          </a:p>
        </p:txBody>
      </p:sp>
      <p:sp>
        <p:nvSpPr>
          <p:cNvPr id="58" name="Shape 26"/>
          <p:cNvSpPr/>
          <p:nvPr/>
        </p:nvSpPr>
        <p:spPr>
          <a:xfrm>
            <a:off x="387348" y="3422651"/>
            <a:ext cx="1454143" cy="279364"/>
          </a:xfrm>
          <a:prstGeom prst="rect">
            <a:avLst/>
          </a:prstGeom>
          <a:solidFill>
            <a:srgbClr val="F5F4F4">
              <a:alpha val="100000"/>
            </a:srgbClr>
          </a:solidFill>
          <a:ln/>
        </p:spPr>
        <p:txBody>
          <a:bodyPr lIns="36000" rIns="36000"/>
          <a:lstStyle/>
          <a:p>
            <a:r>
              <a:rPr lang="ru-RU" sz="700" dirty="0" err="1"/>
              <a:t>Дашборд</a:t>
            </a:r>
            <a:r>
              <a:rPr lang="ru-RU" sz="700" dirty="0"/>
              <a:t> начальника смены/ начальника производства</a:t>
            </a:r>
          </a:p>
        </p:txBody>
      </p:sp>
      <p:sp>
        <p:nvSpPr>
          <p:cNvPr id="60" name="Shape 28"/>
          <p:cNvSpPr/>
          <p:nvPr/>
        </p:nvSpPr>
        <p:spPr>
          <a:xfrm>
            <a:off x="527048" y="3740110"/>
            <a:ext cx="1314443" cy="184126"/>
          </a:xfrm>
          <a:prstGeom prst="rect">
            <a:avLst/>
          </a:prstGeom>
          <a:solidFill>
            <a:srgbClr val="F5F4F4">
              <a:alpha val="100000"/>
            </a:srgbClr>
          </a:solidFill>
          <a:ln/>
        </p:spPr>
        <p:txBody>
          <a:bodyPr lIns="36000" rIns="36000"/>
          <a:lstStyle/>
          <a:p>
            <a:r>
              <a:rPr lang="ru-RU" sz="700"/>
              <a:t>Дашборд директора завода</a:t>
            </a:r>
            <a:endParaRPr lang="ru-RU" sz="700" dirty="0"/>
          </a:p>
        </p:txBody>
      </p:sp>
      <p:sp>
        <p:nvSpPr>
          <p:cNvPr id="62" name="Shape 30"/>
          <p:cNvSpPr/>
          <p:nvPr/>
        </p:nvSpPr>
        <p:spPr>
          <a:xfrm>
            <a:off x="647697" y="3962331"/>
            <a:ext cx="1193794" cy="184126"/>
          </a:xfrm>
          <a:prstGeom prst="rect">
            <a:avLst/>
          </a:prstGeom>
          <a:solidFill>
            <a:srgbClr val="F5F4F4">
              <a:alpha val="100000"/>
            </a:srgbClr>
          </a:solidFill>
          <a:ln/>
        </p:spPr>
        <p:txBody>
          <a:bodyPr lIns="36000" rIns="36000"/>
          <a:lstStyle/>
          <a:p>
            <a:r>
              <a:rPr lang="ru-RU" sz="700"/>
              <a:t>Дашборд директора </a:t>
            </a:r>
            <a:r>
              <a:rPr lang="en-US" sz="700"/>
              <a:t>XPS</a:t>
            </a:r>
            <a:endParaRPr lang="en-US" sz="700" dirty="0"/>
          </a:p>
        </p:txBody>
      </p:sp>
      <p:sp>
        <p:nvSpPr>
          <p:cNvPr id="64" name="Shape 32"/>
          <p:cNvSpPr/>
          <p:nvPr/>
        </p:nvSpPr>
        <p:spPr>
          <a:xfrm>
            <a:off x="9239202" y="1816310"/>
            <a:ext cx="1104894" cy="628568"/>
          </a:xfrm>
          <a:prstGeom prst="rect">
            <a:avLst/>
          </a:prstGeom>
          <a:noFill/>
          <a:ln/>
        </p:spPr>
      </p:sp>
      <p:sp>
        <p:nvSpPr>
          <p:cNvPr id="65" name="Shape 33"/>
          <p:cNvSpPr/>
          <p:nvPr/>
        </p:nvSpPr>
        <p:spPr>
          <a:xfrm>
            <a:off x="9239202" y="1816310"/>
            <a:ext cx="1104894" cy="184126"/>
          </a:xfrm>
          <a:prstGeom prst="rect">
            <a:avLst/>
          </a:prstGeom>
          <a:solidFill>
            <a:srgbClr val="F5F4F4">
              <a:alpha val="100000"/>
            </a:srgbClr>
          </a:solidFill>
          <a:ln/>
        </p:spPr>
        <p:txBody>
          <a:bodyPr lIns="36000" rIns="36000"/>
          <a:lstStyle/>
          <a:p>
            <a:r>
              <a:rPr lang="ru-RU" sz="700" dirty="0">
                <a:ea typeface="Stapel" pitchFamily="34" charset="-122"/>
                <a:cs typeface="Stapel" pitchFamily="34" charset="-120"/>
              </a:rPr>
              <a:t>Мобильные устройства</a:t>
            </a:r>
            <a:endParaRPr lang="en-US" sz="700" dirty="0"/>
          </a:p>
        </p:txBody>
      </p:sp>
      <p:sp>
        <p:nvSpPr>
          <p:cNvPr id="67" name="Shape 35"/>
          <p:cNvSpPr/>
          <p:nvPr/>
        </p:nvSpPr>
        <p:spPr>
          <a:xfrm>
            <a:off x="9239202" y="2038531"/>
            <a:ext cx="527047" cy="184126"/>
          </a:xfrm>
          <a:prstGeom prst="rect">
            <a:avLst/>
          </a:prstGeom>
          <a:solidFill>
            <a:srgbClr val="F5F4F4">
              <a:alpha val="100000"/>
            </a:srgbClr>
          </a:solidFill>
          <a:ln/>
        </p:spPr>
        <p:txBody>
          <a:bodyPr lIns="36000" rIns="36000"/>
          <a:lstStyle/>
          <a:p>
            <a:r>
              <a:rPr lang="ru-RU" sz="700" dirty="0"/>
              <a:t>Десктопы</a:t>
            </a:r>
          </a:p>
        </p:txBody>
      </p:sp>
      <p:sp>
        <p:nvSpPr>
          <p:cNvPr id="69" name="Shape 37"/>
          <p:cNvSpPr/>
          <p:nvPr/>
        </p:nvSpPr>
        <p:spPr>
          <a:xfrm>
            <a:off x="9239202" y="2260752"/>
            <a:ext cx="679447" cy="184126"/>
          </a:xfrm>
          <a:prstGeom prst="rect">
            <a:avLst/>
          </a:prstGeom>
          <a:solidFill>
            <a:srgbClr val="F5F4F4">
              <a:alpha val="100000"/>
            </a:srgbClr>
          </a:solidFill>
          <a:ln/>
        </p:spPr>
        <p:txBody>
          <a:bodyPr lIns="36000" rIns="36000"/>
          <a:lstStyle/>
          <a:p>
            <a:r>
              <a:rPr lang="ru-RU" sz="700" dirty="0"/>
              <a:t>Инфо-панели</a:t>
            </a:r>
          </a:p>
        </p:txBody>
      </p:sp>
      <p:sp>
        <p:nvSpPr>
          <p:cNvPr id="71" name="Shape 39"/>
          <p:cNvSpPr/>
          <p:nvPr/>
        </p:nvSpPr>
        <p:spPr>
          <a:xfrm>
            <a:off x="10642545" y="5028992"/>
            <a:ext cx="723896" cy="628568"/>
          </a:xfrm>
          <a:prstGeom prst="rect">
            <a:avLst/>
          </a:prstGeom>
          <a:noFill/>
          <a:ln/>
        </p:spPr>
      </p:sp>
      <p:sp>
        <p:nvSpPr>
          <p:cNvPr id="72" name="Shape 40"/>
          <p:cNvSpPr/>
          <p:nvPr/>
        </p:nvSpPr>
        <p:spPr>
          <a:xfrm>
            <a:off x="10642545" y="5028992"/>
            <a:ext cx="361948" cy="184126"/>
          </a:xfrm>
          <a:prstGeom prst="rect">
            <a:avLst/>
          </a:prstGeom>
          <a:solidFill>
            <a:srgbClr val="F5F4F4">
              <a:alpha val="100000"/>
            </a:srgbClr>
          </a:solidFill>
          <a:ln/>
        </p:spPr>
        <p:txBody>
          <a:bodyPr lIns="36000" rIns="36000"/>
          <a:lstStyle/>
          <a:p>
            <a:r>
              <a:rPr lang="ru-RU" sz="700"/>
              <a:t>Почта</a:t>
            </a:r>
            <a:endParaRPr lang="ru-RU" sz="700" dirty="0"/>
          </a:p>
        </p:txBody>
      </p:sp>
      <p:sp>
        <p:nvSpPr>
          <p:cNvPr id="74" name="Shape 42"/>
          <p:cNvSpPr/>
          <p:nvPr/>
        </p:nvSpPr>
        <p:spPr>
          <a:xfrm>
            <a:off x="10642545" y="5251213"/>
            <a:ext cx="723896" cy="184126"/>
          </a:xfrm>
          <a:prstGeom prst="rect">
            <a:avLst/>
          </a:prstGeom>
          <a:solidFill>
            <a:srgbClr val="F5F4F4">
              <a:alpha val="100000"/>
            </a:srgbClr>
          </a:solidFill>
          <a:ln/>
        </p:spPr>
        <p:txBody>
          <a:bodyPr lIns="36000" rIns="36000"/>
          <a:lstStyle/>
          <a:p>
            <a:r>
              <a:rPr lang="ru-RU" sz="700"/>
              <a:t>Мессанджеры</a:t>
            </a:r>
            <a:endParaRPr lang="ru-RU" sz="700" dirty="0"/>
          </a:p>
        </p:txBody>
      </p:sp>
      <p:sp>
        <p:nvSpPr>
          <p:cNvPr id="76" name="Shape 44"/>
          <p:cNvSpPr/>
          <p:nvPr/>
        </p:nvSpPr>
        <p:spPr>
          <a:xfrm>
            <a:off x="10642545" y="5473434"/>
            <a:ext cx="304798" cy="184126"/>
          </a:xfrm>
          <a:prstGeom prst="rect">
            <a:avLst/>
          </a:prstGeom>
          <a:solidFill>
            <a:srgbClr val="F5F4F4">
              <a:alpha val="100000"/>
            </a:srgbClr>
          </a:solidFill>
          <a:ln/>
        </p:spPr>
        <p:txBody>
          <a:bodyPr lIns="36000" rIns="36000"/>
          <a:lstStyle/>
          <a:p>
            <a:r>
              <a:rPr lang="en-US" sz="700" dirty="0">
                <a:ea typeface="Stapel" pitchFamily="34" charset="-122"/>
                <a:cs typeface="Stapel" pitchFamily="34" charset="-120"/>
              </a:rPr>
              <a:t>SMS</a:t>
            </a:r>
            <a:endParaRPr lang="ru-RU" sz="800" dirty="0"/>
          </a:p>
        </p:txBody>
      </p:sp>
      <p:sp>
        <p:nvSpPr>
          <p:cNvPr id="78" name="Shape 46"/>
          <p:cNvSpPr/>
          <p:nvPr/>
        </p:nvSpPr>
        <p:spPr>
          <a:xfrm>
            <a:off x="9239202" y="2984558"/>
            <a:ext cx="2133589" cy="1073010"/>
          </a:xfrm>
          <a:prstGeom prst="rect">
            <a:avLst/>
          </a:prstGeom>
          <a:noFill/>
          <a:ln/>
        </p:spPr>
      </p:sp>
      <p:sp>
        <p:nvSpPr>
          <p:cNvPr id="79" name="Shape 47"/>
          <p:cNvSpPr/>
          <p:nvPr/>
        </p:nvSpPr>
        <p:spPr>
          <a:xfrm>
            <a:off x="9239202" y="2984558"/>
            <a:ext cx="1695441" cy="184126"/>
          </a:xfrm>
          <a:prstGeom prst="rect">
            <a:avLst/>
          </a:prstGeom>
          <a:solidFill>
            <a:srgbClr val="F5F4F4">
              <a:alpha val="100000"/>
            </a:srgbClr>
          </a:solidFill>
          <a:ln/>
        </p:spPr>
        <p:txBody>
          <a:bodyPr lIns="36000" rIns="36000"/>
          <a:lstStyle/>
          <a:p>
            <a:r>
              <a:rPr lang="ru-RU" sz="700"/>
              <a:t>Оптические в различных диапазонах</a:t>
            </a:r>
            <a:endParaRPr lang="ru-RU" sz="700" dirty="0"/>
          </a:p>
        </p:txBody>
      </p:sp>
      <p:sp>
        <p:nvSpPr>
          <p:cNvPr id="81" name="Shape 49"/>
          <p:cNvSpPr/>
          <p:nvPr/>
        </p:nvSpPr>
        <p:spPr>
          <a:xfrm>
            <a:off x="9239202" y="3206779"/>
            <a:ext cx="368298" cy="184126"/>
          </a:xfrm>
          <a:prstGeom prst="rect">
            <a:avLst/>
          </a:prstGeom>
          <a:solidFill>
            <a:srgbClr val="F5F4F4">
              <a:alpha val="100000"/>
            </a:srgbClr>
          </a:solidFill>
          <a:ln/>
        </p:spPr>
        <p:txBody>
          <a:bodyPr lIns="36000" rIns="36000"/>
          <a:lstStyle/>
          <a:p>
            <a:r>
              <a:rPr lang="ru-RU" sz="700"/>
              <a:t>Аудио</a:t>
            </a:r>
            <a:endParaRPr lang="ru-RU" sz="700" dirty="0"/>
          </a:p>
        </p:txBody>
      </p:sp>
      <p:sp>
        <p:nvSpPr>
          <p:cNvPr id="83" name="Shape 51"/>
          <p:cNvSpPr/>
          <p:nvPr/>
        </p:nvSpPr>
        <p:spPr>
          <a:xfrm>
            <a:off x="9239202" y="3429000"/>
            <a:ext cx="1149344" cy="184126"/>
          </a:xfrm>
          <a:prstGeom prst="rect">
            <a:avLst/>
          </a:prstGeom>
          <a:solidFill>
            <a:srgbClr val="F5F4F4">
              <a:alpha val="100000"/>
            </a:srgbClr>
          </a:solidFill>
          <a:ln/>
        </p:spPr>
        <p:txBody>
          <a:bodyPr lIns="36000" rIns="36000"/>
          <a:lstStyle/>
          <a:p>
            <a:r>
              <a:rPr lang="ru-RU" sz="700"/>
              <a:t>Датчики внешней среды</a:t>
            </a:r>
            <a:endParaRPr lang="ru-RU" sz="700" dirty="0"/>
          </a:p>
        </p:txBody>
      </p:sp>
      <p:sp>
        <p:nvSpPr>
          <p:cNvPr id="85" name="Shape 53"/>
          <p:cNvSpPr/>
          <p:nvPr/>
        </p:nvSpPr>
        <p:spPr>
          <a:xfrm>
            <a:off x="9239202" y="3651221"/>
            <a:ext cx="1695441" cy="184126"/>
          </a:xfrm>
          <a:prstGeom prst="rect">
            <a:avLst/>
          </a:prstGeom>
          <a:solidFill>
            <a:srgbClr val="F5F4F4">
              <a:alpha val="100000"/>
            </a:srgbClr>
          </a:solidFill>
          <a:ln/>
        </p:spPr>
        <p:txBody>
          <a:bodyPr lIns="36000" rIns="36000"/>
          <a:lstStyle/>
          <a:p>
            <a:r>
              <a:rPr lang="ru-RU" sz="700"/>
              <a:t>Датчики на производственной линии</a:t>
            </a:r>
            <a:endParaRPr lang="ru-RU" sz="700" dirty="0"/>
          </a:p>
        </p:txBody>
      </p:sp>
      <p:sp>
        <p:nvSpPr>
          <p:cNvPr id="87" name="Shape 55"/>
          <p:cNvSpPr/>
          <p:nvPr/>
        </p:nvSpPr>
        <p:spPr>
          <a:xfrm>
            <a:off x="9239202" y="3873442"/>
            <a:ext cx="2133589" cy="184126"/>
          </a:xfrm>
          <a:prstGeom prst="rect">
            <a:avLst/>
          </a:prstGeom>
          <a:solidFill>
            <a:srgbClr val="F5F4F4">
              <a:alpha val="100000"/>
            </a:srgbClr>
          </a:solidFill>
          <a:ln/>
        </p:spPr>
        <p:txBody>
          <a:bodyPr lIns="36000" rIns="36000"/>
          <a:lstStyle/>
          <a:p>
            <a:r>
              <a:rPr lang="ru-RU" sz="700"/>
              <a:t>Специализированные измерительные приборы</a:t>
            </a:r>
            <a:endParaRPr lang="ru-RU" sz="700" dirty="0"/>
          </a:p>
        </p:txBody>
      </p:sp>
      <p:sp>
        <p:nvSpPr>
          <p:cNvPr id="89" name="Shape 57"/>
          <p:cNvSpPr/>
          <p:nvPr/>
        </p:nvSpPr>
        <p:spPr>
          <a:xfrm>
            <a:off x="1993890" y="3200430"/>
            <a:ext cx="1473192" cy="653965"/>
          </a:xfrm>
          <a:prstGeom prst="rect">
            <a:avLst/>
          </a:prstGeom>
          <a:noFill/>
          <a:ln/>
        </p:spPr>
      </p:sp>
      <p:sp>
        <p:nvSpPr>
          <p:cNvPr id="90" name="Shape 58"/>
          <p:cNvSpPr/>
          <p:nvPr/>
        </p:nvSpPr>
        <p:spPr>
          <a:xfrm>
            <a:off x="2012939" y="3200430"/>
            <a:ext cx="1454143" cy="184126"/>
          </a:xfrm>
          <a:prstGeom prst="rect">
            <a:avLst/>
          </a:prstGeom>
          <a:solidFill>
            <a:srgbClr val="F5F4F4">
              <a:alpha val="100000"/>
            </a:srgbClr>
          </a:solidFill>
          <a:ln/>
        </p:spPr>
        <p:txBody>
          <a:bodyPr lIns="36000" rIns="36000"/>
          <a:lstStyle/>
          <a:p>
            <a:r>
              <a:rPr lang="ru-RU" sz="700"/>
              <a:t>Пользовательские интерфейсы</a:t>
            </a:r>
            <a:endParaRPr lang="ru-RU" sz="700" dirty="0"/>
          </a:p>
        </p:txBody>
      </p:sp>
      <p:sp>
        <p:nvSpPr>
          <p:cNvPr id="92" name="Shape 60"/>
          <p:cNvSpPr/>
          <p:nvPr/>
        </p:nvSpPr>
        <p:spPr>
          <a:xfrm>
            <a:off x="2089139" y="3435349"/>
            <a:ext cx="1377943" cy="184126"/>
          </a:xfrm>
          <a:prstGeom prst="rect">
            <a:avLst/>
          </a:prstGeom>
          <a:solidFill>
            <a:srgbClr val="F5F4F4">
              <a:alpha val="100000"/>
            </a:srgbClr>
          </a:solidFill>
          <a:ln/>
        </p:spPr>
        <p:txBody>
          <a:bodyPr lIns="36000" rIns="36000"/>
          <a:lstStyle/>
          <a:p>
            <a:r>
              <a:rPr lang="ru-RU" sz="700" dirty="0"/>
              <a:t>Интерфейсы администратора</a:t>
            </a:r>
          </a:p>
        </p:txBody>
      </p:sp>
      <p:sp>
        <p:nvSpPr>
          <p:cNvPr id="94" name="Shape 62"/>
          <p:cNvSpPr/>
          <p:nvPr/>
        </p:nvSpPr>
        <p:spPr>
          <a:xfrm>
            <a:off x="1993890" y="3670269"/>
            <a:ext cx="1473192" cy="184126"/>
          </a:xfrm>
          <a:prstGeom prst="rect">
            <a:avLst/>
          </a:prstGeom>
          <a:solidFill>
            <a:srgbClr val="F5F4F4">
              <a:alpha val="100000"/>
            </a:srgbClr>
          </a:solidFill>
          <a:ln/>
        </p:spPr>
        <p:txBody>
          <a:bodyPr lIns="36000" rIns="36000"/>
          <a:lstStyle/>
          <a:p>
            <a:r>
              <a:rPr lang="ru-RU" sz="700"/>
              <a:t>Программные интерфейсы (</a:t>
            </a:r>
            <a:r>
              <a:rPr lang="en-US" sz="700"/>
              <a:t>API)</a:t>
            </a:r>
            <a:endParaRPr lang="en-US" sz="700" dirty="0"/>
          </a:p>
        </p:txBody>
      </p:sp>
      <p:sp>
        <p:nvSpPr>
          <p:cNvPr id="96" name="Shape 64"/>
          <p:cNvSpPr/>
          <p:nvPr/>
        </p:nvSpPr>
        <p:spPr>
          <a:xfrm>
            <a:off x="2197088" y="4590899"/>
            <a:ext cx="1269994" cy="609521"/>
          </a:xfrm>
          <a:prstGeom prst="rect">
            <a:avLst/>
          </a:prstGeom>
          <a:noFill/>
          <a:ln/>
        </p:spPr>
      </p:sp>
      <p:sp>
        <p:nvSpPr>
          <p:cNvPr id="97" name="Shape 65"/>
          <p:cNvSpPr/>
          <p:nvPr/>
        </p:nvSpPr>
        <p:spPr>
          <a:xfrm>
            <a:off x="2197088" y="4590899"/>
            <a:ext cx="1269994" cy="279364"/>
          </a:xfrm>
          <a:prstGeom prst="rect">
            <a:avLst/>
          </a:prstGeom>
          <a:solidFill>
            <a:srgbClr val="F5F4F4">
              <a:alpha val="100000"/>
            </a:srgbClr>
          </a:solidFill>
          <a:ln/>
        </p:spPr>
        <p:txBody>
          <a:bodyPr lIns="36000" rIns="36000"/>
          <a:lstStyle/>
          <a:p>
            <a:r>
              <a:rPr lang="ru-RU" sz="700"/>
              <a:t>Связь с информационными</a:t>
            </a:r>
          </a:p>
          <a:p>
            <a:r>
              <a:rPr lang="ru-RU" sz="700"/>
              <a:t>системами заказчика</a:t>
            </a:r>
            <a:endParaRPr lang="ru-RU" sz="700" dirty="0"/>
          </a:p>
        </p:txBody>
      </p:sp>
      <p:sp>
        <p:nvSpPr>
          <p:cNvPr id="99" name="Shape 67"/>
          <p:cNvSpPr/>
          <p:nvPr/>
        </p:nvSpPr>
        <p:spPr>
          <a:xfrm>
            <a:off x="2197088" y="4921056"/>
            <a:ext cx="1269994" cy="279364"/>
          </a:xfrm>
          <a:prstGeom prst="rect">
            <a:avLst/>
          </a:prstGeom>
          <a:solidFill>
            <a:srgbClr val="F5F4F4">
              <a:alpha val="100000"/>
            </a:srgbClr>
          </a:solidFill>
          <a:ln/>
        </p:spPr>
        <p:txBody>
          <a:bodyPr lIns="36000" rIns="36000"/>
          <a:lstStyle/>
          <a:p>
            <a:r>
              <a:rPr lang="ru-RU" sz="700"/>
              <a:t>Связь с промышленными контроллерами</a:t>
            </a:r>
            <a:endParaRPr lang="ru-RU" sz="700" dirty="0"/>
          </a:p>
        </p:txBody>
      </p:sp>
      <p:sp>
        <p:nvSpPr>
          <p:cNvPr id="101" name="Shape 69"/>
          <p:cNvSpPr/>
          <p:nvPr/>
        </p:nvSpPr>
        <p:spPr>
          <a:xfrm>
            <a:off x="5295873" y="3143287"/>
            <a:ext cx="1650992" cy="761901"/>
          </a:xfrm>
          <a:prstGeom prst="rect">
            <a:avLst/>
          </a:prstGeom>
          <a:solidFill>
            <a:srgbClr val="E5E5E5"/>
          </a:solidFill>
          <a:ln/>
        </p:spPr>
        <p:txBody>
          <a:bodyPr anchor="ctr"/>
          <a:lstStyle/>
          <a:p>
            <a:pPr algn="ctr">
              <a:lnSpc>
                <a:spcPts val="1100"/>
              </a:lnSpc>
            </a:pPr>
            <a:r>
              <a:rPr lang="ru-RU" sz="1200" dirty="0">
                <a:ea typeface="Stapel" pitchFamily="34" charset="-122"/>
                <a:cs typeface="Stapel" pitchFamily="34" charset="-120"/>
              </a:rPr>
              <a:t>Система</a:t>
            </a:r>
            <a:r>
              <a:rPr lang="en-US" sz="1200" dirty="0">
                <a:ea typeface="Stapel" pitchFamily="34" charset="-122"/>
                <a:cs typeface="Stapel" pitchFamily="34" charset="-120"/>
              </a:rPr>
              <a:t> </a:t>
            </a:r>
            <a:endParaRPr lang="ru-RU" sz="1200" dirty="0">
              <a:ea typeface="Stapel" pitchFamily="34" charset="-122"/>
              <a:cs typeface="Stapel" pitchFamily="34" charset="-120"/>
            </a:endParaRPr>
          </a:p>
          <a:p>
            <a:pPr algn="ctr">
              <a:lnSpc>
                <a:spcPts val="1100"/>
              </a:lnSpc>
            </a:pPr>
            <a:r>
              <a:rPr lang="ru-RU" sz="1200" dirty="0">
                <a:ea typeface="Stapel" pitchFamily="34" charset="-122"/>
                <a:cs typeface="Stapel" pitchFamily="34" charset="-120"/>
              </a:rPr>
              <a:t>объективного</a:t>
            </a:r>
            <a:endParaRPr lang="en-US" sz="1200" dirty="0"/>
          </a:p>
          <a:p>
            <a:pPr algn="ctr">
              <a:lnSpc>
                <a:spcPts val="1100"/>
              </a:lnSpc>
            </a:pPr>
            <a:r>
              <a:rPr lang="ru-RU" sz="1200" dirty="0">
                <a:ea typeface="Stapel" pitchFamily="34" charset="-122"/>
                <a:cs typeface="Stapel" pitchFamily="34" charset="-120"/>
              </a:rPr>
              <a:t>контроля</a:t>
            </a:r>
            <a:endParaRPr lang="en-US" sz="1200" dirty="0"/>
          </a:p>
        </p:txBody>
      </p:sp>
      <p:sp>
        <p:nvSpPr>
          <p:cNvPr id="104" name="Shape 71"/>
          <p:cNvSpPr/>
          <p:nvPr/>
        </p:nvSpPr>
        <p:spPr>
          <a:xfrm>
            <a:off x="9239202" y="4584550"/>
            <a:ext cx="1238244" cy="850789"/>
          </a:xfrm>
          <a:prstGeom prst="rect">
            <a:avLst/>
          </a:prstGeom>
          <a:noFill/>
          <a:ln/>
        </p:spPr>
      </p:sp>
      <p:sp>
        <p:nvSpPr>
          <p:cNvPr id="105" name="Shape 72"/>
          <p:cNvSpPr/>
          <p:nvPr/>
        </p:nvSpPr>
        <p:spPr>
          <a:xfrm>
            <a:off x="9239202" y="4584550"/>
            <a:ext cx="520697" cy="184126"/>
          </a:xfrm>
          <a:prstGeom prst="rect">
            <a:avLst/>
          </a:prstGeom>
          <a:solidFill>
            <a:srgbClr val="F5F4F4">
              <a:alpha val="100000"/>
            </a:srgbClr>
          </a:solidFill>
          <a:ln/>
        </p:spPr>
        <p:txBody>
          <a:bodyPr lIns="36000" rIns="36000"/>
          <a:lstStyle/>
          <a:p>
            <a:r>
              <a:rPr lang="ru-RU" sz="700"/>
              <a:t>Цветовые</a:t>
            </a:r>
            <a:endParaRPr lang="ru-RU" sz="700" dirty="0"/>
          </a:p>
        </p:txBody>
      </p:sp>
      <p:sp>
        <p:nvSpPr>
          <p:cNvPr id="107" name="Shape 74"/>
          <p:cNvSpPr/>
          <p:nvPr/>
        </p:nvSpPr>
        <p:spPr>
          <a:xfrm>
            <a:off x="9239202" y="4806771"/>
            <a:ext cx="520697" cy="184126"/>
          </a:xfrm>
          <a:prstGeom prst="rect">
            <a:avLst/>
          </a:prstGeom>
          <a:solidFill>
            <a:srgbClr val="F5F4F4">
              <a:alpha val="100000"/>
            </a:srgbClr>
          </a:solidFill>
          <a:ln/>
        </p:spPr>
        <p:txBody>
          <a:bodyPr lIns="36000" rIns="36000"/>
          <a:lstStyle/>
          <a:p>
            <a:r>
              <a:rPr lang="ru-RU" sz="700"/>
              <a:t>Звуковые</a:t>
            </a:r>
            <a:endParaRPr lang="ru-RU" sz="700" dirty="0"/>
          </a:p>
        </p:txBody>
      </p:sp>
      <p:sp>
        <p:nvSpPr>
          <p:cNvPr id="109" name="Shape 76"/>
          <p:cNvSpPr/>
          <p:nvPr/>
        </p:nvSpPr>
        <p:spPr>
          <a:xfrm>
            <a:off x="9239203" y="5028992"/>
            <a:ext cx="901695" cy="184126"/>
          </a:xfrm>
          <a:prstGeom prst="rect">
            <a:avLst/>
          </a:prstGeom>
          <a:solidFill>
            <a:srgbClr val="F5F4F4">
              <a:alpha val="100000"/>
            </a:srgbClr>
          </a:solidFill>
          <a:ln/>
        </p:spPr>
        <p:txBody>
          <a:bodyPr lIns="36000" rIns="36000"/>
          <a:lstStyle/>
          <a:p>
            <a:r>
              <a:rPr lang="ru-RU" sz="700"/>
              <a:t>Комбинированные</a:t>
            </a:r>
            <a:endParaRPr lang="ru-RU" sz="700" dirty="0"/>
          </a:p>
        </p:txBody>
      </p:sp>
      <p:sp>
        <p:nvSpPr>
          <p:cNvPr id="111" name="Shape 78"/>
          <p:cNvSpPr/>
          <p:nvPr/>
        </p:nvSpPr>
        <p:spPr>
          <a:xfrm>
            <a:off x="9239202" y="5251213"/>
            <a:ext cx="1238244" cy="184126"/>
          </a:xfrm>
          <a:prstGeom prst="rect">
            <a:avLst/>
          </a:prstGeom>
          <a:solidFill>
            <a:srgbClr val="F5F4F4">
              <a:alpha val="100000"/>
            </a:srgbClr>
          </a:solidFill>
          <a:ln/>
        </p:spPr>
        <p:txBody>
          <a:bodyPr lIns="36000" rIns="36000"/>
          <a:lstStyle/>
          <a:p>
            <a:r>
              <a:rPr lang="ru-RU" sz="700" dirty="0"/>
              <a:t>Электронные оповещения</a:t>
            </a:r>
          </a:p>
        </p:txBody>
      </p:sp>
      <p:sp>
        <p:nvSpPr>
          <p:cNvPr id="116" name="Номер слайда 6">
            <a:extLst>
              <a:ext uri="{FF2B5EF4-FFF2-40B4-BE49-F238E27FC236}">
                <a16:creationId xmlns:a16="http://schemas.microsoft.com/office/drawing/2014/main" id="{6F05ED90-D4F7-35C0-73EB-DA8F628FFAE0}"/>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60</a:t>
            </a:fld>
            <a:endParaRPr lang="ru-RU" dirty="0"/>
          </a:p>
        </p:txBody>
      </p:sp>
      <p:cxnSp>
        <p:nvCxnSpPr>
          <p:cNvPr id="115" name="Прямая соединительная линия 114">
            <a:extLst>
              <a:ext uri="{FF2B5EF4-FFF2-40B4-BE49-F238E27FC236}">
                <a16:creationId xmlns:a16="http://schemas.microsoft.com/office/drawing/2014/main" id="{4827EFAE-BA50-1C3C-BC2F-DBD607AE932A}"/>
              </a:ext>
            </a:extLst>
          </p:cNvPr>
          <p:cNvCxnSpPr>
            <a:cxnSpLocks/>
          </p:cNvCxnSpPr>
          <p:nvPr/>
        </p:nvCxnSpPr>
        <p:spPr>
          <a:xfrm flipV="1">
            <a:off x="9759899" y="4665599"/>
            <a:ext cx="2057389" cy="3175"/>
          </a:xfrm>
          <a:prstGeom prst="line">
            <a:avLst/>
          </a:prstGeom>
          <a:ln w="12700">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118" name="Прямая соединительная линия 117">
            <a:extLst>
              <a:ext uri="{FF2B5EF4-FFF2-40B4-BE49-F238E27FC236}">
                <a16:creationId xmlns:a16="http://schemas.microsoft.com/office/drawing/2014/main" id="{1A7913C2-F08B-3C2E-9A3E-A5D04FB69C15}"/>
              </a:ext>
            </a:extLst>
          </p:cNvPr>
          <p:cNvCxnSpPr>
            <a:cxnSpLocks/>
          </p:cNvCxnSpPr>
          <p:nvPr/>
        </p:nvCxnSpPr>
        <p:spPr>
          <a:xfrm>
            <a:off x="10934643" y="3074471"/>
            <a:ext cx="882645" cy="0"/>
          </a:xfrm>
          <a:prstGeom prst="line">
            <a:avLst/>
          </a:prstGeom>
          <a:ln w="12700">
            <a:solidFill>
              <a:schemeClr val="accent1"/>
            </a:solidFill>
            <a:prstDash val="sysDash"/>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122" name="Прямая соединительная линия 121">
            <a:extLst>
              <a:ext uri="{FF2B5EF4-FFF2-40B4-BE49-F238E27FC236}">
                <a16:creationId xmlns:a16="http://schemas.microsoft.com/office/drawing/2014/main" id="{031575F7-431B-AC6A-8985-0A826F48500C}"/>
              </a:ext>
            </a:extLst>
          </p:cNvPr>
          <p:cNvCxnSpPr/>
          <p:nvPr/>
        </p:nvCxnSpPr>
        <p:spPr>
          <a:xfrm flipV="1">
            <a:off x="11817288" y="3074471"/>
            <a:ext cx="0" cy="1598967"/>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3" name="Заголовок 2">
            <a:extLst>
              <a:ext uri="{FF2B5EF4-FFF2-40B4-BE49-F238E27FC236}">
                <a16:creationId xmlns:a16="http://schemas.microsoft.com/office/drawing/2014/main" id="{F0ABDF78-8A7D-4E12-FE4E-42302F770804}"/>
              </a:ext>
            </a:extLst>
          </p:cNvPr>
          <p:cNvSpPr>
            <a:spLocks noGrp="1"/>
          </p:cNvSpPr>
          <p:nvPr>
            <p:ph type="title"/>
          </p:nvPr>
        </p:nvSpPr>
        <p:spPr/>
        <p:txBody>
          <a:bodyPr/>
          <a:lstStyle/>
          <a:p>
            <a:r>
              <a:rPr lang="ru-RU" dirty="0"/>
              <a:t>Схема</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1" descr="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67082" y="2019484"/>
            <a:ext cx="82550" cy="234919"/>
          </a:xfrm>
          <a:prstGeom prst="rect">
            <a:avLst/>
          </a:prstGeom>
        </p:spPr>
      </p:pic>
      <p:pic>
        <p:nvPicPr>
          <p:cNvPr id="6" name="Image 2" descr=" "/>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156653" y="1905199"/>
            <a:ext cx="82550" cy="450791"/>
          </a:xfrm>
          <a:prstGeom prst="rect">
            <a:avLst/>
          </a:prstGeom>
        </p:spPr>
      </p:pic>
      <p:pic>
        <p:nvPicPr>
          <p:cNvPr id="7" name="Image 3" descr=" "/>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156653" y="3073446"/>
            <a:ext cx="82550" cy="901583"/>
          </a:xfrm>
          <a:prstGeom prst="rect">
            <a:avLst/>
          </a:prstGeom>
        </p:spPr>
      </p:pic>
      <p:pic>
        <p:nvPicPr>
          <p:cNvPr id="8" name="Image 4" descr=" "/>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156653" y="4667089"/>
            <a:ext cx="82550" cy="679362"/>
          </a:xfrm>
          <a:prstGeom prst="rect">
            <a:avLst/>
          </a:prstGeom>
        </p:spPr>
      </p:pic>
      <p:pic>
        <p:nvPicPr>
          <p:cNvPr id="9" name="Image 5" descr=" "/>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559995" y="5111531"/>
            <a:ext cx="82550" cy="469839"/>
          </a:xfrm>
          <a:prstGeom prst="rect">
            <a:avLst/>
          </a:prstGeom>
        </p:spPr>
      </p:pic>
      <p:pic>
        <p:nvPicPr>
          <p:cNvPr id="10" name="Image 6" descr=" "/>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467082" y="4724231"/>
            <a:ext cx="82550" cy="349205"/>
          </a:xfrm>
          <a:prstGeom prst="rect">
            <a:avLst/>
          </a:prstGeom>
        </p:spPr>
      </p:pic>
      <p:pic>
        <p:nvPicPr>
          <p:cNvPr id="11" name="Image 7" descr=" "/>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467082" y="3263921"/>
            <a:ext cx="82550" cy="507934"/>
          </a:xfrm>
          <a:prstGeom prst="rect">
            <a:avLst/>
          </a:prstGeom>
        </p:spPr>
      </p:pic>
      <p:pic>
        <p:nvPicPr>
          <p:cNvPr id="12" name="Image 8" descr=" "/>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841491" y="2698845"/>
            <a:ext cx="88899" cy="1371421"/>
          </a:xfrm>
          <a:prstGeom prst="rect">
            <a:avLst/>
          </a:prstGeom>
        </p:spPr>
      </p:pic>
      <p:pic>
        <p:nvPicPr>
          <p:cNvPr id="13" name="Image 9" descr=" "/>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543282" y="2133769"/>
            <a:ext cx="85724" cy="12698"/>
          </a:xfrm>
          <a:prstGeom prst="rect">
            <a:avLst/>
          </a:prstGeom>
        </p:spPr>
      </p:pic>
      <p:pic>
        <p:nvPicPr>
          <p:cNvPr id="14" name="Image 10" descr=" "/>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9074104" y="2127420"/>
            <a:ext cx="85724" cy="12698"/>
          </a:xfrm>
          <a:prstGeom prst="rect">
            <a:avLst/>
          </a:prstGeom>
        </p:spPr>
      </p:pic>
      <p:pic>
        <p:nvPicPr>
          <p:cNvPr id="15" name="Image 11"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074103" y="3524238"/>
            <a:ext cx="165099" cy="12698"/>
          </a:xfrm>
          <a:prstGeom prst="rect">
            <a:avLst/>
          </a:prstGeom>
        </p:spPr>
      </p:pic>
      <p:pic>
        <p:nvPicPr>
          <p:cNvPr id="16" name="Image 12"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074103" y="4895659"/>
            <a:ext cx="165099" cy="12698"/>
          </a:xfrm>
          <a:prstGeom prst="rect">
            <a:avLst/>
          </a:prstGeom>
        </p:spPr>
      </p:pic>
      <p:pic>
        <p:nvPicPr>
          <p:cNvPr id="17" name="Image 13"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10477446" y="5340101"/>
            <a:ext cx="165099" cy="12698"/>
          </a:xfrm>
          <a:prstGeom prst="rect">
            <a:avLst/>
          </a:prstGeom>
        </p:spPr>
      </p:pic>
      <p:pic>
        <p:nvPicPr>
          <p:cNvPr id="18" name="Image 14" descr=" "/>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156653" y="5117880"/>
            <a:ext cx="82550" cy="12698"/>
          </a:xfrm>
          <a:prstGeom prst="rect">
            <a:avLst/>
          </a:prstGeom>
        </p:spPr>
      </p:pic>
      <p:pic>
        <p:nvPicPr>
          <p:cNvPr id="19" name="Image 15" descr=" "/>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163003" y="3295668"/>
            <a:ext cx="82550" cy="12698"/>
          </a:xfrm>
          <a:prstGeom prst="rect">
            <a:avLst/>
          </a:prstGeom>
        </p:spPr>
      </p:pic>
      <p:pic>
        <p:nvPicPr>
          <p:cNvPr id="20" name="Image 16" descr=" "/>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163003" y="3740110"/>
            <a:ext cx="82550" cy="12698"/>
          </a:xfrm>
          <a:prstGeom prst="rect">
            <a:avLst/>
          </a:prstGeom>
        </p:spPr>
      </p:pic>
      <p:pic>
        <p:nvPicPr>
          <p:cNvPr id="21" name="Image 17" descr=" "/>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543282" y="4889310"/>
            <a:ext cx="85724" cy="12698"/>
          </a:xfrm>
          <a:prstGeom prst="rect">
            <a:avLst/>
          </a:prstGeom>
        </p:spPr>
      </p:pic>
      <p:pic>
        <p:nvPicPr>
          <p:cNvPr id="22" name="Image 18"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924040" y="3289318"/>
            <a:ext cx="88899" cy="12698"/>
          </a:xfrm>
          <a:prstGeom prst="rect">
            <a:avLst/>
          </a:prstGeom>
        </p:spPr>
      </p:pic>
      <p:pic>
        <p:nvPicPr>
          <p:cNvPr id="23" name="Image 19"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016304"/>
            <a:ext cx="88899" cy="12698"/>
          </a:xfrm>
          <a:prstGeom prst="rect">
            <a:avLst/>
          </a:prstGeom>
        </p:spPr>
      </p:pic>
      <p:pic>
        <p:nvPicPr>
          <p:cNvPr id="24" name="Image 20"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289318"/>
            <a:ext cx="88899" cy="12698"/>
          </a:xfrm>
          <a:prstGeom prst="rect">
            <a:avLst/>
          </a:prstGeom>
        </p:spPr>
      </p:pic>
      <p:pic>
        <p:nvPicPr>
          <p:cNvPr id="25" name="Image 21"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555984"/>
            <a:ext cx="88899" cy="12698"/>
          </a:xfrm>
          <a:prstGeom prst="rect">
            <a:avLst/>
          </a:prstGeom>
        </p:spPr>
      </p:pic>
      <p:pic>
        <p:nvPicPr>
          <p:cNvPr id="26" name="Image 22"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828998"/>
            <a:ext cx="88899" cy="12698"/>
          </a:xfrm>
          <a:prstGeom prst="rect">
            <a:avLst/>
          </a:prstGeom>
        </p:spPr>
      </p:pic>
      <p:pic>
        <p:nvPicPr>
          <p:cNvPr id="27" name="Image 23"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3467083" y="3524238"/>
            <a:ext cx="165099" cy="12698"/>
          </a:xfrm>
          <a:prstGeom prst="rect">
            <a:avLst/>
          </a:prstGeom>
        </p:spPr>
      </p:pic>
      <p:pic>
        <p:nvPicPr>
          <p:cNvPr id="28" name="Image 24" descr=" "/>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4940275" y="3517889"/>
            <a:ext cx="412748" cy="12698"/>
          </a:xfrm>
          <a:prstGeom prst="rect">
            <a:avLst/>
          </a:prstGeom>
        </p:spPr>
      </p:pic>
      <p:pic>
        <p:nvPicPr>
          <p:cNvPr id="29" name="Image 25" descr=" "/>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4927575" y="2140118"/>
            <a:ext cx="304798" cy="1390469"/>
          </a:xfrm>
          <a:prstGeom prst="rect">
            <a:avLst/>
          </a:prstGeom>
        </p:spPr>
      </p:pic>
      <p:pic>
        <p:nvPicPr>
          <p:cNvPr id="30" name="Image 26" descr=" "/>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4927575" y="3517888"/>
            <a:ext cx="304798" cy="1390469"/>
          </a:xfrm>
          <a:prstGeom prst="rect">
            <a:avLst/>
          </a:prstGeom>
        </p:spPr>
      </p:pic>
      <p:pic>
        <p:nvPicPr>
          <p:cNvPr id="31" name="Image 27" descr=" "/>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6946864" y="3517889"/>
            <a:ext cx="412748" cy="12698"/>
          </a:xfrm>
          <a:prstGeom prst="rect">
            <a:avLst/>
          </a:prstGeom>
        </p:spPr>
      </p:pic>
      <p:pic>
        <p:nvPicPr>
          <p:cNvPr id="32" name="Image 28" descr=" "/>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7067514" y="2140118"/>
            <a:ext cx="304798" cy="1390469"/>
          </a:xfrm>
          <a:prstGeom prst="rect">
            <a:avLst/>
          </a:prstGeom>
        </p:spPr>
      </p:pic>
      <p:pic>
        <p:nvPicPr>
          <p:cNvPr id="33" name="Image 29" descr=" "/>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7067514" y="3517888"/>
            <a:ext cx="304798" cy="1390469"/>
          </a:xfrm>
          <a:prstGeom prst="rect">
            <a:avLst/>
          </a:prstGeom>
        </p:spPr>
      </p:pic>
      <p:sp>
        <p:nvSpPr>
          <p:cNvPr id="34" name="Shape 2"/>
          <p:cNvSpPr/>
          <p:nvPr/>
        </p:nvSpPr>
        <p:spPr>
          <a:xfrm>
            <a:off x="3619481" y="1975039"/>
            <a:ext cx="1320793" cy="317459"/>
          </a:xfrm>
          <a:prstGeom prst="rect">
            <a:avLst/>
          </a:prstGeom>
          <a:solidFill>
            <a:srgbClr val="DDB6D3"/>
          </a:solidFill>
          <a:ln/>
        </p:spPr>
        <p:txBody>
          <a:bodyPr lIns="72000" rIns="72000" anchor="ctr"/>
          <a:lstStyle/>
          <a:p>
            <a:r>
              <a:rPr lang="en-US" sz="1000" dirty="0">
                <a:solidFill>
                  <a:srgbClr val="000000">
                    <a:alpha val="100000"/>
                  </a:srgbClr>
                </a:solidFill>
                <a:ea typeface="Stapel" pitchFamily="34" charset="-122"/>
                <a:cs typeface="Stapel" pitchFamily="34" charset="-120"/>
              </a:rPr>
              <a:t>БД</a:t>
            </a:r>
            <a:endParaRPr lang="en-US" sz="1000" dirty="0"/>
          </a:p>
        </p:txBody>
      </p:sp>
      <p:sp>
        <p:nvSpPr>
          <p:cNvPr id="36" name="Shape 4"/>
          <p:cNvSpPr/>
          <p:nvPr/>
        </p:nvSpPr>
        <p:spPr>
          <a:xfrm>
            <a:off x="3619481" y="4701954"/>
            <a:ext cx="1320793" cy="400110"/>
          </a:xfrm>
          <a:prstGeom prst="rect">
            <a:avLst/>
          </a:prstGeom>
          <a:solidFill>
            <a:srgbClr val="DDB6D3"/>
          </a:solidFill>
          <a:ln/>
        </p:spPr>
        <p:txBody>
          <a:bodyPr lIns="72000" rIns="72000" anchor="ctr">
            <a:spAutoFit/>
          </a:bodyPr>
          <a:lstStyle/>
          <a:p>
            <a:r>
              <a:rPr lang="ru-RU" sz="1000" dirty="0">
                <a:solidFill>
                  <a:srgbClr val="000000">
                    <a:alpha val="100000"/>
                  </a:srgbClr>
                </a:solidFill>
                <a:ea typeface="Stapel" pitchFamily="34" charset="-122"/>
                <a:cs typeface="Stapel" pitchFamily="34" charset="-120"/>
              </a:rPr>
              <a:t>Шина</a:t>
            </a:r>
            <a:r>
              <a:rPr lang="en-US" sz="1000" dirty="0">
                <a:solidFill>
                  <a:srgbClr val="000000">
                    <a:alpha val="100000"/>
                  </a:srgbClr>
                </a:solidFill>
                <a:ea typeface="Stapel" pitchFamily="34" charset="-122"/>
                <a:cs typeface="Stapel" pitchFamily="34" charset="-120"/>
              </a:rPr>
              <a:t> </a:t>
            </a:r>
            <a:r>
              <a:rPr lang="ru-RU" sz="1000" dirty="0">
                <a:solidFill>
                  <a:srgbClr val="000000">
                    <a:alpha val="100000"/>
                  </a:srgbClr>
                </a:solidFill>
                <a:ea typeface="Stapel" pitchFamily="34" charset="-122"/>
                <a:cs typeface="Stapel" pitchFamily="34" charset="-120"/>
              </a:rPr>
              <a:t>обмена</a:t>
            </a:r>
            <a:r>
              <a:rPr lang="en-US" sz="1000" dirty="0">
                <a:solidFill>
                  <a:srgbClr val="000000">
                    <a:alpha val="100000"/>
                  </a:srgbClr>
                </a:solidFill>
                <a:ea typeface="Stapel" pitchFamily="34" charset="-122"/>
                <a:cs typeface="Stapel" pitchFamily="34" charset="-120"/>
              </a:rPr>
              <a:t> </a:t>
            </a:r>
            <a:r>
              <a:rPr lang="ru-RU" sz="1000" dirty="0">
                <a:solidFill>
                  <a:srgbClr val="000000">
                    <a:alpha val="100000"/>
                  </a:srgbClr>
                </a:solidFill>
                <a:ea typeface="Stapel" pitchFamily="34" charset="-122"/>
                <a:cs typeface="Stapel" pitchFamily="34" charset="-120"/>
              </a:rPr>
              <a:t>данными</a:t>
            </a:r>
            <a:endParaRPr lang="en-US" sz="1000" dirty="0"/>
          </a:p>
        </p:txBody>
      </p:sp>
      <p:sp>
        <p:nvSpPr>
          <p:cNvPr id="38" name="Shape 6"/>
          <p:cNvSpPr/>
          <p:nvPr/>
        </p:nvSpPr>
        <p:spPr>
          <a:xfrm>
            <a:off x="3619481" y="3371857"/>
            <a:ext cx="1320793" cy="317459"/>
          </a:xfrm>
          <a:prstGeom prst="rect">
            <a:avLst/>
          </a:prstGeom>
          <a:solidFill>
            <a:srgbClr val="DDB6D3"/>
          </a:solidFill>
          <a:ln/>
        </p:spPr>
        <p:txBody>
          <a:bodyPr lIns="72000" rIns="72000" anchor="ctr"/>
          <a:lstStyle/>
          <a:p>
            <a:r>
              <a:rPr lang="ru-RU" sz="1000" dirty="0">
                <a:solidFill>
                  <a:srgbClr val="000000">
                    <a:alpha val="100000"/>
                  </a:srgbClr>
                </a:solidFill>
                <a:ea typeface="Stapel" pitchFamily="34" charset="-122"/>
                <a:cs typeface="Stapel" pitchFamily="34" charset="-120"/>
              </a:rPr>
              <a:t>Интерфейсы</a:t>
            </a:r>
            <a:endParaRPr lang="en-US" sz="1000" dirty="0"/>
          </a:p>
        </p:txBody>
      </p:sp>
      <p:sp>
        <p:nvSpPr>
          <p:cNvPr id="40" name="Shape 8"/>
          <p:cNvSpPr/>
          <p:nvPr/>
        </p:nvSpPr>
        <p:spPr>
          <a:xfrm>
            <a:off x="7372312" y="1933714"/>
            <a:ext cx="1701791" cy="400110"/>
          </a:xfrm>
          <a:prstGeom prst="rect">
            <a:avLst/>
          </a:prstGeom>
          <a:solidFill>
            <a:srgbClr val="DDB6D3"/>
          </a:solidFill>
          <a:ln/>
        </p:spPr>
        <p:txBody>
          <a:bodyPr lIns="72000" rIns="72000" anchor="ctr">
            <a:spAutoFit/>
          </a:bodyPr>
          <a:lstStyle/>
          <a:p>
            <a:r>
              <a:rPr lang="ru-RU" sz="1000" dirty="0">
                <a:ea typeface="Stapel" pitchFamily="34" charset="-122"/>
                <a:cs typeface="Stapel" pitchFamily="34" charset="-120"/>
              </a:rPr>
              <a:t>Устройства</a:t>
            </a:r>
            <a:r>
              <a:rPr lang="en-US" sz="1000" dirty="0">
                <a:ea typeface="Stapel" pitchFamily="34" charset="-122"/>
                <a:cs typeface="Stapel" pitchFamily="34" charset="-120"/>
              </a:rPr>
              <a:t> </a:t>
            </a:r>
            <a:r>
              <a:rPr lang="ru-RU" sz="1000" dirty="0">
                <a:ea typeface="Stapel" pitchFamily="34" charset="-122"/>
                <a:cs typeface="Stapel" pitchFamily="34" charset="-120"/>
              </a:rPr>
              <a:t>доступа</a:t>
            </a:r>
            <a:r>
              <a:rPr lang="en-US" sz="1000" dirty="0">
                <a:ea typeface="Stapel" pitchFamily="34" charset="-122"/>
                <a:cs typeface="Stapel" pitchFamily="34" charset="-120"/>
              </a:rPr>
              <a:t> к </a:t>
            </a:r>
            <a:r>
              <a:rPr lang="ru-RU" sz="1000" dirty="0">
                <a:ea typeface="Stapel" pitchFamily="34" charset="-122"/>
                <a:cs typeface="Stapel" pitchFamily="34" charset="-120"/>
              </a:rPr>
              <a:t>системе</a:t>
            </a:r>
            <a:endParaRPr lang="en-US" sz="1000" dirty="0"/>
          </a:p>
        </p:txBody>
      </p:sp>
      <p:sp>
        <p:nvSpPr>
          <p:cNvPr id="42" name="Shape 10"/>
          <p:cNvSpPr/>
          <p:nvPr/>
        </p:nvSpPr>
        <p:spPr>
          <a:xfrm>
            <a:off x="7372312" y="4736930"/>
            <a:ext cx="1701791" cy="317459"/>
          </a:xfrm>
          <a:prstGeom prst="rect">
            <a:avLst/>
          </a:prstGeom>
          <a:solidFill>
            <a:srgbClr val="DDB6D3"/>
          </a:solidFill>
          <a:ln/>
        </p:spPr>
        <p:txBody>
          <a:bodyPr lIns="72000" rIns="72000" anchor="ctr"/>
          <a:lstStyle/>
          <a:p>
            <a:r>
              <a:rPr lang="ru-RU" sz="1000" dirty="0"/>
              <a:t>Устройства оповещения</a:t>
            </a:r>
          </a:p>
        </p:txBody>
      </p:sp>
      <p:sp>
        <p:nvSpPr>
          <p:cNvPr id="44" name="Shape 12"/>
          <p:cNvSpPr/>
          <p:nvPr/>
        </p:nvSpPr>
        <p:spPr>
          <a:xfrm>
            <a:off x="7372312" y="3371857"/>
            <a:ext cx="1701791" cy="317459"/>
          </a:xfrm>
          <a:prstGeom prst="rect">
            <a:avLst/>
          </a:prstGeom>
          <a:solidFill>
            <a:srgbClr val="DDB6D3"/>
          </a:solidFill>
          <a:ln/>
        </p:spPr>
        <p:txBody>
          <a:bodyPr lIns="72000" rIns="72000" anchor="ctr"/>
          <a:lstStyle/>
          <a:p>
            <a:r>
              <a:rPr lang="ru-RU" sz="1000" dirty="0">
                <a:solidFill>
                  <a:srgbClr val="000000">
                    <a:alpha val="100000"/>
                  </a:srgbClr>
                </a:solidFill>
                <a:ea typeface="Stapel" pitchFamily="34" charset="-122"/>
                <a:cs typeface="Stapel" pitchFamily="34" charset="-120"/>
              </a:rPr>
              <a:t>Детекторы</a:t>
            </a:r>
            <a:endParaRPr lang="en-US" sz="1000" dirty="0"/>
          </a:p>
        </p:txBody>
      </p:sp>
      <p:sp>
        <p:nvSpPr>
          <p:cNvPr id="46" name="Shape 14"/>
          <p:cNvSpPr/>
          <p:nvPr/>
        </p:nvSpPr>
        <p:spPr>
          <a:xfrm>
            <a:off x="1898640" y="1930595"/>
            <a:ext cx="1568442" cy="406347"/>
          </a:xfrm>
          <a:prstGeom prst="rect">
            <a:avLst/>
          </a:prstGeom>
          <a:noFill/>
          <a:ln/>
        </p:spPr>
      </p:sp>
      <p:sp>
        <p:nvSpPr>
          <p:cNvPr id="47" name="Shape 15"/>
          <p:cNvSpPr/>
          <p:nvPr/>
        </p:nvSpPr>
        <p:spPr>
          <a:xfrm>
            <a:off x="2152639" y="1930595"/>
            <a:ext cx="1314443" cy="184126"/>
          </a:xfrm>
          <a:prstGeom prst="rect">
            <a:avLst/>
          </a:prstGeom>
          <a:solidFill>
            <a:srgbClr val="F5F4F4">
              <a:alpha val="100000"/>
            </a:srgbClr>
          </a:solidFill>
          <a:ln/>
        </p:spPr>
        <p:txBody>
          <a:bodyPr lIns="36000" rIns="36000"/>
          <a:lstStyle/>
          <a:p>
            <a:r>
              <a:rPr lang="ru-RU" sz="700"/>
              <a:t>Хранилище «сырых» данных</a:t>
            </a:r>
            <a:endParaRPr lang="ru-RU" sz="700" dirty="0"/>
          </a:p>
        </p:txBody>
      </p:sp>
      <p:sp>
        <p:nvSpPr>
          <p:cNvPr id="49" name="Shape 17"/>
          <p:cNvSpPr/>
          <p:nvPr/>
        </p:nvSpPr>
        <p:spPr>
          <a:xfrm>
            <a:off x="1898640" y="2152816"/>
            <a:ext cx="1568442" cy="184126"/>
          </a:xfrm>
          <a:prstGeom prst="rect">
            <a:avLst/>
          </a:prstGeom>
          <a:solidFill>
            <a:srgbClr val="F5F4F4">
              <a:alpha val="100000"/>
            </a:srgbClr>
          </a:solidFill>
          <a:ln/>
        </p:spPr>
        <p:txBody>
          <a:bodyPr lIns="36000" rIns="36000"/>
          <a:lstStyle/>
          <a:p>
            <a:r>
              <a:rPr lang="ru-RU" sz="700"/>
              <a:t>СУБД структурированных данных</a:t>
            </a:r>
            <a:endParaRPr lang="ru-RU" sz="700" dirty="0"/>
          </a:p>
        </p:txBody>
      </p:sp>
      <p:sp>
        <p:nvSpPr>
          <p:cNvPr id="51" name="Shape 19"/>
          <p:cNvSpPr/>
          <p:nvPr/>
        </p:nvSpPr>
        <p:spPr>
          <a:xfrm>
            <a:off x="387348" y="2565513"/>
            <a:ext cx="1454143" cy="1580944"/>
          </a:xfrm>
          <a:prstGeom prst="rect">
            <a:avLst/>
          </a:prstGeom>
          <a:noFill/>
          <a:ln/>
        </p:spPr>
      </p:sp>
      <p:sp>
        <p:nvSpPr>
          <p:cNvPr id="52" name="Shape 20"/>
          <p:cNvSpPr/>
          <p:nvPr/>
        </p:nvSpPr>
        <p:spPr>
          <a:xfrm>
            <a:off x="609597" y="2565512"/>
            <a:ext cx="1231894" cy="279364"/>
          </a:xfrm>
          <a:prstGeom prst="rect">
            <a:avLst/>
          </a:prstGeom>
          <a:solidFill>
            <a:srgbClr val="F5F4F4">
              <a:alpha val="100000"/>
            </a:srgbClr>
          </a:solidFill>
          <a:ln/>
        </p:spPr>
        <p:txBody>
          <a:bodyPr lIns="36000" rIns="36000"/>
          <a:lstStyle/>
          <a:p>
            <a:r>
              <a:rPr lang="ru-RU" sz="700"/>
              <a:t>АРМ оператора системы -</a:t>
            </a:r>
          </a:p>
          <a:p>
            <a:r>
              <a:rPr lang="ru-RU" sz="700"/>
              <a:t>на месте экструдера</a:t>
            </a:r>
            <a:endParaRPr lang="ru-RU" sz="700" dirty="0"/>
          </a:p>
        </p:txBody>
      </p:sp>
      <p:sp>
        <p:nvSpPr>
          <p:cNvPr id="54" name="Shape 22"/>
          <p:cNvSpPr/>
          <p:nvPr/>
        </p:nvSpPr>
        <p:spPr>
          <a:xfrm>
            <a:off x="673097" y="2882971"/>
            <a:ext cx="1168394" cy="279364"/>
          </a:xfrm>
          <a:prstGeom prst="rect">
            <a:avLst/>
          </a:prstGeom>
          <a:solidFill>
            <a:srgbClr val="F5F4F4">
              <a:alpha val="100000"/>
            </a:srgbClr>
          </a:solidFill>
          <a:ln/>
        </p:spPr>
        <p:txBody>
          <a:bodyPr lIns="36000" rIns="36000"/>
          <a:lstStyle/>
          <a:p>
            <a:r>
              <a:rPr lang="ru-RU" sz="700"/>
              <a:t>АРМ оператора системы</a:t>
            </a:r>
          </a:p>
          <a:p>
            <a:r>
              <a:rPr lang="ru-RU" sz="700"/>
              <a:t>на упаковке</a:t>
            </a:r>
            <a:endParaRPr lang="ru-RU" sz="700" dirty="0"/>
          </a:p>
        </p:txBody>
      </p:sp>
      <p:sp>
        <p:nvSpPr>
          <p:cNvPr id="56" name="Shape 24"/>
          <p:cNvSpPr/>
          <p:nvPr/>
        </p:nvSpPr>
        <p:spPr>
          <a:xfrm>
            <a:off x="1536692" y="3200430"/>
            <a:ext cx="304798" cy="184126"/>
          </a:xfrm>
          <a:prstGeom prst="rect">
            <a:avLst/>
          </a:prstGeom>
          <a:solidFill>
            <a:srgbClr val="F5F4F4">
              <a:alpha val="100000"/>
            </a:srgbClr>
          </a:solidFill>
          <a:ln/>
        </p:spPr>
        <p:txBody>
          <a:bodyPr lIns="36000" rIns="36000"/>
          <a:lstStyle/>
          <a:p>
            <a:r>
              <a:rPr lang="ru-RU" sz="700"/>
              <a:t>АРМ</a:t>
            </a:r>
            <a:endParaRPr lang="ru-RU" sz="700" dirty="0"/>
          </a:p>
        </p:txBody>
      </p:sp>
      <p:sp>
        <p:nvSpPr>
          <p:cNvPr id="58" name="Shape 26"/>
          <p:cNvSpPr/>
          <p:nvPr/>
        </p:nvSpPr>
        <p:spPr>
          <a:xfrm>
            <a:off x="387348" y="3422651"/>
            <a:ext cx="1454143" cy="279364"/>
          </a:xfrm>
          <a:prstGeom prst="rect">
            <a:avLst/>
          </a:prstGeom>
          <a:solidFill>
            <a:srgbClr val="F5F4F4">
              <a:alpha val="100000"/>
            </a:srgbClr>
          </a:solidFill>
          <a:ln/>
        </p:spPr>
        <p:txBody>
          <a:bodyPr lIns="36000" rIns="36000"/>
          <a:lstStyle/>
          <a:p>
            <a:r>
              <a:rPr lang="ru-RU" sz="700" dirty="0" err="1"/>
              <a:t>Дашборд</a:t>
            </a:r>
            <a:r>
              <a:rPr lang="ru-RU" sz="700" dirty="0"/>
              <a:t> начальника смены/ начальника производства</a:t>
            </a:r>
          </a:p>
        </p:txBody>
      </p:sp>
      <p:sp>
        <p:nvSpPr>
          <p:cNvPr id="60" name="Shape 28"/>
          <p:cNvSpPr/>
          <p:nvPr/>
        </p:nvSpPr>
        <p:spPr>
          <a:xfrm>
            <a:off x="527048" y="3740110"/>
            <a:ext cx="1314443" cy="184126"/>
          </a:xfrm>
          <a:prstGeom prst="rect">
            <a:avLst/>
          </a:prstGeom>
          <a:solidFill>
            <a:srgbClr val="F5F4F4">
              <a:alpha val="100000"/>
            </a:srgbClr>
          </a:solidFill>
          <a:ln/>
        </p:spPr>
        <p:txBody>
          <a:bodyPr lIns="36000" rIns="36000"/>
          <a:lstStyle/>
          <a:p>
            <a:r>
              <a:rPr lang="ru-RU" sz="700"/>
              <a:t>Дашборд директора завода</a:t>
            </a:r>
            <a:endParaRPr lang="ru-RU" sz="700" dirty="0"/>
          </a:p>
        </p:txBody>
      </p:sp>
      <p:sp>
        <p:nvSpPr>
          <p:cNvPr id="62" name="Shape 30"/>
          <p:cNvSpPr/>
          <p:nvPr/>
        </p:nvSpPr>
        <p:spPr>
          <a:xfrm>
            <a:off x="647697" y="3962331"/>
            <a:ext cx="1193794" cy="184126"/>
          </a:xfrm>
          <a:prstGeom prst="rect">
            <a:avLst/>
          </a:prstGeom>
          <a:solidFill>
            <a:srgbClr val="F5F4F4">
              <a:alpha val="100000"/>
            </a:srgbClr>
          </a:solidFill>
          <a:ln/>
        </p:spPr>
        <p:txBody>
          <a:bodyPr lIns="36000" rIns="36000"/>
          <a:lstStyle/>
          <a:p>
            <a:r>
              <a:rPr lang="ru-RU" sz="700"/>
              <a:t>Дашборд директора </a:t>
            </a:r>
            <a:r>
              <a:rPr lang="en-US" sz="700"/>
              <a:t>XPS</a:t>
            </a:r>
            <a:endParaRPr lang="en-US" sz="700" dirty="0"/>
          </a:p>
        </p:txBody>
      </p:sp>
      <p:sp>
        <p:nvSpPr>
          <p:cNvPr id="64" name="Shape 32"/>
          <p:cNvSpPr/>
          <p:nvPr/>
        </p:nvSpPr>
        <p:spPr>
          <a:xfrm>
            <a:off x="9239202" y="1816310"/>
            <a:ext cx="1104894" cy="628568"/>
          </a:xfrm>
          <a:prstGeom prst="rect">
            <a:avLst/>
          </a:prstGeom>
          <a:noFill/>
          <a:ln/>
        </p:spPr>
      </p:sp>
      <p:sp>
        <p:nvSpPr>
          <p:cNvPr id="65" name="Shape 33"/>
          <p:cNvSpPr/>
          <p:nvPr/>
        </p:nvSpPr>
        <p:spPr>
          <a:xfrm>
            <a:off x="9239202" y="1816310"/>
            <a:ext cx="1104894" cy="184126"/>
          </a:xfrm>
          <a:prstGeom prst="rect">
            <a:avLst/>
          </a:prstGeom>
          <a:solidFill>
            <a:srgbClr val="F5F4F4">
              <a:alpha val="100000"/>
            </a:srgbClr>
          </a:solidFill>
          <a:ln/>
        </p:spPr>
        <p:txBody>
          <a:bodyPr lIns="36000" rIns="36000"/>
          <a:lstStyle/>
          <a:p>
            <a:r>
              <a:rPr lang="ru-RU" sz="700" dirty="0">
                <a:ea typeface="Stapel" pitchFamily="34" charset="-122"/>
                <a:cs typeface="Stapel" pitchFamily="34" charset="-120"/>
              </a:rPr>
              <a:t>Мобильные устройства</a:t>
            </a:r>
            <a:endParaRPr lang="en-US" sz="700" dirty="0"/>
          </a:p>
        </p:txBody>
      </p:sp>
      <p:sp>
        <p:nvSpPr>
          <p:cNvPr id="67" name="Shape 35"/>
          <p:cNvSpPr/>
          <p:nvPr/>
        </p:nvSpPr>
        <p:spPr>
          <a:xfrm>
            <a:off x="9239202" y="2038531"/>
            <a:ext cx="527047" cy="184126"/>
          </a:xfrm>
          <a:prstGeom prst="rect">
            <a:avLst/>
          </a:prstGeom>
          <a:solidFill>
            <a:srgbClr val="F5F4F4">
              <a:alpha val="100000"/>
            </a:srgbClr>
          </a:solidFill>
          <a:ln/>
        </p:spPr>
        <p:txBody>
          <a:bodyPr lIns="36000" rIns="36000"/>
          <a:lstStyle/>
          <a:p>
            <a:r>
              <a:rPr lang="ru-RU" sz="700" dirty="0"/>
              <a:t>Десктопы</a:t>
            </a:r>
          </a:p>
        </p:txBody>
      </p:sp>
      <p:sp>
        <p:nvSpPr>
          <p:cNvPr id="69" name="Shape 37"/>
          <p:cNvSpPr/>
          <p:nvPr/>
        </p:nvSpPr>
        <p:spPr>
          <a:xfrm>
            <a:off x="9239202" y="2260752"/>
            <a:ext cx="679447" cy="184126"/>
          </a:xfrm>
          <a:prstGeom prst="rect">
            <a:avLst/>
          </a:prstGeom>
          <a:solidFill>
            <a:srgbClr val="F5F4F4">
              <a:alpha val="100000"/>
            </a:srgbClr>
          </a:solidFill>
          <a:ln/>
        </p:spPr>
        <p:txBody>
          <a:bodyPr lIns="36000" rIns="36000"/>
          <a:lstStyle/>
          <a:p>
            <a:r>
              <a:rPr lang="ru-RU" sz="700" dirty="0"/>
              <a:t>Инфо-панели</a:t>
            </a:r>
          </a:p>
        </p:txBody>
      </p:sp>
      <p:sp>
        <p:nvSpPr>
          <p:cNvPr id="71" name="Shape 39"/>
          <p:cNvSpPr/>
          <p:nvPr/>
        </p:nvSpPr>
        <p:spPr>
          <a:xfrm>
            <a:off x="10642545" y="5028992"/>
            <a:ext cx="723896" cy="628568"/>
          </a:xfrm>
          <a:prstGeom prst="rect">
            <a:avLst/>
          </a:prstGeom>
          <a:noFill/>
          <a:ln/>
        </p:spPr>
      </p:sp>
      <p:sp>
        <p:nvSpPr>
          <p:cNvPr id="72" name="Shape 40"/>
          <p:cNvSpPr/>
          <p:nvPr/>
        </p:nvSpPr>
        <p:spPr>
          <a:xfrm>
            <a:off x="10642545" y="5028992"/>
            <a:ext cx="361948" cy="184126"/>
          </a:xfrm>
          <a:prstGeom prst="rect">
            <a:avLst/>
          </a:prstGeom>
          <a:solidFill>
            <a:srgbClr val="F5F4F4">
              <a:alpha val="100000"/>
            </a:srgbClr>
          </a:solidFill>
          <a:ln/>
        </p:spPr>
        <p:txBody>
          <a:bodyPr lIns="36000" rIns="36000"/>
          <a:lstStyle/>
          <a:p>
            <a:r>
              <a:rPr lang="ru-RU" sz="700"/>
              <a:t>Почта</a:t>
            </a:r>
            <a:endParaRPr lang="ru-RU" sz="700" dirty="0"/>
          </a:p>
        </p:txBody>
      </p:sp>
      <p:sp>
        <p:nvSpPr>
          <p:cNvPr id="74" name="Shape 42"/>
          <p:cNvSpPr/>
          <p:nvPr/>
        </p:nvSpPr>
        <p:spPr>
          <a:xfrm>
            <a:off x="10642545" y="5251213"/>
            <a:ext cx="723896" cy="184126"/>
          </a:xfrm>
          <a:prstGeom prst="rect">
            <a:avLst/>
          </a:prstGeom>
          <a:solidFill>
            <a:srgbClr val="F5F4F4">
              <a:alpha val="100000"/>
            </a:srgbClr>
          </a:solidFill>
          <a:ln/>
        </p:spPr>
        <p:txBody>
          <a:bodyPr lIns="36000" rIns="36000"/>
          <a:lstStyle/>
          <a:p>
            <a:r>
              <a:rPr lang="ru-RU" sz="700"/>
              <a:t>Мессанджеры</a:t>
            </a:r>
            <a:endParaRPr lang="ru-RU" sz="700" dirty="0"/>
          </a:p>
        </p:txBody>
      </p:sp>
      <p:sp>
        <p:nvSpPr>
          <p:cNvPr id="76" name="Shape 44"/>
          <p:cNvSpPr/>
          <p:nvPr/>
        </p:nvSpPr>
        <p:spPr>
          <a:xfrm>
            <a:off x="10642545" y="5473434"/>
            <a:ext cx="304798" cy="184126"/>
          </a:xfrm>
          <a:prstGeom prst="rect">
            <a:avLst/>
          </a:prstGeom>
          <a:solidFill>
            <a:srgbClr val="F5F4F4">
              <a:alpha val="100000"/>
            </a:srgbClr>
          </a:solidFill>
          <a:ln/>
        </p:spPr>
        <p:txBody>
          <a:bodyPr lIns="36000" rIns="36000"/>
          <a:lstStyle/>
          <a:p>
            <a:r>
              <a:rPr lang="en-US" sz="700" dirty="0">
                <a:ea typeface="Stapel" pitchFamily="34" charset="-122"/>
                <a:cs typeface="Stapel" pitchFamily="34" charset="-120"/>
              </a:rPr>
              <a:t>SMS</a:t>
            </a:r>
            <a:endParaRPr lang="ru-RU" sz="800" dirty="0"/>
          </a:p>
        </p:txBody>
      </p:sp>
      <p:sp>
        <p:nvSpPr>
          <p:cNvPr id="78" name="Shape 46"/>
          <p:cNvSpPr/>
          <p:nvPr/>
        </p:nvSpPr>
        <p:spPr>
          <a:xfrm>
            <a:off x="9239202" y="2984558"/>
            <a:ext cx="2133589" cy="1073010"/>
          </a:xfrm>
          <a:prstGeom prst="rect">
            <a:avLst/>
          </a:prstGeom>
          <a:noFill/>
          <a:ln/>
        </p:spPr>
      </p:sp>
      <p:sp>
        <p:nvSpPr>
          <p:cNvPr id="79" name="Shape 47"/>
          <p:cNvSpPr/>
          <p:nvPr/>
        </p:nvSpPr>
        <p:spPr>
          <a:xfrm>
            <a:off x="9239202" y="2984558"/>
            <a:ext cx="1695441" cy="184126"/>
          </a:xfrm>
          <a:prstGeom prst="rect">
            <a:avLst/>
          </a:prstGeom>
          <a:solidFill>
            <a:srgbClr val="F5F4F4">
              <a:alpha val="100000"/>
            </a:srgbClr>
          </a:solidFill>
          <a:ln/>
        </p:spPr>
        <p:txBody>
          <a:bodyPr lIns="36000" rIns="36000"/>
          <a:lstStyle/>
          <a:p>
            <a:r>
              <a:rPr lang="ru-RU" sz="700"/>
              <a:t>Оптические в различных диапазонах</a:t>
            </a:r>
            <a:endParaRPr lang="ru-RU" sz="700" dirty="0"/>
          </a:p>
        </p:txBody>
      </p:sp>
      <p:sp>
        <p:nvSpPr>
          <p:cNvPr id="81" name="Shape 49"/>
          <p:cNvSpPr/>
          <p:nvPr/>
        </p:nvSpPr>
        <p:spPr>
          <a:xfrm>
            <a:off x="9239202" y="3206779"/>
            <a:ext cx="368298" cy="184126"/>
          </a:xfrm>
          <a:prstGeom prst="rect">
            <a:avLst/>
          </a:prstGeom>
          <a:solidFill>
            <a:srgbClr val="F5F4F4">
              <a:alpha val="100000"/>
            </a:srgbClr>
          </a:solidFill>
          <a:ln/>
        </p:spPr>
        <p:txBody>
          <a:bodyPr lIns="36000" rIns="36000"/>
          <a:lstStyle/>
          <a:p>
            <a:r>
              <a:rPr lang="ru-RU" sz="700"/>
              <a:t>Аудио</a:t>
            </a:r>
            <a:endParaRPr lang="ru-RU" sz="700" dirty="0"/>
          </a:p>
        </p:txBody>
      </p:sp>
      <p:sp>
        <p:nvSpPr>
          <p:cNvPr id="83" name="Shape 51"/>
          <p:cNvSpPr/>
          <p:nvPr/>
        </p:nvSpPr>
        <p:spPr>
          <a:xfrm>
            <a:off x="9239202" y="3429000"/>
            <a:ext cx="1149344" cy="184126"/>
          </a:xfrm>
          <a:prstGeom prst="rect">
            <a:avLst/>
          </a:prstGeom>
          <a:solidFill>
            <a:srgbClr val="F5F4F4">
              <a:alpha val="100000"/>
            </a:srgbClr>
          </a:solidFill>
          <a:ln/>
        </p:spPr>
        <p:txBody>
          <a:bodyPr lIns="36000" rIns="36000"/>
          <a:lstStyle/>
          <a:p>
            <a:r>
              <a:rPr lang="ru-RU" sz="700"/>
              <a:t>Датчики внешней среды</a:t>
            </a:r>
            <a:endParaRPr lang="ru-RU" sz="700" dirty="0"/>
          </a:p>
        </p:txBody>
      </p:sp>
      <p:sp>
        <p:nvSpPr>
          <p:cNvPr id="85" name="Shape 53"/>
          <p:cNvSpPr/>
          <p:nvPr/>
        </p:nvSpPr>
        <p:spPr>
          <a:xfrm>
            <a:off x="9239202" y="3651221"/>
            <a:ext cx="1695441" cy="184126"/>
          </a:xfrm>
          <a:prstGeom prst="rect">
            <a:avLst/>
          </a:prstGeom>
          <a:solidFill>
            <a:srgbClr val="F5F4F4">
              <a:alpha val="100000"/>
            </a:srgbClr>
          </a:solidFill>
          <a:ln/>
        </p:spPr>
        <p:txBody>
          <a:bodyPr lIns="36000" rIns="36000"/>
          <a:lstStyle/>
          <a:p>
            <a:r>
              <a:rPr lang="ru-RU" sz="700"/>
              <a:t>Датчики на производственной линии</a:t>
            </a:r>
            <a:endParaRPr lang="ru-RU" sz="700" dirty="0"/>
          </a:p>
        </p:txBody>
      </p:sp>
      <p:sp>
        <p:nvSpPr>
          <p:cNvPr id="87" name="Shape 55"/>
          <p:cNvSpPr/>
          <p:nvPr/>
        </p:nvSpPr>
        <p:spPr>
          <a:xfrm>
            <a:off x="9239202" y="3873442"/>
            <a:ext cx="2133589" cy="184126"/>
          </a:xfrm>
          <a:prstGeom prst="rect">
            <a:avLst/>
          </a:prstGeom>
          <a:solidFill>
            <a:srgbClr val="F5F4F4">
              <a:alpha val="100000"/>
            </a:srgbClr>
          </a:solidFill>
          <a:ln/>
        </p:spPr>
        <p:txBody>
          <a:bodyPr lIns="36000" rIns="36000"/>
          <a:lstStyle/>
          <a:p>
            <a:r>
              <a:rPr lang="ru-RU" sz="700"/>
              <a:t>Специализированные измерительные приборы</a:t>
            </a:r>
            <a:endParaRPr lang="ru-RU" sz="700" dirty="0"/>
          </a:p>
        </p:txBody>
      </p:sp>
      <p:sp>
        <p:nvSpPr>
          <p:cNvPr id="89" name="Shape 57"/>
          <p:cNvSpPr/>
          <p:nvPr/>
        </p:nvSpPr>
        <p:spPr>
          <a:xfrm>
            <a:off x="1993890" y="3200430"/>
            <a:ext cx="1473192" cy="653965"/>
          </a:xfrm>
          <a:prstGeom prst="rect">
            <a:avLst/>
          </a:prstGeom>
          <a:noFill/>
          <a:ln/>
        </p:spPr>
      </p:sp>
      <p:sp>
        <p:nvSpPr>
          <p:cNvPr id="90" name="Shape 58"/>
          <p:cNvSpPr/>
          <p:nvPr/>
        </p:nvSpPr>
        <p:spPr>
          <a:xfrm>
            <a:off x="2012939" y="3200430"/>
            <a:ext cx="1454143" cy="184126"/>
          </a:xfrm>
          <a:prstGeom prst="rect">
            <a:avLst/>
          </a:prstGeom>
          <a:solidFill>
            <a:srgbClr val="F5F4F4">
              <a:alpha val="100000"/>
            </a:srgbClr>
          </a:solidFill>
          <a:ln/>
        </p:spPr>
        <p:txBody>
          <a:bodyPr lIns="36000" rIns="36000"/>
          <a:lstStyle/>
          <a:p>
            <a:r>
              <a:rPr lang="ru-RU" sz="700"/>
              <a:t>Пользовательские интерфейсы</a:t>
            </a:r>
            <a:endParaRPr lang="ru-RU" sz="700" dirty="0"/>
          </a:p>
        </p:txBody>
      </p:sp>
      <p:sp>
        <p:nvSpPr>
          <p:cNvPr id="92" name="Shape 60"/>
          <p:cNvSpPr/>
          <p:nvPr/>
        </p:nvSpPr>
        <p:spPr>
          <a:xfrm>
            <a:off x="2089139" y="3435349"/>
            <a:ext cx="1377943" cy="184126"/>
          </a:xfrm>
          <a:prstGeom prst="rect">
            <a:avLst/>
          </a:prstGeom>
          <a:solidFill>
            <a:srgbClr val="F5F4F4">
              <a:alpha val="100000"/>
            </a:srgbClr>
          </a:solidFill>
          <a:ln/>
        </p:spPr>
        <p:txBody>
          <a:bodyPr lIns="36000" rIns="36000"/>
          <a:lstStyle/>
          <a:p>
            <a:r>
              <a:rPr lang="ru-RU" sz="700" dirty="0"/>
              <a:t>Интерфейсы администратора</a:t>
            </a:r>
          </a:p>
        </p:txBody>
      </p:sp>
      <p:sp>
        <p:nvSpPr>
          <p:cNvPr id="94" name="Shape 62"/>
          <p:cNvSpPr/>
          <p:nvPr/>
        </p:nvSpPr>
        <p:spPr>
          <a:xfrm>
            <a:off x="1993890" y="3670269"/>
            <a:ext cx="1473192" cy="184126"/>
          </a:xfrm>
          <a:prstGeom prst="rect">
            <a:avLst/>
          </a:prstGeom>
          <a:solidFill>
            <a:srgbClr val="F5F4F4">
              <a:alpha val="100000"/>
            </a:srgbClr>
          </a:solidFill>
          <a:ln/>
        </p:spPr>
        <p:txBody>
          <a:bodyPr lIns="36000" rIns="36000"/>
          <a:lstStyle/>
          <a:p>
            <a:r>
              <a:rPr lang="ru-RU" sz="700"/>
              <a:t>Программные интерфейсы (</a:t>
            </a:r>
            <a:r>
              <a:rPr lang="en-US" sz="700"/>
              <a:t>API)</a:t>
            </a:r>
            <a:endParaRPr lang="en-US" sz="700" dirty="0"/>
          </a:p>
        </p:txBody>
      </p:sp>
      <p:sp>
        <p:nvSpPr>
          <p:cNvPr id="96" name="Shape 64"/>
          <p:cNvSpPr/>
          <p:nvPr/>
        </p:nvSpPr>
        <p:spPr>
          <a:xfrm>
            <a:off x="2197088" y="4590899"/>
            <a:ext cx="1269994" cy="609521"/>
          </a:xfrm>
          <a:prstGeom prst="rect">
            <a:avLst/>
          </a:prstGeom>
          <a:noFill/>
          <a:ln/>
        </p:spPr>
      </p:sp>
      <p:sp>
        <p:nvSpPr>
          <p:cNvPr id="97" name="Shape 65"/>
          <p:cNvSpPr/>
          <p:nvPr/>
        </p:nvSpPr>
        <p:spPr>
          <a:xfrm>
            <a:off x="2197088" y="4590899"/>
            <a:ext cx="1269994" cy="279364"/>
          </a:xfrm>
          <a:prstGeom prst="rect">
            <a:avLst/>
          </a:prstGeom>
          <a:solidFill>
            <a:srgbClr val="F5F4F4">
              <a:alpha val="100000"/>
            </a:srgbClr>
          </a:solidFill>
          <a:ln/>
        </p:spPr>
        <p:txBody>
          <a:bodyPr lIns="36000" rIns="36000"/>
          <a:lstStyle/>
          <a:p>
            <a:r>
              <a:rPr lang="ru-RU" sz="700"/>
              <a:t>Связь с информационными</a:t>
            </a:r>
          </a:p>
          <a:p>
            <a:r>
              <a:rPr lang="ru-RU" sz="700"/>
              <a:t>системами заказчика</a:t>
            </a:r>
            <a:endParaRPr lang="ru-RU" sz="700" dirty="0"/>
          </a:p>
        </p:txBody>
      </p:sp>
      <p:sp>
        <p:nvSpPr>
          <p:cNvPr id="99" name="Shape 67"/>
          <p:cNvSpPr/>
          <p:nvPr/>
        </p:nvSpPr>
        <p:spPr>
          <a:xfrm>
            <a:off x="2197088" y="4921056"/>
            <a:ext cx="1269994" cy="279364"/>
          </a:xfrm>
          <a:prstGeom prst="rect">
            <a:avLst/>
          </a:prstGeom>
          <a:solidFill>
            <a:srgbClr val="F5F4F4">
              <a:alpha val="100000"/>
            </a:srgbClr>
          </a:solidFill>
          <a:ln/>
        </p:spPr>
        <p:txBody>
          <a:bodyPr lIns="36000" rIns="36000"/>
          <a:lstStyle/>
          <a:p>
            <a:r>
              <a:rPr lang="ru-RU" sz="700"/>
              <a:t>Связь с промышленными контроллерами</a:t>
            </a:r>
            <a:endParaRPr lang="ru-RU" sz="700" dirty="0"/>
          </a:p>
        </p:txBody>
      </p:sp>
      <p:sp>
        <p:nvSpPr>
          <p:cNvPr id="101" name="Shape 69"/>
          <p:cNvSpPr/>
          <p:nvPr/>
        </p:nvSpPr>
        <p:spPr>
          <a:xfrm>
            <a:off x="5295873" y="3143287"/>
            <a:ext cx="1650992" cy="761901"/>
          </a:xfrm>
          <a:prstGeom prst="rect">
            <a:avLst/>
          </a:prstGeom>
          <a:solidFill>
            <a:srgbClr val="FAE6E9"/>
          </a:solidFill>
          <a:ln/>
        </p:spPr>
        <p:txBody>
          <a:bodyPr anchor="ctr"/>
          <a:lstStyle/>
          <a:p>
            <a:pPr algn="ctr">
              <a:lnSpc>
                <a:spcPts val="1100"/>
              </a:lnSpc>
            </a:pPr>
            <a:r>
              <a:rPr lang="ru-RU" sz="1200" dirty="0">
                <a:latin typeface="Stapel" panose="020B0504020202020204" pitchFamily="34" charset="77"/>
                <a:ea typeface="Stapel" pitchFamily="34" charset="-122"/>
                <a:cs typeface="Stapel" pitchFamily="34" charset="-120"/>
              </a:rPr>
              <a:t>Система</a:t>
            </a:r>
            <a:r>
              <a:rPr lang="en-US" sz="1200" dirty="0">
                <a:latin typeface="Stapel" panose="020B0504020202020204" pitchFamily="34" charset="77"/>
                <a:ea typeface="Stapel" pitchFamily="34" charset="-122"/>
                <a:cs typeface="Stapel" pitchFamily="34" charset="-120"/>
              </a:rPr>
              <a:t> </a:t>
            </a:r>
            <a:endParaRPr lang="ru-RU" sz="1200" dirty="0">
              <a:latin typeface="Stapel" panose="020B0504020202020204" pitchFamily="34" charset="77"/>
              <a:ea typeface="Stapel" pitchFamily="34" charset="-122"/>
              <a:cs typeface="Stapel" pitchFamily="34" charset="-120"/>
            </a:endParaRPr>
          </a:p>
          <a:p>
            <a:pPr algn="ctr">
              <a:lnSpc>
                <a:spcPts val="1100"/>
              </a:lnSpc>
            </a:pPr>
            <a:r>
              <a:rPr lang="ru-RU" sz="1200" dirty="0">
                <a:latin typeface="Stapel" panose="020B0504020202020204" pitchFamily="34" charset="77"/>
                <a:ea typeface="Stapel" pitchFamily="34" charset="-122"/>
                <a:cs typeface="Stapel" pitchFamily="34" charset="-120"/>
              </a:rPr>
              <a:t>объективного</a:t>
            </a:r>
            <a:endParaRPr lang="en-US" sz="1200" dirty="0">
              <a:latin typeface="Stapel" panose="020B0504020202020204" pitchFamily="34" charset="77"/>
            </a:endParaRPr>
          </a:p>
          <a:p>
            <a:pPr algn="ctr">
              <a:lnSpc>
                <a:spcPts val="1100"/>
              </a:lnSpc>
            </a:pPr>
            <a:r>
              <a:rPr lang="ru-RU" sz="1200" dirty="0">
                <a:latin typeface="Stapel" panose="020B0504020202020204" pitchFamily="34" charset="77"/>
                <a:ea typeface="Stapel" pitchFamily="34" charset="-122"/>
                <a:cs typeface="Stapel" pitchFamily="34" charset="-120"/>
              </a:rPr>
              <a:t>контроля</a:t>
            </a:r>
            <a:endParaRPr lang="en-US" sz="1200" dirty="0">
              <a:latin typeface="Stapel" panose="020B0504020202020204" pitchFamily="34" charset="77"/>
            </a:endParaRPr>
          </a:p>
        </p:txBody>
      </p:sp>
      <p:sp>
        <p:nvSpPr>
          <p:cNvPr id="104" name="Shape 71"/>
          <p:cNvSpPr/>
          <p:nvPr/>
        </p:nvSpPr>
        <p:spPr>
          <a:xfrm>
            <a:off x="9239202" y="4584550"/>
            <a:ext cx="1238244" cy="850789"/>
          </a:xfrm>
          <a:prstGeom prst="rect">
            <a:avLst/>
          </a:prstGeom>
          <a:noFill/>
          <a:ln/>
        </p:spPr>
      </p:sp>
      <p:sp>
        <p:nvSpPr>
          <p:cNvPr id="105" name="Shape 72"/>
          <p:cNvSpPr/>
          <p:nvPr/>
        </p:nvSpPr>
        <p:spPr>
          <a:xfrm>
            <a:off x="9239202" y="4584550"/>
            <a:ext cx="520697" cy="184126"/>
          </a:xfrm>
          <a:prstGeom prst="rect">
            <a:avLst/>
          </a:prstGeom>
          <a:solidFill>
            <a:srgbClr val="F5F4F4">
              <a:alpha val="100000"/>
            </a:srgbClr>
          </a:solidFill>
          <a:ln/>
        </p:spPr>
        <p:txBody>
          <a:bodyPr lIns="36000" rIns="36000"/>
          <a:lstStyle/>
          <a:p>
            <a:r>
              <a:rPr lang="ru-RU" sz="700"/>
              <a:t>Цветовые</a:t>
            </a:r>
            <a:endParaRPr lang="ru-RU" sz="700" dirty="0"/>
          </a:p>
        </p:txBody>
      </p:sp>
      <p:sp>
        <p:nvSpPr>
          <p:cNvPr id="107" name="Shape 74"/>
          <p:cNvSpPr/>
          <p:nvPr/>
        </p:nvSpPr>
        <p:spPr>
          <a:xfrm>
            <a:off x="9239202" y="4806771"/>
            <a:ext cx="520697" cy="184126"/>
          </a:xfrm>
          <a:prstGeom prst="rect">
            <a:avLst/>
          </a:prstGeom>
          <a:solidFill>
            <a:srgbClr val="F5F4F4">
              <a:alpha val="100000"/>
            </a:srgbClr>
          </a:solidFill>
          <a:ln/>
        </p:spPr>
        <p:txBody>
          <a:bodyPr lIns="36000" rIns="36000"/>
          <a:lstStyle/>
          <a:p>
            <a:r>
              <a:rPr lang="ru-RU" sz="700"/>
              <a:t>Звуковые</a:t>
            </a:r>
            <a:endParaRPr lang="ru-RU" sz="700" dirty="0"/>
          </a:p>
        </p:txBody>
      </p:sp>
      <p:sp>
        <p:nvSpPr>
          <p:cNvPr id="109" name="Shape 76"/>
          <p:cNvSpPr/>
          <p:nvPr/>
        </p:nvSpPr>
        <p:spPr>
          <a:xfrm>
            <a:off x="9239203" y="5028992"/>
            <a:ext cx="901695" cy="184126"/>
          </a:xfrm>
          <a:prstGeom prst="rect">
            <a:avLst/>
          </a:prstGeom>
          <a:solidFill>
            <a:srgbClr val="F5F4F4">
              <a:alpha val="100000"/>
            </a:srgbClr>
          </a:solidFill>
          <a:ln/>
        </p:spPr>
        <p:txBody>
          <a:bodyPr lIns="36000" rIns="36000"/>
          <a:lstStyle/>
          <a:p>
            <a:r>
              <a:rPr lang="ru-RU" sz="700"/>
              <a:t>Комбинированные</a:t>
            </a:r>
            <a:endParaRPr lang="ru-RU" sz="700" dirty="0"/>
          </a:p>
        </p:txBody>
      </p:sp>
      <p:sp>
        <p:nvSpPr>
          <p:cNvPr id="111" name="Shape 78"/>
          <p:cNvSpPr/>
          <p:nvPr/>
        </p:nvSpPr>
        <p:spPr>
          <a:xfrm>
            <a:off x="9239202" y="5251213"/>
            <a:ext cx="1238244" cy="184126"/>
          </a:xfrm>
          <a:prstGeom prst="rect">
            <a:avLst/>
          </a:prstGeom>
          <a:solidFill>
            <a:srgbClr val="F5F4F4">
              <a:alpha val="100000"/>
            </a:srgbClr>
          </a:solidFill>
          <a:ln/>
        </p:spPr>
        <p:txBody>
          <a:bodyPr lIns="36000" rIns="36000"/>
          <a:lstStyle/>
          <a:p>
            <a:r>
              <a:rPr lang="ru-RU" sz="700" dirty="0"/>
              <a:t>Электронные оповещения</a:t>
            </a:r>
          </a:p>
        </p:txBody>
      </p:sp>
      <p:sp>
        <p:nvSpPr>
          <p:cNvPr id="116" name="Номер слайда 6">
            <a:extLst>
              <a:ext uri="{FF2B5EF4-FFF2-40B4-BE49-F238E27FC236}">
                <a16:creationId xmlns:a16="http://schemas.microsoft.com/office/drawing/2014/main" id="{6F05ED90-D4F7-35C0-73EB-DA8F628FFAE0}"/>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61</a:t>
            </a:fld>
            <a:endParaRPr lang="ru-RU" dirty="0"/>
          </a:p>
        </p:txBody>
      </p:sp>
      <p:cxnSp>
        <p:nvCxnSpPr>
          <p:cNvPr id="115" name="Прямая соединительная линия 114">
            <a:extLst>
              <a:ext uri="{FF2B5EF4-FFF2-40B4-BE49-F238E27FC236}">
                <a16:creationId xmlns:a16="http://schemas.microsoft.com/office/drawing/2014/main" id="{4827EFAE-BA50-1C3C-BC2F-DBD607AE932A}"/>
              </a:ext>
            </a:extLst>
          </p:cNvPr>
          <p:cNvCxnSpPr>
            <a:cxnSpLocks/>
          </p:cNvCxnSpPr>
          <p:nvPr/>
        </p:nvCxnSpPr>
        <p:spPr>
          <a:xfrm flipV="1">
            <a:off x="9759899" y="4665599"/>
            <a:ext cx="2057389" cy="3175"/>
          </a:xfrm>
          <a:prstGeom prst="line">
            <a:avLst/>
          </a:prstGeom>
          <a:ln w="12700">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118" name="Прямая соединительная линия 117">
            <a:extLst>
              <a:ext uri="{FF2B5EF4-FFF2-40B4-BE49-F238E27FC236}">
                <a16:creationId xmlns:a16="http://schemas.microsoft.com/office/drawing/2014/main" id="{1A7913C2-F08B-3C2E-9A3E-A5D04FB69C15}"/>
              </a:ext>
            </a:extLst>
          </p:cNvPr>
          <p:cNvCxnSpPr>
            <a:cxnSpLocks/>
          </p:cNvCxnSpPr>
          <p:nvPr/>
        </p:nvCxnSpPr>
        <p:spPr>
          <a:xfrm>
            <a:off x="10934643" y="3074471"/>
            <a:ext cx="882645" cy="0"/>
          </a:xfrm>
          <a:prstGeom prst="line">
            <a:avLst/>
          </a:prstGeom>
          <a:ln w="12700">
            <a:solidFill>
              <a:schemeClr val="accent1"/>
            </a:solidFill>
            <a:prstDash val="sysDash"/>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122" name="Прямая соединительная линия 121">
            <a:extLst>
              <a:ext uri="{FF2B5EF4-FFF2-40B4-BE49-F238E27FC236}">
                <a16:creationId xmlns:a16="http://schemas.microsoft.com/office/drawing/2014/main" id="{031575F7-431B-AC6A-8985-0A826F48500C}"/>
              </a:ext>
            </a:extLst>
          </p:cNvPr>
          <p:cNvCxnSpPr/>
          <p:nvPr/>
        </p:nvCxnSpPr>
        <p:spPr>
          <a:xfrm flipV="1">
            <a:off x="11817288" y="3074471"/>
            <a:ext cx="0" cy="1598967"/>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3" name="Заголовок 2">
            <a:extLst>
              <a:ext uri="{FF2B5EF4-FFF2-40B4-BE49-F238E27FC236}">
                <a16:creationId xmlns:a16="http://schemas.microsoft.com/office/drawing/2014/main" id="{F0ABDF78-8A7D-4E12-FE4E-42302F770804}"/>
              </a:ext>
            </a:extLst>
          </p:cNvPr>
          <p:cNvSpPr>
            <a:spLocks noGrp="1"/>
          </p:cNvSpPr>
          <p:nvPr>
            <p:ph type="title"/>
          </p:nvPr>
        </p:nvSpPr>
        <p:spPr/>
        <p:txBody>
          <a:bodyPr/>
          <a:lstStyle/>
          <a:p>
            <a:r>
              <a:rPr lang="ru-RU" dirty="0"/>
              <a:t>Схема</a:t>
            </a:r>
          </a:p>
        </p:txBody>
      </p:sp>
    </p:spTree>
    <p:extLst>
      <p:ext uri="{BB962C8B-B14F-4D97-AF65-F5344CB8AC3E}">
        <p14:creationId xmlns:p14="http://schemas.microsoft.com/office/powerpoint/2010/main" val="31829387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1" descr="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67082" y="2019484"/>
            <a:ext cx="82550" cy="234919"/>
          </a:xfrm>
          <a:prstGeom prst="rect">
            <a:avLst/>
          </a:prstGeom>
        </p:spPr>
      </p:pic>
      <p:pic>
        <p:nvPicPr>
          <p:cNvPr id="6" name="Image 2" descr=" "/>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156653" y="1905199"/>
            <a:ext cx="82550" cy="450791"/>
          </a:xfrm>
          <a:prstGeom prst="rect">
            <a:avLst/>
          </a:prstGeom>
        </p:spPr>
      </p:pic>
      <p:pic>
        <p:nvPicPr>
          <p:cNvPr id="7" name="Image 3" descr=" "/>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156653" y="3073446"/>
            <a:ext cx="82550" cy="901583"/>
          </a:xfrm>
          <a:prstGeom prst="rect">
            <a:avLst/>
          </a:prstGeom>
        </p:spPr>
      </p:pic>
      <p:pic>
        <p:nvPicPr>
          <p:cNvPr id="8" name="Image 4" descr=" "/>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156653" y="4667089"/>
            <a:ext cx="82550" cy="679362"/>
          </a:xfrm>
          <a:prstGeom prst="rect">
            <a:avLst/>
          </a:prstGeom>
        </p:spPr>
      </p:pic>
      <p:pic>
        <p:nvPicPr>
          <p:cNvPr id="9" name="Image 5" descr=" "/>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559995" y="5111531"/>
            <a:ext cx="82550" cy="469839"/>
          </a:xfrm>
          <a:prstGeom prst="rect">
            <a:avLst/>
          </a:prstGeom>
        </p:spPr>
      </p:pic>
      <p:pic>
        <p:nvPicPr>
          <p:cNvPr id="10" name="Image 6" descr=" "/>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467082" y="4724231"/>
            <a:ext cx="82550" cy="349205"/>
          </a:xfrm>
          <a:prstGeom prst="rect">
            <a:avLst/>
          </a:prstGeom>
        </p:spPr>
      </p:pic>
      <p:pic>
        <p:nvPicPr>
          <p:cNvPr id="11" name="Image 7" descr=" "/>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467082" y="3263921"/>
            <a:ext cx="82550" cy="507934"/>
          </a:xfrm>
          <a:prstGeom prst="rect">
            <a:avLst/>
          </a:prstGeom>
        </p:spPr>
      </p:pic>
      <p:pic>
        <p:nvPicPr>
          <p:cNvPr id="12" name="Image 8" descr=" "/>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841491" y="2698845"/>
            <a:ext cx="88899" cy="1371421"/>
          </a:xfrm>
          <a:prstGeom prst="rect">
            <a:avLst/>
          </a:prstGeom>
        </p:spPr>
      </p:pic>
      <p:pic>
        <p:nvPicPr>
          <p:cNvPr id="13" name="Image 9" descr=" "/>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543282" y="2133769"/>
            <a:ext cx="85724" cy="12698"/>
          </a:xfrm>
          <a:prstGeom prst="rect">
            <a:avLst/>
          </a:prstGeom>
        </p:spPr>
      </p:pic>
      <p:pic>
        <p:nvPicPr>
          <p:cNvPr id="14" name="Image 10" descr=" "/>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9074104" y="2127420"/>
            <a:ext cx="85724" cy="12698"/>
          </a:xfrm>
          <a:prstGeom prst="rect">
            <a:avLst/>
          </a:prstGeom>
        </p:spPr>
      </p:pic>
      <p:pic>
        <p:nvPicPr>
          <p:cNvPr id="15" name="Image 11"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074103" y="3524238"/>
            <a:ext cx="165099" cy="12698"/>
          </a:xfrm>
          <a:prstGeom prst="rect">
            <a:avLst/>
          </a:prstGeom>
        </p:spPr>
      </p:pic>
      <p:pic>
        <p:nvPicPr>
          <p:cNvPr id="16" name="Image 12"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074103" y="4895659"/>
            <a:ext cx="165099" cy="12698"/>
          </a:xfrm>
          <a:prstGeom prst="rect">
            <a:avLst/>
          </a:prstGeom>
        </p:spPr>
      </p:pic>
      <p:pic>
        <p:nvPicPr>
          <p:cNvPr id="17" name="Image 13"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10477446" y="5340101"/>
            <a:ext cx="165099" cy="12698"/>
          </a:xfrm>
          <a:prstGeom prst="rect">
            <a:avLst/>
          </a:prstGeom>
        </p:spPr>
      </p:pic>
      <p:pic>
        <p:nvPicPr>
          <p:cNvPr id="18" name="Image 14" descr=" "/>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156653" y="5117880"/>
            <a:ext cx="82550" cy="12698"/>
          </a:xfrm>
          <a:prstGeom prst="rect">
            <a:avLst/>
          </a:prstGeom>
        </p:spPr>
      </p:pic>
      <p:pic>
        <p:nvPicPr>
          <p:cNvPr id="19" name="Image 15" descr=" "/>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163003" y="3295668"/>
            <a:ext cx="82550" cy="12698"/>
          </a:xfrm>
          <a:prstGeom prst="rect">
            <a:avLst/>
          </a:prstGeom>
        </p:spPr>
      </p:pic>
      <p:pic>
        <p:nvPicPr>
          <p:cNvPr id="20" name="Image 16" descr=" "/>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163003" y="3740110"/>
            <a:ext cx="82550" cy="12698"/>
          </a:xfrm>
          <a:prstGeom prst="rect">
            <a:avLst/>
          </a:prstGeom>
        </p:spPr>
      </p:pic>
      <p:pic>
        <p:nvPicPr>
          <p:cNvPr id="21" name="Image 17" descr=" "/>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543282" y="4889310"/>
            <a:ext cx="85724" cy="12698"/>
          </a:xfrm>
          <a:prstGeom prst="rect">
            <a:avLst/>
          </a:prstGeom>
        </p:spPr>
      </p:pic>
      <p:pic>
        <p:nvPicPr>
          <p:cNvPr id="22" name="Image 18"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924040" y="3289318"/>
            <a:ext cx="88899" cy="12698"/>
          </a:xfrm>
          <a:prstGeom prst="rect">
            <a:avLst/>
          </a:prstGeom>
        </p:spPr>
      </p:pic>
      <p:pic>
        <p:nvPicPr>
          <p:cNvPr id="23" name="Image 19"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016304"/>
            <a:ext cx="88899" cy="12698"/>
          </a:xfrm>
          <a:prstGeom prst="rect">
            <a:avLst/>
          </a:prstGeom>
        </p:spPr>
      </p:pic>
      <p:pic>
        <p:nvPicPr>
          <p:cNvPr id="24" name="Image 20"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289318"/>
            <a:ext cx="88899" cy="12698"/>
          </a:xfrm>
          <a:prstGeom prst="rect">
            <a:avLst/>
          </a:prstGeom>
        </p:spPr>
      </p:pic>
      <p:pic>
        <p:nvPicPr>
          <p:cNvPr id="25" name="Image 21"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555984"/>
            <a:ext cx="88899" cy="12698"/>
          </a:xfrm>
          <a:prstGeom prst="rect">
            <a:avLst/>
          </a:prstGeom>
        </p:spPr>
      </p:pic>
      <p:pic>
        <p:nvPicPr>
          <p:cNvPr id="26" name="Image 22"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828998"/>
            <a:ext cx="88899" cy="12698"/>
          </a:xfrm>
          <a:prstGeom prst="rect">
            <a:avLst/>
          </a:prstGeom>
        </p:spPr>
      </p:pic>
      <p:pic>
        <p:nvPicPr>
          <p:cNvPr id="27" name="Image 23"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3467083" y="3524238"/>
            <a:ext cx="165099" cy="12698"/>
          </a:xfrm>
          <a:prstGeom prst="rect">
            <a:avLst/>
          </a:prstGeom>
        </p:spPr>
      </p:pic>
      <p:pic>
        <p:nvPicPr>
          <p:cNvPr id="28" name="Image 24" descr=" "/>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4940275" y="3517889"/>
            <a:ext cx="412748" cy="12698"/>
          </a:xfrm>
          <a:prstGeom prst="rect">
            <a:avLst/>
          </a:prstGeom>
        </p:spPr>
      </p:pic>
      <p:pic>
        <p:nvPicPr>
          <p:cNvPr id="29" name="Image 25" descr=" "/>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4927575" y="2140118"/>
            <a:ext cx="304798" cy="1390469"/>
          </a:xfrm>
          <a:prstGeom prst="rect">
            <a:avLst/>
          </a:prstGeom>
        </p:spPr>
      </p:pic>
      <p:pic>
        <p:nvPicPr>
          <p:cNvPr id="30" name="Image 26" descr=" "/>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4927575" y="3517888"/>
            <a:ext cx="304798" cy="1390469"/>
          </a:xfrm>
          <a:prstGeom prst="rect">
            <a:avLst/>
          </a:prstGeom>
        </p:spPr>
      </p:pic>
      <p:pic>
        <p:nvPicPr>
          <p:cNvPr id="31" name="Image 27" descr=" "/>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6946864" y="3517889"/>
            <a:ext cx="412748" cy="12698"/>
          </a:xfrm>
          <a:prstGeom prst="rect">
            <a:avLst/>
          </a:prstGeom>
        </p:spPr>
      </p:pic>
      <p:pic>
        <p:nvPicPr>
          <p:cNvPr id="32" name="Image 28" descr=" "/>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7067514" y="2140118"/>
            <a:ext cx="304798" cy="1390469"/>
          </a:xfrm>
          <a:prstGeom prst="rect">
            <a:avLst/>
          </a:prstGeom>
        </p:spPr>
      </p:pic>
      <p:pic>
        <p:nvPicPr>
          <p:cNvPr id="33" name="Image 29" descr=" "/>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7067514" y="3517888"/>
            <a:ext cx="304798" cy="1390469"/>
          </a:xfrm>
          <a:prstGeom prst="rect">
            <a:avLst/>
          </a:prstGeom>
        </p:spPr>
      </p:pic>
      <p:sp>
        <p:nvSpPr>
          <p:cNvPr id="34" name="Shape 2"/>
          <p:cNvSpPr/>
          <p:nvPr/>
        </p:nvSpPr>
        <p:spPr>
          <a:xfrm>
            <a:off x="3619481" y="1975039"/>
            <a:ext cx="1320793" cy="317459"/>
          </a:xfrm>
          <a:prstGeom prst="rect">
            <a:avLst/>
          </a:prstGeom>
          <a:solidFill>
            <a:srgbClr val="FAE6E9"/>
          </a:solidFill>
          <a:ln/>
        </p:spPr>
        <p:txBody>
          <a:bodyPr lIns="72000" rIns="72000" anchor="ctr"/>
          <a:lstStyle/>
          <a:p>
            <a:r>
              <a:rPr lang="en-US" sz="1000" dirty="0">
                <a:solidFill>
                  <a:srgbClr val="000000">
                    <a:alpha val="100000"/>
                  </a:srgbClr>
                </a:solidFill>
                <a:ea typeface="Stapel" pitchFamily="34" charset="-122"/>
                <a:cs typeface="Stapel" pitchFamily="34" charset="-120"/>
              </a:rPr>
              <a:t>БД</a:t>
            </a:r>
            <a:endParaRPr lang="en-US" sz="1000" dirty="0"/>
          </a:p>
        </p:txBody>
      </p:sp>
      <p:sp>
        <p:nvSpPr>
          <p:cNvPr id="36" name="Shape 4"/>
          <p:cNvSpPr/>
          <p:nvPr/>
        </p:nvSpPr>
        <p:spPr>
          <a:xfrm>
            <a:off x="3619481" y="4701954"/>
            <a:ext cx="1320793" cy="400110"/>
          </a:xfrm>
          <a:prstGeom prst="rect">
            <a:avLst/>
          </a:prstGeom>
          <a:solidFill>
            <a:srgbClr val="FAE6E9"/>
          </a:solidFill>
          <a:ln/>
        </p:spPr>
        <p:txBody>
          <a:bodyPr lIns="72000" rIns="72000" anchor="ctr">
            <a:spAutoFit/>
          </a:bodyPr>
          <a:lstStyle/>
          <a:p>
            <a:r>
              <a:rPr lang="ru-RU" sz="1000" dirty="0">
                <a:solidFill>
                  <a:srgbClr val="000000">
                    <a:alpha val="100000"/>
                  </a:srgbClr>
                </a:solidFill>
                <a:latin typeface="Stapel" panose="020B0504020202020204" pitchFamily="34" charset="77"/>
                <a:ea typeface="Stapel" pitchFamily="34" charset="-122"/>
                <a:cs typeface="Stapel" pitchFamily="34" charset="-120"/>
              </a:rPr>
              <a:t>Шина</a:t>
            </a:r>
            <a:r>
              <a:rPr lang="en-US" sz="1000" dirty="0">
                <a:solidFill>
                  <a:srgbClr val="000000">
                    <a:alpha val="100000"/>
                  </a:srgbClr>
                </a:solidFill>
                <a:latin typeface="Stapel" panose="020B0504020202020204" pitchFamily="34" charset="77"/>
                <a:ea typeface="Stapel" pitchFamily="34" charset="-122"/>
                <a:cs typeface="Stapel" pitchFamily="34" charset="-120"/>
              </a:rPr>
              <a:t> </a:t>
            </a:r>
            <a:r>
              <a:rPr lang="ru-RU" sz="1000" dirty="0">
                <a:solidFill>
                  <a:srgbClr val="000000">
                    <a:alpha val="100000"/>
                  </a:srgbClr>
                </a:solidFill>
                <a:latin typeface="Stapel" panose="020B0504020202020204" pitchFamily="34" charset="77"/>
                <a:ea typeface="Stapel" pitchFamily="34" charset="-122"/>
                <a:cs typeface="Stapel" pitchFamily="34" charset="-120"/>
              </a:rPr>
              <a:t>обмена</a:t>
            </a:r>
            <a:r>
              <a:rPr lang="en-US" sz="1000" dirty="0">
                <a:solidFill>
                  <a:srgbClr val="000000">
                    <a:alpha val="100000"/>
                  </a:srgbClr>
                </a:solidFill>
                <a:latin typeface="Stapel" panose="020B0504020202020204" pitchFamily="34" charset="77"/>
                <a:ea typeface="Stapel" pitchFamily="34" charset="-122"/>
                <a:cs typeface="Stapel" pitchFamily="34" charset="-120"/>
              </a:rPr>
              <a:t> </a:t>
            </a:r>
            <a:r>
              <a:rPr lang="ru-RU" sz="1000" dirty="0">
                <a:solidFill>
                  <a:srgbClr val="000000">
                    <a:alpha val="100000"/>
                  </a:srgbClr>
                </a:solidFill>
                <a:latin typeface="Stapel" panose="020B0504020202020204" pitchFamily="34" charset="77"/>
                <a:ea typeface="Stapel" pitchFamily="34" charset="-122"/>
                <a:cs typeface="Stapel" pitchFamily="34" charset="-120"/>
              </a:rPr>
              <a:t>данными</a:t>
            </a:r>
            <a:endParaRPr lang="en-US" sz="1000" dirty="0">
              <a:latin typeface="Stapel" panose="020B0504020202020204" pitchFamily="34" charset="77"/>
            </a:endParaRPr>
          </a:p>
        </p:txBody>
      </p:sp>
      <p:sp>
        <p:nvSpPr>
          <p:cNvPr id="38" name="Shape 6"/>
          <p:cNvSpPr/>
          <p:nvPr/>
        </p:nvSpPr>
        <p:spPr>
          <a:xfrm>
            <a:off x="3619481" y="3371857"/>
            <a:ext cx="1320793" cy="317459"/>
          </a:xfrm>
          <a:prstGeom prst="rect">
            <a:avLst/>
          </a:prstGeom>
          <a:solidFill>
            <a:srgbClr val="FAE6E9"/>
          </a:solidFill>
          <a:ln/>
        </p:spPr>
        <p:txBody>
          <a:bodyPr lIns="72000" rIns="72000" anchor="ctr"/>
          <a:lstStyle/>
          <a:p>
            <a:r>
              <a:rPr lang="ru-RU" sz="1000" dirty="0">
                <a:solidFill>
                  <a:srgbClr val="000000">
                    <a:alpha val="100000"/>
                  </a:srgbClr>
                </a:solidFill>
                <a:ea typeface="Stapel" pitchFamily="34" charset="-122"/>
                <a:cs typeface="Stapel" pitchFamily="34" charset="-120"/>
              </a:rPr>
              <a:t>Интерфейсы</a:t>
            </a:r>
            <a:endParaRPr lang="en-US" sz="1000" dirty="0"/>
          </a:p>
        </p:txBody>
      </p:sp>
      <p:sp>
        <p:nvSpPr>
          <p:cNvPr id="40" name="Shape 8"/>
          <p:cNvSpPr/>
          <p:nvPr/>
        </p:nvSpPr>
        <p:spPr>
          <a:xfrm>
            <a:off x="7372312" y="1933714"/>
            <a:ext cx="1701791" cy="400110"/>
          </a:xfrm>
          <a:prstGeom prst="rect">
            <a:avLst/>
          </a:prstGeom>
          <a:solidFill>
            <a:srgbClr val="FAE6E9"/>
          </a:solidFill>
          <a:ln/>
        </p:spPr>
        <p:txBody>
          <a:bodyPr lIns="72000" rIns="72000" anchor="ctr">
            <a:spAutoFit/>
          </a:bodyPr>
          <a:lstStyle/>
          <a:p>
            <a:r>
              <a:rPr lang="ru-RU" sz="1000" dirty="0">
                <a:latin typeface="Stapel" panose="020B0504020202020204" pitchFamily="34" charset="77"/>
                <a:ea typeface="Stapel" pitchFamily="34" charset="-122"/>
                <a:cs typeface="Stapel" pitchFamily="34" charset="-120"/>
              </a:rPr>
              <a:t>Устройства</a:t>
            </a:r>
            <a:r>
              <a:rPr lang="en-US" sz="1000" dirty="0">
                <a:latin typeface="Stapel" panose="020B0504020202020204" pitchFamily="34" charset="77"/>
                <a:ea typeface="Stapel" pitchFamily="34" charset="-122"/>
                <a:cs typeface="Stapel" pitchFamily="34" charset="-120"/>
              </a:rPr>
              <a:t> </a:t>
            </a:r>
            <a:r>
              <a:rPr lang="ru-RU" sz="1000" dirty="0">
                <a:latin typeface="Stapel" panose="020B0504020202020204" pitchFamily="34" charset="77"/>
                <a:ea typeface="Stapel" pitchFamily="34" charset="-122"/>
                <a:cs typeface="Stapel" pitchFamily="34" charset="-120"/>
              </a:rPr>
              <a:t>доступа</a:t>
            </a:r>
            <a:r>
              <a:rPr lang="en-US" sz="1000" dirty="0">
                <a:latin typeface="Stapel" panose="020B0504020202020204" pitchFamily="34" charset="77"/>
                <a:ea typeface="Stapel" pitchFamily="34" charset="-122"/>
                <a:cs typeface="Stapel" pitchFamily="34" charset="-120"/>
              </a:rPr>
              <a:t> к </a:t>
            </a:r>
            <a:r>
              <a:rPr lang="ru-RU" sz="1000" dirty="0">
                <a:latin typeface="Stapel" panose="020B0504020202020204" pitchFamily="34" charset="77"/>
                <a:ea typeface="Stapel" pitchFamily="34" charset="-122"/>
                <a:cs typeface="Stapel" pitchFamily="34" charset="-120"/>
              </a:rPr>
              <a:t>системе</a:t>
            </a:r>
            <a:endParaRPr lang="en-US" sz="1000" dirty="0">
              <a:latin typeface="Stapel" panose="020B0504020202020204" pitchFamily="34" charset="77"/>
            </a:endParaRPr>
          </a:p>
        </p:txBody>
      </p:sp>
      <p:sp>
        <p:nvSpPr>
          <p:cNvPr id="42" name="Shape 10"/>
          <p:cNvSpPr/>
          <p:nvPr/>
        </p:nvSpPr>
        <p:spPr>
          <a:xfrm>
            <a:off x="7372312" y="4736930"/>
            <a:ext cx="1701791" cy="317459"/>
          </a:xfrm>
          <a:prstGeom prst="rect">
            <a:avLst/>
          </a:prstGeom>
          <a:solidFill>
            <a:srgbClr val="FAE6E9"/>
          </a:solidFill>
          <a:ln/>
        </p:spPr>
        <p:txBody>
          <a:bodyPr lIns="72000" rIns="72000" anchor="ctr"/>
          <a:lstStyle/>
          <a:p>
            <a:r>
              <a:rPr lang="ru-RU" sz="1000" dirty="0"/>
              <a:t>Устройства оповещения</a:t>
            </a:r>
          </a:p>
        </p:txBody>
      </p:sp>
      <p:sp>
        <p:nvSpPr>
          <p:cNvPr id="44" name="Shape 12"/>
          <p:cNvSpPr/>
          <p:nvPr/>
        </p:nvSpPr>
        <p:spPr>
          <a:xfrm>
            <a:off x="7372312" y="3371857"/>
            <a:ext cx="1701791" cy="317459"/>
          </a:xfrm>
          <a:prstGeom prst="rect">
            <a:avLst/>
          </a:prstGeom>
          <a:solidFill>
            <a:srgbClr val="FAE6E9"/>
          </a:solidFill>
          <a:ln/>
        </p:spPr>
        <p:txBody>
          <a:bodyPr lIns="72000" rIns="72000" anchor="ctr"/>
          <a:lstStyle/>
          <a:p>
            <a:r>
              <a:rPr lang="ru-RU" sz="1000" dirty="0">
                <a:solidFill>
                  <a:srgbClr val="000000">
                    <a:alpha val="100000"/>
                  </a:srgbClr>
                </a:solidFill>
                <a:ea typeface="Stapel" pitchFamily="34" charset="-122"/>
                <a:cs typeface="Stapel" pitchFamily="34" charset="-120"/>
              </a:rPr>
              <a:t>Детекторы</a:t>
            </a:r>
            <a:endParaRPr lang="en-US" sz="1000" dirty="0"/>
          </a:p>
        </p:txBody>
      </p:sp>
      <p:sp>
        <p:nvSpPr>
          <p:cNvPr id="46" name="Shape 14"/>
          <p:cNvSpPr/>
          <p:nvPr/>
        </p:nvSpPr>
        <p:spPr>
          <a:xfrm>
            <a:off x="1898640" y="1930595"/>
            <a:ext cx="1568442" cy="406347"/>
          </a:xfrm>
          <a:prstGeom prst="rect">
            <a:avLst/>
          </a:prstGeom>
          <a:noFill/>
          <a:ln/>
        </p:spPr>
      </p:sp>
      <p:sp>
        <p:nvSpPr>
          <p:cNvPr id="47" name="Shape 15"/>
          <p:cNvSpPr/>
          <p:nvPr/>
        </p:nvSpPr>
        <p:spPr>
          <a:xfrm>
            <a:off x="2152639" y="1930595"/>
            <a:ext cx="1314443" cy="184126"/>
          </a:xfrm>
          <a:prstGeom prst="rect">
            <a:avLst/>
          </a:prstGeom>
          <a:solidFill>
            <a:srgbClr val="F5F4F4">
              <a:alpha val="100000"/>
            </a:srgbClr>
          </a:solidFill>
          <a:ln/>
        </p:spPr>
        <p:txBody>
          <a:bodyPr lIns="36000" rIns="36000"/>
          <a:lstStyle/>
          <a:p>
            <a:r>
              <a:rPr lang="ru-RU" sz="700"/>
              <a:t>Хранилище «сырых» данных</a:t>
            </a:r>
            <a:endParaRPr lang="ru-RU" sz="700" dirty="0"/>
          </a:p>
        </p:txBody>
      </p:sp>
      <p:sp>
        <p:nvSpPr>
          <p:cNvPr id="49" name="Shape 17"/>
          <p:cNvSpPr/>
          <p:nvPr/>
        </p:nvSpPr>
        <p:spPr>
          <a:xfrm>
            <a:off x="1898640" y="2152816"/>
            <a:ext cx="1568442" cy="184126"/>
          </a:xfrm>
          <a:prstGeom prst="rect">
            <a:avLst/>
          </a:prstGeom>
          <a:solidFill>
            <a:srgbClr val="F5F4F4">
              <a:alpha val="100000"/>
            </a:srgbClr>
          </a:solidFill>
          <a:ln/>
        </p:spPr>
        <p:txBody>
          <a:bodyPr lIns="36000" rIns="36000"/>
          <a:lstStyle/>
          <a:p>
            <a:r>
              <a:rPr lang="ru-RU" sz="700"/>
              <a:t>СУБД структурированных данных</a:t>
            </a:r>
            <a:endParaRPr lang="ru-RU" sz="700" dirty="0"/>
          </a:p>
        </p:txBody>
      </p:sp>
      <p:sp>
        <p:nvSpPr>
          <p:cNvPr id="51" name="Shape 19"/>
          <p:cNvSpPr/>
          <p:nvPr/>
        </p:nvSpPr>
        <p:spPr>
          <a:xfrm>
            <a:off x="387348" y="2565513"/>
            <a:ext cx="1454143" cy="1580944"/>
          </a:xfrm>
          <a:prstGeom prst="rect">
            <a:avLst/>
          </a:prstGeom>
          <a:noFill/>
          <a:ln/>
        </p:spPr>
      </p:sp>
      <p:sp>
        <p:nvSpPr>
          <p:cNvPr id="52" name="Shape 20"/>
          <p:cNvSpPr/>
          <p:nvPr/>
        </p:nvSpPr>
        <p:spPr>
          <a:xfrm>
            <a:off x="609597" y="2565512"/>
            <a:ext cx="1231894" cy="279364"/>
          </a:xfrm>
          <a:prstGeom prst="rect">
            <a:avLst/>
          </a:prstGeom>
          <a:solidFill>
            <a:srgbClr val="F5F4F4">
              <a:alpha val="100000"/>
            </a:srgbClr>
          </a:solidFill>
          <a:ln/>
        </p:spPr>
        <p:txBody>
          <a:bodyPr lIns="36000" rIns="36000"/>
          <a:lstStyle/>
          <a:p>
            <a:r>
              <a:rPr lang="ru-RU" sz="700"/>
              <a:t>АРМ оператора системы -</a:t>
            </a:r>
          </a:p>
          <a:p>
            <a:r>
              <a:rPr lang="ru-RU" sz="700"/>
              <a:t>на месте экструдера</a:t>
            </a:r>
            <a:endParaRPr lang="ru-RU" sz="700" dirty="0"/>
          </a:p>
        </p:txBody>
      </p:sp>
      <p:sp>
        <p:nvSpPr>
          <p:cNvPr id="54" name="Shape 22"/>
          <p:cNvSpPr/>
          <p:nvPr/>
        </p:nvSpPr>
        <p:spPr>
          <a:xfrm>
            <a:off x="673097" y="2882971"/>
            <a:ext cx="1168394" cy="279364"/>
          </a:xfrm>
          <a:prstGeom prst="rect">
            <a:avLst/>
          </a:prstGeom>
          <a:solidFill>
            <a:srgbClr val="F5F4F4">
              <a:alpha val="100000"/>
            </a:srgbClr>
          </a:solidFill>
          <a:ln/>
        </p:spPr>
        <p:txBody>
          <a:bodyPr lIns="36000" rIns="36000"/>
          <a:lstStyle/>
          <a:p>
            <a:r>
              <a:rPr lang="ru-RU" sz="700"/>
              <a:t>АРМ оператора системы</a:t>
            </a:r>
          </a:p>
          <a:p>
            <a:r>
              <a:rPr lang="ru-RU" sz="700"/>
              <a:t>на упаковке</a:t>
            </a:r>
            <a:endParaRPr lang="ru-RU" sz="700" dirty="0"/>
          </a:p>
        </p:txBody>
      </p:sp>
      <p:sp>
        <p:nvSpPr>
          <p:cNvPr id="56" name="Shape 24"/>
          <p:cNvSpPr/>
          <p:nvPr/>
        </p:nvSpPr>
        <p:spPr>
          <a:xfrm>
            <a:off x="1536692" y="3200430"/>
            <a:ext cx="304798" cy="184126"/>
          </a:xfrm>
          <a:prstGeom prst="rect">
            <a:avLst/>
          </a:prstGeom>
          <a:solidFill>
            <a:srgbClr val="F5F4F4">
              <a:alpha val="100000"/>
            </a:srgbClr>
          </a:solidFill>
          <a:ln/>
        </p:spPr>
        <p:txBody>
          <a:bodyPr lIns="36000" rIns="36000"/>
          <a:lstStyle/>
          <a:p>
            <a:r>
              <a:rPr lang="ru-RU" sz="700"/>
              <a:t>АРМ</a:t>
            </a:r>
            <a:endParaRPr lang="ru-RU" sz="700" dirty="0"/>
          </a:p>
        </p:txBody>
      </p:sp>
      <p:sp>
        <p:nvSpPr>
          <p:cNvPr id="58" name="Shape 26"/>
          <p:cNvSpPr/>
          <p:nvPr/>
        </p:nvSpPr>
        <p:spPr>
          <a:xfrm>
            <a:off x="387348" y="3422651"/>
            <a:ext cx="1454143" cy="279364"/>
          </a:xfrm>
          <a:prstGeom prst="rect">
            <a:avLst/>
          </a:prstGeom>
          <a:solidFill>
            <a:srgbClr val="F5F4F4">
              <a:alpha val="100000"/>
            </a:srgbClr>
          </a:solidFill>
          <a:ln/>
        </p:spPr>
        <p:txBody>
          <a:bodyPr lIns="36000" rIns="36000"/>
          <a:lstStyle/>
          <a:p>
            <a:r>
              <a:rPr lang="ru-RU" sz="700" dirty="0" err="1"/>
              <a:t>Дашборд</a:t>
            </a:r>
            <a:r>
              <a:rPr lang="ru-RU" sz="700" dirty="0"/>
              <a:t> начальника смены/ начальника производства</a:t>
            </a:r>
          </a:p>
        </p:txBody>
      </p:sp>
      <p:sp>
        <p:nvSpPr>
          <p:cNvPr id="60" name="Shape 28"/>
          <p:cNvSpPr/>
          <p:nvPr/>
        </p:nvSpPr>
        <p:spPr>
          <a:xfrm>
            <a:off x="527048" y="3740110"/>
            <a:ext cx="1314443" cy="184126"/>
          </a:xfrm>
          <a:prstGeom prst="rect">
            <a:avLst/>
          </a:prstGeom>
          <a:solidFill>
            <a:srgbClr val="F5F4F4">
              <a:alpha val="100000"/>
            </a:srgbClr>
          </a:solidFill>
          <a:ln/>
        </p:spPr>
        <p:txBody>
          <a:bodyPr lIns="36000" rIns="36000"/>
          <a:lstStyle/>
          <a:p>
            <a:r>
              <a:rPr lang="ru-RU" sz="700"/>
              <a:t>Дашборд директора завода</a:t>
            </a:r>
            <a:endParaRPr lang="ru-RU" sz="700" dirty="0"/>
          </a:p>
        </p:txBody>
      </p:sp>
      <p:sp>
        <p:nvSpPr>
          <p:cNvPr id="62" name="Shape 30"/>
          <p:cNvSpPr/>
          <p:nvPr/>
        </p:nvSpPr>
        <p:spPr>
          <a:xfrm>
            <a:off x="647697" y="3962331"/>
            <a:ext cx="1193794" cy="184126"/>
          </a:xfrm>
          <a:prstGeom prst="rect">
            <a:avLst/>
          </a:prstGeom>
          <a:solidFill>
            <a:srgbClr val="F5F4F4">
              <a:alpha val="100000"/>
            </a:srgbClr>
          </a:solidFill>
          <a:ln/>
        </p:spPr>
        <p:txBody>
          <a:bodyPr lIns="36000" rIns="36000"/>
          <a:lstStyle/>
          <a:p>
            <a:r>
              <a:rPr lang="ru-RU" sz="700"/>
              <a:t>Дашборд директора </a:t>
            </a:r>
            <a:r>
              <a:rPr lang="en-US" sz="700"/>
              <a:t>XPS</a:t>
            </a:r>
            <a:endParaRPr lang="en-US" sz="700" dirty="0"/>
          </a:p>
        </p:txBody>
      </p:sp>
      <p:sp>
        <p:nvSpPr>
          <p:cNvPr id="64" name="Shape 32"/>
          <p:cNvSpPr/>
          <p:nvPr/>
        </p:nvSpPr>
        <p:spPr>
          <a:xfrm>
            <a:off x="9239202" y="1816310"/>
            <a:ext cx="1104894" cy="628568"/>
          </a:xfrm>
          <a:prstGeom prst="rect">
            <a:avLst/>
          </a:prstGeom>
          <a:noFill/>
          <a:ln/>
        </p:spPr>
      </p:sp>
      <p:sp>
        <p:nvSpPr>
          <p:cNvPr id="65" name="Shape 33"/>
          <p:cNvSpPr/>
          <p:nvPr/>
        </p:nvSpPr>
        <p:spPr>
          <a:xfrm>
            <a:off x="9239202" y="1816310"/>
            <a:ext cx="1104894" cy="184126"/>
          </a:xfrm>
          <a:prstGeom prst="rect">
            <a:avLst/>
          </a:prstGeom>
          <a:solidFill>
            <a:srgbClr val="F5F4F4">
              <a:alpha val="100000"/>
            </a:srgbClr>
          </a:solidFill>
          <a:ln/>
        </p:spPr>
        <p:txBody>
          <a:bodyPr lIns="36000" rIns="36000"/>
          <a:lstStyle/>
          <a:p>
            <a:r>
              <a:rPr lang="ru-RU" sz="700" dirty="0">
                <a:ea typeface="Stapel" pitchFamily="34" charset="-122"/>
                <a:cs typeface="Stapel" pitchFamily="34" charset="-120"/>
              </a:rPr>
              <a:t>Мобильные устройства</a:t>
            </a:r>
            <a:endParaRPr lang="en-US" sz="700" dirty="0"/>
          </a:p>
        </p:txBody>
      </p:sp>
      <p:sp>
        <p:nvSpPr>
          <p:cNvPr id="67" name="Shape 35"/>
          <p:cNvSpPr/>
          <p:nvPr/>
        </p:nvSpPr>
        <p:spPr>
          <a:xfrm>
            <a:off x="9239202" y="2038531"/>
            <a:ext cx="527047" cy="184126"/>
          </a:xfrm>
          <a:prstGeom prst="rect">
            <a:avLst/>
          </a:prstGeom>
          <a:solidFill>
            <a:srgbClr val="F5F4F4">
              <a:alpha val="100000"/>
            </a:srgbClr>
          </a:solidFill>
          <a:ln/>
        </p:spPr>
        <p:txBody>
          <a:bodyPr lIns="36000" rIns="36000"/>
          <a:lstStyle/>
          <a:p>
            <a:r>
              <a:rPr lang="ru-RU" sz="700" dirty="0"/>
              <a:t>Десктопы</a:t>
            </a:r>
          </a:p>
        </p:txBody>
      </p:sp>
      <p:sp>
        <p:nvSpPr>
          <p:cNvPr id="69" name="Shape 37"/>
          <p:cNvSpPr/>
          <p:nvPr/>
        </p:nvSpPr>
        <p:spPr>
          <a:xfrm>
            <a:off x="9239202" y="2260752"/>
            <a:ext cx="679447" cy="184126"/>
          </a:xfrm>
          <a:prstGeom prst="rect">
            <a:avLst/>
          </a:prstGeom>
          <a:solidFill>
            <a:srgbClr val="F5F4F4">
              <a:alpha val="100000"/>
            </a:srgbClr>
          </a:solidFill>
          <a:ln/>
        </p:spPr>
        <p:txBody>
          <a:bodyPr lIns="36000" rIns="36000"/>
          <a:lstStyle/>
          <a:p>
            <a:r>
              <a:rPr lang="ru-RU" sz="700" dirty="0"/>
              <a:t>Инфо-панели</a:t>
            </a:r>
          </a:p>
        </p:txBody>
      </p:sp>
      <p:sp>
        <p:nvSpPr>
          <p:cNvPr id="71" name="Shape 39"/>
          <p:cNvSpPr/>
          <p:nvPr/>
        </p:nvSpPr>
        <p:spPr>
          <a:xfrm>
            <a:off x="10642545" y="5028992"/>
            <a:ext cx="723896" cy="628568"/>
          </a:xfrm>
          <a:prstGeom prst="rect">
            <a:avLst/>
          </a:prstGeom>
          <a:noFill/>
          <a:ln/>
        </p:spPr>
      </p:sp>
      <p:sp>
        <p:nvSpPr>
          <p:cNvPr id="72" name="Shape 40"/>
          <p:cNvSpPr/>
          <p:nvPr/>
        </p:nvSpPr>
        <p:spPr>
          <a:xfrm>
            <a:off x="10642545" y="5028992"/>
            <a:ext cx="361948" cy="184126"/>
          </a:xfrm>
          <a:prstGeom prst="rect">
            <a:avLst/>
          </a:prstGeom>
          <a:solidFill>
            <a:srgbClr val="F5F4F4">
              <a:alpha val="100000"/>
            </a:srgbClr>
          </a:solidFill>
          <a:ln/>
        </p:spPr>
        <p:txBody>
          <a:bodyPr lIns="36000" rIns="36000"/>
          <a:lstStyle/>
          <a:p>
            <a:r>
              <a:rPr lang="ru-RU" sz="700"/>
              <a:t>Почта</a:t>
            </a:r>
            <a:endParaRPr lang="ru-RU" sz="700" dirty="0"/>
          </a:p>
        </p:txBody>
      </p:sp>
      <p:sp>
        <p:nvSpPr>
          <p:cNvPr id="74" name="Shape 42"/>
          <p:cNvSpPr/>
          <p:nvPr/>
        </p:nvSpPr>
        <p:spPr>
          <a:xfrm>
            <a:off x="10642545" y="5251213"/>
            <a:ext cx="723896" cy="184126"/>
          </a:xfrm>
          <a:prstGeom prst="rect">
            <a:avLst/>
          </a:prstGeom>
          <a:solidFill>
            <a:srgbClr val="F5F4F4">
              <a:alpha val="100000"/>
            </a:srgbClr>
          </a:solidFill>
          <a:ln/>
        </p:spPr>
        <p:txBody>
          <a:bodyPr lIns="36000" rIns="36000"/>
          <a:lstStyle/>
          <a:p>
            <a:r>
              <a:rPr lang="ru-RU" sz="700"/>
              <a:t>Мессанджеры</a:t>
            </a:r>
            <a:endParaRPr lang="ru-RU" sz="700" dirty="0"/>
          </a:p>
        </p:txBody>
      </p:sp>
      <p:sp>
        <p:nvSpPr>
          <p:cNvPr id="76" name="Shape 44"/>
          <p:cNvSpPr/>
          <p:nvPr/>
        </p:nvSpPr>
        <p:spPr>
          <a:xfrm>
            <a:off x="10642545" y="5473434"/>
            <a:ext cx="304798" cy="184126"/>
          </a:xfrm>
          <a:prstGeom prst="rect">
            <a:avLst/>
          </a:prstGeom>
          <a:solidFill>
            <a:srgbClr val="F5F4F4">
              <a:alpha val="100000"/>
            </a:srgbClr>
          </a:solidFill>
          <a:ln/>
        </p:spPr>
        <p:txBody>
          <a:bodyPr lIns="36000" rIns="36000"/>
          <a:lstStyle/>
          <a:p>
            <a:r>
              <a:rPr lang="en-US" sz="700" dirty="0">
                <a:ea typeface="Stapel" pitchFamily="34" charset="-122"/>
                <a:cs typeface="Stapel" pitchFamily="34" charset="-120"/>
              </a:rPr>
              <a:t>SMS</a:t>
            </a:r>
            <a:endParaRPr lang="ru-RU" sz="800" dirty="0"/>
          </a:p>
        </p:txBody>
      </p:sp>
      <p:sp>
        <p:nvSpPr>
          <p:cNvPr id="78" name="Shape 46"/>
          <p:cNvSpPr/>
          <p:nvPr/>
        </p:nvSpPr>
        <p:spPr>
          <a:xfrm>
            <a:off x="9239202" y="2984558"/>
            <a:ext cx="2133589" cy="1073010"/>
          </a:xfrm>
          <a:prstGeom prst="rect">
            <a:avLst/>
          </a:prstGeom>
          <a:noFill/>
          <a:ln/>
        </p:spPr>
      </p:sp>
      <p:sp>
        <p:nvSpPr>
          <p:cNvPr id="79" name="Shape 47"/>
          <p:cNvSpPr/>
          <p:nvPr/>
        </p:nvSpPr>
        <p:spPr>
          <a:xfrm>
            <a:off x="9239202" y="2984558"/>
            <a:ext cx="1695441" cy="184126"/>
          </a:xfrm>
          <a:prstGeom prst="rect">
            <a:avLst/>
          </a:prstGeom>
          <a:solidFill>
            <a:srgbClr val="F5F4F4">
              <a:alpha val="100000"/>
            </a:srgbClr>
          </a:solidFill>
          <a:ln/>
        </p:spPr>
        <p:txBody>
          <a:bodyPr lIns="36000" rIns="36000"/>
          <a:lstStyle/>
          <a:p>
            <a:r>
              <a:rPr lang="ru-RU" sz="700"/>
              <a:t>Оптические в различных диапазонах</a:t>
            </a:r>
            <a:endParaRPr lang="ru-RU" sz="700" dirty="0"/>
          </a:p>
        </p:txBody>
      </p:sp>
      <p:sp>
        <p:nvSpPr>
          <p:cNvPr id="81" name="Shape 49"/>
          <p:cNvSpPr/>
          <p:nvPr/>
        </p:nvSpPr>
        <p:spPr>
          <a:xfrm>
            <a:off x="9239202" y="3206779"/>
            <a:ext cx="368298" cy="184126"/>
          </a:xfrm>
          <a:prstGeom prst="rect">
            <a:avLst/>
          </a:prstGeom>
          <a:solidFill>
            <a:srgbClr val="F5F4F4">
              <a:alpha val="100000"/>
            </a:srgbClr>
          </a:solidFill>
          <a:ln/>
        </p:spPr>
        <p:txBody>
          <a:bodyPr lIns="36000" rIns="36000"/>
          <a:lstStyle/>
          <a:p>
            <a:r>
              <a:rPr lang="ru-RU" sz="700"/>
              <a:t>Аудио</a:t>
            </a:r>
            <a:endParaRPr lang="ru-RU" sz="700" dirty="0"/>
          </a:p>
        </p:txBody>
      </p:sp>
      <p:sp>
        <p:nvSpPr>
          <p:cNvPr id="83" name="Shape 51"/>
          <p:cNvSpPr/>
          <p:nvPr/>
        </p:nvSpPr>
        <p:spPr>
          <a:xfrm>
            <a:off x="9239202" y="3429000"/>
            <a:ext cx="1149344" cy="184126"/>
          </a:xfrm>
          <a:prstGeom prst="rect">
            <a:avLst/>
          </a:prstGeom>
          <a:solidFill>
            <a:srgbClr val="F5F4F4">
              <a:alpha val="100000"/>
            </a:srgbClr>
          </a:solidFill>
          <a:ln/>
        </p:spPr>
        <p:txBody>
          <a:bodyPr lIns="36000" rIns="36000"/>
          <a:lstStyle/>
          <a:p>
            <a:r>
              <a:rPr lang="ru-RU" sz="700"/>
              <a:t>Датчики внешней среды</a:t>
            </a:r>
            <a:endParaRPr lang="ru-RU" sz="700" dirty="0"/>
          </a:p>
        </p:txBody>
      </p:sp>
      <p:sp>
        <p:nvSpPr>
          <p:cNvPr id="85" name="Shape 53"/>
          <p:cNvSpPr/>
          <p:nvPr/>
        </p:nvSpPr>
        <p:spPr>
          <a:xfrm>
            <a:off x="9239202" y="3651221"/>
            <a:ext cx="1695441" cy="184126"/>
          </a:xfrm>
          <a:prstGeom prst="rect">
            <a:avLst/>
          </a:prstGeom>
          <a:solidFill>
            <a:srgbClr val="F5F4F4">
              <a:alpha val="100000"/>
            </a:srgbClr>
          </a:solidFill>
          <a:ln/>
        </p:spPr>
        <p:txBody>
          <a:bodyPr lIns="36000" rIns="36000"/>
          <a:lstStyle/>
          <a:p>
            <a:r>
              <a:rPr lang="ru-RU" sz="700"/>
              <a:t>Датчики на производственной линии</a:t>
            </a:r>
            <a:endParaRPr lang="ru-RU" sz="700" dirty="0"/>
          </a:p>
        </p:txBody>
      </p:sp>
      <p:sp>
        <p:nvSpPr>
          <p:cNvPr id="87" name="Shape 55"/>
          <p:cNvSpPr/>
          <p:nvPr/>
        </p:nvSpPr>
        <p:spPr>
          <a:xfrm>
            <a:off x="9239202" y="3873442"/>
            <a:ext cx="2133589" cy="184126"/>
          </a:xfrm>
          <a:prstGeom prst="rect">
            <a:avLst/>
          </a:prstGeom>
          <a:solidFill>
            <a:srgbClr val="F5F4F4">
              <a:alpha val="100000"/>
            </a:srgbClr>
          </a:solidFill>
          <a:ln/>
        </p:spPr>
        <p:txBody>
          <a:bodyPr lIns="36000" rIns="36000"/>
          <a:lstStyle/>
          <a:p>
            <a:r>
              <a:rPr lang="ru-RU" sz="700"/>
              <a:t>Специализированные измерительные приборы</a:t>
            </a:r>
            <a:endParaRPr lang="ru-RU" sz="700" dirty="0"/>
          </a:p>
        </p:txBody>
      </p:sp>
      <p:sp>
        <p:nvSpPr>
          <p:cNvPr id="89" name="Shape 57"/>
          <p:cNvSpPr/>
          <p:nvPr/>
        </p:nvSpPr>
        <p:spPr>
          <a:xfrm>
            <a:off x="1993890" y="3200430"/>
            <a:ext cx="1473192" cy="653965"/>
          </a:xfrm>
          <a:prstGeom prst="rect">
            <a:avLst/>
          </a:prstGeom>
          <a:noFill/>
          <a:ln/>
        </p:spPr>
      </p:sp>
      <p:sp>
        <p:nvSpPr>
          <p:cNvPr id="90" name="Shape 58"/>
          <p:cNvSpPr/>
          <p:nvPr/>
        </p:nvSpPr>
        <p:spPr>
          <a:xfrm>
            <a:off x="2012939" y="3200430"/>
            <a:ext cx="1454143" cy="184126"/>
          </a:xfrm>
          <a:prstGeom prst="rect">
            <a:avLst/>
          </a:prstGeom>
          <a:solidFill>
            <a:srgbClr val="F5F4F4">
              <a:alpha val="100000"/>
            </a:srgbClr>
          </a:solidFill>
          <a:ln/>
        </p:spPr>
        <p:txBody>
          <a:bodyPr lIns="36000" rIns="36000"/>
          <a:lstStyle/>
          <a:p>
            <a:r>
              <a:rPr lang="ru-RU" sz="700"/>
              <a:t>Пользовательские интерфейсы</a:t>
            </a:r>
            <a:endParaRPr lang="ru-RU" sz="700" dirty="0"/>
          </a:p>
        </p:txBody>
      </p:sp>
      <p:sp>
        <p:nvSpPr>
          <p:cNvPr id="92" name="Shape 60"/>
          <p:cNvSpPr/>
          <p:nvPr/>
        </p:nvSpPr>
        <p:spPr>
          <a:xfrm>
            <a:off x="2089139" y="3435349"/>
            <a:ext cx="1377943" cy="184126"/>
          </a:xfrm>
          <a:prstGeom prst="rect">
            <a:avLst/>
          </a:prstGeom>
          <a:solidFill>
            <a:srgbClr val="F5F4F4">
              <a:alpha val="100000"/>
            </a:srgbClr>
          </a:solidFill>
          <a:ln/>
        </p:spPr>
        <p:txBody>
          <a:bodyPr lIns="36000" rIns="36000"/>
          <a:lstStyle/>
          <a:p>
            <a:r>
              <a:rPr lang="ru-RU" sz="700" dirty="0"/>
              <a:t>Интерфейсы администратора</a:t>
            </a:r>
          </a:p>
        </p:txBody>
      </p:sp>
      <p:sp>
        <p:nvSpPr>
          <p:cNvPr id="94" name="Shape 62"/>
          <p:cNvSpPr/>
          <p:nvPr/>
        </p:nvSpPr>
        <p:spPr>
          <a:xfrm>
            <a:off x="1993890" y="3670269"/>
            <a:ext cx="1473192" cy="184126"/>
          </a:xfrm>
          <a:prstGeom prst="rect">
            <a:avLst/>
          </a:prstGeom>
          <a:solidFill>
            <a:srgbClr val="F5F4F4">
              <a:alpha val="100000"/>
            </a:srgbClr>
          </a:solidFill>
          <a:ln/>
        </p:spPr>
        <p:txBody>
          <a:bodyPr lIns="36000" rIns="36000"/>
          <a:lstStyle/>
          <a:p>
            <a:r>
              <a:rPr lang="ru-RU" sz="700"/>
              <a:t>Программные интерфейсы (</a:t>
            </a:r>
            <a:r>
              <a:rPr lang="en-US" sz="700"/>
              <a:t>API)</a:t>
            </a:r>
            <a:endParaRPr lang="en-US" sz="700" dirty="0"/>
          </a:p>
        </p:txBody>
      </p:sp>
      <p:sp>
        <p:nvSpPr>
          <p:cNvPr id="96" name="Shape 64"/>
          <p:cNvSpPr/>
          <p:nvPr/>
        </p:nvSpPr>
        <p:spPr>
          <a:xfrm>
            <a:off x="2197088" y="4590899"/>
            <a:ext cx="1269994" cy="609521"/>
          </a:xfrm>
          <a:prstGeom prst="rect">
            <a:avLst/>
          </a:prstGeom>
          <a:noFill/>
          <a:ln/>
        </p:spPr>
      </p:sp>
      <p:sp>
        <p:nvSpPr>
          <p:cNvPr id="97" name="Shape 65"/>
          <p:cNvSpPr/>
          <p:nvPr/>
        </p:nvSpPr>
        <p:spPr>
          <a:xfrm>
            <a:off x="2197088" y="4590899"/>
            <a:ext cx="1269994" cy="279364"/>
          </a:xfrm>
          <a:prstGeom prst="rect">
            <a:avLst/>
          </a:prstGeom>
          <a:solidFill>
            <a:srgbClr val="F5F4F4">
              <a:alpha val="100000"/>
            </a:srgbClr>
          </a:solidFill>
          <a:ln/>
        </p:spPr>
        <p:txBody>
          <a:bodyPr lIns="36000" rIns="36000"/>
          <a:lstStyle/>
          <a:p>
            <a:r>
              <a:rPr lang="ru-RU" sz="700"/>
              <a:t>Связь с информационными</a:t>
            </a:r>
          </a:p>
          <a:p>
            <a:r>
              <a:rPr lang="ru-RU" sz="700"/>
              <a:t>системами заказчика</a:t>
            </a:r>
            <a:endParaRPr lang="ru-RU" sz="700" dirty="0"/>
          </a:p>
        </p:txBody>
      </p:sp>
      <p:sp>
        <p:nvSpPr>
          <p:cNvPr id="99" name="Shape 67"/>
          <p:cNvSpPr/>
          <p:nvPr/>
        </p:nvSpPr>
        <p:spPr>
          <a:xfrm>
            <a:off x="2197088" y="4921056"/>
            <a:ext cx="1269994" cy="279364"/>
          </a:xfrm>
          <a:prstGeom prst="rect">
            <a:avLst/>
          </a:prstGeom>
          <a:solidFill>
            <a:srgbClr val="F5F4F4">
              <a:alpha val="100000"/>
            </a:srgbClr>
          </a:solidFill>
          <a:ln/>
        </p:spPr>
        <p:txBody>
          <a:bodyPr lIns="36000" rIns="36000"/>
          <a:lstStyle/>
          <a:p>
            <a:r>
              <a:rPr lang="ru-RU" sz="700"/>
              <a:t>Связь с промышленными контроллерами</a:t>
            </a:r>
            <a:endParaRPr lang="ru-RU" sz="700" dirty="0"/>
          </a:p>
        </p:txBody>
      </p:sp>
      <p:sp>
        <p:nvSpPr>
          <p:cNvPr id="101" name="Shape 69"/>
          <p:cNvSpPr/>
          <p:nvPr/>
        </p:nvSpPr>
        <p:spPr>
          <a:xfrm>
            <a:off x="5295873" y="3143287"/>
            <a:ext cx="1650992" cy="761901"/>
          </a:xfrm>
          <a:prstGeom prst="rect">
            <a:avLst/>
          </a:prstGeom>
          <a:solidFill>
            <a:srgbClr val="DDB6D3"/>
          </a:solidFill>
          <a:ln/>
        </p:spPr>
        <p:txBody>
          <a:bodyPr anchor="ctr"/>
          <a:lstStyle/>
          <a:p>
            <a:pPr algn="ctr">
              <a:lnSpc>
                <a:spcPts val="1100"/>
              </a:lnSpc>
            </a:pPr>
            <a:r>
              <a:rPr lang="ru-RU" sz="1200" dirty="0">
                <a:latin typeface="Stapel" panose="020B0504020202020204" pitchFamily="34" charset="77"/>
                <a:ea typeface="Stapel" pitchFamily="34" charset="-122"/>
                <a:cs typeface="Stapel" pitchFamily="34" charset="-120"/>
              </a:rPr>
              <a:t>Система</a:t>
            </a:r>
            <a:r>
              <a:rPr lang="en-US" sz="1200" dirty="0">
                <a:latin typeface="Stapel" panose="020B0504020202020204" pitchFamily="34" charset="77"/>
                <a:ea typeface="Stapel" pitchFamily="34" charset="-122"/>
                <a:cs typeface="Stapel" pitchFamily="34" charset="-120"/>
              </a:rPr>
              <a:t> </a:t>
            </a:r>
            <a:endParaRPr lang="ru-RU" sz="1200" dirty="0">
              <a:latin typeface="Stapel" panose="020B0504020202020204" pitchFamily="34" charset="77"/>
              <a:ea typeface="Stapel" pitchFamily="34" charset="-122"/>
              <a:cs typeface="Stapel" pitchFamily="34" charset="-120"/>
            </a:endParaRPr>
          </a:p>
          <a:p>
            <a:pPr algn="ctr">
              <a:lnSpc>
                <a:spcPts val="1100"/>
              </a:lnSpc>
            </a:pPr>
            <a:r>
              <a:rPr lang="ru-RU" sz="1200" dirty="0">
                <a:latin typeface="Stapel" panose="020B0504020202020204" pitchFamily="34" charset="77"/>
                <a:ea typeface="Stapel" pitchFamily="34" charset="-122"/>
                <a:cs typeface="Stapel" pitchFamily="34" charset="-120"/>
              </a:rPr>
              <a:t>объективного</a:t>
            </a:r>
            <a:endParaRPr lang="en-US" sz="1200" dirty="0">
              <a:latin typeface="Stapel" panose="020B0504020202020204" pitchFamily="34" charset="77"/>
            </a:endParaRPr>
          </a:p>
          <a:p>
            <a:pPr algn="ctr">
              <a:lnSpc>
                <a:spcPts val="1100"/>
              </a:lnSpc>
            </a:pPr>
            <a:r>
              <a:rPr lang="ru-RU" sz="1200" dirty="0">
                <a:latin typeface="Stapel" panose="020B0504020202020204" pitchFamily="34" charset="77"/>
                <a:ea typeface="Stapel" pitchFamily="34" charset="-122"/>
                <a:cs typeface="Stapel" pitchFamily="34" charset="-120"/>
              </a:rPr>
              <a:t>контроля</a:t>
            </a:r>
            <a:endParaRPr lang="en-US" sz="1200" dirty="0">
              <a:latin typeface="Stapel" panose="020B0504020202020204" pitchFamily="34" charset="77"/>
            </a:endParaRPr>
          </a:p>
        </p:txBody>
      </p:sp>
      <p:sp>
        <p:nvSpPr>
          <p:cNvPr id="104" name="Shape 71"/>
          <p:cNvSpPr/>
          <p:nvPr/>
        </p:nvSpPr>
        <p:spPr>
          <a:xfrm>
            <a:off x="9239202" y="4584550"/>
            <a:ext cx="1238244" cy="850789"/>
          </a:xfrm>
          <a:prstGeom prst="rect">
            <a:avLst/>
          </a:prstGeom>
          <a:noFill/>
          <a:ln/>
        </p:spPr>
      </p:sp>
      <p:sp>
        <p:nvSpPr>
          <p:cNvPr id="105" name="Shape 72"/>
          <p:cNvSpPr/>
          <p:nvPr/>
        </p:nvSpPr>
        <p:spPr>
          <a:xfrm>
            <a:off x="9239202" y="4584550"/>
            <a:ext cx="520697" cy="184126"/>
          </a:xfrm>
          <a:prstGeom prst="rect">
            <a:avLst/>
          </a:prstGeom>
          <a:solidFill>
            <a:srgbClr val="F5F4F4">
              <a:alpha val="100000"/>
            </a:srgbClr>
          </a:solidFill>
          <a:ln/>
        </p:spPr>
        <p:txBody>
          <a:bodyPr lIns="36000" rIns="36000"/>
          <a:lstStyle/>
          <a:p>
            <a:r>
              <a:rPr lang="ru-RU" sz="700"/>
              <a:t>Цветовые</a:t>
            </a:r>
            <a:endParaRPr lang="ru-RU" sz="700" dirty="0"/>
          </a:p>
        </p:txBody>
      </p:sp>
      <p:sp>
        <p:nvSpPr>
          <p:cNvPr id="107" name="Shape 74"/>
          <p:cNvSpPr/>
          <p:nvPr/>
        </p:nvSpPr>
        <p:spPr>
          <a:xfrm>
            <a:off x="9239202" y="4806771"/>
            <a:ext cx="520697" cy="184126"/>
          </a:xfrm>
          <a:prstGeom prst="rect">
            <a:avLst/>
          </a:prstGeom>
          <a:solidFill>
            <a:srgbClr val="F5F4F4">
              <a:alpha val="100000"/>
            </a:srgbClr>
          </a:solidFill>
          <a:ln/>
        </p:spPr>
        <p:txBody>
          <a:bodyPr lIns="36000" rIns="36000"/>
          <a:lstStyle/>
          <a:p>
            <a:r>
              <a:rPr lang="ru-RU" sz="700"/>
              <a:t>Звуковые</a:t>
            </a:r>
            <a:endParaRPr lang="ru-RU" sz="700" dirty="0"/>
          </a:p>
        </p:txBody>
      </p:sp>
      <p:sp>
        <p:nvSpPr>
          <p:cNvPr id="109" name="Shape 76"/>
          <p:cNvSpPr/>
          <p:nvPr/>
        </p:nvSpPr>
        <p:spPr>
          <a:xfrm>
            <a:off x="9239203" y="5028992"/>
            <a:ext cx="901695" cy="184126"/>
          </a:xfrm>
          <a:prstGeom prst="rect">
            <a:avLst/>
          </a:prstGeom>
          <a:solidFill>
            <a:srgbClr val="F5F4F4">
              <a:alpha val="100000"/>
            </a:srgbClr>
          </a:solidFill>
          <a:ln/>
        </p:spPr>
        <p:txBody>
          <a:bodyPr lIns="36000" rIns="36000"/>
          <a:lstStyle/>
          <a:p>
            <a:r>
              <a:rPr lang="ru-RU" sz="700"/>
              <a:t>Комбинированные</a:t>
            </a:r>
            <a:endParaRPr lang="ru-RU" sz="700" dirty="0"/>
          </a:p>
        </p:txBody>
      </p:sp>
      <p:sp>
        <p:nvSpPr>
          <p:cNvPr id="111" name="Shape 78"/>
          <p:cNvSpPr/>
          <p:nvPr/>
        </p:nvSpPr>
        <p:spPr>
          <a:xfrm>
            <a:off x="9239202" y="5251213"/>
            <a:ext cx="1238244" cy="184126"/>
          </a:xfrm>
          <a:prstGeom prst="rect">
            <a:avLst/>
          </a:prstGeom>
          <a:solidFill>
            <a:srgbClr val="F5F4F4">
              <a:alpha val="100000"/>
            </a:srgbClr>
          </a:solidFill>
          <a:ln/>
        </p:spPr>
        <p:txBody>
          <a:bodyPr lIns="36000" rIns="36000"/>
          <a:lstStyle/>
          <a:p>
            <a:r>
              <a:rPr lang="ru-RU" sz="700" dirty="0"/>
              <a:t>Электронные оповещения</a:t>
            </a:r>
          </a:p>
        </p:txBody>
      </p:sp>
      <p:sp>
        <p:nvSpPr>
          <p:cNvPr id="116" name="Номер слайда 6">
            <a:extLst>
              <a:ext uri="{FF2B5EF4-FFF2-40B4-BE49-F238E27FC236}">
                <a16:creationId xmlns:a16="http://schemas.microsoft.com/office/drawing/2014/main" id="{6F05ED90-D4F7-35C0-73EB-DA8F628FFAE0}"/>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62</a:t>
            </a:fld>
            <a:endParaRPr lang="ru-RU" dirty="0"/>
          </a:p>
        </p:txBody>
      </p:sp>
      <p:cxnSp>
        <p:nvCxnSpPr>
          <p:cNvPr id="115" name="Прямая соединительная линия 114">
            <a:extLst>
              <a:ext uri="{FF2B5EF4-FFF2-40B4-BE49-F238E27FC236}">
                <a16:creationId xmlns:a16="http://schemas.microsoft.com/office/drawing/2014/main" id="{4827EFAE-BA50-1C3C-BC2F-DBD607AE932A}"/>
              </a:ext>
            </a:extLst>
          </p:cNvPr>
          <p:cNvCxnSpPr>
            <a:cxnSpLocks/>
          </p:cNvCxnSpPr>
          <p:nvPr/>
        </p:nvCxnSpPr>
        <p:spPr>
          <a:xfrm flipV="1">
            <a:off x="9759899" y="4665599"/>
            <a:ext cx="2057389" cy="3175"/>
          </a:xfrm>
          <a:prstGeom prst="line">
            <a:avLst/>
          </a:prstGeom>
          <a:ln w="12700">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118" name="Прямая соединительная линия 117">
            <a:extLst>
              <a:ext uri="{FF2B5EF4-FFF2-40B4-BE49-F238E27FC236}">
                <a16:creationId xmlns:a16="http://schemas.microsoft.com/office/drawing/2014/main" id="{1A7913C2-F08B-3C2E-9A3E-A5D04FB69C15}"/>
              </a:ext>
            </a:extLst>
          </p:cNvPr>
          <p:cNvCxnSpPr>
            <a:cxnSpLocks/>
          </p:cNvCxnSpPr>
          <p:nvPr/>
        </p:nvCxnSpPr>
        <p:spPr>
          <a:xfrm>
            <a:off x="10934643" y="3074471"/>
            <a:ext cx="882645" cy="0"/>
          </a:xfrm>
          <a:prstGeom prst="line">
            <a:avLst/>
          </a:prstGeom>
          <a:ln w="12700">
            <a:solidFill>
              <a:schemeClr val="accent1"/>
            </a:solidFill>
            <a:prstDash val="sysDash"/>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122" name="Прямая соединительная линия 121">
            <a:extLst>
              <a:ext uri="{FF2B5EF4-FFF2-40B4-BE49-F238E27FC236}">
                <a16:creationId xmlns:a16="http://schemas.microsoft.com/office/drawing/2014/main" id="{031575F7-431B-AC6A-8985-0A826F48500C}"/>
              </a:ext>
            </a:extLst>
          </p:cNvPr>
          <p:cNvCxnSpPr/>
          <p:nvPr/>
        </p:nvCxnSpPr>
        <p:spPr>
          <a:xfrm flipV="1">
            <a:off x="11817288" y="3074471"/>
            <a:ext cx="0" cy="1598967"/>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3" name="Заголовок 2">
            <a:extLst>
              <a:ext uri="{FF2B5EF4-FFF2-40B4-BE49-F238E27FC236}">
                <a16:creationId xmlns:a16="http://schemas.microsoft.com/office/drawing/2014/main" id="{F0ABDF78-8A7D-4E12-FE4E-42302F770804}"/>
              </a:ext>
            </a:extLst>
          </p:cNvPr>
          <p:cNvSpPr>
            <a:spLocks noGrp="1"/>
          </p:cNvSpPr>
          <p:nvPr>
            <p:ph type="title"/>
          </p:nvPr>
        </p:nvSpPr>
        <p:spPr/>
        <p:txBody>
          <a:bodyPr/>
          <a:lstStyle/>
          <a:p>
            <a:r>
              <a:rPr lang="ru-RU" dirty="0"/>
              <a:t>Схема</a:t>
            </a:r>
          </a:p>
        </p:txBody>
      </p:sp>
    </p:spTree>
    <p:extLst>
      <p:ext uri="{BB962C8B-B14F-4D97-AF65-F5344CB8AC3E}">
        <p14:creationId xmlns:p14="http://schemas.microsoft.com/office/powerpoint/2010/main" val="21298157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1" descr="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67082" y="2019484"/>
            <a:ext cx="82550" cy="234919"/>
          </a:xfrm>
          <a:prstGeom prst="rect">
            <a:avLst/>
          </a:prstGeom>
        </p:spPr>
      </p:pic>
      <p:pic>
        <p:nvPicPr>
          <p:cNvPr id="6" name="Image 2" descr=" "/>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156653" y="1905199"/>
            <a:ext cx="82550" cy="450791"/>
          </a:xfrm>
          <a:prstGeom prst="rect">
            <a:avLst/>
          </a:prstGeom>
        </p:spPr>
      </p:pic>
      <p:pic>
        <p:nvPicPr>
          <p:cNvPr id="7" name="Image 3" descr=" "/>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156653" y="3073446"/>
            <a:ext cx="82550" cy="901583"/>
          </a:xfrm>
          <a:prstGeom prst="rect">
            <a:avLst/>
          </a:prstGeom>
        </p:spPr>
      </p:pic>
      <p:pic>
        <p:nvPicPr>
          <p:cNvPr id="8" name="Image 4" descr=" "/>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156653" y="4667089"/>
            <a:ext cx="82550" cy="679362"/>
          </a:xfrm>
          <a:prstGeom prst="rect">
            <a:avLst/>
          </a:prstGeom>
        </p:spPr>
      </p:pic>
      <p:pic>
        <p:nvPicPr>
          <p:cNvPr id="9" name="Image 5" descr=" "/>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559995" y="5111531"/>
            <a:ext cx="82550" cy="469839"/>
          </a:xfrm>
          <a:prstGeom prst="rect">
            <a:avLst/>
          </a:prstGeom>
        </p:spPr>
      </p:pic>
      <p:pic>
        <p:nvPicPr>
          <p:cNvPr id="10" name="Image 6" descr=" "/>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467082" y="4724231"/>
            <a:ext cx="82550" cy="349205"/>
          </a:xfrm>
          <a:prstGeom prst="rect">
            <a:avLst/>
          </a:prstGeom>
        </p:spPr>
      </p:pic>
      <p:pic>
        <p:nvPicPr>
          <p:cNvPr id="11" name="Image 7" descr=" "/>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467082" y="3263921"/>
            <a:ext cx="82550" cy="507934"/>
          </a:xfrm>
          <a:prstGeom prst="rect">
            <a:avLst/>
          </a:prstGeom>
        </p:spPr>
      </p:pic>
      <p:pic>
        <p:nvPicPr>
          <p:cNvPr id="12" name="Image 8" descr=" "/>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841491" y="2698845"/>
            <a:ext cx="88899" cy="1371421"/>
          </a:xfrm>
          <a:prstGeom prst="rect">
            <a:avLst/>
          </a:prstGeom>
        </p:spPr>
      </p:pic>
      <p:pic>
        <p:nvPicPr>
          <p:cNvPr id="13" name="Image 9" descr=" "/>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543282" y="2133769"/>
            <a:ext cx="85724" cy="12698"/>
          </a:xfrm>
          <a:prstGeom prst="rect">
            <a:avLst/>
          </a:prstGeom>
        </p:spPr>
      </p:pic>
      <p:pic>
        <p:nvPicPr>
          <p:cNvPr id="14" name="Image 10" descr=" "/>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9074104" y="2127420"/>
            <a:ext cx="85724" cy="12698"/>
          </a:xfrm>
          <a:prstGeom prst="rect">
            <a:avLst/>
          </a:prstGeom>
        </p:spPr>
      </p:pic>
      <p:pic>
        <p:nvPicPr>
          <p:cNvPr id="15" name="Image 11"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074103" y="3524238"/>
            <a:ext cx="165099" cy="12698"/>
          </a:xfrm>
          <a:prstGeom prst="rect">
            <a:avLst/>
          </a:prstGeom>
        </p:spPr>
      </p:pic>
      <p:pic>
        <p:nvPicPr>
          <p:cNvPr id="16" name="Image 12"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074103" y="4895659"/>
            <a:ext cx="165099" cy="12698"/>
          </a:xfrm>
          <a:prstGeom prst="rect">
            <a:avLst/>
          </a:prstGeom>
        </p:spPr>
      </p:pic>
      <p:pic>
        <p:nvPicPr>
          <p:cNvPr id="17" name="Image 13"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10477446" y="5340101"/>
            <a:ext cx="165099" cy="12698"/>
          </a:xfrm>
          <a:prstGeom prst="rect">
            <a:avLst/>
          </a:prstGeom>
        </p:spPr>
      </p:pic>
      <p:pic>
        <p:nvPicPr>
          <p:cNvPr id="18" name="Image 14" descr=" "/>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156653" y="5117880"/>
            <a:ext cx="82550" cy="12698"/>
          </a:xfrm>
          <a:prstGeom prst="rect">
            <a:avLst/>
          </a:prstGeom>
        </p:spPr>
      </p:pic>
      <p:pic>
        <p:nvPicPr>
          <p:cNvPr id="19" name="Image 15" descr=" "/>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163003" y="3295668"/>
            <a:ext cx="82550" cy="12698"/>
          </a:xfrm>
          <a:prstGeom prst="rect">
            <a:avLst/>
          </a:prstGeom>
        </p:spPr>
      </p:pic>
      <p:pic>
        <p:nvPicPr>
          <p:cNvPr id="20" name="Image 16" descr=" "/>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163003" y="3740110"/>
            <a:ext cx="82550" cy="12698"/>
          </a:xfrm>
          <a:prstGeom prst="rect">
            <a:avLst/>
          </a:prstGeom>
        </p:spPr>
      </p:pic>
      <p:pic>
        <p:nvPicPr>
          <p:cNvPr id="21" name="Image 17" descr=" "/>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543282" y="4889310"/>
            <a:ext cx="85724" cy="12698"/>
          </a:xfrm>
          <a:prstGeom prst="rect">
            <a:avLst/>
          </a:prstGeom>
        </p:spPr>
      </p:pic>
      <p:pic>
        <p:nvPicPr>
          <p:cNvPr id="22" name="Image 18"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924040" y="3289318"/>
            <a:ext cx="88899" cy="12698"/>
          </a:xfrm>
          <a:prstGeom prst="rect">
            <a:avLst/>
          </a:prstGeom>
        </p:spPr>
      </p:pic>
      <p:pic>
        <p:nvPicPr>
          <p:cNvPr id="23" name="Image 19"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016304"/>
            <a:ext cx="88899" cy="12698"/>
          </a:xfrm>
          <a:prstGeom prst="rect">
            <a:avLst/>
          </a:prstGeom>
        </p:spPr>
      </p:pic>
      <p:pic>
        <p:nvPicPr>
          <p:cNvPr id="24" name="Image 20"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289318"/>
            <a:ext cx="88899" cy="12698"/>
          </a:xfrm>
          <a:prstGeom prst="rect">
            <a:avLst/>
          </a:prstGeom>
        </p:spPr>
      </p:pic>
      <p:pic>
        <p:nvPicPr>
          <p:cNvPr id="25" name="Image 21"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555984"/>
            <a:ext cx="88899" cy="12698"/>
          </a:xfrm>
          <a:prstGeom prst="rect">
            <a:avLst/>
          </a:prstGeom>
        </p:spPr>
      </p:pic>
      <p:pic>
        <p:nvPicPr>
          <p:cNvPr id="26" name="Image 22" descr=" "/>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835141" y="3828998"/>
            <a:ext cx="88899" cy="12698"/>
          </a:xfrm>
          <a:prstGeom prst="rect">
            <a:avLst/>
          </a:prstGeom>
        </p:spPr>
      </p:pic>
      <p:pic>
        <p:nvPicPr>
          <p:cNvPr id="27" name="Image 23" descr=" "/>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3467083" y="3524238"/>
            <a:ext cx="165099" cy="12698"/>
          </a:xfrm>
          <a:prstGeom prst="rect">
            <a:avLst/>
          </a:prstGeom>
        </p:spPr>
      </p:pic>
      <p:pic>
        <p:nvPicPr>
          <p:cNvPr id="28" name="Image 24" descr=" "/>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4940275" y="3517889"/>
            <a:ext cx="412748" cy="12698"/>
          </a:xfrm>
          <a:prstGeom prst="rect">
            <a:avLst/>
          </a:prstGeom>
        </p:spPr>
      </p:pic>
      <p:pic>
        <p:nvPicPr>
          <p:cNvPr id="29" name="Image 25" descr=" "/>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4927575" y="2140118"/>
            <a:ext cx="304798" cy="1390469"/>
          </a:xfrm>
          <a:prstGeom prst="rect">
            <a:avLst/>
          </a:prstGeom>
        </p:spPr>
      </p:pic>
      <p:pic>
        <p:nvPicPr>
          <p:cNvPr id="30" name="Image 26" descr=" "/>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4927575" y="3517888"/>
            <a:ext cx="304798" cy="1390469"/>
          </a:xfrm>
          <a:prstGeom prst="rect">
            <a:avLst/>
          </a:prstGeom>
        </p:spPr>
      </p:pic>
      <p:pic>
        <p:nvPicPr>
          <p:cNvPr id="31" name="Image 27" descr=" "/>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6946864" y="3517889"/>
            <a:ext cx="412748" cy="12698"/>
          </a:xfrm>
          <a:prstGeom prst="rect">
            <a:avLst/>
          </a:prstGeom>
        </p:spPr>
      </p:pic>
      <p:pic>
        <p:nvPicPr>
          <p:cNvPr id="32" name="Image 28" descr=" "/>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7067514" y="2140118"/>
            <a:ext cx="304798" cy="1390469"/>
          </a:xfrm>
          <a:prstGeom prst="rect">
            <a:avLst/>
          </a:prstGeom>
        </p:spPr>
      </p:pic>
      <p:pic>
        <p:nvPicPr>
          <p:cNvPr id="33" name="Image 29" descr=" "/>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7067514" y="3517888"/>
            <a:ext cx="304798" cy="1390469"/>
          </a:xfrm>
          <a:prstGeom prst="rect">
            <a:avLst/>
          </a:prstGeom>
        </p:spPr>
      </p:pic>
      <p:sp>
        <p:nvSpPr>
          <p:cNvPr id="34" name="Shape 2"/>
          <p:cNvSpPr/>
          <p:nvPr/>
        </p:nvSpPr>
        <p:spPr>
          <a:xfrm>
            <a:off x="3619481" y="1975039"/>
            <a:ext cx="1320793" cy="317459"/>
          </a:xfrm>
          <a:prstGeom prst="rect">
            <a:avLst/>
          </a:prstGeom>
          <a:solidFill>
            <a:srgbClr val="F9CCE4"/>
          </a:solidFill>
          <a:ln/>
        </p:spPr>
        <p:txBody>
          <a:bodyPr lIns="72000" rIns="72000" anchor="ctr"/>
          <a:lstStyle/>
          <a:p>
            <a:r>
              <a:rPr lang="en-US" sz="1000" dirty="0">
                <a:solidFill>
                  <a:srgbClr val="000000">
                    <a:alpha val="100000"/>
                  </a:srgbClr>
                </a:solidFill>
                <a:ea typeface="Stapel" pitchFamily="34" charset="-122"/>
                <a:cs typeface="Stapel" pitchFamily="34" charset="-120"/>
              </a:rPr>
              <a:t>БД</a:t>
            </a:r>
            <a:endParaRPr lang="en-US" sz="1000" dirty="0"/>
          </a:p>
        </p:txBody>
      </p:sp>
      <p:sp>
        <p:nvSpPr>
          <p:cNvPr id="36" name="Shape 4"/>
          <p:cNvSpPr/>
          <p:nvPr/>
        </p:nvSpPr>
        <p:spPr>
          <a:xfrm>
            <a:off x="3619481" y="4701954"/>
            <a:ext cx="1320793" cy="400110"/>
          </a:xfrm>
          <a:prstGeom prst="rect">
            <a:avLst/>
          </a:prstGeom>
          <a:solidFill>
            <a:srgbClr val="F9CCE4"/>
          </a:solidFill>
          <a:ln/>
        </p:spPr>
        <p:txBody>
          <a:bodyPr lIns="72000" rIns="72000" anchor="ctr">
            <a:spAutoFit/>
          </a:bodyPr>
          <a:lstStyle/>
          <a:p>
            <a:r>
              <a:rPr lang="ru-RU" sz="1000" dirty="0">
                <a:solidFill>
                  <a:srgbClr val="000000">
                    <a:alpha val="100000"/>
                  </a:srgbClr>
                </a:solidFill>
                <a:ea typeface="Stapel" pitchFamily="34" charset="-122"/>
                <a:cs typeface="Stapel" pitchFamily="34" charset="-120"/>
              </a:rPr>
              <a:t>Шина</a:t>
            </a:r>
            <a:r>
              <a:rPr lang="en-US" sz="1000" dirty="0">
                <a:solidFill>
                  <a:srgbClr val="000000">
                    <a:alpha val="100000"/>
                  </a:srgbClr>
                </a:solidFill>
                <a:ea typeface="Stapel" pitchFamily="34" charset="-122"/>
                <a:cs typeface="Stapel" pitchFamily="34" charset="-120"/>
              </a:rPr>
              <a:t> </a:t>
            </a:r>
            <a:r>
              <a:rPr lang="ru-RU" sz="1000" dirty="0">
                <a:solidFill>
                  <a:srgbClr val="000000">
                    <a:alpha val="100000"/>
                  </a:srgbClr>
                </a:solidFill>
                <a:ea typeface="Stapel" pitchFamily="34" charset="-122"/>
                <a:cs typeface="Stapel" pitchFamily="34" charset="-120"/>
              </a:rPr>
              <a:t>обмена</a:t>
            </a:r>
            <a:r>
              <a:rPr lang="en-US" sz="1000" dirty="0">
                <a:solidFill>
                  <a:srgbClr val="000000">
                    <a:alpha val="100000"/>
                  </a:srgbClr>
                </a:solidFill>
                <a:ea typeface="Stapel" pitchFamily="34" charset="-122"/>
                <a:cs typeface="Stapel" pitchFamily="34" charset="-120"/>
              </a:rPr>
              <a:t> </a:t>
            </a:r>
            <a:r>
              <a:rPr lang="ru-RU" sz="1000" dirty="0">
                <a:solidFill>
                  <a:srgbClr val="000000">
                    <a:alpha val="100000"/>
                  </a:srgbClr>
                </a:solidFill>
                <a:ea typeface="Stapel" pitchFamily="34" charset="-122"/>
                <a:cs typeface="Stapel" pitchFamily="34" charset="-120"/>
              </a:rPr>
              <a:t>данными</a:t>
            </a:r>
            <a:endParaRPr lang="en-US" sz="1000" dirty="0"/>
          </a:p>
        </p:txBody>
      </p:sp>
      <p:sp>
        <p:nvSpPr>
          <p:cNvPr id="38" name="Shape 6"/>
          <p:cNvSpPr/>
          <p:nvPr/>
        </p:nvSpPr>
        <p:spPr>
          <a:xfrm>
            <a:off x="3619481" y="3371857"/>
            <a:ext cx="1320793" cy="317459"/>
          </a:xfrm>
          <a:prstGeom prst="rect">
            <a:avLst/>
          </a:prstGeom>
          <a:solidFill>
            <a:srgbClr val="F9CCE4"/>
          </a:solidFill>
          <a:ln/>
        </p:spPr>
        <p:txBody>
          <a:bodyPr lIns="72000" rIns="72000" anchor="ctr"/>
          <a:lstStyle/>
          <a:p>
            <a:r>
              <a:rPr lang="ru-RU" sz="1000" dirty="0">
                <a:solidFill>
                  <a:srgbClr val="000000">
                    <a:alpha val="100000"/>
                  </a:srgbClr>
                </a:solidFill>
                <a:ea typeface="Stapel" pitchFamily="34" charset="-122"/>
                <a:cs typeface="Stapel" pitchFamily="34" charset="-120"/>
              </a:rPr>
              <a:t>Интерфейсы</a:t>
            </a:r>
            <a:endParaRPr lang="en-US" sz="1000" dirty="0"/>
          </a:p>
        </p:txBody>
      </p:sp>
      <p:sp>
        <p:nvSpPr>
          <p:cNvPr id="40" name="Shape 8"/>
          <p:cNvSpPr/>
          <p:nvPr/>
        </p:nvSpPr>
        <p:spPr>
          <a:xfrm>
            <a:off x="7372312" y="1933714"/>
            <a:ext cx="1701791" cy="400110"/>
          </a:xfrm>
          <a:prstGeom prst="rect">
            <a:avLst/>
          </a:prstGeom>
          <a:solidFill>
            <a:srgbClr val="F9CCE4"/>
          </a:solidFill>
          <a:ln/>
        </p:spPr>
        <p:txBody>
          <a:bodyPr lIns="72000" rIns="72000" anchor="ctr">
            <a:spAutoFit/>
          </a:bodyPr>
          <a:lstStyle/>
          <a:p>
            <a:r>
              <a:rPr lang="ru-RU" sz="1000" dirty="0">
                <a:ea typeface="Stapel" pitchFamily="34" charset="-122"/>
                <a:cs typeface="Stapel" pitchFamily="34" charset="-120"/>
              </a:rPr>
              <a:t>Устройства</a:t>
            </a:r>
            <a:r>
              <a:rPr lang="en-US" sz="1000" dirty="0">
                <a:ea typeface="Stapel" pitchFamily="34" charset="-122"/>
                <a:cs typeface="Stapel" pitchFamily="34" charset="-120"/>
              </a:rPr>
              <a:t> </a:t>
            </a:r>
            <a:r>
              <a:rPr lang="ru-RU" sz="1000" dirty="0">
                <a:ea typeface="Stapel" pitchFamily="34" charset="-122"/>
                <a:cs typeface="Stapel" pitchFamily="34" charset="-120"/>
              </a:rPr>
              <a:t>доступа</a:t>
            </a:r>
            <a:r>
              <a:rPr lang="en-US" sz="1000" dirty="0">
                <a:ea typeface="Stapel" pitchFamily="34" charset="-122"/>
                <a:cs typeface="Stapel" pitchFamily="34" charset="-120"/>
              </a:rPr>
              <a:t> к </a:t>
            </a:r>
            <a:r>
              <a:rPr lang="ru-RU" sz="1000" dirty="0">
                <a:ea typeface="Stapel" pitchFamily="34" charset="-122"/>
                <a:cs typeface="Stapel" pitchFamily="34" charset="-120"/>
              </a:rPr>
              <a:t>системе</a:t>
            </a:r>
            <a:endParaRPr lang="en-US" sz="1000" dirty="0"/>
          </a:p>
        </p:txBody>
      </p:sp>
      <p:sp>
        <p:nvSpPr>
          <p:cNvPr id="42" name="Shape 10"/>
          <p:cNvSpPr/>
          <p:nvPr/>
        </p:nvSpPr>
        <p:spPr>
          <a:xfrm>
            <a:off x="7372312" y="4736930"/>
            <a:ext cx="1701791" cy="317459"/>
          </a:xfrm>
          <a:prstGeom prst="rect">
            <a:avLst/>
          </a:prstGeom>
          <a:solidFill>
            <a:srgbClr val="F9CCE4"/>
          </a:solidFill>
          <a:ln/>
        </p:spPr>
        <p:txBody>
          <a:bodyPr lIns="72000" rIns="72000" anchor="ctr"/>
          <a:lstStyle/>
          <a:p>
            <a:r>
              <a:rPr lang="ru-RU" sz="1000" dirty="0"/>
              <a:t>Устройства оповещения</a:t>
            </a:r>
          </a:p>
        </p:txBody>
      </p:sp>
      <p:sp>
        <p:nvSpPr>
          <p:cNvPr id="44" name="Shape 12"/>
          <p:cNvSpPr/>
          <p:nvPr/>
        </p:nvSpPr>
        <p:spPr>
          <a:xfrm>
            <a:off x="7372312" y="3371857"/>
            <a:ext cx="1701791" cy="317459"/>
          </a:xfrm>
          <a:prstGeom prst="rect">
            <a:avLst/>
          </a:prstGeom>
          <a:solidFill>
            <a:srgbClr val="F9CCE4"/>
          </a:solidFill>
          <a:ln/>
        </p:spPr>
        <p:txBody>
          <a:bodyPr lIns="72000" rIns="72000" anchor="ctr"/>
          <a:lstStyle/>
          <a:p>
            <a:r>
              <a:rPr lang="ru-RU" sz="1000" dirty="0">
                <a:solidFill>
                  <a:srgbClr val="000000">
                    <a:alpha val="100000"/>
                  </a:srgbClr>
                </a:solidFill>
                <a:ea typeface="Stapel" pitchFamily="34" charset="-122"/>
                <a:cs typeface="Stapel" pitchFamily="34" charset="-120"/>
              </a:rPr>
              <a:t>Детекторы</a:t>
            </a:r>
            <a:endParaRPr lang="en-US" sz="1000" dirty="0"/>
          </a:p>
        </p:txBody>
      </p:sp>
      <p:sp>
        <p:nvSpPr>
          <p:cNvPr id="46" name="Shape 14"/>
          <p:cNvSpPr/>
          <p:nvPr/>
        </p:nvSpPr>
        <p:spPr>
          <a:xfrm>
            <a:off x="1898640" y="1930595"/>
            <a:ext cx="1568442" cy="406347"/>
          </a:xfrm>
          <a:prstGeom prst="rect">
            <a:avLst/>
          </a:prstGeom>
          <a:noFill/>
          <a:ln/>
        </p:spPr>
      </p:sp>
      <p:sp>
        <p:nvSpPr>
          <p:cNvPr id="47" name="Shape 15"/>
          <p:cNvSpPr/>
          <p:nvPr/>
        </p:nvSpPr>
        <p:spPr>
          <a:xfrm>
            <a:off x="2152639" y="1930595"/>
            <a:ext cx="1314443" cy="184126"/>
          </a:xfrm>
          <a:prstGeom prst="rect">
            <a:avLst/>
          </a:prstGeom>
          <a:solidFill>
            <a:srgbClr val="F5F4F4">
              <a:alpha val="100000"/>
            </a:srgbClr>
          </a:solidFill>
          <a:ln/>
        </p:spPr>
        <p:txBody>
          <a:bodyPr lIns="36000" rIns="36000"/>
          <a:lstStyle/>
          <a:p>
            <a:r>
              <a:rPr lang="ru-RU" sz="700"/>
              <a:t>Хранилище «сырых» данных</a:t>
            </a:r>
            <a:endParaRPr lang="ru-RU" sz="700" dirty="0"/>
          </a:p>
        </p:txBody>
      </p:sp>
      <p:sp>
        <p:nvSpPr>
          <p:cNvPr id="49" name="Shape 17"/>
          <p:cNvSpPr/>
          <p:nvPr/>
        </p:nvSpPr>
        <p:spPr>
          <a:xfrm>
            <a:off x="1898640" y="2152816"/>
            <a:ext cx="1568442" cy="184126"/>
          </a:xfrm>
          <a:prstGeom prst="rect">
            <a:avLst/>
          </a:prstGeom>
          <a:solidFill>
            <a:srgbClr val="F5F4F4">
              <a:alpha val="100000"/>
            </a:srgbClr>
          </a:solidFill>
          <a:ln/>
        </p:spPr>
        <p:txBody>
          <a:bodyPr lIns="36000" rIns="36000"/>
          <a:lstStyle/>
          <a:p>
            <a:r>
              <a:rPr lang="ru-RU" sz="700"/>
              <a:t>СУБД структурированных данных</a:t>
            </a:r>
            <a:endParaRPr lang="ru-RU" sz="700" dirty="0"/>
          </a:p>
        </p:txBody>
      </p:sp>
      <p:sp>
        <p:nvSpPr>
          <p:cNvPr id="51" name="Shape 19"/>
          <p:cNvSpPr/>
          <p:nvPr/>
        </p:nvSpPr>
        <p:spPr>
          <a:xfrm>
            <a:off x="387348" y="2565513"/>
            <a:ext cx="1454143" cy="1580944"/>
          </a:xfrm>
          <a:prstGeom prst="rect">
            <a:avLst/>
          </a:prstGeom>
          <a:noFill/>
          <a:ln/>
        </p:spPr>
      </p:sp>
      <p:sp>
        <p:nvSpPr>
          <p:cNvPr id="52" name="Shape 20"/>
          <p:cNvSpPr/>
          <p:nvPr/>
        </p:nvSpPr>
        <p:spPr>
          <a:xfrm>
            <a:off x="609597" y="2565512"/>
            <a:ext cx="1231894" cy="279364"/>
          </a:xfrm>
          <a:prstGeom prst="rect">
            <a:avLst/>
          </a:prstGeom>
          <a:solidFill>
            <a:srgbClr val="F5F4F4">
              <a:alpha val="100000"/>
            </a:srgbClr>
          </a:solidFill>
          <a:ln/>
        </p:spPr>
        <p:txBody>
          <a:bodyPr lIns="36000" rIns="36000"/>
          <a:lstStyle/>
          <a:p>
            <a:r>
              <a:rPr lang="ru-RU" sz="700"/>
              <a:t>АРМ оператора системы -</a:t>
            </a:r>
          </a:p>
          <a:p>
            <a:r>
              <a:rPr lang="ru-RU" sz="700"/>
              <a:t>на месте экструдера</a:t>
            </a:r>
            <a:endParaRPr lang="ru-RU" sz="700" dirty="0"/>
          </a:p>
        </p:txBody>
      </p:sp>
      <p:sp>
        <p:nvSpPr>
          <p:cNvPr id="54" name="Shape 22"/>
          <p:cNvSpPr/>
          <p:nvPr/>
        </p:nvSpPr>
        <p:spPr>
          <a:xfrm>
            <a:off x="673097" y="2882971"/>
            <a:ext cx="1168394" cy="279364"/>
          </a:xfrm>
          <a:prstGeom prst="rect">
            <a:avLst/>
          </a:prstGeom>
          <a:solidFill>
            <a:srgbClr val="F5F4F4">
              <a:alpha val="100000"/>
            </a:srgbClr>
          </a:solidFill>
          <a:ln/>
        </p:spPr>
        <p:txBody>
          <a:bodyPr lIns="36000" rIns="36000"/>
          <a:lstStyle/>
          <a:p>
            <a:r>
              <a:rPr lang="ru-RU" sz="700"/>
              <a:t>АРМ оператора системы</a:t>
            </a:r>
          </a:p>
          <a:p>
            <a:r>
              <a:rPr lang="ru-RU" sz="700"/>
              <a:t>на упаковке</a:t>
            </a:r>
            <a:endParaRPr lang="ru-RU" sz="700" dirty="0"/>
          </a:p>
        </p:txBody>
      </p:sp>
      <p:sp>
        <p:nvSpPr>
          <p:cNvPr id="56" name="Shape 24"/>
          <p:cNvSpPr/>
          <p:nvPr/>
        </p:nvSpPr>
        <p:spPr>
          <a:xfrm>
            <a:off x="1536692" y="3200430"/>
            <a:ext cx="304798" cy="184126"/>
          </a:xfrm>
          <a:prstGeom prst="rect">
            <a:avLst/>
          </a:prstGeom>
          <a:solidFill>
            <a:srgbClr val="F5F4F4">
              <a:alpha val="100000"/>
            </a:srgbClr>
          </a:solidFill>
          <a:ln/>
        </p:spPr>
        <p:txBody>
          <a:bodyPr lIns="36000" rIns="36000"/>
          <a:lstStyle/>
          <a:p>
            <a:r>
              <a:rPr lang="ru-RU" sz="700"/>
              <a:t>АРМ</a:t>
            </a:r>
            <a:endParaRPr lang="ru-RU" sz="700" dirty="0"/>
          </a:p>
        </p:txBody>
      </p:sp>
      <p:sp>
        <p:nvSpPr>
          <p:cNvPr id="58" name="Shape 26"/>
          <p:cNvSpPr/>
          <p:nvPr/>
        </p:nvSpPr>
        <p:spPr>
          <a:xfrm>
            <a:off x="387348" y="3422651"/>
            <a:ext cx="1454143" cy="279364"/>
          </a:xfrm>
          <a:prstGeom prst="rect">
            <a:avLst/>
          </a:prstGeom>
          <a:solidFill>
            <a:srgbClr val="F5F4F4">
              <a:alpha val="100000"/>
            </a:srgbClr>
          </a:solidFill>
          <a:ln/>
        </p:spPr>
        <p:txBody>
          <a:bodyPr lIns="36000" rIns="36000"/>
          <a:lstStyle/>
          <a:p>
            <a:r>
              <a:rPr lang="ru-RU" sz="700" dirty="0" err="1"/>
              <a:t>Дашборд</a:t>
            </a:r>
            <a:r>
              <a:rPr lang="ru-RU" sz="700" dirty="0"/>
              <a:t> начальника смены/ начальника производства</a:t>
            </a:r>
          </a:p>
        </p:txBody>
      </p:sp>
      <p:sp>
        <p:nvSpPr>
          <p:cNvPr id="60" name="Shape 28"/>
          <p:cNvSpPr/>
          <p:nvPr/>
        </p:nvSpPr>
        <p:spPr>
          <a:xfrm>
            <a:off x="527048" y="3740110"/>
            <a:ext cx="1314443" cy="184126"/>
          </a:xfrm>
          <a:prstGeom prst="rect">
            <a:avLst/>
          </a:prstGeom>
          <a:solidFill>
            <a:srgbClr val="F5F4F4">
              <a:alpha val="100000"/>
            </a:srgbClr>
          </a:solidFill>
          <a:ln/>
        </p:spPr>
        <p:txBody>
          <a:bodyPr lIns="36000" rIns="36000"/>
          <a:lstStyle/>
          <a:p>
            <a:r>
              <a:rPr lang="ru-RU" sz="700"/>
              <a:t>Дашборд директора завода</a:t>
            </a:r>
            <a:endParaRPr lang="ru-RU" sz="700" dirty="0"/>
          </a:p>
        </p:txBody>
      </p:sp>
      <p:sp>
        <p:nvSpPr>
          <p:cNvPr id="62" name="Shape 30"/>
          <p:cNvSpPr/>
          <p:nvPr/>
        </p:nvSpPr>
        <p:spPr>
          <a:xfrm>
            <a:off x="647697" y="3962331"/>
            <a:ext cx="1193794" cy="184126"/>
          </a:xfrm>
          <a:prstGeom prst="rect">
            <a:avLst/>
          </a:prstGeom>
          <a:solidFill>
            <a:srgbClr val="F5F4F4">
              <a:alpha val="100000"/>
            </a:srgbClr>
          </a:solidFill>
          <a:ln/>
        </p:spPr>
        <p:txBody>
          <a:bodyPr lIns="36000" rIns="36000"/>
          <a:lstStyle/>
          <a:p>
            <a:r>
              <a:rPr lang="ru-RU" sz="700"/>
              <a:t>Дашборд директора </a:t>
            </a:r>
            <a:r>
              <a:rPr lang="en-US" sz="700"/>
              <a:t>XPS</a:t>
            </a:r>
            <a:endParaRPr lang="en-US" sz="700" dirty="0"/>
          </a:p>
        </p:txBody>
      </p:sp>
      <p:sp>
        <p:nvSpPr>
          <p:cNvPr id="64" name="Shape 32"/>
          <p:cNvSpPr/>
          <p:nvPr/>
        </p:nvSpPr>
        <p:spPr>
          <a:xfrm>
            <a:off x="9239202" y="1816310"/>
            <a:ext cx="1104894" cy="628568"/>
          </a:xfrm>
          <a:prstGeom prst="rect">
            <a:avLst/>
          </a:prstGeom>
          <a:noFill/>
          <a:ln/>
        </p:spPr>
      </p:sp>
      <p:sp>
        <p:nvSpPr>
          <p:cNvPr id="65" name="Shape 33"/>
          <p:cNvSpPr/>
          <p:nvPr/>
        </p:nvSpPr>
        <p:spPr>
          <a:xfrm>
            <a:off x="9239202" y="1816310"/>
            <a:ext cx="1104894" cy="184126"/>
          </a:xfrm>
          <a:prstGeom prst="rect">
            <a:avLst/>
          </a:prstGeom>
          <a:solidFill>
            <a:srgbClr val="F5F4F4">
              <a:alpha val="100000"/>
            </a:srgbClr>
          </a:solidFill>
          <a:ln/>
        </p:spPr>
        <p:txBody>
          <a:bodyPr lIns="36000" rIns="36000"/>
          <a:lstStyle/>
          <a:p>
            <a:r>
              <a:rPr lang="ru-RU" sz="700" dirty="0">
                <a:ea typeface="Stapel" pitchFamily="34" charset="-122"/>
                <a:cs typeface="Stapel" pitchFamily="34" charset="-120"/>
              </a:rPr>
              <a:t>Мобильные устройства</a:t>
            </a:r>
            <a:endParaRPr lang="en-US" sz="700" dirty="0"/>
          </a:p>
        </p:txBody>
      </p:sp>
      <p:sp>
        <p:nvSpPr>
          <p:cNvPr id="67" name="Shape 35"/>
          <p:cNvSpPr/>
          <p:nvPr/>
        </p:nvSpPr>
        <p:spPr>
          <a:xfrm>
            <a:off x="9239202" y="2038531"/>
            <a:ext cx="527047" cy="184126"/>
          </a:xfrm>
          <a:prstGeom prst="rect">
            <a:avLst/>
          </a:prstGeom>
          <a:solidFill>
            <a:srgbClr val="F5F4F4">
              <a:alpha val="100000"/>
            </a:srgbClr>
          </a:solidFill>
          <a:ln/>
        </p:spPr>
        <p:txBody>
          <a:bodyPr lIns="36000" rIns="36000"/>
          <a:lstStyle/>
          <a:p>
            <a:r>
              <a:rPr lang="ru-RU" sz="700" dirty="0"/>
              <a:t>Десктопы</a:t>
            </a:r>
          </a:p>
        </p:txBody>
      </p:sp>
      <p:sp>
        <p:nvSpPr>
          <p:cNvPr id="69" name="Shape 37"/>
          <p:cNvSpPr/>
          <p:nvPr/>
        </p:nvSpPr>
        <p:spPr>
          <a:xfrm>
            <a:off x="9239202" y="2260752"/>
            <a:ext cx="679447" cy="184126"/>
          </a:xfrm>
          <a:prstGeom prst="rect">
            <a:avLst/>
          </a:prstGeom>
          <a:solidFill>
            <a:srgbClr val="F5F4F4">
              <a:alpha val="100000"/>
            </a:srgbClr>
          </a:solidFill>
          <a:ln/>
        </p:spPr>
        <p:txBody>
          <a:bodyPr lIns="36000" rIns="36000"/>
          <a:lstStyle/>
          <a:p>
            <a:r>
              <a:rPr lang="ru-RU" sz="700" dirty="0"/>
              <a:t>Инфо-панели</a:t>
            </a:r>
          </a:p>
        </p:txBody>
      </p:sp>
      <p:sp>
        <p:nvSpPr>
          <p:cNvPr id="71" name="Shape 39"/>
          <p:cNvSpPr/>
          <p:nvPr/>
        </p:nvSpPr>
        <p:spPr>
          <a:xfrm>
            <a:off x="10642545" y="5028992"/>
            <a:ext cx="723896" cy="628568"/>
          </a:xfrm>
          <a:prstGeom prst="rect">
            <a:avLst/>
          </a:prstGeom>
          <a:noFill/>
          <a:ln/>
        </p:spPr>
      </p:sp>
      <p:sp>
        <p:nvSpPr>
          <p:cNvPr id="72" name="Shape 40"/>
          <p:cNvSpPr/>
          <p:nvPr/>
        </p:nvSpPr>
        <p:spPr>
          <a:xfrm>
            <a:off x="10642545" y="5028992"/>
            <a:ext cx="361948" cy="184126"/>
          </a:xfrm>
          <a:prstGeom prst="rect">
            <a:avLst/>
          </a:prstGeom>
          <a:solidFill>
            <a:srgbClr val="F5F4F4">
              <a:alpha val="100000"/>
            </a:srgbClr>
          </a:solidFill>
          <a:ln/>
        </p:spPr>
        <p:txBody>
          <a:bodyPr lIns="36000" rIns="36000"/>
          <a:lstStyle/>
          <a:p>
            <a:r>
              <a:rPr lang="ru-RU" sz="700"/>
              <a:t>Почта</a:t>
            </a:r>
            <a:endParaRPr lang="ru-RU" sz="700" dirty="0"/>
          </a:p>
        </p:txBody>
      </p:sp>
      <p:sp>
        <p:nvSpPr>
          <p:cNvPr id="74" name="Shape 42"/>
          <p:cNvSpPr/>
          <p:nvPr/>
        </p:nvSpPr>
        <p:spPr>
          <a:xfrm>
            <a:off x="10642545" y="5251213"/>
            <a:ext cx="723896" cy="184126"/>
          </a:xfrm>
          <a:prstGeom prst="rect">
            <a:avLst/>
          </a:prstGeom>
          <a:solidFill>
            <a:srgbClr val="F5F4F4">
              <a:alpha val="100000"/>
            </a:srgbClr>
          </a:solidFill>
          <a:ln/>
        </p:spPr>
        <p:txBody>
          <a:bodyPr lIns="36000" rIns="36000"/>
          <a:lstStyle/>
          <a:p>
            <a:r>
              <a:rPr lang="ru-RU" sz="700"/>
              <a:t>Мессанджеры</a:t>
            </a:r>
            <a:endParaRPr lang="ru-RU" sz="700" dirty="0"/>
          </a:p>
        </p:txBody>
      </p:sp>
      <p:sp>
        <p:nvSpPr>
          <p:cNvPr id="76" name="Shape 44"/>
          <p:cNvSpPr/>
          <p:nvPr/>
        </p:nvSpPr>
        <p:spPr>
          <a:xfrm>
            <a:off x="10642545" y="5473434"/>
            <a:ext cx="304798" cy="184126"/>
          </a:xfrm>
          <a:prstGeom prst="rect">
            <a:avLst/>
          </a:prstGeom>
          <a:solidFill>
            <a:srgbClr val="F5F4F4">
              <a:alpha val="100000"/>
            </a:srgbClr>
          </a:solidFill>
          <a:ln/>
        </p:spPr>
        <p:txBody>
          <a:bodyPr lIns="36000" rIns="36000"/>
          <a:lstStyle/>
          <a:p>
            <a:r>
              <a:rPr lang="en-US" sz="700" dirty="0">
                <a:ea typeface="Stapel" pitchFamily="34" charset="-122"/>
                <a:cs typeface="Stapel" pitchFamily="34" charset="-120"/>
              </a:rPr>
              <a:t>SMS</a:t>
            </a:r>
            <a:endParaRPr lang="ru-RU" sz="800" dirty="0"/>
          </a:p>
        </p:txBody>
      </p:sp>
      <p:sp>
        <p:nvSpPr>
          <p:cNvPr id="78" name="Shape 46"/>
          <p:cNvSpPr/>
          <p:nvPr/>
        </p:nvSpPr>
        <p:spPr>
          <a:xfrm>
            <a:off x="9239202" y="2984558"/>
            <a:ext cx="2133589" cy="1073010"/>
          </a:xfrm>
          <a:prstGeom prst="rect">
            <a:avLst/>
          </a:prstGeom>
          <a:noFill/>
          <a:ln/>
        </p:spPr>
      </p:sp>
      <p:sp>
        <p:nvSpPr>
          <p:cNvPr id="79" name="Shape 47"/>
          <p:cNvSpPr/>
          <p:nvPr/>
        </p:nvSpPr>
        <p:spPr>
          <a:xfrm>
            <a:off x="9239202" y="2984558"/>
            <a:ext cx="1695441" cy="184126"/>
          </a:xfrm>
          <a:prstGeom prst="rect">
            <a:avLst/>
          </a:prstGeom>
          <a:solidFill>
            <a:srgbClr val="F5F4F4">
              <a:alpha val="100000"/>
            </a:srgbClr>
          </a:solidFill>
          <a:ln/>
        </p:spPr>
        <p:txBody>
          <a:bodyPr lIns="36000" rIns="36000"/>
          <a:lstStyle/>
          <a:p>
            <a:r>
              <a:rPr lang="ru-RU" sz="700"/>
              <a:t>Оптические в различных диапазонах</a:t>
            </a:r>
            <a:endParaRPr lang="ru-RU" sz="700" dirty="0"/>
          </a:p>
        </p:txBody>
      </p:sp>
      <p:sp>
        <p:nvSpPr>
          <p:cNvPr id="81" name="Shape 49"/>
          <p:cNvSpPr/>
          <p:nvPr/>
        </p:nvSpPr>
        <p:spPr>
          <a:xfrm>
            <a:off x="9239202" y="3206779"/>
            <a:ext cx="368298" cy="184126"/>
          </a:xfrm>
          <a:prstGeom prst="rect">
            <a:avLst/>
          </a:prstGeom>
          <a:solidFill>
            <a:srgbClr val="F5F4F4">
              <a:alpha val="100000"/>
            </a:srgbClr>
          </a:solidFill>
          <a:ln/>
        </p:spPr>
        <p:txBody>
          <a:bodyPr lIns="36000" rIns="36000"/>
          <a:lstStyle/>
          <a:p>
            <a:r>
              <a:rPr lang="ru-RU" sz="700"/>
              <a:t>Аудио</a:t>
            </a:r>
            <a:endParaRPr lang="ru-RU" sz="700" dirty="0"/>
          </a:p>
        </p:txBody>
      </p:sp>
      <p:sp>
        <p:nvSpPr>
          <p:cNvPr id="83" name="Shape 51"/>
          <p:cNvSpPr/>
          <p:nvPr/>
        </p:nvSpPr>
        <p:spPr>
          <a:xfrm>
            <a:off x="9239202" y="3429000"/>
            <a:ext cx="1149344" cy="184126"/>
          </a:xfrm>
          <a:prstGeom prst="rect">
            <a:avLst/>
          </a:prstGeom>
          <a:solidFill>
            <a:srgbClr val="F5F4F4">
              <a:alpha val="100000"/>
            </a:srgbClr>
          </a:solidFill>
          <a:ln/>
        </p:spPr>
        <p:txBody>
          <a:bodyPr lIns="36000" rIns="36000"/>
          <a:lstStyle/>
          <a:p>
            <a:r>
              <a:rPr lang="ru-RU" sz="700"/>
              <a:t>Датчики внешней среды</a:t>
            </a:r>
            <a:endParaRPr lang="ru-RU" sz="700" dirty="0"/>
          </a:p>
        </p:txBody>
      </p:sp>
      <p:sp>
        <p:nvSpPr>
          <p:cNvPr id="85" name="Shape 53"/>
          <p:cNvSpPr/>
          <p:nvPr/>
        </p:nvSpPr>
        <p:spPr>
          <a:xfrm>
            <a:off x="9239202" y="3651221"/>
            <a:ext cx="1695441" cy="184126"/>
          </a:xfrm>
          <a:prstGeom prst="rect">
            <a:avLst/>
          </a:prstGeom>
          <a:solidFill>
            <a:srgbClr val="F5F4F4">
              <a:alpha val="100000"/>
            </a:srgbClr>
          </a:solidFill>
          <a:ln/>
        </p:spPr>
        <p:txBody>
          <a:bodyPr lIns="36000" rIns="36000"/>
          <a:lstStyle/>
          <a:p>
            <a:r>
              <a:rPr lang="ru-RU" sz="700"/>
              <a:t>Датчики на производственной линии</a:t>
            </a:r>
            <a:endParaRPr lang="ru-RU" sz="700" dirty="0"/>
          </a:p>
        </p:txBody>
      </p:sp>
      <p:sp>
        <p:nvSpPr>
          <p:cNvPr id="87" name="Shape 55"/>
          <p:cNvSpPr/>
          <p:nvPr/>
        </p:nvSpPr>
        <p:spPr>
          <a:xfrm>
            <a:off x="9239202" y="3873442"/>
            <a:ext cx="2133589" cy="184126"/>
          </a:xfrm>
          <a:prstGeom prst="rect">
            <a:avLst/>
          </a:prstGeom>
          <a:solidFill>
            <a:srgbClr val="F5F4F4">
              <a:alpha val="100000"/>
            </a:srgbClr>
          </a:solidFill>
          <a:ln/>
        </p:spPr>
        <p:txBody>
          <a:bodyPr lIns="36000" rIns="36000"/>
          <a:lstStyle/>
          <a:p>
            <a:r>
              <a:rPr lang="ru-RU" sz="700"/>
              <a:t>Специализированные измерительные приборы</a:t>
            </a:r>
            <a:endParaRPr lang="ru-RU" sz="700" dirty="0"/>
          </a:p>
        </p:txBody>
      </p:sp>
      <p:sp>
        <p:nvSpPr>
          <p:cNvPr id="89" name="Shape 57"/>
          <p:cNvSpPr/>
          <p:nvPr/>
        </p:nvSpPr>
        <p:spPr>
          <a:xfrm>
            <a:off x="1993890" y="3200430"/>
            <a:ext cx="1473192" cy="653965"/>
          </a:xfrm>
          <a:prstGeom prst="rect">
            <a:avLst/>
          </a:prstGeom>
          <a:noFill/>
          <a:ln/>
        </p:spPr>
      </p:sp>
      <p:sp>
        <p:nvSpPr>
          <p:cNvPr id="90" name="Shape 58"/>
          <p:cNvSpPr/>
          <p:nvPr/>
        </p:nvSpPr>
        <p:spPr>
          <a:xfrm>
            <a:off x="2012939" y="3200430"/>
            <a:ext cx="1454143" cy="184126"/>
          </a:xfrm>
          <a:prstGeom prst="rect">
            <a:avLst/>
          </a:prstGeom>
          <a:solidFill>
            <a:srgbClr val="F5F4F4">
              <a:alpha val="100000"/>
            </a:srgbClr>
          </a:solidFill>
          <a:ln/>
        </p:spPr>
        <p:txBody>
          <a:bodyPr lIns="36000" rIns="36000"/>
          <a:lstStyle/>
          <a:p>
            <a:r>
              <a:rPr lang="ru-RU" sz="700"/>
              <a:t>Пользовательские интерфейсы</a:t>
            </a:r>
            <a:endParaRPr lang="ru-RU" sz="700" dirty="0"/>
          </a:p>
        </p:txBody>
      </p:sp>
      <p:sp>
        <p:nvSpPr>
          <p:cNvPr id="92" name="Shape 60"/>
          <p:cNvSpPr/>
          <p:nvPr/>
        </p:nvSpPr>
        <p:spPr>
          <a:xfrm>
            <a:off x="2089139" y="3435349"/>
            <a:ext cx="1377943" cy="184126"/>
          </a:xfrm>
          <a:prstGeom prst="rect">
            <a:avLst/>
          </a:prstGeom>
          <a:solidFill>
            <a:srgbClr val="F5F4F4">
              <a:alpha val="100000"/>
            </a:srgbClr>
          </a:solidFill>
          <a:ln/>
        </p:spPr>
        <p:txBody>
          <a:bodyPr lIns="36000" rIns="36000"/>
          <a:lstStyle/>
          <a:p>
            <a:r>
              <a:rPr lang="ru-RU" sz="700" dirty="0"/>
              <a:t>Интерфейсы администратора</a:t>
            </a:r>
          </a:p>
        </p:txBody>
      </p:sp>
      <p:sp>
        <p:nvSpPr>
          <p:cNvPr id="94" name="Shape 62"/>
          <p:cNvSpPr/>
          <p:nvPr/>
        </p:nvSpPr>
        <p:spPr>
          <a:xfrm>
            <a:off x="1993890" y="3670269"/>
            <a:ext cx="1473192" cy="184126"/>
          </a:xfrm>
          <a:prstGeom prst="rect">
            <a:avLst/>
          </a:prstGeom>
          <a:solidFill>
            <a:srgbClr val="F5F4F4">
              <a:alpha val="100000"/>
            </a:srgbClr>
          </a:solidFill>
          <a:ln/>
        </p:spPr>
        <p:txBody>
          <a:bodyPr lIns="36000" rIns="36000"/>
          <a:lstStyle/>
          <a:p>
            <a:r>
              <a:rPr lang="ru-RU" sz="700"/>
              <a:t>Программные интерфейсы (</a:t>
            </a:r>
            <a:r>
              <a:rPr lang="en-US" sz="700"/>
              <a:t>API)</a:t>
            </a:r>
            <a:endParaRPr lang="en-US" sz="700" dirty="0"/>
          </a:p>
        </p:txBody>
      </p:sp>
      <p:sp>
        <p:nvSpPr>
          <p:cNvPr id="96" name="Shape 64"/>
          <p:cNvSpPr/>
          <p:nvPr/>
        </p:nvSpPr>
        <p:spPr>
          <a:xfrm>
            <a:off x="2197088" y="4590899"/>
            <a:ext cx="1269994" cy="609521"/>
          </a:xfrm>
          <a:prstGeom prst="rect">
            <a:avLst/>
          </a:prstGeom>
          <a:noFill/>
          <a:ln/>
        </p:spPr>
      </p:sp>
      <p:sp>
        <p:nvSpPr>
          <p:cNvPr id="97" name="Shape 65"/>
          <p:cNvSpPr/>
          <p:nvPr/>
        </p:nvSpPr>
        <p:spPr>
          <a:xfrm>
            <a:off x="2197088" y="4590899"/>
            <a:ext cx="1269994" cy="279364"/>
          </a:xfrm>
          <a:prstGeom prst="rect">
            <a:avLst/>
          </a:prstGeom>
          <a:solidFill>
            <a:srgbClr val="F5F4F4">
              <a:alpha val="100000"/>
            </a:srgbClr>
          </a:solidFill>
          <a:ln/>
        </p:spPr>
        <p:txBody>
          <a:bodyPr lIns="36000" rIns="36000"/>
          <a:lstStyle/>
          <a:p>
            <a:r>
              <a:rPr lang="ru-RU" sz="700"/>
              <a:t>Связь с информационными</a:t>
            </a:r>
          </a:p>
          <a:p>
            <a:r>
              <a:rPr lang="ru-RU" sz="700"/>
              <a:t>системами заказчика</a:t>
            </a:r>
            <a:endParaRPr lang="ru-RU" sz="700" dirty="0"/>
          </a:p>
        </p:txBody>
      </p:sp>
      <p:sp>
        <p:nvSpPr>
          <p:cNvPr id="99" name="Shape 67"/>
          <p:cNvSpPr/>
          <p:nvPr/>
        </p:nvSpPr>
        <p:spPr>
          <a:xfrm>
            <a:off x="2197088" y="4921056"/>
            <a:ext cx="1269994" cy="279364"/>
          </a:xfrm>
          <a:prstGeom prst="rect">
            <a:avLst/>
          </a:prstGeom>
          <a:solidFill>
            <a:srgbClr val="F5F4F4">
              <a:alpha val="100000"/>
            </a:srgbClr>
          </a:solidFill>
          <a:ln/>
        </p:spPr>
        <p:txBody>
          <a:bodyPr lIns="36000" rIns="36000"/>
          <a:lstStyle/>
          <a:p>
            <a:r>
              <a:rPr lang="ru-RU" sz="700"/>
              <a:t>Связь с промышленными контроллерами</a:t>
            </a:r>
            <a:endParaRPr lang="ru-RU" sz="700" dirty="0"/>
          </a:p>
        </p:txBody>
      </p:sp>
      <p:sp>
        <p:nvSpPr>
          <p:cNvPr id="101" name="Shape 69"/>
          <p:cNvSpPr/>
          <p:nvPr/>
        </p:nvSpPr>
        <p:spPr>
          <a:xfrm>
            <a:off x="5295873" y="3143287"/>
            <a:ext cx="1650992" cy="761901"/>
          </a:xfrm>
          <a:prstGeom prst="rect">
            <a:avLst/>
          </a:prstGeom>
          <a:solidFill>
            <a:srgbClr val="FFDBDA"/>
          </a:solidFill>
          <a:ln/>
        </p:spPr>
        <p:txBody>
          <a:bodyPr anchor="ctr"/>
          <a:lstStyle/>
          <a:p>
            <a:pPr algn="ctr">
              <a:lnSpc>
                <a:spcPts val="1100"/>
              </a:lnSpc>
            </a:pPr>
            <a:r>
              <a:rPr lang="ru-RU" sz="1200" dirty="0">
                <a:latin typeface="Stapel" panose="020B0504020202020204" pitchFamily="34" charset="77"/>
                <a:ea typeface="Stapel" pitchFamily="34" charset="-122"/>
                <a:cs typeface="Stapel" pitchFamily="34" charset="-120"/>
              </a:rPr>
              <a:t>Система</a:t>
            </a:r>
            <a:r>
              <a:rPr lang="en-US" sz="1200" dirty="0">
                <a:latin typeface="Stapel" panose="020B0504020202020204" pitchFamily="34" charset="77"/>
                <a:ea typeface="Stapel" pitchFamily="34" charset="-122"/>
                <a:cs typeface="Stapel" pitchFamily="34" charset="-120"/>
              </a:rPr>
              <a:t> </a:t>
            </a:r>
            <a:endParaRPr lang="ru-RU" sz="1200" dirty="0">
              <a:latin typeface="Stapel" panose="020B0504020202020204" pitchFamily="34" charset="77"/>
              <a:ea typeface="Stapel" pitchFamily="34" charset="-122"/>
              <a:cs typeface="Stapel" pitchFamily="34" charset="-120"/>
            </a:endParaRPr>
          </a:p>
          <a:p>
            <a:pPr algn="ctr">
              <a:lnSpc>
                <a:spcPts val="1100"/>
              </a:lnSpc>
            </a:pPr>
            <a:r>
              <a:rPr lang="ru-RU" sz="1200" dirty="0">
                <a:latin typeface="Stapel" panose="020B0504020202020204" pitchFamily="34" charset="77"/>
                <a:ea typeface="Stapel" pitchFamily="34" charset="-122"/>
                <a:cs typeface="Stapel" pitchFamily="34" charset="-120"/>
              </a:rPr>
              <a:t>объективного</a:t>
            </a:r>
            <a:endParaRPr lang="en-US" sz="1200" dirty="0">
              <a:latin typeface="Stapel" panose="020B0504020202020204" pitchFamily="34" charset="77"/>
            </a:endParaRPr>
          </a:p>
          <a:p>
            <a:pPr algn="ctr">
              <a:lnSpc>
                <a:spcPts val="1100"/>
              </a:lnSpc>
            </a:pPr>
            <a:r>
              <a:rPr lang="ru-RU" sz="1200" dirty="0">
                <a:latin typeface="Stapel" panose="020B0504020202020204" pitchFamily="34" charset="77"/>
                <a:ea typeface="Stapel" pitchFamily="34" charset="-122"/>
                <a:cs typeface="Stapel" pitchFamily="34" charset="-120"/>
              </a:rPr>
              <a:t>контроля</a:t>
            </a:r>
            <a:endParaRPr lang="en-US" sz="1200" dirty="0">
              <a:latin typeface="Stapel" panose="020B0504020202020204" pitchFamily="34" charset="77"/>
            </a:endParaRPr>
          </a:p>
        </p:txBody>
      </p:sp>
      <p:sp>
        <p:nvSpPr>
          <p:cNvPr id="104" name="Shape 71"/>
          <p:cNvSpPr/>
          <p:nvPr/>
        </p:nvSpPr>
        <p:spPr>
          <a:xfrm>
            <a:off x="9239202" y="4584550"/>
            <a:ext cx="1238244" cy="850789"/>
          </a:xfrm>
          <a:prstGeom prst="rect">
            <a:avLst/>
          </a:prstGeom>
          <a:noFill/>
          <a:ln/>
        </p:spPr>
      </p:sp>
      <p:sp>
        <p:nvSpPr>
          <p:cNvPr id="105" name="Shape 72"/>
          <p:cNvSpPr/>
          <p:nvPr/>
        </p:nvSpPr>
        <p:spPr>
          <a:xfrm>
            <a:off x="9239202" y="4584550"/>
            <a:ext cx="520697" cy="184126"/>
          </a:xfrm>
          <a:prstGeom prst="rect">
            <a:avLst/>
          </a:prstGeom>
          <a:solidFill>
            <a:srgbClr val="F5F4F4">
              <a:alpha val="100000"/>
            </a:srgbClr>
          </a:solidFill>
          <a:ln/>
        </p:spPr>
        <p:txBody>
          <a:bodyPr lIns="36000" rIns="36000"/>
          <a:lstStyle/>
          <a:p>
            <a:r>
              <a:rPr lang="ru-RU" sz="700"/>
              <a:t>Цветовые</a:t>
            </a:r>
            <a:endParaRPr lang="ru-RU" sz="700" dirty="0"/>
          </a:p>
        </p:txBody>
      </p:sp>
      <p:sp>
        <p:nvSpPr>
          <p:cNvPr id="107" name="Shape 74"/>
          <p:cNvSpPr/>
          <p:nvPr/>
        </p:nvSpPr>
        <p:spPr>
          <a:xfrm>
            <a:off x="9239202" y="4806771"/>
            <a:ext cx="520697" cy="184126"/>
          </a:xfrm>
          <a:prstGeom prst="rect">
            <a:avLst/>
          </a:prstGeom>
          <a:solidFill>
            <a:srgbClr val="F5F4F4">
              <a:alpha val="100000"/>
            </a:srgbClr>
          </a:solidFill>
          <a:ln/>
        </p:spPr>
        <p:txBody>
          <a:bodyPr lIns="36000" rIns="36000"/>
          <a:lstStyle/>
          <a:p>
            <a:r>
              <a:rPr lang="ru-RU" sz="700"/>
              <a:t>Звуковые</a:t>
            </a:r>
            <a:endParaRPr lang="ru-RU" sz="700" dirty="0"/>
          </a:p>
        </p:txBody>
      </p:sp>
      <p:sp>
        <p:nvSpPr>
          <p:cNvPr id="109" name="Shape 76"/>
          <p:cNvSpPr/>
          <p:nvPr/>
        </p:nvSpPr>
        <p:spPr>
          <a:xfrm>
            <a:off x="9239203" y="5028992"/>
            <a:ext cx="901695" cy="184126"/>
          </a:xfrm>
          <a:prstGeom prst="rect">
            <a:avLst/>
          </a:prstGeom>
          <a:solidFill>
            <a:srgbClr val="F5F4F4">
              <a:alpha val="100000"/>
            </a:srgbClr>
          </a:solidFill>
          <a:ln/>
        </p:spPr>
        <p:txBody>
          <a:bodyPr lIns="36000" rIns="36000"/>
          <a:lstStyle/>
          <a:p>
            <a:r>
              <a:rPr lang="ru-RU" sz="700"/>
              <a:t>Комбинированные</a:t>
            </a:r>
            <a:endParaRPr lang="ru-RU" sz="700" dirty="0"/>
          </a:p>
        </p:txBody>
      </p:sp>
      <p:sp>
        <p:nvSpPr>
          <p:cNvPr id="111" name="Shape 78"/>
          <p:cNvSpPr/>
          <p:nvPr/>
        </p:nvSpPr>
        <p:spPr>
          <a:xfrm>
            <a:off x="9239202" y="5251213"/>
            <a:ext cx="1238244" cy="184126"/>
          </a:xfrm>
          <a:prstGeom prst="rect">
            <a:avLst/>
          </a:prstGeom>
          <a:solidFill>
            <a:srgbClr val="F5F4F4">
              <a:alpha val="100000"/>
            </a:srgbClr>
          </a:solidFill>
          <a:ln/>
        </p:spPr>
        <p:txBody>
          <a:bodyPr lIns="36000" rIns="36000"/>
          <a:lstStyle/>
          <a:p>
            <a:r>
              <a:rPr lang="ru-RU" sz="700" dirty="0"/>
              <a:t>Электронные оповещения</a:t>
            </a:r>
          </a:p>
        </p:txBody>
      </p:sp>
      <p:sp>
        <p:nvSpPr>
          <p:cNvPr id="116" name="Номер слайда 6">
            <a:extLst>
              <a:ext uri="{FF2B5EF4-FFF2-40B4-BE49-F238E27FC236}">
                <a16:creationId xmlns:a16="http://schemas.microsoft.com/office/drawing/2014/main" id="{6F05ED90-D4F7-35C0-73EB-DA8F628FFAE0}"/>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63</a:t>
            </a:fld>
            <a:endParaRPr lang="ru-RU" dirty="0"/>
          </a:p>
        </p:txBody>
      </p:sp>
      <p:cxnSp>
        <p:nvCxnSpPr>
          <p:cNvPr id="115" name="Прямая соединительная линия 114">
            <a:extLst>
              <a:ext uri="{FF2B5EF4-FFF2-40B4-BE49-F238E27FC236}">
                <a16:creationId xmlns:a16="http://schemas.microsoft.com/office/drawing/2014/main" id="{4827EFAE-BA50-1C3C-BC2F-DBD607AE932A}"/>
              </a:ext>
            </a:extLst>
          </p:cNvPr>
          <p:cNvCxnSpPr>
            <a:cxnSpLocks/>
          </p:cNvCxnSpPr>
          <p:nvPr/>
        </p:nvCxnSpPr>
        <p:spPr>
          <a:xfrm flipV="1">
            <a:off x="9759899" y="4665599"/>
            <a:ext cx="2057389" cy="3175"/>
          </a:xfrm>
          <a:prstGeom prst="line">
            <a:avLst/>
          </a:prstGeom>
          <a:ln w="12700">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118" name="Прямая соединительная линия 117">
            <a:extLst>
              <a:ext uri="{FF2B5EF4-FFF2-40B4-BE49-F238E27FC236}">
                <a16:creationId xmlns:a16="http://schemas.microsoft.com/office/drawing/2014/main" id="{1A7913C2-F08B-3C2E-9A3E-A5D04FB69C15}"/>
              </a:ext>
            </a:extLst>
          </p:cNvPr>
          <p:cNvCxnSpPr>
            <a:cxnSpLocks/>
          </p:cNvCxnSpPr>
          <p:nvPr/>
        </p:nvCxnSpPr>
        <p:spPr>
          <a:xfrm>
            <a:off x="10934643" y="3074471"/>
            <a:ext cx="882645" cy="0"/>
          </a:xfrm>
          <a:prstGeom prst="line">
            <a:avLst/>
          </a:prstGeom>
          <a:ln w="12700">
            <a:solidFill>
              <a:schemeClr val="accent1"/>
            </a:solidFill>
            <a:prstDash val="sysDash"/>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122" name="Прямая соединительная линия 121">
            <a:extLst>
              <a:ext uri="{FF2B5EF4-FFF2-40B4-BE49-F238E27FC236}">
                <a16:creationId xmlns:a16="http://schemas.microsoft.com/office/drawing/2014/main" id="{031575F7-431B-AC6A-8985-0A826F48500C}"/>
              </a:ext>
            </a:extLst>
          </p:cNvPr>
          <p:cNvCxnSpPr/>
          <p:nvPr/>
        </p:nvCxnSpPr>
        <p:spPr>
          <a:xfrm flipV="1">
            <a:off x="11817288" y="3074471"/>
            <a:ext cx="0" cy="1598967"/>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3" name="Заголовок 2">
            <a:extLst>
              <a:ext uri="{FF2B5EF4-FFF2-40B4-BE49-F238E27FC236}">
                <a16:creationId xmlns:a16="http://schemas.microsoft.com/office/drawing/2014/main" id="{F0ABDF78-8A7D-4E12-FE4E-42302F770804}"/>
              </a:ext>
            </a:extLst>
          </p:cNvPr>
          <p:cNvSpPr>
            <a:spLocks noGrp="1"/>
          </p:cNvSpPr>
          <p:nvPr>
            <p:ph type="title"/>
          </p:nvPr>
        </p:nvSpPr>
        <p:spPr/>
        <p:txBody>
          <a:bodyPr/>
          <a:lstStyle/>
          <a:p>
            <a:r>
              <a:rPr lang="ru-RU" dirty="0"/>
              <a:t>Схема</a:t>
            </a:r>
          </a:p>
        </p:txBody>
      </p:sp>
    </p:spTree>
    <p:extLst>
      <p:ext uri="{BB962C8B-B14F-4D97-AF65-F5344CB8AC3E}">
        <p14:creationId xmlns:p14="http://schemas.microsoft.com/office/powerpoint/2010/main" val="22344896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4BB40A52-94FD-29DA-8C65-134CA347FD10}"/>
              </a:ext>
            </a:extLst>
          </p:cNvPr>
          <p:cNvSpPr>
            <a:spLocks noGrp="1"/>
          </p:cNvSpPr>
          <p:nvPr>
            <p:ph type="body" sz="quarter" idx="62"/>
          </p:nvPr>
        </p:nvSpPr>
        <p:spPr/>
        <p:txBody>
          <a:bodyPr/>
          <a:lstStyle/>
          <a:p>
            <a:r>
              <a:rPr lang="ru-RU" dirty="0"/>
              <a:t>ХХХ</a:t>
            </a:r>
          </a:p>
        </p:txBody>
      </p:sp>
      <p:sp>
        <p:nvSpPr>
          <p:cNvPr id="3" name="Текст 2">
            <a:extLst>
              <a:ext uri="{FF2B5EF4-FFF2-40B4-BE49-F238E27FC236}">
                <a16:creationId xmlns:a16="http://schemas.microsoft.com/office/drawing/2014/main" id="{751A5462-04E2-8710-75E4-F37D84244463}"/>
              </a:ext>
            </a:extLst>
          </p:cNvPr>
          <p:cNvSpPr>
            <a:spLocks noGrp="1"/>
          </p:cNvSpPr>
          <p:nvPr>
            <p:ph type="body" sz="quarter" idx="63"/>
          </p:nvPr>
        </p:nvSpPr>
        <p:spPr/>
        <p:txBody>
          <a:bodyPr/>
          <a:lstStyle/>
          <a:p>
            <a:r>
              <a:rPr lang="ru-RU" dirty="0"/>
              <a:t>ХХХ</a:t>
            </a:r>
          </a:p>
        </p:txBody>
      </p:sp>
      <p:sp>
        <p:nvSpPr>
          <p:cNvPr id="4" name="Текст 3">
            <a:extLst>
              <a:ext uri="{FF2B5EF4-FFF2-40B4-BE49-F238E27FC236}">
                <a16:creationId xmlns:a16="http://schemas.microsoft.com/office/drawing/2014/main" id="{B8191EB9-729E-359A-BF1E-7BCA1E041F3B}"/>
              </a:ext>
            </a:extLst>
          </p:cNvPr>
          <p:cNvSpPr>
            <a:spLocks noGrp="1"/>
          </p:cNvSpPr>
          <p:nvPr>
            <p:ph type="body" sz="quarter" idx="69"/>
          </p:nvPr>
        </p:nvSpPr>
        <p:spPr/>
        <p:txBody>
          <a:bodyPr/>
          <a:lstStyle/>
          <a:p>
            <a:r>
              <a:rPr lang="ru-RU" dirty="0"/>
              <a:t>Здесь должен быть ваш текст</a:t>
            </a:r>
            <a:br>
              <a:rPr lang="ru-RU" dirty="0"/>
            </a:br>
            <a:r>
              <a:rPr lang="ru-RU" dirty="0"/>
              <a:t>в одну или две строки</a:t>
            </a:r>
          </a:p>
        </p:txBody>
      </p:sp>
      <p:sp>
        <p:nvSpPr>
          <p:cNvPr id="5" name="Номер слайда 4">
            <a:extLst>
              <a:ext uri="{FF2B5EF4-FFF2-40B4-BE49-F238E27FC236}">
                <a16:creationId xmlns:a16="http://schemas.microsoft.com/office/drawing/2014/main" id="{3BE537FC-F146-2CBF-6CE1-EF2AE1341D24}"/>
              </a:ext>
            </a:extLst>
          </p:cNvPr>
          <p:cNvSpPr>
            <a:spLocks noGrp="1"/>
          </p:cNvSpPr>
          <p:nvPr>
            <p:ph type="sldNum" sz="quarter" idx="4"/>
          </p:nvPr>
        </p:nvSpPr>
        <p:spPr/>
        <p:txBody>
          <a:bodyPr/>
          <a:lstStyle/>
          <a:p>
            <a:fld id="{13FB4C0F-BB20-4298-B11D-AEB97E17A107}" type="slidenum">
              <a:rPr lang="ru-RU" smtClean="0"/>
              <a:pPr/>
              <a:t>64</a:t>
            </a:fld>
            <a:endParaRPr lang="ru-RU" dirty="0"/>
          </a:p>
        </p:txBody>
      </p:sp>
      <p:sp>
        <p:nvSpPr>
          <p:cNvPr id="7" name="Текст 6">
            <a:extLst>
              <a:ext uri="{FF2B5EF4-FFF2-40B4-BE49-F238E27FC236}">
                <a16:creationId xmlns:a16="http://schemas.microsoft.com/office/drawing/2014/main" id="{60A046E7-E970-0B8A-BEF6-F6917A2A93A5}"/>
              </a:ext>
            </a:extLst>
          </p:cNvPr>
          <p:cNvSpPr>
            <a:spLocks noGrp="1"/>
          </p:cNvSpPr>
          <p:nvPr>
            <p:ph type="body" sz="quarter" idx="32"/>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endParaRPr lang="ru-RU" dirty="0"/>
          </a:p>
        </p:txBody>
      </p:sp>
      <p:sp>
        <p:nvSpPr>
          <p:cNvPr id="8" name="Текст 7">
            <a:extLst>
              <a:ext uri="{FF2B5EF4-FFF2-40B4-BE49-F238E27FC236}">
                <a16:creationId xmlns:a16="http://schemas.microsoft.com/office/drawing/2014/main" id="{5DB99F21-4457-DD6E-360D-9589B8FD2B1E}"/>
              </a:ext>
            </a:extLst>
          </p:cNvPr>
          <p:cNvSpPr>
            <a:spLocks noGrp="1"/>
          </p:cNvSpPr>
          <p:nvPr>
            <p:ph type="body" sz="quarter" idx="70"/>
          </p:nvPr>
        </p:nvSpPr>
        <p:spPr/>
        <p:txBody>
          <a:bodyPr/>
          <a:lstStyle/>
          <a:p>
            <a:r>
              <a:rPr lang="en-US" dirty="0">
                <a:solidFill>
                  <a:srgbClr val="000000"/>
                </a:solidFill>
              </a:rPr>
              <a:t>Lorem ipsum dolor sit </a:t>
            </a:r>
            <a:r>
              <a:rPr lang="en-US" dirty="0" err="1">
                <a:solidFill>
                  <a:srgbClr val="000000"/>
                </a:solidFill>
              </a:rPr>
              <a:t>amet</a:t>
            </a:r>
            <a:r>
              <a:rPr lang="en-US" dirty="0">
                <a:solidFill>
                  <a:srgbClr val="000000"/>
                </a:solidFill>
              </a:rPr>
              <a:t>, </a:t>
            </a:r>
            <a:r>
              <a:rPr lang="en-US" dirty="0" err="1">
                <a:solidFill>
                  <a:srgbClr val="000000"/>
                </a:solidFill>
              </a:rPr>
              <a:t>consectetur</a:t>
            </a:r>
            <a:r>
              <a:rPr lang="en-US" dirty="0">
                <a:solidFill>
                  <a:srgbClr val="000000"/>
                </a:solidFill>
              </a:rPr>
              <a:t> </a:t>
            </a:r>
            <a:r>
              <a:rPr lang="en-US" dirty="0" err="1">
                <a:solidFill>
                  <a:srgbClr val="000000"/>
                </a:solidFill>
              </a:rPr>
              <a:t>adipiscing</a:t>
            </a:r>
            <a:r>
              <a:rPr lang="en-US" dirty="0">
                <a:solidFill>
                  <a:srgbClr val="000000"/>
                </a:solidFill>
              </a:rPr>
              <a:t> </a:t>
            </a:r>
            <a:r>
              <a:rPr lang="en-US" dirty="0" err="1">
                <a:solidFill>
                  <a:srgbClr val="000000"/>
                </a:solidFill>
              </a:rPr>
              <a:t>elit</a:t>
            </a:r>
            <a:r>
              <a:rPr lang="en-US" dirty="0">
                <a:solidFill>
                  <a:srgbClr val="000000"/>
                </a:solidFill>
              </a:rPr>
              <a:t>. Nulla a ante magna. </a:t>
            </a:r>
            <a:br>
              <a:rPr lang="en-US" dirty="0"/>
            </a:b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Nulla a ante magna. Nunc </a:t>
            </a:r>
            <a:r>
              <a:rPr lang="en-US" dirty="0" err="1"/>
              <a:t>luctus</a:t>
            </a:r>
            <a:r>
              <a:rPr lang="en-US" dirty="0"/>
              <a:t> nisi sit </a:t>
            </a:r>
            <a:r>
              <a:rPr lang="en-US" dirty="0" err="1"/>
              <a:t>amet</a:t>
            </a:r>
            <a:r>
              <a:rPr lang="en-US" dirty="0"/>
              <a:t> </a:t>
            </a:r>
            <a:r>
              <a:rPr lang="en-US" dirty="0" err="1"/>
              <a:t>arcu</a:t>
            </a:r>
            <a:r>
              <a:rPr lang="en-US" dirty="0"/>
              <a:t> </a:t>
            </a:r>
            <a:r>
              <a:rPr lang="en-US" dirty="0" err="1"/>
              <a:t>eleifend</a:t>
            </a:r>
            <a:r>
              <a:rPr lang="en-US" dirty="0"/>
              <a:t> </a:t>
            </a:r>
            <a:r>
              <a:rPr lang="en-US" dirty="0" err="1"/>
              <a:t>condimentum</a:t>
            </a:r>
            <a:r>
              <a:rPr lang="en-US" dirty="0"/>
              <a:t>. In </a:t>
            </a:r>
            <a:r>
              <a:rPr lang="en-US" dirty="0" err="1"/>
              <a:t>quam</a:t>
            </a:r>
            <a:r>
              <a:rPr lang="en-US" dirty="0"/>
              <a:t> </a:t>
            </a:r>
            <a:r>
              <a:rPr lang="en-US" dirty="0" err="1"/>
              <a:t>metus</a:t>
            </a:r>
            <a:r>
              <a:rPr lang="en-US" dirty="0"/>
              <a:t>, </a:t>
            </a:r>
            <a:r>
              <a:rPr lang="en-US" dirty="0" err="1"/>
              <a:t>vehicula</a:t>
            </a:r>
            <a:r>
              <a:rPr lang="en-US" dirty="0"/>
              <a:t> </a:t>
            </a:r>
            <a:r>
              <a:rPr lang="en-US" dirty="0" err="1"/>
              <a:t>quis</a:t>
            </a:r>
            <a:r>
              <a:rPr lang="en-US" dirty="0"/>
              <a:t> </a:t>
            </a:r>
            <a:r>
              <a:rPr lang="en-US" dirty="0" err="1"/>
              <a:t>dignissim</a:t>
            </a:r>
            <a:r>
              <a:rPr lang="en-US" dirty="0"/>
              <a:t> </a:t>
            </a:r>
            <a:r>
              <a:rPr lang="en-US" dirty="0" err="1"/>
              <a:t>eget</a:t>
            </a:r>
            <a:r>
              <a:rPr lang="en-US" dirty="0"/>
              <a:t>, </a:t>
            </a:r>
            <a:r>
              <a:rPr lang="en-US" dirty="0" err="1"/>
              <a:t>placerat</a:t>
            </a:r>
            <a:r>
              <a:rPr lang="en-US" dirty="0"/>
              <a:t> </a:t>
            </a:r>
            <a:r>
              <a:rPr lang="en-US" dirty="0" err="1"/>
              <a:t>aliquam</a:t>
            </a:r>
            <a:r>
              <a:rPr lang="en-US" dirty="0"/>
              <a:t> </a:t>
            </a:r>
            <a:r>
              <a:rPr lang="en-US" dirty="0" err="1"/>
              <a:t>augue</a:t>
            </a:r>
            <a:r>
              <a:rPr lang="en-US" dirty="0"/>
              <a:t>. Ut </a:t>
            </a:r>
            <a:r>
              <a:rPr lang="en-US" dirty="0" err="1"/>
              <a:t>ut</a:t>
            </a:r>
            <a:r>
              <a:rPr lang="en-US" dirty="0"/>
              <a:t> </a:t>
            </a:r>
            <a:r>
              <a:rPr lang="en-US" dirty="0" err="1"/>
              <a:t>nisl</a:t>
            </a:r>
            <a:r>
              <a:rPr lang="en-US" dirty="0"/>
              <a:t> </a:t>
            </a:r>
            <a:r>
              <a:rPr lang="en-US" dirty="0" err="1"/>
              <a:t>molestie</a:t>
            </a:r>
            <a:r>
              <a:rPr lang="en-US" dirty="0"/>
              <a:t>, </a:t>
            </a:r>
            <a:r>
              <a:rPr lang="en-US" dirty="0" err="1"/>
              <a:t>sollicitudin</a:t>
            </a:r>
            <a:r>
              <a:rPr lang="en-US" dirty="0"/>
              <a:t> </a:t>
            </a:r>
            <a:r>
              <a:rPr lang="en-US" dirty="0" err="1"/>
              <a:t>nibh</a:t>
            </a:r>
            <a:r>
              <a:rPr lang="en-US" dirty="0"/>
              <a:t> non, </a:t>
            </a:r>
            <a:r>
              <a:rPr lang="en-US" dirty="0" err="1"/>
              <a:t>egestas</a:t>
            </a:r>
            <a:r>
              <a:rPr lang="en-US" dirty="0"/>
              <a:t> </a:t>
            </a:r>
            <a:r>
              <a:rPr lang="en-US" dirty="0" err="1"/>
              <a:t>tortor</a:t>
            </a:r>
            <a:r>
              <a:rPr lang="en-US" dirty="0"/>
              <a:t>. </a:t>
            </a:r>
            <a:r>
              <a:rPr lang="en-US" dirty="0" err="1"/>
              <a:t>Fusce</a:t>
            </a:r>
            <a:r>
              <a:rPr lang="en-US" dirty="0"/>
              <a:t> </a:t>
            </a:r>
            <a:r>
              <a:rPr lang="en-US" dirty="0" err="1"/>
              <a:t>mattis</a:t>
            </a:r>
            <a:r>
              <a:rPr lang="en-US" dirty="0"/>
              <a:t> </a:t>
            </a:r>
            <a:r>
              <a:rPr lang="en-US" dirty="0" err="1"/>
              <a:t>tincidunt</a:t>
            </a:r>
            <a:r>
              <a:rPr lang="en-US" dirty="0"/>
              <a:t> </a:t>
            </a:r>
            <a:r>
              <a:rPr lang="en-US" dirty="0" err="1"/>
              <a:t>tellus</a:t>
            </a:r>
            <a:r>
              <a:rPr lang="en-US" dirty="0"/>
              <a:t> vestibulum </a:t>
            </a:r>
            <a:r>
              <a:rPr lang="en-US" dirty="0" err="1"/>
              <a:t>mollis</a:t>
            </a:r>
            <a:r>
              <a:rPr lang="en-US" dirty="0"/>
              <a:t>. </a:t>
            </a:r>
            <a:r>
              <a:rPr lang="en-US" dirty="0" err="1"/>
              <a:t>Vivamus</a:t>
            </a:r>
            <a:r>
              <a:rPr lang="en-US" dirty="0"/>
              <a:t> in </a:t>
            </a:r>
            <a:r>
              <a:rPr lang="en-US" dirty="0" err="1"/>
              <a:t>justo</a:t>
            </a:r>
            <a:r>
              <a:rPr lang="en-US" dirty="0"/>
              <a:t> </a:t>
            </a:r>
            <a:r>
              <a:rPr lang="en-US" dirty="0" err="1"/>
              <a:t>scelerisque</a:t>
            </a:r>
            <a:r>
              <a:rPr lang="en-US" dirty="0"/>
              <a:t>, </a:t>
            </a:r>
            <a:r>
              <a:rPr lang="en-US" dirty="0" err="1"/>
              <a:t>faucibus</a:t>
            </a:r>
            <a:r>
              <a:rPr lang="en-US" dirty="0"/>
              <a:t> </a:t>
            </a:r>
            <a:r>
              <a:rPr lang="en-US" dirty="0" err="1"/>
              <a:t>lacus</a:t>
            </a:r>
            <a:r>
              <a:rPr lang="en-US" dirty="0"/>
              <a:t> sed, </a:t>
            </a:r>
            <a:r>
              <a:rPr lang="en-US" dirty="0" err="1"/>
              <a:t>aliquet</a:t>
            </a:r>
            <a:r>
              <a:rPr lang="en-US" dirty="0"/>
              <a:t> est. Donec non diam tempus, </a:t>
            </a:r>
            <a:r>
              <a:rPr lang="en-US" dirty="0" err="1"/>
              <a:t>ultricies</a:t>
            </a:r>
            <a:r>
              <a:rPr lang="en-US" dirty="0"/>
              <a:t> </a:t>
            </a:r>
            <a:r>
              <a:rPr lang="en-US" dirty="0" err="1"/>
              <a:t>orci</a:t>
            </a:r>
            <a:r>
              <a:rPr lang="en-US" dirty="0"/>
              <a:t> </a:t>
            </a:r>
            <a:r>
              <a:rPr lang="en-US" dirty="0" err="1"/>
              <a:t>ut</a:t>
            </a:r>
            <a:r>
              <a:rPr lang="en-US" dirty="0"/>
              <a:t>, </a:t>
            </a:r>
            <a:r>
              <a:rPr lang="en-US" dirty="0" err="1"/>
              <a:t>imperdiet</a:t>
            </a:r>
            <a:r>
              <a:rPr lang="en-US" dirty="0"/>
              <a:t> </a:t>
            </a:r>
            <a:r>
              <a:rPr lang="en-US" dirty="0" err="1"/>
              <a:t>tortor</a:t>
            </a:r>
            <a:r>
              <a:rPr lang="en-US" dirty="0"/>
              <a:t>. </a:t>
            </a:r>
            <a:br>
              <a:rPr lang="en-US" dirty="0"/>
            </a:br>
            <a:br>
              <a:rPr lang="en-US" dirty="0"/>
            </a:br>
            <a:r>
              <a:rPr lang="en-US" dirty="0"/>
              <a:t>Donec </a:t>
            </a:r>
            <a:r>
              <a:rPr lang="en-US" dirty="0" err="1"/>
              <a:t>ut</a:t>
            </a:r>
            <a:r>
              <a:rPr lang="en-US" dirty="0"/>
              <a:t> </a:t>
            </a:r>
            <a:r>
              <a:rPr lang="en-US" dirty="0" err="1"/>
              <a:t>nibh</a:t>
            </a:r>
            <a:r>
              <a:rPr lang="en-US" dirty="0"/>
              <a:t> dolor. </a:t>
            </a:r>
            <a:r>
              <a:rPr lang="en-US" dirty="0" err="1"/>
              <a:t>Praesent</a:t>
            </a:r>
            <a:r>
              <a:rPr lang="en-US" dirty="0"/>
              <a:t> </a:t>
            </a:r>
            <a:r>
              <a:rPr lang="en-US" dirty="0" err="1"/>
              <a:t>euismod</a:t>
            </a:r>
            <a:r>
              <a:rPr lang="en-US" dirty="0"/>
              <a:t> ante id ante ornare, at </a:t>
            </a:r>
            <a:r>
              <a:rPr lang="en-US" dirty="0" err="1"/>
              <a:t>feugiat</a:t>
            </a:r>
            <a:r>
              <a:rPr lang="en-US" dirty="0"/>
              <a:t> magna </a:t>
            </a:r>
            <a:r>
              <a:rPr lang="en-US" dirty="0" err="1"/>
              <a:t>imperdiet</a:t>
            </a:r>
            <a:r>
              <a:rPr lang="en-US" dirty="0"/>
              <a:t>. Maecenas </a:t>
            </a:r>
            <a:r>
              <a:rPr lang="en-US" dirty="0" err="1"/>
              <a:t>elementum</a:t>
            </a:r>
            <a:r>
              <a:rPr lang="en-US" dirty="0"/>
              <a:t> </a:t>
            </a:r>
            <a:r>
              <a:rPr lang="en-US" dirty="0" err="1"/>
              <a:t>sollicitudin</a:t>
            </a:r>
            <a:r>
              <a:rPr lang="en-US" dirty="0"/>
              <a:t> </a:t>
            </a:r>
            <a:r>
              <a:rPr lang="en-US" dirty="0" err="1"/>
              <a:t>leo</a:t>
            </a:r>
            <a:r>
              <a:rPr lang="en-US" dirty="0"/>
              <a:t>. Nulla </a:t>
            </a:r>
            <a:r>
              <a:rPr lang="en-US" dirty="0" err="1"/>
              <a:t>facilisi</a:t>
            </a:r>
            <a:r>
              <a:rPr lang="en-US" dirty="0"/>
              <a:t>. Donec lacinia </a:t>
            </a:r>
            <a:r>
              <a:rPr lang="en-US" dirty="0" err="1"/>
              <a:t>sapien</a:t>
            </a:r>
            <a:r>
              <a:rPr lang="en-US" dirty="0"/>
              <a:t> libero, sed </a:t>
            </a:r>
            <a:r>
              <a:rPr lang="en-US" dirty="0" err="1"/>
              <a:t>elementum</a:t>
            </a:r>
            <a:r>
              <a:rPr lang="en-US" dirty="0"/>
              <a:t> ante </a:t>
            </a:r>
            <a:r>
              <a:rPr lang="en-US" dirty="0" err="1"/>
              <a:t>finibus</a:t>
            </a:r>
            <a:r>
              <a:rPr lang="en-US" dirty="0"/>
              <a:t> sit </a:t>
            </a:r>
            <a:r>
              <a:rPr lang="en-US" dirty="0" err="1"/>
              <a:t>amet</a:t>
            </a:r>
            <a:r>
              <a:rPr lang="en-US" dirty="0"/>
              <a:t>.</a:t>
            </a:r>
            <a:endParaRPr lang="ru-RU" dirty="0"/>
          </a:p>
        </p:txBody>
      </p:sp>
      <p:sp>
        <p:nvSpPr>
          <p:cNvPr id="9" name="Текст 8">
            <a:extLst>
              <a:ext uri="{FF2B5EF4-FFF2-40B4-BE49-F238E27FC236}">
                <a16:creationId xmlns:a16="http://schemas.microsoft.com/office/drawing/2014/main" id="{E781C900-92E8-2F42-1DE7-6E54F169BAEF}"/>
              </a:ext>
            </a:extLst>
          </p:cNvPr>
          <p:cNvSpPr>
            <a:spLocks noGrp="1"/>
          </p:cNvSpPr>
          <p:nvPr>
            <p:ph type="body" sz="quarter" idx="71"/>
          </p:nvPr>
        </p:nvSpPr>
        <p:spPr/>
        <p:txBody>
          <a:bodyPr/>
          <a:lstStyle/>
          <a:p>
            <a:r>
              <a:rPr lang="en-US" dirty="0">
                <a:solidFill>
                  <a:srgbClr val="000000"/>
                </a:solidFill>
              </a:rPr>
              <a:t>Lorem ipsum dolor sit </a:t>
            </a:r>
            <a:r>
              <a:rPr lang="en-US" dirty="0" err="1">
                <a:solidFill>
                  <a:srgbClr val="000000"/>
                </a:solidFill>
              </a:rPr>
              <a:t>amet</a:t>
            </a:r>
            <a:r>
              <a:rPr lang="en-US" dirty="0">
                <a:solidFill>
                  <a:srgbClr val="000000"/>
                </a:solidFill>
              </a:rPr>
              <a:t>, </a:t>
            </a:r>
            <a:r>
              <a:rPr lang="en-US" dirty="0" err="1">
                <a:solidFill>
                  <a:srgbClr val="000000"/>
                </a:solidFill>
              </a:rPr>
              <a:t>consectetur</a:t>
            </a:r>
            <a:r>
              <a:rPr lang="en-US" dirty="0">
                <a:solidFill>
                  <a:srgbClr val="000000"/>
                </a:solidFill>
              </a:rPr>
              <a:t> </a:t>
            </a:r>
            <a:r>
              <a:rPr lang="en-US" dirty="0" err="1">
                <a:solidFill>
                  <a:srgbClr val="000000"/>
                </a:solidFill>
              </a:rPr>
              <a:t>adipiscing</a:t>
            </a:r>
            <a:r>
              <a:rPr lang="en-US" dirty="0">
                <a:solidFill>
                  <a:srgbClr val="000000"/>
                </a:solidFill>
              </a:rPr>
              <a:t> </a:t>
            </a:r>
            <a:r>
              <a:rPr lang="en-US" dirty="0" err="1">
                <a:solidFill>
                  <a:srgbClr val="000000"/>
                </a:solidFill>
              </a:rPr>
              <a:t>elit</a:t>
            </a:r>
            <a:r>
              <a:rPr lang="en-US" dirty="0">
                <a:solidFill>
                  <a:srgbClr val="000000"/>
                </a:solidFill>
              </a:rPr>
              <a:t>. Nulla a ante magna.</a:t>
            </a:r>
            <a:br>
              <a:rPr lang="en-US" dirty="0">
                <a:solidFill>
                  <a:srgbClr val="000000"/>
                </a:solidFill>
              </a:rPr>
            </a:br>
            <a:br>
              <a:rPr lang="en-US" dirty="0"/>
            </a:br>
            <a:r>
              <a:rPr lang="en-US" dirty="0" err="1"/>
              <a:t>Fusce</a:t>
            </a:r>
            <a:r>
              <a:rPr lang="en-US" dirty="0"/>
              <a:t> in </a:t>
            </a:r>
            <a:r>
              <a:rPr lang="en-US" dirty="0" err="1"/>
              <a:t>nulla</a:t>
            </a:r>
            <a:r>
              <a:rPr lang="en-US" dirty="0"/>
              <a:t> cursus, </a:t>
            </a:r>
            <a:r>
              <a:rPr lang="en-US" dirty="0" err="1"/>
              <a:t>facilisis</a:t>
            </a:r>
            <a:r>
              <a:rPr lang="en-US" dirty="0"/>
              <a:t> </a:t>
            </a:r>
            <a:r>
              <a:rPr lang="en-US" dirty="0" err="1"/>
              <a:t>mauris</a:t>
            </a:r>
            <a:r>
              <a:rPr lang="en-US" dirty="0"/>
              <a:t> a, </a:t>
            </a:r>
            <a:r>
              <a:rPr lang="en-US" dirty="0" err="1"/>
              <a:t>rhoncus</a:t>
            </a:r>
            <a:r>
              <a:rPr lang="en-US" dirty="0"/>
              <a:t> </a:t>
            </a:r>
            <a:r>
              <a:rPr lang="en-US" dirty="0" err="1"/>
              <a:t>enim</a:t>
            </a:r>
            <a:r>
              <a:rPr lang="en-US" dirty="0"/>
              <a:t>. Morbi sit </a:t>
            </a:r>
            <a:r>
              <a:rPr lang="en-US" dirty="0" err="1"/>
              <a:t>amet</a:t>
            </a:r>
            <a:r>
              <a:rPr lang="en-US" dirty="0"/>
              <a:t> </a:t>
            </a:r>
            <a:r>
              <a:rPr lang="en-US" dirty="0" err="1"/>
              <a:t>ultrices</a:t>
            </a:r>
            <a:r>
              <a:rPr lang="en-US" dirty="0"/>
              <a:t> ipsum. Maecenas </a:t>
            </a:r>
            <a:r>
              <a:rPr lang="en-US" dirty="0" err="1"/>
              <a:t>luctus</a:t>
            </a:r>
            <a:r>
              <a:rPr lang="en-US" dirty="0"/>
              <a:t> ante </a:t>
            </a:r>
            <a:r>
              <a:rPr lang="en-US" dirty="0" err="1"/>
              <a:t>nibh</a:t>
            </a:r>
            <a:r>
              <a:rPr lang="en-US" dirty="0"/>
              <a:t>, sed tempus </a:t>
            </a:r>
            <a:r>
              <a:rPr lang="en-US" dirty="0" err="1"/>
              <a:t>odio</a:t>
            </a:r>
            <a:r>
              <a:rPr lang="en-US" dirty="0"/>
              <a:t> </a:t>
            </a:r>
            <a:r>
              <a:rPr lang="en-US" dirty="0" err="1"/>
              <a:t>luctus</a:t>
            </a:r>
            <a:r>
              <a:rPr lang="en-US" dirty="0"/>
              <a:t> </a:t>
            </a:r>
            <a:r>
              <a:rPr lang="en-US" dirty="0" err="1"/>
              <a:t>ut.</a:t>
            </a:r>
            <a:r>
              <a:rPr lang="en-US" dirty="0"/>
              <a:t> Class </a:t>
            </a:r>
            <a:r>
              <a:rPr lang="en-US" dirty="0" err="1"/>
              <a:t>aptent</a:t>
            </a:r>
            <a:r>
              <a:rPr lang="en-US" dirty="0"/>
              <a:t> </a:t>
            </a:r>
            <a:r>
              <a:rPr lang="en-US" dirty="0" err="1"/>
              <a:t>taciti</a:t>
            </a:r>
            <a:r>
              <a:rPr lang="en-US" dirty="0"/>
              <a:t> </a:t>
            </a:r>
            <a:r>
              <a:rPr lang="en-US" dirty="0" err="1"/>
              <a:t>sociosqu</a:t>
            </a:r>
            <a:r>
              <a:rPr lang="en-US" dirty="0"/>
              <a:t> ad </a:t>
            </a:r>
            <a:r>
              <a:rPr lang="en-US" dirty="0" err="1"/>
              <a:t>litora</a:t>
            </a:r>
            <a:r>
              <a:rPr lang="en-US" dirty="0"/>
              <a:t> </a:t>
            </a:r>
            <a:r>
              <a:rPr lang="en-US" dirty="0" err="1"/>
              <a:t>torquent</a:t>
            </a:r>
            <a:r>
              <a:rPr lang="en-US" dirty="0"/>
              <a:t> per </a:t>
            </a:r>
            <a:r>
              <a:rPr lang="en-US" dirty="0" err="1"/>
              <a:t>conubia</a:t>
            </a:r>
            <a:r>
              <a:rPr lang="en-US" dirty="0"/>
              <a:t> nostra, per </a:t>
            </a:r>
            <a:r>
              <a:rPr lang="en-US" dirty="0" err="1"/>
              <a:t>inceptos</a:t>
            </a:r>
            <a:r>
              <a:rPr lang="en-US" dirty="0"/>
              <a:t> </a:t>
            </a:r>
            <a:r>
              <a:rPr lang="en-US" dirty="0" err="1"/>
              <a:t>himenaeos</a:t>
            </a:r>
            <a:r>
              <a:rPr lang="en-US" dirty="0"/>
              <a:t>. Nulla </a:t>
            </a:r>
            <a:r>
              <a:rPr lang="en-US" dirty="0" err="1"/>
              <a:t>posuere</a:t>
            </a:r>
            <a:r>
              <a:rPr lang="en-US" dirty="0"/>
              <a:t> </a:t>
            </a:r>
            <a:r>
              <a:rPr lang="en-US" dirty="0" err="1"/>
              <a:t>interdum</a:t>
            </a:r>
            <a:r>
              <a:rPr lang="en-US" dirty="0"/>
              <a:t> </a:t>
            </a:r>
            <a:r>
              <a:rPr lang="en-US" dirty="0" err="1"/>
              <a:t>eleifend</a:t>
            </a:r>
            <a:r>
              <a:rPr lang="en-US" dirty="0"/>
              <a:t>. Morbi </a:t>
            </a:r>
            <a:r>
              <a:rPr lang="en-US" dirty="0" err="1"/>
              <a:t>sagittis</a:t>
            </a:r>
            <a:r>
              <a:rPr lang="en-US" dirty="0"/>
              <a:t> </a:t>
            </a:r>
            <a:r>
              <a:rPr lang="en-US" dirty="0" err="1"/>
              <a:t>quam</a:t>
            </a:r>
            <a:r>
              <a:rPr lang="en-US" dirty="0"/>
              <a:t> at </a:t>
            </a:r>
            <a:r>
              <a:rPr lang="en-US" dirty="0" err="1"/>
              <a:t>odio</a:t>
            </a:r>
            <a:r>
              <a:rPr lang="en-US" dirty="0"/>
              <a:t> ornare vestibulum. Sed </a:t>
            </a:r>
            <a:r>
              <a:rPr lang="en-US" dirty="0" err="1"/>
              <a:t>sem</a:t>
            </a:r>
            <a:r>
              <a:rPr lang="en-US" dirty="0"/>
              <a:t> mi, </a:t>
            </a:r>
            <a:r>
              <a:rPr lang="en-US" dirty="0" err="1"/>
              <a:t>vehicula</a:t>
            </a:r>
            <a:r>
              <a:rPr lang="en-US" dirty="0"/>
              <a:t> id ipsum a, </a:t>
            </a:r>
            <a:r>
              <a:rPr lang="en-US" dirty="0" err="1"/>
              <a:t>sagittis</a:t>
            </a:r>
            <a:r>
              <a:rPr lang="en-US" dirty="0"/>
              <a:t> </a:t>
            </a:r>
            <a:r>
              <a:rPr lang="en-US" dirty="0" err="1"/>
              <a:t>interdum</a:t>
            </a:r>
            <a:r>
              <a:rPr lang="en-US" dirty="0"/>
              <a:t> sem. </a:t>
            </a:r>
            <a:endParaRPr lang="ru-RU" dirty="0"/>
          </a:p>
        </p:txBody>
      </p:sp>
      <p:sp>
        <p:nvSpPr>
          <p:cNvPr id="10" name="Текст 9">
            <a:extLst>
              <a:ext uri="{FF2B5EF4-FFF2-40B4-BE49-F238E27FC236}">
                <a16:creationId xmlns:a16="http://schemas.microsoft.com/office/drawing/2014/main" id="{6A7672D0-909A-0FBC-BD51-5D1877E7F920}"/>
              </a:ext>
            </a:extLst>
          </p:cNvPr>
          <p:cNvSpPr>
            <a:spLocks noGrp="1"/>
          </p:cNvSpPr>
          <p:nvPr>
            <p:ph type="body" sz="quarter" idx="72"/>
          </p:nvPr>
        </p:nvSpPr>
        <p:spPr/>
        <p:txBody>
          <a:bodyPr/>
          <a:lstStyle/>
          <a:p>
            <a:r>
              <a:rPr lang="en-US" dirty="0">
                <a:solidFill>
                  <a:srgbClr val="000000"/>
                </a:solidFill>
              </a:rPr>
              <a:t>Lorem ipsum dolor sit </a:t>
            </a:r>
            <a:r>
              <a:rPr lang="en-US" dirty="0" err="1">
                <a:solidFill>
                  <a:srgbClr val="000000"/>
                </a:solidFill>
              </a:rPr>
              <a:t>amet</a:t>
            </a:r>
            <a:r>
              <a:rPr lang="en-US" dirty="0">
                <a:solidFill>
                  <a:srgbClr val="000000"/>
                </a:solidFill>
              </a:rPr>
              <a:t>, </a:t>
            </a:r>
            <a:r>
              <a:rPr lang="en-US" dirty="0" err="1">
                <a:solidFill>
                  <a:srgbClr val="000000"/>
                </a:solidFill>
              </a:rPr>
              <a:t>consectetur</a:t>
            </a:r>
            <a:r>
              <a:rPr lang="en-US" dirty="0">
                <a:solidFill>
                  <a:srgbClr val="000000"/>
                </a:solidFill>
              </a:rPr>
              <a:t> </a:t>
            </a:r>
            <a:r>
              <a:rPr lang="en-US" dirty="0" err="1">
                <a:solidFill>
                  <a:srgbClr val="000000"/>
                </a:solidFill>
              </a:rPr>
              <a:t>adipiscing</a:t>
            </a:r>
            <a:r>
              <a:rPr lang="en-US" dirty="0">
                <a:solidFill>
                  <a:srgbClr val="000000"/>
                </a:solidFill>
              </a:rPr>
              <a:t> </a:t>
            </a:r>
            <a:r>
              <a:rPr lang="en-US" dirty="0" err="1">
                <a:solidFill>
                  <a:srgbClr val="000000"/>
                </a:solidFill>
              </a:rPr>
              <a:t>elit</a:t>
            </a:r>
            <a:r>
              <a:rPr lang="en-US" dirty="0">
                <a:solidFill>
                  <a:srgbClr val="000000"/>
                </a:solidFill>
              </a:rPr>
              <a:t>. Nulla a ante magna.</a:t>
            </a:r>
            <a:br>
              <a:rPr lang="en-US" dirty="0"/>
            </a:br>
            <a:br>
              <a:rPr lang="en-US" dirty="0"/>
            </a:br>
            <a:r>
              <a:rPr lang="en-US" dirty="0" err="1"/>
              <a:t>reated</a:t>
            </a:r>
            <a:r>
              <a:rPr lang="en-US" dirty="0"/>
              <a:t> under the laws of England, for provision of all central services, managing new investments, etc.</a:t>
            </a:r>
            <a:endParaRPr lang="ru-RU" dirty="0"/>
          </a:p>
        </p:txBody>
      </p:sp>
      <p:sp>
        <p:nvSpPr>
          <p:cNvPr id="11" name="Текст 10">
            <a:extLst>
              <a:ext uri="{FF2B5EF4-FFF2-40B4-BE49-F238E27FC236}">
                <a16:creationId xmlns:a16="http://schemas.microsoft.com/office/drawing/2014/main" id="{C72DE1CB-E595-D74F-74E9-6B1BA8B36DA5}"/>
              </a:ext>
            </a:extLst>
          </p:cNvPr>
          <p:cNvSpPr>
            <a:spLocks noGrp="1"/>
          </p:cNvSpPr>
          <p:nvPr>
            <p:ph type="body" sz="quarter" idx="73"/>
          </p:nvPr>
        </p:nvSpPr>
        <p:spPr/>
        <p:txBody>
          <a:bodyPr/>
          <a:lstStyle/>
          <a:p>
            <a:r>
              <a:rPr lang="ru-RU" dirty="0"/>
              <a:t>01</a:t>
            </a:r>
          </a:p>
        </p:txBody>
      </p:sp>
      <p:sp>
        <p:nvSpPr>
          <p:cNvPr id="12" name="Текст 11">
            <a:extLst>
              <a:ext uri="{FF2B5EF4-FFF2-40B4-BE49-F238E27FC236}">
                <a16:creationId xmlns:a16="http://schemas.microsoft.com/office/drawing/2014/main" id="{80AD8B19-CB82-5B3F-A743-E8C2F7317E5D}"/>
              </a:ext>
            </a:extLst>
          </p:cNvPr>
          <p:cNvSpPr>
            <a:spLocks noGrp="1"/>
          </p:cNvSpPr>
          <p:nvPr>
            <p:ph type="body" sz="quarter" idx="74"/>
          </p:nvPr>
        </p:nvSpPr>
        <p:spPr/>
        <p:txBody>
          <a:bodyPr/>
          <a:lstStyle/>
          <a:p>
            <a:r>
              <a:rPr lang="ru-RU" dirty="0"/>
              <a:t>02</a:t>
            </a:r>
          </a:p>
        </p:txBody>
      </p:sp>
      <p:sp>
        <p:nvSpPr>
          <p:cNvPr id="13" name="Текст 12">
            <a:extLst>
              <a:ext uri="{FF2B5EF4-FFF2-40B4-BE49-F238E27FC236}">
                <a16:creationId xmlns:a16="http://schemas.microsoft.com/office/drawing/2014/main" id="{A8798426-EA78-B2B2-231E-3A86C574EC58}"/>
              </a:ext>
            </a:extLst>
          </p:cNvPr>
          <p:cNvSpPr>
            <a:spLocks noGrp="1"/>
          </p:cNvSpPr>
          <p:nvPr>
            <p:ph type="body" sz="quarter" idx="75"/>
          </p:nvPr>
        </p:nvSpPr>
        <p:spPr/>
        <p:txBody>
          <a:bodyPr/>
          <a:lstStyle/>
          <a:p>
            <a:r>
              <a:rPr lang="ru-RU" dirty="0"/>
              <a:t>03</a:t>
            </a:r>
          </a:p>
        </p:txBody>
      </p:sp>
      <p:sp>
        <p:nvSpPr>
          <p:cNvPr id="14" name="Текст 13">
            <a:extLst>
              <a:ext uri="{FF2B5EF4-FFF2-40B4-BE49-F238E27FC236}">
                <a16:creationId xmlns:a16="http://schemas.microsoft.com/office/drawing/2014/main" id="{AEEE6179-330F-4A16-BB64-8237FBE7B03F}"/>
              </a:ext>
            </a:extLst>
          </p:cNvPr>
          <p:cNvSpPr>
            <a:spLocks noGrp="1"/>
          </p:cNvSpPr>
          <p:nvPr>
            <p:ph type="body" sz="quarter" idx="60"/>
          </p:nvPr>
        </p:nvSpPr>
        <p:spPr/>
        <p:txBody>
          <a:bodyPr/>
          <a:lstStyle/>
          <a:p>
            <a:r>
              <a:rPr lang="ru-RU" dirty="0"/>
              <a:t>ХХХ</a:t>
            </a:r>
          </a:p>
        </p:txBody>
      </p:sp>
      <p:sp>
        <p:nvSpPr>
          <p:cNvPr id="15" name="Текст 14">
            <a:extLst>
              <a:ext uri="{FF2B5EF4-FFF2-40B4-BE49-F238E27FC236}">
                <a16:creationId xmlns:a16="http://schemas.microsoft.com/office/drawing/2014/main" id="{0D142FAA-B054-AE9A-9C64-4151719F7EDA}"/>
              </a:ext>
            </a:extLst>
          </p:cNvPr>
          <p:cNvSpPr>
            <a:spLocks noGrp="1"/>
          </p:cNvSpPr>
          <p:nvPr>
            <p:ph type="body" sz="quarter" idx="58"/>
          </p:nvPr>
        </p:nvSpPr>
        <p:spPr/>
        <p:txBody>
          <a:bodyPr/>
          <a:lstStyle/>
          <a:p>
            <a:r>
              <a:rPr lang="ru-RU" dirty="0"/>
              <a:t>ХХХ</a:t>
            </a:r>
          </a:p>
        </p:txBody>
      </p:sp>
      <p:sp>
        <p:nvSpPr>
          <p:cNvPr id="16" name="Текст 15">
            <a:extLst>
              <a:ext uri="{FF2B5EF4-FFF2-40B4-BE49-F238E27FC236}">
                <a16:creationId xmlns:a16="http://schemas.microsoft.com/office/drawing/2014/main" id="{E14A1C1F-E0FD-BC36-58B1-5AC36C6F5205}"/>
              </a:ext>
            </a:extLst>
          </p:cNvPr>
          <p:cNvSpPr>
            <a:spLocks noGrp="1"/>
          </p:cNvSpPr>
          <p:nvPr>
            <p:ph type="body" sz="quarter" idx="59"/>
          </p:nvPr>
        </p:nvSpPr>
        <p:spPr/>
        <p:txBody>
          <a:bodyPr/>
          <a:lstStyle/>
          <a:p>
            <a:r>
              <a:rPr lang="ru-RU" dirty="0"/>
              <a:t>ХХХ</a:t>
            </a:r>
          </a:p>
        </p:txBody>
      </p:sp>
      <p:sp>
        <p:nvSpPr>
          <p:cNvPr id="17" name="Текст 16">
            <a:extLst>
              <a:ext uri="{FF2B5EF4-FFF2-40B4-BE49-F238E27FC236}">
                <a16:creationId xmlns:a16="http://schemas.microsoft.com/office/drawing/2014/main" id="{2B46BCAE-C267-685E-2BBF-E9B8B04FED71}"/>
              </a:ext>
            </a:extLst>
          </p:cNvPr>
          <p:cNvSpPr>
            <a:spLocks noGrp="1"/>
          </p:cNvSpPr>
          <p:nvPr>
            <p:ph type="body" sz="quarter" idx="56"/>
          </p:nvPr>
        </p:nvSpPr>
        <p:spPr/>
        <p:txBody>
          <a:bodyPr/>
          <a:lstStyle/>
          <a:p>
            <a:r>
              <a:rPr lang="ru-RU" dirty="0"/>
              <a:t>ХХХ</a:t>
            </a:r>
          </a:p>
        </p:txBody>
      </p:sp>
      <p:sp>
        <p:nvSpPr>
          <p:cNvPr id="18" name="Текст 17">
            <a:extLst>
              <a:ext uri="{FF2B5EF4-FFF2-40B4-BE49-F238E27FC236}">
                <a16:creationId xmlns:a16="http://schemas.microsoft.com/office/drawing/2014/main" id="{1C589466-0A8B-372E-26E6-0779BBE83BD9}"/>
              </a:ext>
            </a:extLst>
          </p:cNvPr>
          <p:cNvSpPr>
            <a:spLocks noGrp="1"/>
          </p:cNvSpPr>
          <p:nvPr>
            <p:ph type="body" sz="quarter" idx="76"/>
          </p:nvPr>
        </p:nvSpPr>
        <p:spPr/>
        <p:txBody>
          <a:bodyPr/>
          <a:lstStyle/>
          <a:p>
            <a:r>
              <a:rPr lang="ru-RU" dirty="0"/>
              <a:t>ХХХ</a:t>
            </a:r>
          </a:p>
        </p:txBody>
      </p:sp>
      <p:sp>
        <p:nvSpPr>
          <p:cNvPr id="19" name="Текст 18">
            <a:extLst>
              <a:ext uri="{FF2B5EF4-FFF2-40B4-BE49-F238E27FC236}">
                <a16:creationId xmlns:a16="http://schemas.microsoft.com/office/drawing/2014/main" id="{7602BF53-A42C-6685-DFB5-D3CE5BCC8201}"/>
              </a:ext>
            </a:extLst>
          </p:cNvPr>
          <p:cNvSpPr>
            <a:spLocks noGrp="1"/>
          </p:cNvSpPr>
          <p:nvPr>
            <p:ph type="body" sz="quarter" idx="77"/>
          </p:nvPr>
        </p:nvSpPr>
        <p:spPr/>
        <p:txBody>
          <a:bodyPr/>
          <a:lstStyle/>
          <a:p>
            <a:r>
              <a:rPr lang="ru-RU" dirty="0"/>
              <a:t>ХХХ</a:t>
            </a:r>
          </a:p>
        </p:txBody>
      </p:sp>
      <p:sp>
        <p:nvSpPr>
          <p:cNvPr id="21" name="Заголовок 20">
            <a:extLst>
              <a:ext uri="{FF2B5EF4-FFF2-40B4-BE49-F238E27FC236}">
                <a16:creationId xmlns:a16="http://schemas.microsoft.com/office/drawing/2014/main" id="{EF3E96CB-3573-2375-E802-619DF9E70534}"/>
              </a:ext>
            </a:extLst>
          </p:cNvPr>
          <p:cNvSpPr>
            <a:spLocks noGrp="1"/>
          </p:cNvSpPr>
          <p:nvPr>
            <p:ph type="title"/>
          </p:nvPr>
        </p:nvSpPr>
        <p:spPr/>
        <p:txBody>
          <a:bodyPr/>
          <a:lstStyle/>
          <a:p>
            <a:r>
              <a:rPr lang="ru-RU" dirty="0"/>
              <a:t>Схема с пояснениями</a:t>
            </a:r>
          </a:p>
        </p:txBody>
      </p:sp>
    </p:spTree>
    <p:extLst>
      <p:ext uri="{BB962C8B-B14F-4D97-AF65-F5344CB8AC3E}">
        <p14:creationId xmlns:p14="http://schemas.microsoft.com/office/powerpoint/2010/main" val="9058973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FF811016-7DDD-4EA6-35EB-04DE7740A509}"/>
              </a:ext>
            </a:extLst>
          </p:cNvPr>
          <p:cNvSpPr>
            <a:spLocks noGrp="1"/>
          </p:cNvSpPr>
          <p:nvPr>
            <p:ph type="sldNum" sz="quarter" idx="4"/>
          </p:nvPr>
        </p:nvSpPr>
        <p:spPr/>
        <p:txBody>
          <a:bodyPr/>
          <a:lstStyle/>
          <a:p>
            <a:fld id="{13FB4C0F-BB20-4298-B11D-AEB97E17A107}" type="slidenum">
              <a:rPr lang="ru-RU" smtClean="0"/>
              <a:pPr/>
              <a:t>65</a:t>
            </a:fld>
            <a:endParaRPr lang="ru-RU" dirty="0"/>
          </a:p>
        </p:txBody>
      </p:sp>
      <p:sp>
        <p:nvSpPr>
          <p:cNvPr id="4" name="Текст 3">
            <a:extLst>
              <a:ext uri="{FF2B5EF4-FFF2-40B4-BE49-F238E27FC236}">
                <a16:creationId xmlns:a16="http://schemas.microsoft.com/office/drawing/2014/main" id="{29E13959-107C-0FF8-88AE-E37A8930DF17}"/>
              </a:ext>
            </a:extLst>
          </p:cNvPr>
          <p:cNvSpPr>
            <a:spLocks noGrp="1"/>
          </p:cNvSpPr>
          <p:nvPr>
            <p:ph type="body" sz="quarter" idx="19"/>
          </p:nvPr>
        </p:nvSpPr>
        <p:spPr>
          <a:xfrm>
            <a:off x="561732" y="1711184"/>
            <a:ext cx="2737287" cy="446532"/>
          </a:xfrm>
        </p:spPr>
        <p:txBody>
          <a:bodyPr/>
          <a:lstStyle/>
          <a:p>
            <a:r>
              <a:rPr lang="ru-RU" dirty="0"/>
              <a:t>Новые клиенты </a:t>
            </a:r>
            <a:br>
              <a:rPr lang="ru-RU" dirty="0"/>
            </a:br>
            <a:r>
              <a:rPr lang="ru-RU" dirty="0"/>
              <a:t>за </a:t>
            </a:r>
            <a:r>
              <a:rPr lang="en-US" dirty="0"/>
              <a:t>H1 2025</a:t>
            </a:r>
            <a:endParaRPr lang="ru-RU" dirty="0"/>
          </a:p>
        </p:txBody>
      </p:sp>
      <p:sp>
        <p:nvSpPr>
          <p:cNvPr id="5" name="Текст 4">
            <a:extLst>
              <a:ext uri="{FF2B5EF4-FFF2-40B4-BE49-F238E27FC236}">
                <a16:creationId xmlns:a16="http://schemas.microsoft.com/office/drawing/2014/main" id="{2AD9B855-CEAE-8F8E-47E2-71BC12EBE052}"/>
              </a:ext>
            </a:extLst>
          </p:cNvPr>
          <p:cNvSpPr>
            <a:spLocks noGrp="1"/>
          </p:cNvSpPr>
          <p:nvPr>
            <p:ph type="body" sz="quarter" idx="28"/>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endParaRPr lang="ru-RU" dirty="0"/>
          </a:p>
        </p:txBody>
      </p:sp>
      <p:sp>
        <p:nvSpPr>
          <p:cNvPr id="6" name="Текст 5">
            <a:extLst>
              <a:ext uri="{FF2B5EF4-FFF2-40B4-BE49-F238E27FC236}">
                <a16:creationId xmlns:a16="http://schemas.microsoft.com/office/drawing/2014/main" id="{878CDEFA-6289-806D-59C2-6A90A4CBC789}"/>
              </a:ext>
            </a:extLst>
          </p:cNvPr>
          <p:cNvSpPr>
            <a:spLocks noGrp="1"/>
          </p:cNvSpPr>
          <p:nvPr>
            <p:ph type="body" sz="quarter" idx="29"/>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endParaRPr lang="ru-RU" dirty="0"/>
          </a:p>
        </p:txBody>
      </p:sp>
      <p:sp>
        <p:nvSpPr>
          <p:cNvPr id="7" name="Текст 6">
            <a:extLst>
              <a:ext uri="{FF2B5EF4-FFF2-40B4-BE49-F238E27FC236}">
                <a16:creationId xmlns:a16="http://schemas.microsoft.com/office/drawing/2014/main" id="{3585403F-081D-747A-65E9-6C16B9493ABC}"/>
              </a:ext>
            </a:extLst>
          </p:cNvPr>
          <p:cNvSpPr>
            <a:spLocks noGrp="1"/>
          </p:cNvSpPr>
          <p:nvPr>
            <p:ph type="body" sz="quarter" idx="30"/>
          </p:nvPr>
        </p:nvSpPr>
        <p:spPr/>
        <p:txBody>
          <a:bodyPr/>
          <a:lstStyle/>
          <a:p>
            <a:r>
              <a:rPr lang="ru-RU" dirty="0"/>
              <a:t>Заголовок</a:t>
            </a:r>
          </a:p>
        </p:txBody>
      </p:sp>
      <p:sp>
        <p:nvSpPr>
          <p:cNvPr id="8" name="Текст 7">
            <a:extLst>
              <a:ext uri="{FF2B5EF4-FFF2-40B4-BE49-F238E27FC236}">
                <a16:creationId xmlns:a16="http://schemas.microsoft.com/office/drawing/2014/main" id="{E42FC34E-F2D0-D11D-B6C6-663831EED201}"/>
              </a:ext>
            </a:extLst>
          </p:cNvPr>
          <p:cNvSpPr>
            <a:spLocks noGrp="1"/>
          </p:cNvSpPr>
          <p:nvPr>
            <p:ph type="body" sz="quarter" idx="31"/>
          </p:nvPr>
        </p:nvSpPr>
        <p:spPr/>
        <p:txBody>
          <a:bodyPr/>
          <a:lstStyle/>
          <a:p>
            <a:r>
              <a:rPr lang="ru-RU" dirty="0"/>
              <a:t>Заголовок</a:t>
            </a:r>
          </a:p>
        </p:txBody>
      </p:sp>
      <p:sp>
        <p:nvSpPr>
          <p:cNvPr id="9" name="Текст 8">
            <a:extLst>
              <a:ext uri="{FF2B5EF4-FFF2-40B4-BE49-F238E27FC236}">
                <a16:creationId xmlns:a16="http://schemas.microsoft.com/office/drawing/2014/main" id="{844436E7-CE9F-7087-4224-593E3FA8AD82}"/>
              </a:ext>
            </a:extLst>
          </p:cNvPr>
          <p:cNvSpPr>
            <a:spLocks noGrp="1"/>
          </p:cNvSpPr>
          <p:nvPr>
            <p:ph type="body" sz="quarter" idx="32"/>
          </p:nvPr>
        </p:nvSpPr>
        <p:spPr>
          <a:xfrm>
            <a:off x="551674" y="2826756"/>
            <a:ext cx="3384000" cy="2154436"/>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endParaRPr lang="ru-RU" dirty="0"/>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endParaRPr lang="ru-RU" dirty="0"/>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endParaRPr lang="ru-RU" dirty="0"/>
          </a:p>
        </p:txBody>
      </p:sp>
      <p:sp>
        <p:nvSpPr>
          <p:cNvPr id="11" name="Заголовок 10">
            <a:extLst>
              <a:ext uri="{FF2B5EF4-FFF2-40B4-BE49-F238E27FC236}">
                <a16:creationId xmlns:a16="http://schemas.microsoft.com/office/drawing/2014/main" id="{46CABB98-9684-79D9-9255-F3548D821453}"/>
              </a:ext>
            </a:extLst>
          </p:cNvPr>
          <p:cNvSpPr>
            <a:spLocks noGrp="1"/>
          </p:cNvSpPr>
          <p:nvPr>
            <p:ph type="title"/>
          </p:nvPr>
        </p:nvSpPr>
        <p:spPr/>
        <p:txBody>
          <a:bodyPr/>
          <a:lstStyle/>
          <a:p>
            <a:r>
              <a:rPr lang="ru-RU" dirty="0"/>
              <a:t>Текстовый слайд с выносом</a:t>
            </a:r>
          </a:p>
        </p:txBody>
      </p:sp>
    </p:spTree>
    <p:extLst>
      <p:ext uri="{BB962C8B-B14F-4D97-AF65-F5344CB8AC3E}">
        <p14:creationId xmlns:p14="http://schemas.microsoft.com/office/powerpoint/2010/main" val="5032190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hape 2">
            <a:extLst>
              <a:ext uri="{FF2B5EF4-FFF2-40B4-BE49-F238E27FC236}">
                <a16:creationId xmlns:a16="http://schemas.microsoft.com/office/drawing/2014/main" id="{16F5DDCB-FC18-EABF-C735-15BDE8C0CF2A}"/>
              </a:ext>
            </a:extLst>
          </p:cNvPr>
          <p:cNvSpPr/>
          <p:nvPr/>
        </p:nvSpPr>
        <p:spPr>
          <a:xfrm>
            <a:off x="355599" y="1397265"/>
            <a:ext cx="5689570" cy="5104735"/>
          </a:xfrm>
          <a:prstGeom prst="rect">
            <a:avLst/>
          </a:prstGeom>
          <a:solidFill>
            <a:srgbClr val="F5F4F4">
              <a:alpha val="100000"/>
            </a:srgbClr>
          </a:solidFill>
          <a:ln/>
        </p:spPr>
      </p:sp>
      <p:sp>
        <p:nvSpPr>
          <p:cNvPr id="27" name="Shape 3">
            <a:extLst>
              <a:ext uri="{FF2B5EF4-FFF2-40B4-BE49-F238E27FC236}">
                <a16:creationId xmlns:a16="http://schemas.microsoft.com/office/drawing/2014/main" id="{27AE782A-B9C6-632C-3355-5A99B43EE278}"/>
              </a:ext>
            </a:extLst>
          </p:cNvPr>
          <p:cNvSpPr/>
          <p:nvPr/>
        </p:nvSpPr>
        <p:spPr>
          <a:xfrm>
            <a:off x="6146768" y="1397265"/>
            <a:ext cx="5689570" cy="5104735"/>
          </a:xfrm>
          <a:prstGeom prst="rect">
            <a:avLst/>
          </a:prstGeom>
          <a:solidFill>
            <a:srgbClr val="FAE6E9">
              <a:alpha val="100000"/>
            </a:srgbClr>
          </a:solidFill>
          <a:ln/>
        </p:spPr>
      </p:sp>
      <p:sp>
        <p:nvSpPr>
          <p:cNvPr id="28" name="Shape 4">
            <a:extLst>
              <a:ext uri="{FF2B5EF4-FFF2-40B4-BE49-F238E27FC236}">
                <a16:creationId xmlns:a16="http://schemas.microsoft.com/office/drawing/2014/main" id="{DB0346DD-8E17-120A-21F6-3D825302A406}"/>
              </a:ext>
            </a:extLst>
          </p:cNvPr>
          <p:cNvSpPr/>
          <p:nvPr/>
        </p:nvSpPr>
        <p:spPr>
          <a:xfrm>
            <a:off x="5333973" y="1498851"/>
            <a:ext cx="609597" cy="609521"/>
          </a:xfrm>
          <a:prstGeom prst="rect">
            <a:avLst/>
          </a:prstGeom>
          <a:solidFill>
            <a:srgbClr val="FFFFFF">
              <a:alpha val="100000"/>
            </a:srgbClr>
          </a:solidFill>
          <a:ln/>
        </p:spPr>
      </p:sp>
      <p:sp>
        <p:nvSpPr>
          <p:cNvPr id="29" name="Shape 5">
            <a:extLst>
              <a:ext uri="{FF2B5EF4-FFF2-40B4-BE49-F238E27FC236}">
                <a16:creationId xmlns:a16="http://schemas.microsoft.com/office/drawing/2014/main" id="{9E5EF597-5895-1A43-07CF-3F56A962E87F}"/>
              </a:ext>
            </a:extLst>
          </p:cNvPr>
          <p:cNvSpPr/>
          <p:nvPr/>
        </p:nvSpPr>
        <p:spPr>
          <a:xfrm>
            <a:off x="5486372" y="1651232"/>
            <a:ext cx="304798" cy="304760"/>
          </a:xfrm>
          <a:prstGeom prst="rect">
            <a:avLst/>
          </a:prstGeom>
          <a:noFill/>
          <a:ln/>
        </p:spPr>
      </p:sp>
      <p:pic>
        <p:nvPicPr>
          <p:cNvPr id="30" name="Image 2">
            <a:extLst>
              <a:ext uri="{FF2B5EF4-FFF2-40B4-BE49-F238E27FC236}">
                <a16:creationId xmlns:a16="http://schemas.microsoft.com/office/drawing/2014/main" id="{8CF86997-2611-2877-4FDE-4188CE2F08F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486391" y="1651232"/>
            <a:ext cx="304760" cy="304760"/>
          </a:xfrm>
          <a:prstGeom prst="rect">
            <a:avLst/>
          </a:prstGeom>
        </p:spPr>
      </p:pic>
      <p:sp>
        <p:nvSpPr>
          <p:cNvPr id="32" name="Shape 6">
            <a:extLst>
              <a:ext uri="{FF2B5EF4-FFF2-40B4-BE49-F238E27FC236}">
                <a16:creationId xmlns:a16="http://schemas.microsoft.com/office/drawing/2014/main" id="{775E72F4-2C28-7EC2-AAFB-130DBBF92CA2}"/>
              </a:ext>
            </a:extLst>
          </p:cNvPr>
          <p:cNvSpPr/>
          <p:nvPr/>
        </p:nvSpPr>
        <p:spPr>
          <a:xfrm>
            <a:off x="11125142" y="1498851"/>
            <a:ext cx="609597" cy="609521"/>
          </a:xfrm>
          <a:prstGeom prst="rect">
            <a:avLst/>
          </a:prstGeom>
          <a:solidFill>
            <a:srgbClr val="FFFFFF">
              <a:alpha val="100000"/>
            </a:srgbClr>
          </a:solidFill>
          <a:ln/>
        </p:spPr>
      </p:sp>
      <p:sp>
        <p:nvSpPr>
          <p:cNvPr id="33" name="Shape 7">
            <a:extLst>
              <a:ext uri="{FF2B5EF4-FFF2-40B4-BE49-F238E27FC236}">
                <a16:creationId xmlns:a16="http://schemas.microsoft.com/office/drawing/2014/main" id="{8AFF377F-A581-0ABA-477A-4AF9C49A113A}"/>
              </a:ext>
            </a:extLst>
          </p:cNvPr>
          <p:cNvSpPr/>
          <p:nvPr/>
        </p:nvSpPr>
        <p:spPr>
          <a:xfrm>
            <a:off x="11277541" y="1651232"/>
            <a:ext cx="304798" cy="304760"/>
          </a:xfrm>
          <a:prstGeom prst="rect">
            <a:avLst/>
          </a:prstGeom>
          <a:noFill/>
          <a:ln/>
        </p:spPr>
      </p:sp>
      <p:pic>
        <p:nvPicPr>
          <p:cNvPr id="34" name="Image 4">
            <a:extLst>
              <a:ext uri="{FF2B5EF4-FFF2-40B4-BE49-F238E27FC236}">
                <a16:creationId xmlns:a16="http://schemas.microsoft.com/office/drawing/2014/main" id="{B7679656-49F3-18F2-A210-2D483A35D05B}"/>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277560" y="1651232"/>
            <a:ext cx="304760" cy="304760"/>
          </a:xfrm>
          <a:prstGeom prst="rect">
            <a:avLst/>
          </a:prstGeom>
        </p:spPr>
      </p:pic>
      <p:sp>
        <p:nvSpPr>
          <p:cNvPr id="36" name="Text 8">
            <a:extLst>
              <a:ext uri="{FF2B5EF4-FFF2-40B4-BE49-F238E27FC236}">
                <a16:creationId xmlns:a16="http://schemas.microsoft.com/office/drawing/2014/main" id="{65F6F3DF-27E1-8811-2F66-59F4CF5785D0}"/>
              </a:ext>
            </a:extLst>
          </p:cNvPr>
          <p:cNvSpPr/>
          <p:nvPr/>
        </p:nvSpPr>
        <p:spPr>
          <a:xfrm>
            <a:off x="711197" y="1752819"/>
            <a:ext cx="3285050" cy="846556"/>
          </a:xfrm>
          <a:prstGeom prst="rect">
            <a:avLst/>
          </a:prstGeom>
          <a:noFill/>
          <a:ln/>
        </p:spPr>
        <p:txBody>
          <a:bodyPr wrap="square" lIns="0" tIns="0" rIns="0" bIns="0" rtlCol="0" anchor="t"/>
          <a:lstStyle/>
          <a:p>
            <a:pPr>
              <a:lnSpc>
                <a:spcPts val="2000"/>
              </a:lnSpc>
            </a:pPr>
            <a:r>
              <a:rPr lang="en-US" sz="2000" dirty="0">
                <a:solidFill>
                  <a:srgbClr val="000000">
                    <a:alpha val="100000"/>
                  </a:srgbClr>
                </a:solidFill>
                <a:latin typeface="Stapel" panose="020B0504020202020204" pitchFamily="34" charset="-52"/>
                <a:ea typeface="Stapel" pitchFamily="34" charset="-122"/>
                <a:cs typeface="Stapel" pitchFamily="34" charset="-120"/>
              </a:rPr>
              <a:t>Слайд в котром много текста. Заголовок должен быть в 2-3 строки</a:t>
            </a:r>
            <a:endParaRPr lang="en-US" sz="2000" dirty="0"/>
          </a:p>
        </p:txBody>
      </p:sp>
      <p:sp>
        <p:nvSpPr>
          <p:cNvPr id="37" name="Text 9">
            <a:extLst>
              <a:ext uri="{FF2B5EF4-FFF2-40B4-BE49-F238E27FC236}">
                <a16:creationId xmlns:a16="http://schemas.microsoft.com/office/drawing/2014/main" id="{053467E5-D388-E75A-4CBC-CDEB7AFC2E92}"/>
              </a:ext>
            </a:extLst>
          </p:cNvPr>
          <p:cNvSpPr/>
          <p:nvPr/>
        </p:nvSpPr>
        <p:spPr>
          <a:xfrm>
            <a:off x="6502367" y="1752819"/>
            <a:ext cx="3285050" cy="846556"/>
          </a:xfrm>
          <a:prstGeom prst="rect">
            <a:avLst/>
          </a:prstGeom>
          <a:noFill/>
          <a:ln/>
        </p:spPr>
        <p:txBody>
          <a:bodyPr wrap="square" lIns="0" tIns="0" rIns="0" bIns="0" rtlCol="0" anchor="t"/>
          <a:lstStyle/>
          <a:p>
            <a:pPr>
              <a:lnSpc>
                <a:spcPts val="2000"/>
              </a:lnSpc>
            </a:pPr>
            <a:r>
              <a:rPr lang="en-US" sz="2000" dirty="0">
                <a:solidFill>
                  <a:srgbClr val="000000">
                    <a:alpha val="100000"/>
                  </a:srgbClr>
                </a:solidFill>
                <a:latin typeface="Stapel" panose="020B0504020202020204" pitchFamily="34" charset="-52"/>
                <a:ea typeface="Stapel" pitchFamily="34" charset="-122"/>
                <a:cs typeface="Stapel" pitchFamily="34" charset="-120"/>
              </a:rPr>
              <a:t>Слайд в котром много текста. Заголовок должен быть в 2-3 строки</a:t>
            </a:r>
            <a:endParaRPr lang="en-US" sz="2000" dirty="0"/>
          </a:p>
        </p:txBody>
      </p:sp>
      <p:sp>
        <p:nvSpPr>
          <p:cNvPr id="38" name="Shape 10">
            <a:extLst>
              <a:ext uri="{FF2B5EF4-FFF2-40B4-BE49-F238E27FC236}">
                <a16:creationId xmlns:a16="http://schemas.microsoft.com/office/drawing/2014/main" id="{4F14CE9A-A5A7-D395-432F-BABE3F6FD86A}"/>
              </a:ext>
            </a:extLst>
          </p:cNvPr>
          <p:cNvSpPr/>
          <p:nvPr/>
        </p:nvSpPr>
        <p:spPr>
          <a:xfrm>
            <a:off x="711197" y="2819479"/>
            <a:ext cx="4724375" cy="3098397"/>
          </a:xfrm>
          <a:prstGeom prst="rect">
            <a:avLst/>
          </a:prstGeom>
          <a:noFill/>
          <a:ln/>
        </p:spPr>
      </p:sp>
      <p:sp>
        <p:nvSpPr>
          <p:cNvPr id="39" name="Shape 11">
            <a:extLst>
              <a:ext uri="{FF2B5EF4-FFF2-40B4-BE49-F238E27FC236}">
                <a16:creationId xmlns:a16="http://schemas.microsoft.com/office/drawing/2014/main" id="{3B282C4D-5481-C783-66D2-86278C9C471A}"/>
              </a:ext>
            </a:extLst>
          </p:cNvPr>
          <p:cNvSpPr/>
          <p:nvPr/>
        </p:nvSpPr>
        <p:spPr>
          <a:xfrm>
            <a:off x="711197" y="2819479"/>
            <a:ext cx="4724375" cy="863488"/>
          </a:xfrm>
          <a:prstGeom prst="rect">
            <a:avLst/>
          </a:prstGeom>
          <a:noFill/>
          <a:ln/>
        </p:spPr>
      </p:sp>
      <p:sp>
        <p:nvSpPr>
          <p:cNvPr id="40" name="Text 12">
            <a:extLst>
              <a:ext uri="{FF2B5EF4-FFF2-40B4-BE49-F238E27FC236}">
                <a16:creationId xmlns:a16="http://schemas.microsoft.com/office/drawing/2014/main" id="{7BD4B184-2B9D-9BE8-0A3B-BB806328FFCA}"/>
              </a:ext>
            </a:extLst>
          </p:cNvPr>
          <p:cNvSpPr/>
          <p:nvPr/>
        </p:nvSpPr>
        <p:spPr>
          <a:xfrm>
            <a:off x="711197" y="2819479"/>
            <a:ext cx="4775175"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latin typeface="Stapel" panose="020B0504020202020204" pitchFamily="34" charset="-52"/>
                <a:ea typeface="Stapel" pitchFamily="34" charset="-122"/>
                <a:cs typeface="Stapel" pitchFamily="34" charset="-120"/>
              </a:rPr>
              <a:t>Подзаголовок</a:t>
            </a:r>
            <a:endParaRPr lang="en-US" sz="1200" dirty="0"/>
          </a:p>
        </p:txBody>
      </p:sp>
      <p:sp>
        <p:nvSpPr>
          <p:cNvPr id="41" name="Text 13">
            <a:extLst>
              <a:ext uri="{FF2B5EF4-FFF2-40B4-BE49-F238E27FC236}">
                <a16:creationId xmlns:a16="http://schemas.microsoft.com/office/drawing/2014/main" id="{75B37F58-18DE-023A-5C47-BF114F90A259}"/>
              </a:ext>
            </a:extLst>
          </p:cNvPr>
          <p:cNvSpPr/>
          <p:nvPr/>
        </p:nvSpPr>
        <p:spPr>
          <a:xfrm>
            <a:off x="711197" y="3124240"/>
            <a:ext cx="4766708"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Lorem ipsum dolor sit amet, idque iuvaret ut cum. Mel dolores senserit elaboraret eu. Maecenas tempus, tellus eget condimentum rhoncus, sem quam semper libero, sit amet adipiscing sem neque sed ipsum. Nam quam nunc, blandit vel, luctus pulvinar, hendrerit id, lorem.</a:t>
            </a:r>
            <a:endParaRPr lang="en-US" sz="1000" dirty="0"/>
          </a:p>
        </p:txBody>
      </p:sp>
      <p:sp>
        <p:nvSpPr>
          <p:cNvPr id="42" name="Shape 14">
            <a:extLst>
              <a:ext uri="{FF2B5EF4-FFF2-40B4-BE49-F238E27FC236}">
                <a16:creationId xmlns:a16="http://schemas.microsoft.com/office/drawing/2014/main" id="{B1123C33-F7AD-49A5-3930-30786DB86850}"/>
              </a:ext>
            </a:extLst>
          </p:cNvPr>
          <p:cNvSpPr/>
          <p:nvPr/>
        </p:nvSpPr>
        <p:spPr>
          <a:xfrm>
            <a:off x="711197" y="3936934"/>
            <a:ext cx="4724375" cy="863488"/>
          </a:xfrm>
          <a:prstGeom prst="rect">
            <a:avLst/>
          </a:prstGeom>
          <a:noFill/>
          <a:ln/>
        </p:spPr>
      </p:sp>
      <p:sp>
        <p:nvSpPr>
          <p:cNvPr id="43" name="Text 15">
            <a:extLst>
              <a:ext uri="{FF2B5EF4-FFF2-40B4-BE49-F238E27FC236}">
                <a16:creationId xmlns:a16="http://schemas.microsoft.com/office/drawing/2014/main" id="{7238BC03-6542-F2B2-5670-CA8B957A801B}"/>
              </a:ext>
            </a:extLst>
          </p:cNvPr>
          <p:cNvSpPr/>
          <p:nvPr/>
        </p:nvSpPr>
        <p:spPr>
          <a:xfrm>
            <a:off x="711197" y="3936934"/>
            <a:ext cx="4775175"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latin typeface="Stapel" panose="020B0504020202020204" pitchFamily="34" charset="-52"/>
                <a:ea typeface="Stapel" pitchFamily="34" charset="-122"/>
                <a:cs typeface="Stapel" pitchFamily="34" charset="-120"/>
              </a:rPr>
              <a:t>Подзаголовок</a:t>
            </a:r>
            <a:endParaRPr lang="en-US" sz="1200" dirty="0"/>
          </a:p>
        </p:txBody>
      </p:sp>
      <p:sp>
        <p:nvSpPr>
          <p:cNvPr id="44" name="Text 16">
            <a:extLst>
              <a:ext uri="{FF2B5EF4-FFF2-40B4-BE49-F238E27FC236}">
                <a16:creationId xmlns:a16="http://schemas.microsoft.com/office/drawing/2014/main" id="{AFDAF1EF-4749-384B-2313-27636E466955}"/>
              </a:ext>
            </a:extLst>
          </p:cNvPr>
          <p:cNvSpPr/>
          <p:nvPr/>
        </p:nvSpPr>
        <p:spPr>
          <a:xfrm>
            <a:off x="711197" y="4241695"/>
            <a:ext cx="4766708"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Lorem ipsum dolor sit amet, idque iuvaret ut cum. Mel dolores senserit elaboraret eu. Maecenas tempus, tellus eget condimentum rhoncus, sem quam semper libero, sit amet adipiscing sem neque sed ipsum. Nam quam nunc, blandit vel, luctus pulvinar, hendrerit id, lorem.</a:t>
            </a:r>
            <a:endParaRPr lang="en-US" sz="1000" dirty="0"/>
          </a:p>
        </p:txBody>
      </p:sp>
      <p:sp>
        <p:nvSpPr>
          <p:cNvPr id="45" name="Shape 17">
            <a:extLst>
              <a:ext uri="{FF2B5EF4-FFF2-40B4-BE49-F238E27FC236}">
                <a16:creationId xmlns:a16="http://schemas.microsoft.com/office/drawing/2014/main" id="{2ADA7B8E-D986-6C47-8C27-8014D073448C}"/>
              </a:ext>
            </a:extLst>
          </p:cNvPr>
          <p:cNvSpPr/>
          <p:nvPr/>
        </p:nvSpPr>
        <p:spPr>
          <a:xfrm>
            <a:off x="711197" y="5054388"/>
            <a:ext cx="4724375" cy="863488"/>
          </a:xfrm>
          <a:prstGeom prst="rect">
            <a:avLst/>
          </a:prstGeom>
          <a:noFill/>
          <a:ln/>
        </p:spPr>
      </p:sp>
      <p:sp>
        <p:nvSpPr>
          <p:cNvPr id="46" name="Text 18">
            <a:extLst>
              <a:ext uri="{FF2B5EF4-FFF2-40B4-BE49-F238E27FC236}">
                <a16:creationId xmlns:a16="http://schemas.microsoft.com/office/drawing/2014/main" id="{F1D0AEFB-A89F-D2DD-A36B-952212C37BDC}"/>
              </a:ext>
            </a:extLst>
          </p:cNvPr>
          <p:cNvSpPr/>
          <p:nvPr/>
        </p:nvSpPr>
        <p:spPr>
          <a:xfrm>
            <a:off x="711197" y="5054388"/>
            <a:ext cx="4775175"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latin typeface="Stapel" panose="020B0504020202020204" pitchFamily="34" charset="-52"/>
                <a:ea typeface="Stapel" pitchFamily="34" charset="-122"/>
                <a:cs typeface="Stapel" pitchFamily="34" charset="-120"/>
              </a:rPr>
              <a:t>Подзаголовок</a:t>
            </a:r>
            <a:endParaRPr lang="en-US" sz="1200" dirty="0"/>
          </a:p>
        </p:txBody>
      </p:sp>
      <p:sp>
        <p:nvSpPr>
          <p:cNvPr id="47" name="Text 19">
            <a:extLst>
              <a:ext uri="{FF2B5EF4-FFF2-40B4-BE49-F238E27FC236}">
                <a16:creationId xmlns:a16="http://schemas.microsoft.com/office/drawing/2014/main" id="{A30B2467-C440-D5E8-5E3E-F31B9F50EA33}"/>
              </a:ext>
            </a:extLst>
          </p:cNvPr>
          <p:cNvSpPr/>
          <p:nvPr/>
        </p:nvSpPr>
        <p:spPr>
          <a:xfrm>
            <a:off x="711197" y="5359149"/>
            <a:ext cx="4766708"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Lorem ipsum dolor sit amet, idque iuvaret ut cum. Mel dolores senserit elaboraret eu. Maecenas tempus, tellus eget condimentum rhoncus, sem quam semper libero, sit amet adipiscing sem neque sed ipsum. Nam quam nunc, blandit vel, luctus pulvinar, hendrerit id, lorem.</a:t>
            </a:r>
            <a:endParaRPr lang="en-US" sz="1000" dirty="0"/>
          </a:p>
        </p:txBody>
      </p:sp>
      <p:sp>
        <p:nvSpPr>
          <p:cNvPr id="48" name="Shape 20">
            <a:extLst>
              <a:ext uri="{FF2B5EF4-FFF2-40B4-BE49-F238E27FC236}">
                <a16:creationId xmlns:a16="http://schemas.microsoft.com/office/drawing/2014/main" id="{39E23A83-DD3E-A599-491F-81576591FBB7}"/>
              </a:ext>
            </a:extLst>
          </p:cNvPr>
          <p:cNvSpPr/>
          <p:nvPr/>
        </p:nvSpPr>
        <p:spPr>
          <a:xfrm>
            <a:off x="6502367" y="2819479"/>
            <a:ext cx="4724375" cy="3098397"/>
          </a:xfrm>
          <a:prstGeom prst="rect">
            <a:avLst/>
          </a:prstGeom>
          <a:noFill/>
          <a:ln/>
        </p:spPr>
      </p:sp>
      <p:sp>
        <p:nvSpPr>
          <p:cNvPr id="49" name="Shape 21">
            <a:extLst>
              <a:ext uri="{FF2B5EF4-FFF2-40B4-BE49-F238E27FC236}">
                <a16:creationId xmlns:a16="http://schemas.microsoft.com/office/drawing/2014/main" id="{2EB3457E-3EF4-5AE8-1930-750B4453A504}"/>
              </a:ext>
            </a:extLst>
          </p:cNvPr>
          <p:cNvSpPr/>
          <p:nvPr/>
        </p:nvSpPr>
        <p:spPr>
          <a:xfrm>
            <a:off x="6502367" y="2819479"/>
            <a:ext cx="4724375" cy="863488"/>
          </a:xfrm>
          <a:prstGeom prst="rect">
            <a:avLst/>
          </a:prstGeom>
          <a:noFill/>
          <a:ln/>
        </p:spPr>
      </p:sp>
      <p:sp>
        <p:nvSpPr>
          <p:cNvPr id="50" name="Text 22">
            <a:extLst>
              <a:ext uri="{FF2B5EF4-FFF2-40B4-BE49-F238E27FC236}">
                <a16:creationId xmlns:a16="http://schemas.microsoft.com/office/drawing/2014/main" id="{CA9FE933-C0E7-3A77-E19A-C11FF2DEAD13}"/>
              </a:ext>
            </a:extLst>
          </p:cNvPr>
          <p:cNvSpPr/>
          <p:nvPr/>
        </p:nvSpPr>
        <p:spPr>
          <a:xfrm>
            <a:off x="6502367" y="2819479"/>
            <a:ext cx="4775175"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latin typeface="Stapel" panose="020B0504020202020204" pitchFamily="34" charset="-52"/>
                <a:ea typeface="Stapel" pitchFamily="34" charset="-122"/>
                <a:cs typeface="Stapel" pitchFamily="34" charset="-120"/>
              </a:rPr>
              <a:t>Подзаголовок</a:t>
            </a:r>
            <a:endParaRPr lang="en-US" sz="1200" dirty="0"/>
          </a:p>
        </p:txBody>
      </p:sp>
      <p:sp>
        <p:nvSpPr>
          <p:cNvPr id="51" name="Text 23">
            <a:extLst>
              <a:ext uri="{FF2B5EF4-FFF2-40B4-BE49-F238E27FC236}">
                <a16:creationId xmlns:a16="http://schemas.microsoft.com/office/drawing/2014/main" id="{06DC082B-B609-5995-8001-01E8C8537BD0}"/>
              </a:ext>
            </a:extLst>
          </p:cNvPr>
          <p:cNvSpPr/>
          <p:nvPr/>
        </p:nvSpPr>
        <p:spPr>
          <a:xfrm>
            <a:off x="6502367" y="3124240"/>
            <a:ext cx="4766708"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Lorem ipsum dolor sit amet, idque iuvaret ut cum. Mel dolores senserit elaboraret eu. Maecenas tempus, tellus eget condimentum rhoncus, sem quam semper libero, sit amet adipiscing sem neque sed ipsum. Nam quam nunc, blandit vel, luctus pulvinar, hendrerit id, lorem.</a:t>
            </a:r>
            <a:endParaRPr lang="en-US" sz="1000" dirty="0"/>
          </a:p>
        </p:txBody>
      </p:sp>
      <p:sp>
        <p:nvSpPr>
          <p:cNvPr id="52" name="Shape 24">
            <a:extLst>
              <a:ext uri="{FF2B5EF4-FFF2-40B4-BE49-F238E27FC236}">
                <a16:creationId xmlns:a16="http://schemas.microsoft.com/office/drawing/2014/main" id="{3D6B3150-344B-BB00-2096-9F3B287F1FCB}"/>
              </a:ext>
            </a:extLst>
          </p:cNvPr>
          <p:cNvSpPr/>
          <p:nvPr/>
        </p:nvSpPr>
        <p:spPr>
          <a:xfrm>
            <a:off x="6502367" y="3936934"/>
            <a:ext cx="4724375" cy="863488"/>
          </a:xfrm>
          <a:prstGeom prst="rect">
            <a:avLst/>
          </a:prstGeom>
          <a:noFill/>
          <a:ln/>
        </p:spPr>
      </p:sp>
      <p:sp>
        <p:nvSpPr>
          <p:cNvPr id="53" name="Text 25">
            <a:extLst>
              <a:ext uri="{FF2B5EF4-FFF2-40B4-BE49-F238E27FC236}">
                <a16:creationId xmlns:a16="http://schemas.microsoft.com/office/drawing/2014/main" id="{0A269EC3-942D-B695-464F-59F5D023C6C8}"/>
              </a:ext>
            </a:extLst>
          </p:cNvPr>
          <p:cNvSpPr/>
          <p:nvPr/>
        </p:nvSpPr>
        <p:spPr>
          <a:xfrm>
            <a:off x="6502367" y="3936934"/>
            <a:ext cx="4775175"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latin typeface="Stapel" panose="020B0504020202020204" pitchFamily="34" charset="-52"/>
                <a:ea typeface="Stapel" pitchFamily="34" charset="-122"/>
                <a:cs typeface="Stapel" pitchFamily="34" charset="-120"/>
              </a:rPr>
              <a:t>Подзаголовок</a:t>
            </a:r>
            <a:endParaRPr lang="en-US" sz="1200" dirty="0"/>
          </a:p>
        </p:txBody>
      </p:sp>
      <p:sp>
        <p:nvSpPr>
          <p:cNvPr id="54" name="Text 26">
            <a:extLst>
              <a:ext uri="{FF2B5EF4-FFF2-40B4-BE49-F238E27FC236}">
                <a16:creationId xmlns:a16="http://schemas.microsoft.com/office/drawing/2014/main" id="{2FF50586-25F7-4BAB-2462-C883EF9116E9}"/>
              </a:ext>
            </a:extLst>
          </p:cNvPr>
          <p:cNvSpPr/>
          <p:nvPr/>
        </p:nvSpPr>
        <p:spPr>
          <a:xfrm>
            <a:off x="6502367" y="4241695"/>
            <a:ext cx="4766708"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Lorem ipsum dolor sit amet, idque iuvaret ut cum. Mel dolores senserit elaboraret eu. Maecenas tempus, tellus eget condimentum rhoncus, sem quam semper libero, sit amet adipiscing sem neque sed ipsum. Nam quam nunc, blandit vel, luctus pulvinar, hendrerit id, lorem.</a:t>
            </a:r>
            <a:endParaRPr lang="en-US" sz="1000" dirty="0"/>
          </a:p>
        </p:txBody>
      </p:sp>
      <p:sp>
        <p:nvSpPr>
          <p:cNvPr id="55" name="Shape 27">
            <a:extLst>
              <a:ext uri="{FF2B5EF4-FFF2-40B4-BE49-F238E27FC236}">
                <a16:creationId xmlns:a16="http://schemas.microsoft.com/office/drawing/2014/main" id="{DEE8254E-9A2F-EB1F-82A3-271DDD732D20}"/>
              </a:ext>
            </a:extLst>
          </p:cNvPr>
          <p:cNvSpPr/>
          <p:nvPr/>
        </p:nvSpPr>
        <p:spPr>
          <a:xfrm>
            <a:off x="6502367" y="5054388"/>
            <a:ext cx="4724375" cy="863488"/>
          </a:xfrm>
          <a:prstGeom prst="rect">
            <a:avLst/>
          </a:prstGeom>
          <a:noFill/>
          <a:ln/>
        </p:spPr>
      </p:sp>
      <p:sp>
        <p:nvSpPr>
          <p:cNvPr id="56" name="Text 28">
            <a:extLst>
              <a:ext uri="{FF2B5EF4-FFF2-40B4-BE49-F238E27FC236}">
                <a16:creationId xmlns:a16="http://schemas.microsoft.com/office/drawing/2014/main" id="{DF0FC32C-23D7-AE7D-379B-D8C7D1BF1850}"/>
              </a:ext>
            </a:extLst>
          </p:cNvPr>
          <p:cNvSpPr/>
          <p:nvPr/>
        </p:nvSpPr>
        <p:spPr>
          <a:xfrm>
            <a:off x="6502367" y="5054388"/>
            <a:ext cx="4775175"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latin typeface="Stapel" panose="020B0504020202020204" pitchFamily="34" charset="-52"/>
                <a:ea typeface="Stapel" pitchFamily="34" charset="-122"/>
                <a:cs typeface="Stapel" pitchFamily="34" charset="-120"/>
              </a:rPr>
              <a:t>Подзаголовок</a:t>
            </a:r>
            <a:endParaRPr lang="en-US" sz="1200" dirty="0"/>
          </a:p>
        </p:txBody>
      </p:sp>
      <p:sp>
        <p:nvSpPr>
          <p:cNvPr id="57" name="Text 29">
            <a:extLst>
              <a:ext uri="{FF2B5EF4-FFF2-40B4-BE49-F238E27FC236}">
                <a16:creationId xmlns:a16="http://schemas.microsoft.com/office/drawing/2014/main" id="{CA200296-3A04-B0CA-0E66-4DED2931ED51}"/>
              </a:ext>
            </a:extLst>
          </p:cNvPr>
          <p:cNvSpPr/>
          <p:nvPr/>
        </p:nvSpPr>
        <p:spPr>
          <a:xfrm>
            <a:off x="6502367" y="5359149"/>
            <a:ext cx="4766708"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Lorem ipsum dolor sit amet, idque iuvaret ut cum. Mel dolores senserit elaboraret eu. Maecenas tempus, tellus eget condimentum rhoncus, sem quam semper libero, sit amet adipiscing sem neque sed ipsum. Nam quam nunc, blandit vel, luctus pulvinar, hendrerit id, lorem.</a:t>
            </a:r>
            <a:endParaRPr lang="en-US" sz="1000" dirty="0"/>
          </a:p>
        </p:txBody>
      </p:sp>
      <p:sp>
        <p:nvSpPr>
          <p:cNvPr id="2" name="Номер слайда 1">
            <a:extLst>
              <a:ext uri="{FF2B5EF4-FFF2-40B4-BE49-F238E27FC236}">
                <a16:creationId xmlns:a16="http://schemas.microsoft.com/office/drawing/2014/main" id="{A75594F8-93FB-C090-AD2B-FDEAE067A8A3}"/>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66</a:t>
            </a:fld>
            <a:endParaRPr lang="ru-RU" dirty="0"/>
          </a:p>
        </p:txBody>
      </p:sp>
      <p:sp>
        <p:nvSpPr>
          <p:cNvPr id="4" name="Заголовок 3">
            <a:extLst>
              <a:ext uri="{FF2B5EF4-FFF2-40B4-BE49-F238E27FC236}">
                <a16:creationId xmlns:a16="http://schemas.microsoft.com/office/drawing/2014/main" id="{A23D7E4E-7F39-66DC-FEF9-F808CFC76F4B}"/>
              </a:ext>
            </a:extLst>
          </p:cNvPr>
          <p:cNvSpPr>
            <a:spLocks noGrp="1"/>
          </p:cNvSpPr>
          <p:nvPr>
            <p:ph type="title"/>
          </p:nvPr>
        </p:nvSpPr>
        <p:spPr/>
        <p:txBody>
          <a:bodyPr/>
          <a:lstStyle/>
          <a:p>
            <a:r>
              <a:rPr lang="ru-RU" dirty="0"/>
              <a:t>Текстовый слайд</a:t>
            </a:r>
          </a:p>
        </p:txBody>
      </p:sp>
    </p:spTree>
    <p:extLst>
      <p:ext uri="{BB962C8B-B14F-4D97-AF65-F5344CB8AC3E}">
        <p14:creationId xmlns:p14="http://schemas.microsoft.com/office/powerpoint/2010/main" val="42682855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 0">
            <a:extLst>
              <a:ext uri="{FF2B5EF4-FFF2-40B4-BE49-F238E27FC236}">
                <a16:creationId xmlns:a16="http://schemas.microsoft.com/office/drawing/2014/main" id="{B6DFBF82-FA93-64E0-4828-864DA6959BA7}"/>
              </a:ext>
            </a:extLst>
          </p:cNvPr>
          <p:cNvSpPr/>
          <p:nvPr/>
        </p:nvSpPr>
        <p:spPr>
          <a:xfrm>
            <a:off x="0" y="5206769"/>
            <a:ext cx="12191937" cy="1650785"/>
          </a:xfrm>
          <a:prstGeom prst="rect">
            <a:avLst/>
          </a:prstGeom>
          <a:solidFill>
            <a:srgbClr val="FAE6E9">
              <a:alpha val="100000"/>
            </a:srgbClr>
          </a:solidFill>
          <a:ln/>
        </p:spPr>
      </p:sp>
      <p:sp>
        <p:nvSpPr>
          <p:cNvPr id="14" name="Shape 3">
            <a:extLst>
              <a:ext uri="{FF2B5EF4-FFF2-40B4-BE49-F238E27FC236}">
                <a16:creationId xmlns:a16="http://schemas.microsoft.com/office/drawing/2014/main" id="{7E641290-E9AE-59DD-FF44-F6A1C2007A69}"/>
              </a:ext>
            </a:extLst>
          </p:cNvPr>
          <p:cNvSpPr/>
          <p:nvPr/>
        </p:nvSpPr>
        <p:spPr>
          <a:xfrm>
            <a:off x="355599" y="1397265"/>
            <a:ext cx="11480740" cy="12698"/>
          </a:xfrm>
          <a:prstGeom prst="rect">
            <a:avLst/>
          </a:prstGeom>
          <a:solidFill>
            <a:srgbClr val="000000">
              <a:alpha val="100000"/>
            </a:srgbClr>
          </a:solidFill>
          <a:ln/>
        </p:spPr>
      </p:sp>
      <p:sp>
        <p:nvSpPr>
          <p:cNvPr id="15" name="Text 4">
            <a:extLst>
              <a:ext uri="{FF2B5EF4-FFF2-40B4-BE49-F238E27FC236}">
                <a16:creationId xmlns:a16="http://schemas.microsoft.com/office/drawing/2014/main" id="{80C19FCB-4476-B6A7-5812-984CBF398205}"/>
              </a:ext>
            </a:extLst>
          </p:cNvPr>
          <p:cNvSpPr/>
          <p:nvPr/>
        </p:nvSpPr>
        <p:spPr>
          <a:xfrm>
            <a:off x="355599" y="1663930"/>
            <a:ext cx="3285050" cy="846556"/>
          </a:xfrm>
          <a:prstGeom prst="rect">
            <a:avLst/>
          </a:prstGeom>
          <a:noFill/>
          <a:ln/>
        </p:spPr>
        <p:txBody>
          <a:bodyPr wrap="square" lIns="0" tIns="0" rIns="0" bIns="0" rtlCol="0" anchor="t"/>
          <a:lstStyle/>
          <a:p>
            <a:pPr>
              <a:lnSpc>
                <a:spcPts val="2000"/>
              </a:lnSpc>
            </a:pPr>
            <a:r>
              <a:rPr lang="en-US" sz="2000" dirty="0">
                <a:solidFill>
                  <a:srgbClr val="000000">
                    <a:alpha val="100000"/>
                  </a:srgbClr>
                </a:solidFill>
                <a:latin typeface="Stapel" panose="020B0504020202020204" pitchFamily="34" charset="-52"/>
                <a:ea typeface="Stapel" pitchFamily="34" charset="-122"/>
                <a:cs typeface="Stapel" pitchFamily="34" charset="-120"/>
              </a:rPr>
              <a:t>Слайд в котром много текста. Заголовок должен быть в 2-3 строки</a:t>
            </a:r>
            <a:endParaRPr lang="en-US" sz="2000" dirty="0"/>
          </a:p>
        </p:txBody>
      </p:sp>
      <p:sp>
        <p:nvSpPr>
          <p:cNvPr id="17" name="Text 6">
            <a:extLst>
              <a:ext uri="{FF2B5EF4-FFF2-40B4-BE49-F238E27FC236}">
                <a16:creationId xmlns:a16="http://schemas.microsoft.com/office/drawing/2014/main" id="{883F8D9C-5FD0-8A23-1C8D-0A2EAE69D418}"/>
              </a:ext>
            </a:extLst>
          </p:cNvPr>
          <p:cNvSpPr/>
          <p:nvPr/>
        </p:nvSpPr>
        <p:spPr>
          <a:xfrm>
            <a:off x="6146769" y="1752818"/>
            <a:ext cx="525777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latin typeface="Stapel" panose="020B0504020202020204" pitchFamily="34" charset="-52"/>
                <a:ea typeface="Stapel" pitchFamily="34" charset="-122"/>
                <a:cs typeface="Stapel" pitchFamily="34" charset="-120"/>
              </a:rPr>
              <a:t>Подзаголовок</a:t>
            </a:r>
            <a:endParaRPr lang="en-US" sz="1200" dirty="0"/>
          </a:p>
        </p:txBody>
      </p:sp>
      <p:sp>
        <p:nvSpPr>
          <p:cNvPr id="18" name="Text 7">
            <a:extLst>
              <a:ext uri="{FF2B5EF4-FFF2-40B4-BE49-F238E27FC236}">
                <a16:creationId xmlns:a16="http://schemas.microsoft.com/office/drawing/2014/main" id="{8B15FF5F-01B1-E73C-8A25-52F3F4469B6B}"/>
              </a:ext>
            </a:extLst>
          </p:cNvPr>
          <p:cNvSpPr/>
          <p:nvPr/>
        </p:nvSpPr>
        <p:spPr>
          <a:xfrm>
            <a:off x="6146769" y="2057579"/>
            <a:ext cx="5249306"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Lorem ipsum dolor sit amet, idque iuvaret ut cum. Mel dolores senserit elaboraret eu.  Maecenas tempus, tellus eget condimentum rhoncus, sem quam semper libero, sit amet adipiscing sem neque sed ipsum. Nam quam nunc, blandit vel, luctus pulvinar, hendrerit id, lorem.</a:t>
            </a:r>
            <a:endParaRPr lang="en-US" sz="1000" dirty="0"/>
          </a:p>
        </p:txBody>
      </p:sp>
      <p:sp>
        <p:nvSpPr>
          <p:cNvPr id="20" name="Text 9">
            <a:extLst>
              <a:ext uri="{FF2B5EF4-FFF2-40B4-BE49-F238E27FC236}">
                <a16:creationId xmlns:a16="http://schemas.microsoft.com/office/drawing/2014/main" id="{FC983CE1-9F0B-E642-CF35-73F94B85FF50}"/>
              </a:ext>
            </a:extLst>
          </p:cNvPr>
          <p:cNvSpPr/>
          <p:nvPr/>
        </p:nvSpPr>
        <p:spPr>
          <a:xfrm>
            <a:off x="6146769" y="2870273"/>
            <a:ext cx="525777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latin typeface="Stapel" panose="020B0504020202020204" pitchFamily="34" charset="-52"/>
                <a:ea typeface="Stapel" pitchFamily="34" charset="-122"/>
                <a:cs typeface="Stapel" pitchFamily="34" charset="-120"/>
              </a:rPr>
              <a:t>Подзаголовок</a:t>
            </a:r>
            <a:endParaRPr lang="en-US" sz="1200" dirty="0"/>
          </a:p>
        </p:txBody>
      </p:sp>
      <p:sp>
        <p:nvSpPr>
          <p:cNvPr id="21" name="Text 10">
            <a:extLst>
              <a:ext uri="{FF2B5EF4-FFF2-40B4-BE49-F238E27FC236}">
                <a16:creationId xmlns:a16="http://schemas.microsoft.com/office/drawing/2014/main" id="{0A311B60-C838-3288-B877-39541EC3F2F2}"/>
              </a:ext>
            </a:extLst>
          </p:cNvPr>
          <p:cNvSpPr/>
          <p:nvPr/>
        </p:nvSpPr>
        <p:spPr>
          <a:xfrm>
            <a:off x="6146769" y="3175033"/>
            <a:ext cx="5249306"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Lorem ipsum dolor sit amet, idque iuvaret ut cum. Mel dolores senserit elaboraret eu.  Maecenas tempus, tellus eget condimentum rhoncus, sem quam semper libero, sit amet adipiscing sem neque sed ipsum. Nam quam nunc, blandit vel, luctus pulvinar, hendrerit id, lorem.</a:t>
            </a:r>
            <a:endParaRPr lang="en-US" sz="1000" dirty="0"/>
          </a:p>
        </p:txBody>
      </p:sp>
      <p:sp>
        <p:nvSpPr>
          <p:cNvPr id="23" name="Text 12">
            <a:extLst>
              <a:ext uri="{FF2B5EF4-FFF2-40B4-BE49-F238E27FC236}">
                <a16:creationId xmlns:a16="http://schemas.microsoft.com/office/drawing/2014/main" id="{44A6B9BA-8655-8D44-CAF8-A6C989B28DFB}"/>
              </a:ext>
            </a:extLst>
          </p:cNvPr>
          <p:cNvSpPr/>
          <p:nvPr/>
        </p:nvSpPr>
        <p:spPr>
          <a:xfrm>
            <a:off x="6146769" y="3987727"/>
            <a:ext cx="5257772" cy="203174"/>
          </a:xfrm>
          <a:prstGeom prst="rect">
            <a:avLst/>
          </a:prstGeom>
          <a:noFill/>
          <a:ln/>
        </p:spPr>
        <p:txBody>
          <a:bodyPr wrap="square" lIns="0" tIns="0" rIns="0" bIns="0" rtlCol="0" anchor="t"/>
          <a:lstStyle/>
          <a:p>
            <a:pPr>
              <a:lnSpc>
                <a:spcPts val="1200"/>
              </a:lnSpc>
            </a:pPr>
            <a:r>
              <a:rPr lang="en-US" sz="1200" dirty="0">
                <a:solidFill>
                  <a:srgbClr val="000000">
                    <a:alpha val="100000"/>
                  </a:srgbClr>
                </a:solidFill>
                <a:latin typeface="Stapel" panose="020B0504020202020204" pitchFamily="34" charset="-52"/>
                <a:ea typeface="Stapel" pitchFamily="34" charset="-122"/>
                <a:cs typeface="Stapel" pitchFamily="34" charset="-120"/>
              </a:rPr>
              <a:t>Подзаголовок</a:t>
            </a:r>
            <a:endParaRPr lang="en-US" sz="1200" dirty="0"/>
          </a:p>
        </p:txBody>
      </p:sp>
      <p:sp>
        <p:nvSpPr>
          <p:cNvPr id="24" name="Text 13">
            <a:extLst>
              <a:ext uri="{FF2B5EF4-FFF2-40B4-BE49-F238E27FC236}">
                <a16:creationId xmlns:a16="http://schemas.microsoft.com/office/drawing/2014/main" id="{A3D3781E-B97E-1DB2-A62D-891C168C4B04}"/>
              </a:ext>
            </a:extLst>
          </p:cNvPr>
          <p:cNvSpPr/>
          <p:nvPr/>
        </p:nvSpPr>
        <p:spPr>
          <a:xfrm>
            <a:off x="6146769" y="4292488"/>
            <a:ext cx="5249306"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Lorem ipsum dolor sit amet, idque iuvaret ut cum. Mel dolores senserit elaboraret eu.  Maecenas tempus, tellus eget condimentum rhoncus, sem quam semper libero, sit amet adipiscing sem neque sed ipsum. Nam quam nunc, blandit vel, luctus pulvinar, hendrerit id, lorem.</a:t>
            </a:r>
            <a:endParaRPr lang="en-US" sz="1000" dirty="0"/>
          </a:p>
        </p:txBody>
      </p:sp>
      <p:sp>
        <p:nvSpPr>
          <p:cNvPr id="25" name="Text 14">
            <a:extLst>
              <a:ext uri="{FF2B5EF4-FFF2-40B4-BE49-F238E27FC236}">
                <a16:creationId xmlns:a16="http://schemas.microsoft.com/office/drawing/2014/main" id="{2DB495A6-2BBD-5985-9F01-D9EDCF0EE41C}"/>
              </a:ext>
            </a:extLst>
          </p:cNvPr>
          <p:cNvSpPr/>
          <p:nvPr/>
        </p:nvSpPr>
        <p:spPr>
          <a:xfrm>
            <a:off x="6146769" y="5657560"/>
            <a:ext cx="5249306"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Lorem ipsum dolor sit amet, idque iuvaret ut cum. Mel dolores senserit elaboraret eu.  Maecenas tempus, tellus eget condimentum rhoncus, sem quam semper libero, sit amet adipiscing sem neque sed ipsum. Nam quam nunc, blandit vel, luctus pulvinar, hendrerit id, lorem. Nam quam nunc, blandit vel, luctus pulvinar, hendrerit id, lorem. Nam quam nunc, blandit vel, luctus pulvinar, hendrerit id, lorem.</a:t>
            </a:r>
            <a:endParaRPr lang="en-US" sz="1000" dirty="0"/>
          </a:p>
        </p:txBody>
      </p:sp>
      <p:sp>
        <p:nvSpPr>
          <p:cNvPr id="26" name="Text 15">
            <a:extLst>
              <a:ext uri="{FF2B5EF4-FFF2-40B4-BE49-F238E27FC236}">
                <a16:creationId xmlns:a16="http://schemas.microsoft.com/office/drawing/2014/main" id="{E49817F0-F407-877B-5B46-3A6E8E48B235}"/>
              </a:ext>
            </a:extLst>
          </p:cNvPr>
          <p:cNvSpPr/>
          <p:nvPr/>
        </p:nvSpPr>
        <p:spPr>
          <a:xfrm>
            <a:off x="355599" y="5562323"/>
            <a:ext cx="3285050" cy="846556"/>
          </a:xfrm>
          <a:prstGeom prst="rect">
            <a:avLst/>
          </a:prstGeom>
          <a:noFill/>
          <a:ln/>
        </p:spPr>
        <p:txBody>
          <a:bodyPr wrap="square" lIns="0" tIns="0" rIns="0" bIns="0" rtlCol="0" anchor="t"/>
          <a:lstStyle/>
          <a:p>
            <a:pPr>
              <a:lnSpc>
                <a:spcPts val="2000"/>
              </a:lnSpc>
            </a:pPr>
            <a:r>
              <a:rPr lang="en-US" sz="2000" dirty="0">
                <a:solidFill>
                  <a:srgbClr val="000000">
                    <a:alpha val="100000"/>
                  </a:srgbClr>
                </a:solidFill>
                <a:latin typeface="Stapel" panose="020B0504020202020204" pitchFamily="34" charset="-52"/>
                <a:ea typeface="Stapel" pitchFamily="34" charset="-122"/>
                <a:cs typeface="Stapel" pitchFamily="34" charset="-120"/>
              </a:rPr>
              <a:t>Слайд в котром много текста. Заголовок должен быть в 2-3 строки</a:t>
            </a:r>
            <a:endParaRPr lang="en-US" sz="2000" dirty="0"/>
          </a:p>
        </p:txBody>
      </p:sp>
      <p:sp>
        <p:nvSpPr>
          <p:cNvPr id="3" name="Номер слайда 1">
            <a:extLst>
              <a:ext uri="{FF2B5EF4-FFF2-40B4-BE49-F238E27FC236}">
                <a16:creationId xmlns:a16="http://schemas.microsoft.com/office/drawing/2014/main" id="{9A6C0F7F-201D-9D09-98D1-A59A0B7A45F5}"/>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67</a:t>
            </a:fld>
            <a:endParaRPr lang="ru-RU" dirty="0"/>
          </a:p>
        </p:txBody>
      </p:sp>
      <p:sp>
        <p:nvSpPr>
          <p:cNvPr id="4" name="Заголовок 3">
            <a:extLst>
              <a:ext uri="{FF2B5EF4-FFF2-40B4-BE49-F238E27FC236}">
                <a16:creationId xmlns:a16="http://schemas.microsoft.com/office/drawing/2014/main" id="{F16B4687-4068-D91C-FD66-D844D3346D99}"/>
              </a:ext>
            </a:extLst>
          </p:cNvPr>
          <p:cNvSpPr>
            <a:spLocks noGrp="1"/>
          </p:cNvSpPr>
          <p:nvPr>
            <p:ph type="title"/>
          </p:nvPr>
        </p:nvSpPr>
        <p:spPr/>
        <p:txBody>
          <a:bodyPr/>
          <a:lstStyle/>
          <a:p>
            <a:r>
              <a:rPr lang="ru-RU" dirty="0"/>
              <a:t>Текстовый слайд</a:t>
            </a:r>
          </a:p>
        </p:txBody>
      </p:sp>
    </p:spTree>
    <p:extLst>
      <p:ext uri="{BB962C8B-B14F-4D97-AF65-F5344CB8AC3E}">
        <p14:creationId xmlns:p14="http://schemas.microsoft.com/office/powerpoint/2010/main" val="5489884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Рисунок 17">
            <a:extLst>
              <a:ext uri="{FF2B5EF4-FFF2-40B4-BE49-F238E27FC236}">
                <a16:creationId xmlns:a16="http://schemas.microsoft.com/office/drawing/2014/main" id="{C009824C-79DF-8147-4199-34106B167016}"/>
              </a:ext>
            </a:extLst>
          </p:cNvPr>
          <p:cNvPicPr>
            <a:picLocks noGrp="1" noChangeAspect="1"/>
          </p:cNvPicPr>
          <p:nvPr>
            <p:ph type="pic" sz="quarter" idx="43"/>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a:stretch>
        </p:blipFill>
        <p:spPr/>
      </p:pic>
      <p:sp>
        <p:nvSpPr>
          <p:cNvPr id="3" name="Номер слайда 2">
            <a:extLst>
              <a:ext uri="{FF2B5EF4-FFF2-40B4-BE49-F238E27FC236}">
                <a16:creationId xmlns:a16="http://schemas.microsoft.com/office/drawing/2014/main" id="{491F6FF1-6CA9-ADDD-52D6-27C0EE10EBF1}"/>
              </a:ext>
            </a:extLst>
          </p:cNvPr>
          <p:cNvSpPr>
            <a:spLocks noGrp="1"/>
          </p:cNvSpPr>
          <p:nvPr>
            <p:ph type="sldNum" sz="quarter" idx="4"/>
          </p:nvPr>
        </p:nvSpPr>
        <p:spPr/>
        <p:txBody>
          <a:bodyPr/>
          <a:lstStyle/>
          <a:p>
            <a:fld id="{13FB4C0F-BB20-4298-B11D-AEB97E17A107}" type="slidenum">
              <a:rPr lang="ru-RU" smtClean="0"/>
              <a:pPr/>
              <a:t>68</a:t>
            </a:fld>
            <a:endParaRPr lang="ru-RU" dirty="0"/>
          </a:p>
        </p:txBody>
      </p:sp>
      <p:sp>
        <p:nvSpPr>
          <p:cNvPr id="5" name="Текст 4">
            <a:extLst>
              <a:ext uri="{FF2B5EF4-FFF2-40B4-BE49-F238E27FC236}">
                <a16:creationId xmlns:a16="http://schemas.microsoft.com/office/drawing/2014/main" id="{ED412E6C-9010-1459-BCBA-DE76E52F1692}"/>
              </a:ext>
            </a:extLst>
          </p:cNvPr>
          <p:cNvSpPr>
            <a:spLocks noGrp="1"/>
          </p:cNvSpPr>
          <p:nvPr>
            <p:ph type="body" sz="quarter" idx="41"/>
          </p:nvPr>
        </p:nvSpPr>
        <p:spPr/>
        <p:txBody>
          <a:bodyPr/>
          <a:lstStyle/>
          <a:p>
            <a:r>
              <a:rPr lang="ru-RU" dirty="0"/>
              <a:t>Заголовок</a:t>
            </a:r>
          </a:p>
        </p:txBody>
      </p:sp>
      <p:sp>
        <p:nvSpPr>
          <p:cNvPr id="6" name="Текст 5">
            <a:extLst>
              <a:ext uri="{FF2B5EF4-FFF2-40B4-BE49-F238E27FC236}">
                <a16:creationId xmlns:a16="http://schemas.microsoft.com/office/drawing/2014/main" id="{3A5D6D86-348A-4958-51A4-F6AA9E1FCD9D}"/>
              </a:ext>
            </a:extLst>
          </p:cNvPr>
          <p:cNvSpPr>
            <a:spLocks noGrp="1"/>
          </p:cNvSpPr>
          <p:nvPr>
            <p:ph type="body" sz="quarter" idx="42"/>
          </p:nvPr>
        </p:nvSpPr>
        <p:spPr/>
        <p:txBody>
          <a:bodyPr/>
          <a:lstStyle/>
          <a:p>
            <a:r>
              <a:rPr lang="ru-RU" dirty="0"/>
              <a:t>Подзаголовок</a:t>
            </a:r>
          </a:p>
        </p:txBody>
      </p:sp>
      <p:sp>
        <p:nvSpPr>
          <p:cNvPr id="7" name="Текст 6">
            <a:extLst>
              <a:ext uri="{FF2B5EF4-FFF2-40B4-BE49-F238E27FC236}">
                <a16:creationId xmlns:a16="http://schemas.microsoft.com/office/drawing/2014/main" id="{FD25B657-9DE8-1227-83B7-FDC882906527}"/>
              </a:ext>
            </a:extLst>
          </p:cNvPr>
          <p:cNvSpPr>
            <a:spLocks noGrp="1"/>
          </p:cNvSpPr>
          <p:nvPr>
            <p:ph type="body" sz="quarter" idx="47"/>
          </p:nvPr>
        </p:nvSpPr>
        <p:spPr>
          <a:xfrm>
            <a:off x="352529" y="2571414"/>
            <a:ext cx="3600000" cy="1384995"/>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8" name="Текст 7">
            <a:extLst>
              <a:ext uri="{FF2B5EF4-FFF2-40B4-BE49-F238E27FC236}">
                <a16:creationId xmlns:a16="http://schemas.microsoft.com/office/drawing/2014/main" id="{AD5E32F5-3CE3-4476-2D61-A7CD2406F453}"/>
              </a:ext>
            </a:extLst>
          </p:cNvPr>
          <p:cNvSpPr>
            <a:spLocks noGrp="1"/>
          </p:cNvSpPr>
          <p:nvPr>
            <p:ph type="body" sz="quarter" idx="48"/>
          </p:nvPr>
        </p:nvSpPr>
        <p:spPr/>
        <p:txBody>
          <a:bodyPr/>
          <a:lstStyle/>
          <a:p>
            <a:r>
              <a:rPr lang="ru-RU" dirty="0"/>
              <a:t>Заголовок</a:t>
            </a:r>
          </a:p>
        </p:txBody>
      </p:sp>
      <p:sp>
        <p:nvSpPr>
          <p:cNvPr id="9" name="Текст 8">
            <a:extLst>
              <a:ext uri="{FF2B5EF4-FFF2-40B4-BE49-F238E27FC236}">
                <a16:creationId xmlns:a16="http://schemas.microsoft.com/office/drawing/2014/main" id="{68321E8A-6B6D-DF27-6840-18F3CA61BA61}"/>
              </a:ext>
            </a:extLst>
          </p:cNvPr>
          <p:cNvSpPr>
            <a:spLocks noGrp="1"/>
          </p:cNvSpPr>
          <p:nvPr>
            <p:ph type="body" sz="quarter" idx="49"/>
          </p:nvPr>
        </p:nvSpPr>
        <p:spPr/>
        <p:txBody>
          <a:bodyPr/>
          <a:lstStyle/>
          <a:p>
            <a:r>
              <a:rPr lang="ru-RU" dirty="0"/>
              <a:t>Подзаголовок</a:t>
            </a:r>
          </a:p>
        </p:txBody>
      </p:sp>
      <p:sp>
        <p:nvSpPr>
          <p:cNvPr id="10" name="Текст 9">
            <a:extLst>
              <a:ext uri="{FF2B5EF4-FFF2-40B4-BE49-F238E27FC236}">
                <a16:creationId xmlns:a16="http://schemas.microsoft.com/office/drawing/2014/main" id="{A02F7939-35AE-223F-017E-06D13398D949}"/>
              </a:ext>
            </a:extLst>
          </p:cNvPr>
          <p:cNvSpPr>
            <a:spLocks noGrp="1"/>
          </p:cNvSpPr>
          <p:nvPr>
            <p:ph type="body" sz="quarter" idx="50"/>
          </p:nvPr>
        </p:nvSpPr>
        <p:spPr>
          <a:xfrm>
            <a:off x="4218239" y="2571414"/>
            <a:ext cx="3600000" cy="1384995"/>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11" name="Текст 10">
            <a:extLst>
              <a:ext uri="{FF2B5EF4-FFF2-40B4-BE49-F238E27FC236}">
                <a16:creationId xmlns:a16="http://schemas.microsoft.com/office/drawing/2014/main" id="{8617EC76-BDD6-C64C-2514-217E0FF9E09E}"/>
              </a:ext>
            </a:extLst>
          </p:cNvPr>
          <p:cNvSpPr>
            <a:spLocks noGrp="1"/>
          </p:cNvSpPr>
          <p:nvPr>
            <p:ph type="body" sz="quarter" idx="51"/>
          </p:nvPr>
        </p:nvSpPr>
        <p:spPr/>
        <p:txBody>
          <a:bodyPr/>
          <a:lstStyle/>
          <a:p>
            <a:r>
              <a:rPr lang="ru-RU" dirty="0"/>
              <a:t>Заголовок</a:t>
            </a:r>
          </a:p>
        </p:txBody>
      </p:sp>
      <p:sp>
        <p:nvSpPr>
          <p:cNvPr id="12" name="Текст 11">
            <a:extLst>
              <a:ext uri="{FF2B5EF4-FFF2-40B4-BE49-F238E27FC236}">
                <a16:creationId xmlns:a16="http://schemas.microsoft.com/office/drawing/2014/main" id="{4E4B70C9-D04A-7838-1066-8CEDFBFF599D}"/>
              </a:ext>
            </a:extLst>
          </p:cNvPr>
          <p:cNvSpPr>
            <a:spLocks noGrp="1"/>
          </p:cNvSpPr>
          <p:nvPr>
            <p:ph type="body" sz="quarter" idx="52"/>
          </p:nvPr>
        </p:nvSpPr>
        <p:spPr/>
        <p:txBody>
          <a:bodyPr/>
          <a:lstStyle/>
          <a:p>
            <a:r>
              <a:rPr lang="ru-RU" dirty="0"/>
              <a:t>Подзаголовок</a:t>
            </a:r>
          </a:p>
        </p:txBody>
      </p:sp>
      <p:sp>
        <p:nvSpPr>
          <p:cNvPr id="13" name="Текст 12">
            <a:extLst>
              <a:ext uri="{FF2B5EF4-FFF2-40B4-BE49-F238E27FC236}">
                <a16:creationId xmlns:a16="http://schemas.microsoft.com/office/drawing/2014/main" id="{DF925CF7-663D-3E6A-1C1C-BFE7A752DDC9}"/>
              </a:ext>
            </a:extLst>
          </p:cNvPr>
          <p:cNvSpPr>
            <a:spLocks noGrp="1"/>
          </p:cNvSpPr>
          <p:nvPr>
            <p:ph type="body" sz="quarter" idx="53"/>
          </p:nvPr>
        </p:nvSpPr>
        <p:spPr>
          <a:xfrm>
            <a:off x="8077003" y="2571414"/>
            <a:ext cx="3600000" cy="1384995"/>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14" name="Текст 13">
            <a:extLst>
              <a:ext uri="{FF2B5EF4-FFF2-40B4-BE49-F238E27FC236}">
                <a16:creationId xmlns:a16="http://schemas.microsoft.com/office/drawing/2014/main" id="{EFB3CCB3-86B5-AC86-CB27-9013362A6166}"/>
              </a:ext>
            </a:extLst>
          </p:cNvPr>
          <p:cNvSpPr>
            <a:spLocks noGrp="1"/>
          </p:cNvSpPr>
          <p:nvPr>
            <p:ph type="body" sz="quarter" idx="54"/>
          </p:nvPr>
        </p:nvSpPr>
        <p:spPr/>
        <p:txBody>
          <a:bodyPr/>
          <a:lstStyle/>
          <a:p>
            <a:r>
              <a:rPr lang="ru-RU" dirty="0"/>
              <a:t>Подзаголовок</a:t>
            </a:r>
          </a:p>
        </p:txBody>
      </p:sp>
      <p:sp>
        <p:nvSpPr>
          <p:cNvPr id="15" name="Текст 14">
            <a:extLst>
              <a:ext uri="{FF2B5EF4-FFF2-40B4-BE49-F238E27FC236}">
                <a16:creationId xmlns:a16="http://schemas.microsoft.com/office/drawing/2014/main" id="{9C0E4D74-7252-7DB6-F48F-F6388B34DC6C}"/>
              </a:ext>
            </a:extLst>
          </p:cNvPr>
          <p:cNvSpPr>
            <a:spLocks noGrp="1"/>
          </p:cNvSpPr>
          <p:nvPr>
            <p:ph type="body" sz="quarter" idx="55"/>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16" name="Текст 15">
            <a:extLst>
              <a:ext uri="{FF2B5EF4-FFF2-40B4-BE49-F238E27FC236}">
                <a16:creationId xmlns:a16="http://schemas.microsoft.com/office/drawing/2014/main" id="{CA72E802-7AEC-3D29-F258-B0F2EA79F5D7}"/>
              </a:ext>
            </a:extLst>
          </p:cNvPr>
          <p:cNvSpPr>
            <a:spLocks noGrp="1"/>
          </p:cNvSpPr>
          <p:nvPr>
            <p:ph type="body" sz="quarter" idx="56"/>
          </p:nvPr>
        </p:nvSpPr>
        <p:spPr/>
        <p:txBody>
          <a:bodyPr/>
          <a:lstStyle/>
          <a:p>
            <a:r>
              <a:rPr lang="ru-RU" dirty="0"/>
              <a:t>Здесь должен быть ваш текст: он может быть кратким или развернутым — занимающим несколько строк</a:t>
            </a:r>
          </a:p>
        </p:txBody>
      </p:sp>
      <p:sp>
        <p:nvSpPr>
          <p:cNvPr id="17" name="Заголовок 16">
            <a:extLst>
              <a:ext uri="{FF2B5EF4-FFF2-40B4-BE49-F238E27FC236}">
                <a16:creationId xmlns:a16="http://schemas.microsoft.com/office/drawing/2014/main" id="{46AA6690-D4E5-96B4-62FC-427F0E3BD26E}"/>
              </a:ext>
            </a:extLst>
          </p:cNvPr>
          <p:cNvSpPr>
            <a:spLocks noGrp="1"/>
          </p:cNvSpPr>
          <p:nvPr>
            <p:ph type="title"/>
          </p:nvPr>
        </p:nvSpPr>
        <p:spPr/>
        <p:txBody>
          <a:bodyPr/>
          <a:lstStyle/>
          <a:p>
            <a:r>
              <a:rPr lang="ru-RU" dirty="0"/>
              <a:t>Текстовый слайд с выводом</a:t>
            </a:r>
          </a:p>
        </p:txBody>
      </p:sp>
    </p:spTree>
    <p:extLst>
      <p:ext uri="{BB962C8B-B14F-4D97-AF65-F5344CB8AC3E}">
        <p14:creationId xmlns:p14="http://schemas.microsoft.com/office/powerpoint/2010/main" val="36806214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1D2F4573-F6D5-86AF-C42D-66608C73F62A}"/>
              </a:ext>
            </a:extLst>
          </p:cNvPr>
          <p:cNvSpPr>
            <a:spLocks noGrp="1"/>
          </p:cNvSpPr>
          <p:nvPr>
            <p:ph type="body" sz="quarter" idx="61"/>
          </p:nvPr>
        </p:nvSpPr>
        <p:spPr/>
        <p:txBody>
          <a:bodyPr/>
          <a:lstStyle/>
          <a:p>
            <a:r>
              <a:rPr lang="ru-RU" dirty="0"/>
              <a:t>+ХХХ</a:t>
            </a:r>
          </a:p>
        </p:txBody>
      </p:sp>
      <p:sp>
        <p:nvSpPr>
          <p:cNvPr id="3" name="Номер слайда 2">
            <a:extLst>
              <a:ext uri="{FF2B5EF4-FFF2-40B4-BE49-F238E27FC236}">
                <a16:creationId xmlns:a16="http://schemas.microsoft.com/office/drawing/2014/main" id="{23E30310-F9D8-D43F-2305-703905BF2D52}"/>
              </a:ext>
            </a:extLst>
          </p:cNvPr>
          <p:cNvSpPr>
            <a:spLocks noGrp="1"/>
          </p:cNvSpPr>
          <p:nvPr>
            <p:ph type="sldNum" sz="quarter" idx="4"/>
          </p:nvPr>
        </p:nvSpPr>
        <p:spPr/>
        <p:txBody>
          <a:bodyPr/>
          <a:lstStyle/>
          <a:p>
            <a:fld id="{13FB4C0F-BB20-4298-B11D-AEB97E17A107}" type="slidenum">
              <a:rPr lang="ru-RU" smtClean="0"/>
              <a:pPr/>
              <a:t>69</a:t>
            </a:fld>
            <a:endParaRPr lang="ru-RU" dirty="0"/>
          </a:p>
        </p:txBody>
      </p:sp>
      <p:sp>
        <p:nvSpPr>
          <p:cNvPr id="5" name="Текст 4">
            <a:extLst>
              <a:ext uri="{FF2B5EF4-FFF2-40B4-BE49-F238E27FC236}">
                <a16:creationId xmlns:a16="http://schemas.microsoft.com/office/drawing/2014/main" id="{CA9012F6-CACC-9175-9617-50FBEC404903}"/>
              </a:ext>
            </a:extLst>
          </p:cNvPr>
          <p:cNvSpPr>
            <a:spLocks noGrp="1"/>
          </p:cNvSpPr>
          <p:nvPr>
            <p:ph type="body" sz="quarter" idx="41"/>
          </p:nvPr>
        </p:nvSpPr>
        <p:spPr/>
        <p:txBody>
          <a:bodyPr/>
          <a:lstStyle/>
          <a:p>
            <a:r>
              <a:rPr lang="ru-RU" dirty="0"/>
              <a:t>Заголовок</a:t>
            </a:r>
          </a:p>
        </p:txBody>
      </p:sp>
      <p:sp>
        <p:nvSpPr>
          <p:cNvPr id="6" name="Текст 5">
            <a:extLst>
              <a:ext uri="{FF2B5EF4-FFF2-40B4-BE49-F238E27FC236}">
                <a16:creationId xmlns:a16="http://schemas.microsoft.com/office/drawing/2014/main" id="{5760CEF9-83D5-2DC8-5801-E710BA865497}"/>
              </a:ext>
            </a:extLst>
          </p:cNvPr>
          <p:cNvSpPr>
            <a:spLocks noGrp="1"/>
          </p:cNvSpPr>
          <p:nvPr>
            <p:ph type="body" sz="quarter" idx="42"/>
          </p:nvPr>
        </p:nvSpPr>
        <p:spPr/>
        <p:txBody>
          <a:bodyPr/>
          <a:lstStyle/>
          <a:p>
            <a:r>
              <a:rPr lang="ru-RU" dirty="0"/>
              <a:t>Подзаголовок</a:t>
            </a:r>
          </a:p>
        </p:txBody>
      </p:sp>
      <p:sp>
        <p:nvSpPr>
          <p:cNvPr id="7" name="Текст 6">
            <a:extLst>
              <a:ext uri="{FF2B5EF4-FFF2-40B4-BE49-F238E27FC236}">
                <a16:creationId xmlns:a16="http://schemas.microsoft.com/office/drawing/2014/main" id="{4782F167-98F7-BCAE-81E7-9E9E29CE4EC4}"/>
              </a:ext>
            </a:extLst>
          </p:cNvPr>
          <p:cNvSpPr>
            <a:spLocks noGrp="1"/>
          </p:cNvSpPr>
          <p:nvPr>
            <p:ph type="body" sz="quarter" idx="47"/>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a:t>
            </a:r>
            <a:endParaRPr lang="ru-RU" dirty="0"/>
          </a:p>
        </p:txBody>
      </p:sp>
      <p:sp>
        <p:nvSpPr>
          <p:cNvPr id="8" name="Текст 7">
            <a:extLst>
              <a:ext uri="{FF2B5EF4-FFF2-40B4-BE49-F238E27FC236}">
                <a16:creationId xmlns:a16="http://schemas.microsoft.com/office/drawing/2014/main" id="{C88124D2-BC50-750E-F5B4-8C09187296EF}"/>
              </a:ext>
            </a:extLst>
          </p:cNvPr>
          <p:cNvSpPr>
            <a:spLocks noGrp="1"/>
          </p:cNvSpPr>
          <p:nvPr>
            <p:ph type="body" sz="quarter" idx="62"/>
          </p:nvPr>
        </p:nvSpPr>
        <p:spPr/>
        <p:txBody>
          <a:bodyPr/>
          <a:lstStyle/>
          <a:p>
            <a:r>
              <a:rPr lang="ru-RU" dirty="0"/>
              <a:t>Здесь должен быть ваш текст </a:t>
            </a:r>
            <a:br>
              <a:rPr lang="ru-RU" dirty="0"/>
            </a:br>
            <a:r>
              <a:rPr lang="ru-RU" dirty="0"/>
              <a:t>в одну или несколько строк</a:t>
            </a:r>
          </a:p>
        </p:txBody>
      </p:sp>
      <p:sp>
        <p:nvSpPr>
          <p:cNvPr id="9" name="Текст 8">
            <a:extLst>
              <a:ext uri="{FF2B5EF4-FFF2-40B4-BE49-F238E27FC236}">
                <a16:creationId xmlns:a16="http://schemas.microsoft.com/office/drawing/2014/main" id="{4F510039-AD69-E1A9-A8E3-87E4EBA59785}"/>
              </a:ext>
            </a:extLst>
          </p:cNvPr>
          <p:cNvSpPr>
            <a:spLocks noGrp="1"/>
          </p:cNvSpPr>
          <p:nvPr>
            <p:ph type="body" sz="quarter" idx="19"/>
          </p:nvPr>
        </p:nvSpPr>
        <p:spPr/>
        <p:txBody>
          <a:bodyPr/>
          <a:lstStyle/>
          <a:p>
            <a:r>
              <a:rPr lang="ru-RU" dirty="0"/>
              <a:t>Выводы</a:t>
            </a:r>
          </a:p>
        </p:txBody>
      </p:sp>
      <p:sp>
        <p:nvSpPr>
          <p:cNvPr id="10" name="Текст 9">
            <a:extLst>
              <a:ext uri="{FF2B5EF4-FFF2-40B4-BE49-F238E27FC236}">
                <a16:creationId xmlns:a16="http://schemas.microsoft.com/office/drawing/2014/main" id="{ECC83FC7-F3C9-26E0-9AE1-C902B9D5232D}"/>
              </a:ext>
            </a:extLst>
          </p:cNvPr>
          <p:cNvSpPr>
            <a:spLocks noGrp="1"/>
          </p:cNvSpPr>
          <p:nvPr>
            <p:ph type="body" sz="quarter" idx="58"/>
          </p:nvPr>
        </p:nvSpPr>
        <p:spPr/>
        <p:txBody>
          <a:bodyPr/>
          <a:lstStyle/>
          <a:p>
            <a:r>
              <a:rPr lang="ru-RU" dirty="0"/>
              <a:t>Маркированный список</a:t>
            </a:r>
          </a:p>
          <a:p>
            <a:r>
              <a:rPr lang="ru-RU" dirty="0"/>
              <a:t>Маркированный список, он может быть кратким или развернутым — занимающим несколько строк</a:t>
            </a:r>
          </a:p>
          <a:p>
            <a:r>
              <a:rPr lang="ru-RU" dirty="0"/>
              <a:t>Маркированный список, он может быть кратким или развернутым — занимающим несколько строк</a:t>
            </a:r>
            <a:endParaRPr lang="ru-RU" dirty="0">
              <a:effectLst/>
            </a:endParaRPr>
          </a:p>
        </p:txBody>
      </p:sp>
      <p:sp>
        <p:nvSpPr>
          <p:cNvPr id="11" name="Shape 13">
            <a:extLst>
              <a:ext uri="{FF2B5EF4-FFF2-40B4-BE49-F238E27FC236}">
                <a16:creationId xmlns:a16="http://schemas.microsoft.com/office/drawing/2014/main" id="{C1DEFB75-6378-A322-7AAD-8E6195544064}"/>
              </a:ext>
            </a:extLst>
          </p:cNvPr>
          <p:cNvSpPr/>
          <p:nvPr/>
        </p:nvSpPr>
        <p:spPr>
          <a:xfrm>
            <a:off x="4698976" y="4368678"/>
            <a:ext cx="4241778" cy="1015868"/>
          </a:xfrm>
          <a:prstGeom prst="rect">
            <a:avLst/>
          </a:prstGeom>
          <a:solidFill>
            <a:srgbClr val="FFFFFF">
              <a:alpha val="100000"/>
            </a:srgbClr>
          </a:solidFill>
          <a:ln/>
        </p:spPr>
        <p:txBody>
          <a:bodyPr/>
          <a:lstStyle/>
          <a:p>
            <a:endParaRPr lang="ru-RU" sz="450" dirty="0"/>
          </a:p>
        </p:txBody>
      </p:sp>
      <p:sp>
        <p:nvSpPr>
          <p:cNvPr id="12" name="Shape 14">
            <a:extLst>
              <a:ext uri="{FF2B5EF4-FFF2-40B4-BE49-F238E27FC236}">
                <a16:creationId xmlns:a16="http://schemas.microsoft.com/office/drawing/2014/main" id="{04C68652-A4DB-1244-D2AE-6D3BDEB74A9B}"/>
              </a:ext>
            </a:extLst>
          </p:cNvPr>
          <p:cNvSpPr/>
          <p:nvPr/>
        </p:nvSpPr>
        <p:spPr>
          <a:xfrm>
            <a:off x="4902175" y="4571851"/>
            <a:ext cx="609597" cy="609521"/>
          </a:xfrm>
          <a:prstGeom prst="rect">
            <a:avLst/>
          </a:prstGeom>
          <a:solidFill>
            <a:srgbClr val="CF0522">
              <a:alpha val="100000"/>
            </a:srgbClr>
          </a:solidFill>
          <a:ln/>
        </p:spPr>
      </p:sp>
      <p:pic>
        <p:nvPicPr>
          <p:cNvPr id="13" name="Image 4">
            <a:extLst>
              <a:ext uri="{FF2B5EF4-FFF2-40B4-BE49-F238E27FC236}">
                <a16:creationId xmlns:a16="http://schemas.microsoft.com/office/drawing/2014/main" id="{75010362-C140-85A3-59E5-9AC7557CA353}"/>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054593" y="4724232"/>
            <a:ext cx="304760" cy="304760"/>
          </a:xfrm>
          <a:prstGeom prst="rect">
            <a:avLst/>
          </a:prstGeom>
        </p:spPr>
      </p:pic>
      <p:sp>
        <p:nvSpPr>
          <p:cNvPr id="14" name="Shape 8">
            <a:extLst>
              <a:ext uri="{FF2B5EF4-FFF2-40B4-BE49-F238E27FC236}">
                <a16:creationId xmlns:a16="http://schemas.microsoft.com/office/drawing/2014/main" id="{686E351E-0C38-4B7D-B0BD-63572271C4A7}"/>
              </a:ext>
            </a:extLst>
          </p:cNvPr>
          <p:cNvSpPr/>
          <p:nvPr/>
        </p:nvSpPr>
        <p:spPr>
          <a:xfrm>
            <a:off x="355598" y="4368678"/>
            <a:ext cx="4241778" cy="1015868"/>
          </a:xfrm>
          <a:prstGeom prst="rect">
            <a:avLst/>
          </a:prstGeom>
          <a:solidFill>
            <a:srgbClr val="FFFFFF">
              <a:alpha val="100000"/>
            </a:srgbClr>
          </a:solidFill>
          <a:ln/>
        </p:spPr>
      </p:sp>
      <p:sp>
        <p:nvSpPr>
          <p:cNvPr id="15" name="Shape 9">
            <a:extLst>
              <a:ext uri="{FF2B5EF4-FFF2-40B4-BE49-F238E27FC236}">
                <a16:creationId xmlns:a16="http://schemas.microsoft.com/office/drawing/2014/main" id="{BC7FB9F0-147E-4AC4-73E9-C124ACDCF5DC}"/>
              </a:ext>
            </a:extLst>
          </p:cNvPr>
          <p:cNvSpPr/>
          <p:nvPr/>
        </p:nvSpPr>
        <p:spPr>
          <a:xfrm>
            <a:off x="558797" y="4571851"/>
            <a:ext cx="609597" cy="609521"/>
          </a:xfrm>
          <a:prstGeom prst="rect">
            <a:avLst/>
          </a:prstGeom>
          <a:solidFill>
            <a:srgbClr val="CF0522">
              <a:alpha val="100000"/>
            </a:srgbClr>
          </a:solidFill>
          <a:ln/>
        </p:spPr>
      </p:sp>
      <p:pic>
        <p:nvPicPr>
          <p:cNvPr id="16" name="Image 2">
            <a:extLst>
              <a:ext uri="{FF2B5EF4-FFF2-40B4-BE49-F238E27FC236}">
                <a16:creationId xmlns:a16="http://schemas.microsoft.com/office/drawing/2014/main" id="{AC99702C-8329-A183-9B9F-59A8948B6304}"/>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711216" y="4724232"/>
            <a:ext cx="304760" cy="304760"/>
          </a:xfrm>
          <a:prstGeom prst="rect">
            <a:avLst/>
          </a:prstGeom>
        </p:spPr>
      </p:pic>
      <p:sp>
        <p:nvSpPr>
          <p:cNvPr id="39" name="Shape 10">
            <a:extLst>
              <a:ext uri="{FF2B5EF4-FFF2-40B4-BE49-F238E27FC236}">
                <a16:creationId xmlns:a16="http://schemas.microsoft.com/office/drawing/2014/main" id="{B2AB87A5-B80D-FF4D-C88F-1574B85A0456}"/>
              </a:ext>
            </a:extLst>
          </p:cNvPr>
          <p:cNvSpPr/>
          <p:nvPr/>
        </p:nvSpPr>
        <p:spPr>
          <a:xfrm>
            <a:off x="711197" y="4724232"/>
            <a:ext cx="304798" cy="304760"/>
          </a:xfrm>
          <a:prstGeom prst="rect">
            <a:avLst/>
          </a:prstGeom>
          <a:noFill/>
          <a:ln/>
        </p:spPr>
      </p:sp>
      <p:sp>
        <p:nvSpPr>
          <p:cNvPr id="40" name="Shape 15">
            <a:extLst>
              <a:ext uri="{FF2B5EF4-FFF2-40B4-BE49-F238E27FC236}">
                <a16:creationId xmlns:a16="http://schemas.microsoft.com/office/drawing/2014/main" id="{9E9AF718-82C7-072F-9C7F-8C2109DAC509}"/>
              </a:ext>
            </a:extLst>
          </p:cNvPr>
          <p:cNvSpPr/>
          <p:nvPr/>
        </p:nvSpPr>
        <p:spPr>
          <a:xfrm>
            <a:off x="5054574" y="4724232"/>
            <a:ext cx="304798" cy="304760"/>
          </a:xfrm>
          <a:prstGeom prst="rect">
            <a:avLst/>
          </a:prstGeom>
          <a:noFill/>
          <a:ln/>
        </p:spPr>
      </p:sp>
      <p:sp>
        <p:nvSpPr>
          <p:cNvPr id="41" name="Text 12">
            <a:extLst>
              <a:ext uri="{FF2B5EF4-FFF2-40B4-BE49-F238E27FC236}">
                <a16:creationId xmlns:a16="http://schemas.microsoft.com/office/drawing/2014/main" id="{D77925D9-8885-5C8D-61BA-949064338AD2}"/>
              </a:ext>
            </a:extLst>
          </p:cNvPr>
          <p:cNvSpPr/>
          <p:nvPr/>
        </p:nvSpPr>
        <p:spPr>
          <a:xfrm>
            <a:off x="1371594" y="4571851"/>
            <a:ext cx="3064917" cy="321692"/>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Здесь должен быть </a:t>
            </a:r>
            <a:endParaRPr lang="en-US" sz="1000" dirty="0"/>
          </a:p>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ваш текст в одну или несколько строк</a:t>
            </a:r>
            <a:endParaRPr lang="en-US" sz="1000" dirty="0"/>
          </a:p>
        </p:txBody>
      </p:sp>
      <p:sp>
        <p:nvSpPr>
          <p:cNvPr id="42" name="Text 17">
            <a:extLst>
              <a:ext uri="{FF2B5EF4-FFF2-40B4-BE49-F238E27FC236}">
                <a16:creationId xmlns:a16="http://schemas.microsoft.com/office/drawing/2014/main" id="{A8EE06FC-0660-A456-6129-3D1118D7B0CC}"/>
              </a:ext>
            </a:extLst>
          </p:cNvPr>
          <p:cNvSpPr/>
          <p:nvPr/>
        </p:nvSpPr>
        <p:spPr>
          <a:xfrm>
            <a:off x="5714971" y="4571851"/>
            <a:ext cx="3064917" cy="321692"/>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Здесь должен быть </a:t>
            </a:r>
            <a:endParaRPr lang="en-US" sz="1000" dirty="0"/>
          </a:p>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ваш текст в одну или несколько строк</a:t>
            </a:r>
            <a:endParaRPr lang="en-US" sz="1000" dirty="0"/>
          </a:p>
        </p:txBody>
      </p:sp>
      <p:sp>
        <p:nvSpPr>
          <p:cNvPr id="48" name="Shape 13">
            <a:extLst>
              <a:ext uri="{FF2B5EF4-FFF2-40B4-BE49-F238E27FC236}">
                <a16:creationId xmlns:a16="http://schemas.microsoft.com/office/drawing/2014/main" id="{141CFDA5-A34D-62F4-AC2C-9EA9BA311906}"/>
              </a:ext>
            </a:extLst>
          </p:cNvPr>
          <p:cNvSpPr/>
          <p:nvPr/>
        </p:nvSpPr>
        <p:spPr>
          <a:xfrm>
            <a:off x="4698976" y="5493699"/>
            <a:ext cx="4241778" cy="1015868"/>
          </a:xfrm>
          <a:prstGeom prst="rect">
            <a:avLst/>
          </a:prstGeom>
          <a:solidFill>
            <a:srgbClr val="FFFFFF">
              <a:alpha val="100000"/>
            </a:srgbClr>
          </a:solidFill>
          <a:ln/>
        </p:spPr>
        <p:txBody>
          <a:bodyPr/>
          <a:lstStyle/>
          <a:p>
            <a:endParaRPr lang="ru-RU" sz="450" dirty="0"/>
          </a:p>
        </p:txBody>
      </p:sp>
      <p:sp>
        <p:nvSpPr>
          <p:cNvPr id="49" name="Shape 14">
            <a:extLst>
              <a:ext uri="{FF2B5EF4-FFF2-40B4-BE49-F238E27FC236}">
                <a16:creationId xmlns:a16="http://schemas.microsoft.com/office/drawing/2014/main" id="{664AACB6-6912-CBC9-4AB9-B828A84F5E90}"/>
              </a:ext>
            </a:extLst>
          </p:cNvPr>
          <p:cNvSpPr/>
          <p:nvPr/>
        </p:nvSpPr>
        <p:spPr>
          <a:xfrm>
            <a:off x="4902175" y="5696872"/>
            <a:ext cx="609597" cy="609521"/>
          </a:xfrm>
          <a:prstGeom prst="rect">
            <a:avLst/>
          </a:prstGeom>
          <a:solidFill>
            <a:srgbClr val="CF0522">
              <a:alpha val="100000"/>
            </a:srgbClr>
          </a:solidFill>
          <a:ln/>
        </p:spPr>
      </p:sp>
      <p:pic>
        <p:nvPicPr>
          <p:cNvPr id="50" name="Image 4">
            <a:extLst>
              <a:ext uri="{FF2B5EF4-FFF2-40B4-BE49-F238E27FC236}">
                <a16:creationId xmlns:a16="http://schemas.microsoft.com/office/drawing/2014/main" id="{B91CA7BA-5812-BE13-6356-0C411D9E8956}"/>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054593" y="5849253"/>
            <a:ext cx="304760" cy="304760"/>
          </a:xfrm>
          <a:prstGeom prst="rect">
            <a:avLst/>
          </a:prstGeom>
        </p:spPr>
      </p:pic>
      <p:sp>
        <p:nvSpPr>
          <p:cNvPr id="51" name="Shape 8">
            <a:extLst>
              <a:ext uri="{FF2B5EF4-FFF2-40B4-BE49-F238E27FC236}">
                <a16:creationId xmlns:a16="http://schemas.microsoft.com/office/drawing/2014/main" id="{712B6B08-A767-94C9-9C81-615E8D266499}"/>
              </a:ext>
            </a:extLst>
          </p:cNvPr>
          <p:cNvSpPr/>
          <p:nvPr/>
        </p:nvSpPr>
        <p:spPr>
          <a:xfrm>
            <a:off x="355598" y="5493699"/>
            <a:ext cx="4241778" cy="1015868"/>
          </a:xfrm>
          <a:prstGeom prst="rect">
            <a:avLst/>
          </a:prstGeom>
          <a:solidFill>
            <a:srgbClr val="FFFFFF">
              <a:alpha val="100000"/>
            </a:srgbClr>
          </a:solidFill>
          <a:ln/>
        </p:spPr>
      </p:sp>
      <p:sp>
        <p:nvSpPr>
          <p:cNvPr id="52" name="Shape 9">
            <a:extLst>
              <a:ext uri="{FF2B5EF4-FFF2-40B4-BE49-F238E27FC236}">
                <a16:creationId xmlns:a16="http://schemas.microsoft.com/office/drawing/2014/main" id="{2B057873-6C17-C8B0-F9FD-73B6E47E46FA}"/>
              </a:ext>
            </a:extLst>
          </p:cNvPr>
          <p:cNvSpPr/>
          <p:nvPr/>
        </p:nvSpPr>
        <p:spPr>
          <a:xfrm>
            <a:off x="558797" y="5696872"/>
            <a:ext cx="609597" cy="609521"/>
          </a:xfrm>
          <a:prstGeom prst="rect">
            <a:avLst/>
          </a:prstGeom>
          <a:solidFill>
            <a:srgbClr val="CF0522">
              <a:alpha val="100000"/>
            </a:srgbClr>
          </a:solidFill>
          <a:ln/>
        </p:spPr>
      </p:sp>
      <p:pic>
        <p:nvPicPr>
          <p:cNvPr id="53" name="Image 2">
            <a:extLst>
              <a:ext uri="{FF2B5EF4-FFF2-40B4-BE49-F238E27FC236}">
                <a16:creationId xmlns:a16="http://schemas.microsoft.com/office/drawing/2014/main" id="{5A1DECA8-5615-E45C-2AB5-919E028BF74A}"/>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11216" y="5849253"/>
            <a:ext cx="304760" cy="304760"/>
          </a:xfrm>
          <a:prstGeom prst="rect">
            <a:avLst/>
          </a:prstGeom>
        </p:spPr>
      </p:pic>
      <p:sp>
        <p:nvSpPr>
          <p:cNvPr id="54" name="Shape 10">
            <a:extLst>
              <a:ext uri="{FF2B5EF4-FFF2-40B4-BE49-F238E27FC236}">
                <a16:creationId xmlns:a16="http://schemas.microsoft.com/office/drawing/2014/main" id="{04D63F2C-598A-F4AD-9DC0-4FA528F6C58E}"/>
              </a:ext>
            </a:extLst>
          </p:cNvPr>
          <p:cNvSpPr/>
          <p:nvPr/>
        </p:nvSpPr>
        <p:spPr>
          <a:xfrm>
            <a:off x="711197" y="5849253"/>
            <a:ext cx="304798" cy="304760"/>
          </a:xfrm>
          <a:prstGeom prst="rect">
            <a:avLst/>
          </a:prstGeom>
          <a:noFill/>
          <a:ln/>
        </p:spPr>
      </p:sp>
      <p:sp>
        <p:nvSpPr>
          <p:cNvPr id="55" name="Shape 15">
            <a:extLst>
              <a:ext uri="{FF2B5EF4-FFF2-40B4-BE49-F238E27FC236}">
                <a16:creationId xmlns:a16="http://schemas.microsoft.com/office/drawing/2014/main" id="{C28DE471-68CC-3F58-EBB8-371B08542A22}"/>
              </a:ext>
            </a:extLst>
          </p:cNvPr>
          <p:cNvSpPr/>
          <p:nvPr/>
        </p:nvSpPr>
        <p:spPr>
          <a:xfrm>
            <a:off x="5054574" y="5849253"/>
            <a:ext cx="304798" cy="304760"/>
          </a:xfrm>
          <a:prstGeom prst="rect">
            <a:avLst/>
          </a:prstGeom>
          <a:noFill/>
          <a:ln/>
        </p:spPr>
      </p:sp>
      <p:sp>
        <p:nvSpPr>
          <p:cNvPr id="56" name="Text 12">
            <a:extLst>
              <a:ext uri="{FF2B5EF4-FFF2-40B4-BE49-F238E27FC236}">
                <a16:creationId xmlns:a16="http://schemas.microsoft.com/office/drawing/2014/main" id="{15901BCF-3293-3EC8-C623-D53EB55EEA9C}"/>
              </a:ext>
            </a:extLst>
          </p:cNvPr>
          <p:cNvSpPr/>
          <p:nvPr/>
        </p:nvSpPr>
        <p:spPr>
          <a:xfrm>
            <a:off x="1371594" y="5696872"/>
            <a:ext cx="3064917" cy="321692"/>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Здесь должен быть </a:t>
            </a:r>
            <a:endParaRPr lang="en-US" sz="1000" dirty="0"/>
          </a:p>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ваш текст в одну или несколько строк</a:t>
            </a:r>
            <a:endParaRPr lang="en-US" sz="1000" dirty="0"/>
          </a:p>
        </p:txBody>
      </p:sp>
      <p:sp>
        <p:nvSpPr>
          <p:cNvPr id="57" name="Text 17">
            <a:extLst>
              <a:ext uri="{FF2B5EF4-FFF2-40B4-BE49-F238E27FC236}">
                <a16:creationId xmlns:a16="http://schemas.microsoft.com/office/drawing/2014/main" id="{0BF14BE9-085C-A787-8036-D10AD3FB6331}"/>
              </a:ext>
            </a:extLst>
          </p:cNvPr>
          <p:cNvSpPr/>
          <p:nvPr/>
        </p:nvSpPr>
        <p:spPr>
          <a:xfrm>
            <a:off x="5714971" y="5696872"/>
            <a:ext cx="3064917" cy="321692"/>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Здесь должен быть </a:t>
            </a:r>
            <a:endParaRPr lang="en-US" sz="1000" dirty="0"/>
          </a:p>
          <a:p>
            <a:pPr>
              <a:lnSpc>
                <a:spcPts val="1100"/>
              </a:lnSpc>
            </a:pPr>
            <a:r>
              <a:rPr lang="en-US" sz="1000" dirty="0">
                <a:solidFill>
                  <a:srgbClr val="000000">
                    <a:alpha val="100000"/>
                  </a:srgbClr>
                </a:solidFill>
                <a:latin typeface="Stapel" panose="020B0504020202020204" pitchFamily="34" charset="-52"/>
                <a:ea typeface="Stapel" pitchFamily="34" charset="-122"/>
                <a:cs typeface="Stapel" pitchFamily="34" charset="-120"/>
              </a:rPr>
              <a:t>ваш текст в одну или несколько строк</a:t>
            </a:r>
            <a:endParaRPr lang="en-US" sz="1000" dirty="0"/>
          </a:p>
        </p:txBody>
      </p:sp>
      <p:sp>
        <p:nvSpPr>
          <p:cNvPr id="18" name="Заголовок 17">
            <a:extLst>
              <a:ext uri="{FF2B5EF4-FFF2-40B4-BE49-F238E27FC236}">
                <a16:creationId xmlns:a16="http://schemas.microsoft.com/office/drawing/2014/main" id="{FBFC1830-2DBD-C9F6-E482-9338D72C4BDB}"/>
              </a:ext>
            </a:extLst>
          </p:cNvPr>
          <p:cNvSpPr>
            <a:spLocks noGrp="1"/>
          </p:cNvSpPr>
          <p:nvPr>
            <p:ph type="title"/>
          </p:nvPr>
        </p:nvSpPr>
        <p:spPr/>
        <p:txBody>
          <a:bodyPr/>
          <a:lstStyle/>
          <a:p>
            <a:r>
              <a:rPr lang="ru-RU" dirty="0"/>
              <a:t>Текстовый слайд с фактоидом и плитками</a:t>
            </a:r>
          </a:p>
        </p:txBody>
      </p:sp>
    </p:spTree>
    <p:extLst>
      <p:ext uri="{BB962C8B-B14F-4D97-AF65-F5344CB8AC3E}">
        <p14:creationId xmlns:p14="http://schemas.microsoft.com/office/powerpoint/2010/main" val="14445189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B22D3B82-09B1-19C3-5EBC-1D9817597028}"/>
              </a:ext>
            </a:extLst>
          </p:cNvPr>
          <p:cNvSpPr/>
          <p:nvPr/>
        </p:nvSpPr>
        <p:spPr>
          <a:xfrm>
            <a:off x="355599" y="1397265"/>
            <a:ext cx="2793985" cy="4063471"/>
          </a:xfrm>
          <a:prstGeom prst="rect">
            <a:avLst/>
          </a:prstGeom>
          <a:solidFill>
            <a:srgbClr val="FFFFFF">
              <a:alpha val="100000"/>
            </a:srgbClr>
          </a:solidFill>
          <a:ln/>
        </p:spPr>
      </p:sp>
      <p:sp>
        <p:nvSpPr>
          <p:cNvPr id="6" name="Shape 1">
            <a:extLst>
              <a:ext uri="{FF2B5EF4-FFF2-40B4-BE49-F238E27FC236}">
                <a16:creationId xmlns:a16="http://schemas.microsoft.com/office/drawing/2014/main" id="{F3BFB0B9-51FD-4F84-3356-147F95D228AB}"/>
              </a:ext>
            </a:extLst>
          </p:cNvPr>
          <p:cNvSpPr/>
          <p:nvPr/>
        </p:nvSpPr>
        <p:spPr>
          <a:xfrm>
            <a:off x="558797" y="1600438"/>
            <a:ext cx="609597" cy="609521"/>
          </a:xfrm>
          <a:prstGeom prst="rect">
            <a:avLst/>
          </a:prstGeom>
          <a:solidFill>
            <a:srgbClr val="CF0522">
              <a:alpha val="100000"/>
            </a:srgbClr>
          </a:solidFill>
          <a:ln/>
        </p:spPr>
      </p:sp>
      <p:sp>
        <p:nvSpPr>
          <p:cNvPr id="7" name="Shape 2">
            <a:extLst>
              <a:ext uri="{FF2B5EF4-FFF2-40B4-BE49-F238E27FC236}">
                <a16:creationId xmlns:a16="http://schemas.microsoft.com/office/drawing/2014/main" id="{D78DE8E4-3863-9A17-90BC-32DB486BDA05}"/>
              </a:ext>
            </a:extLst>
          </p:cNvPr>
          <p:cNvSpPr/>
          <p:nvPr/>
        </p:nvSpPr>
        <p:spPr>
          <a:xfrm>
            <a:off x="711197" y="1752818"/>
            <a:ext cx="304798" cy="304760"/>
          </a:xfrm>
          <a:prstGeom prst="rect">
            <a:avLst/>
          </a:prstGeom>
          <a:noFill/>
          <a:ln/>
        </p:spPr>
      </p:sp>
      <p:pic>
        <p:nvPicPr>
          <p:cNvPr id="8" name="Image 1" descr=" ">
            <a:extLst>
              <a:ext uri="{FF2B5EF4-FFF2-40B4-BE49-F238E27FC236}">
                <a16:creationId xmlns:a16="http://schemas.microsoft.com/office/drawing/2014/main" id="{0F3963CE-0E18-3FCF-56CD-806002F7366A}"/>
              </a:ext>
            </a:extLst>
          </p:cNvPr>
          <p:cNvPicPr>
            <a:picLocks noChangeAspect="1"/>
          </p:cNvPicPr>
          <p:nvPr/>
        </p:nvPicPr>
        <p:blipFill>
          <a:blip r:embed="rId2"/>
          <a:stretch>
            <a:fillRect/>
          </a:stretch>
        </p:blipFill>
        <p:spPr>
          <a:xfrm>
            <a:off x="711197" y="1752818"/>
            <a:ext cx="304798" cy="304760"/>
          </a:xfrm>
          <a:prstGeom prst="rect">
            <a:avLst/>
          </a:prstGeom>
        </p:spPr>
      </p:pic>
      <p:pic>
        <p:nvPicPr>
          <p:cNvPr id="9" name="Image 2" descr=" ">
            <a:extLst>
              <a:ext uri="{FF2B5EF4-FFF2-40B4-BE49-F238E27FC236}">
                <a16:creationId xmlns:a16="http://schemas.microsoft.com/office/drawing/2014/main" id="{4D56F888-5F04-3D7E-B506-11A0D13B118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48279" y="1778215"/>
            <a:ext cx="230757" cy="253967"/>
          </a:xfrm>
          <a:prstGeom prst="rect">
            <a:avLst/>
          </a:prstGeom>
        </p:spPr>
      </p:pic>
      <p:sp>
        <p:nvSpPr>
          <p:cNvPr id="10" name="Shape 3">
            <a:extLst>
              <a:ext uri="{FF2B5EF4-FFF2-40B4-BE49-F238E27FC236}">
                <a16:creationId xmlns:a16="http://schemas.microsoft.com/office/drawing/2014/main" id="{80D92C69-6637-901F-7B6C-6D2FB4682371}"/>
              </a:ext>
            </a:extLst>
          </p:cNvPr>
          <p:cNvSpPr/>
          <p:nvPr/>
        </p:nvSpPr>
        <p:spPr>
          <a:xfrm>
            <a:off x="558798" y="2413132"/>
            <a:ext cx="2387588" cy="1663483"/>
          </a:xfrm>
          <a:prstGeom prst="rect">
            <a:avLst/>
          </a:prstGeom>
          <a:noFill/>
          <a:ln/>
        </p:spPr>
      </p:sp>
      <p:sp>
        <p:nvSpPr>
          <p:cNvPr id="11" name="Text 4">
            <a:extLst>
              <a:ext uri="{FF2B5EF4-FFF2-40B4-BE49-F238E27FC236}">
                <a16:creationId xmlns:a16="http://schemas.microsoft.com/office/drawing/2014/main" id="{BAD647A5-41B8-1BCA-8529-47D8362509DB}"/>
              </a:ext>
            </a:extLst>
          </p:cNvPr>
          <p:cNvSpPr/>
          <p:nvPr/>
        </p:nvSpPr>
        <p:spPr>
          <a:xfrm>
            <a:off x="558798" y="2413132"/>
            <a:ext cx="2556920" cy="512167"/>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 в одну </a:t>
            </a:r>
            <a:endParaRPr lang="en-US" sz="1600" dirty="0"/>
          </a:p>
          <a:p>
            <a:pPr>
              <a:lnSpc>
                <a:spcPts val="1760"/>
              </a:lnSpc>
            </a:pPr>
            <a:r>
              <a:rPr lang="en-US" sz="1600" dirty="0">
                <a:solidFill>
                  <a:srgbClr val="000000">
                    <a:alpha val="100000"/>
                  </a:srgbClr>
                </a:solidFill>
                <a:ea typeface="Stapel" pitchFamily="34" charset="-122"/>
                <a:cs typeface="Stapel" pitchFamily="34" charset="-120"/>
              </a:rPr>
              <a:t>или несколько строк</a:t>
            </a:r>
            <a:endParaRPr lang="en-US" sz="1600" dirty="0"/>
          </a:p>
        </p:txBody>
      </p:sp>
      <p:sp>
        <p:nvSpPr>
          <p:cNvPr id="12" name="Text 5">
            <a:extLst>
              <a:ext uri="{FF2B5EF4-FFF2-40B4-BE49-F238E27FC236}">
                <a16:creationId xmlns:a16="http://schemas.microsoft.com/office/drawing/2014/main" id="{2F9323A0-0B42-DB66-35A1-E0C5281FF005}"/>
              </a:ext>
            </a:extLst>
          </p:cNvPr>
          <p:cNvSpPr/>
          <p:nvPr/>
        </p:nvSpPr>
        <p:spPr>
          <a:xfrm>
            <a:off x="558797" y="2959162"/>
            <a:ext cx="2429921" cy="1159782"/>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possit aliquip  delectus no.</a:t>
            </a:r>
            <a:endParaRPr lang="en-US" sz="1000" dirty="0"/>
          </a:p>
        </p:txBody>
      </p:sp>
      <p:sp>
        <p:nvSpPr>
          <p:cNvPr id="13" name="Text 6">
            <a:extLst>
              <a:ext uri="{FF2B5EF4-FFF2-40B4-BE49-F238E27FC236}">
                <a16:creationId xmlns:a16="http://schemas.microsoft.com/office/drawing/2014/main" id="{5678BDC8-A436-520D-2924-14A93793AD7A}"/>
              </a:ext>
            </a:extLst>
          </p:cNvPr>
          <p:cNvSpPr/>
          <p:nvPr/>
        </p:nvSpPr>
        <p:spPr>
          <a:xfrm>
            <a:off x="1227661" y="1600438"/>
            <a:ext cx="1718724" cy="182010"/>
          </a:xfrm>
          <a:prstGeom prst="rect">
            <a:avLst/>
          </a:prstGeom>
          <a:noFill/>
          <a:ln/>
        </p:spPr>
        <p:txBody>
          <a:bodyPr wrap="square" lIns="0" tIns="0" rIns="0" bIns="0" rtlCol="0" anchor="t"/>
          <a:lstStyle/>
          <a:p>
            <a:pPr algn="r">
              <a:lnSpc>
                <a:spcPts val="1100"/>
              </a:lnSpc>
            </a:pPr>
            <a:r>
              <a:rPr lang="en-US" sz="1000" kern="0" spc="-10" dirty="0">
                <a:solidFill>
                  <a:srgbClr val="CF0522">
                    <a:alpha val="100000"/>
                  </a:srgbClr>
                </a:solidFill>
                <a:ea typeface="Stapel" pitchFamily="34" charset="-122"/>
                <a:cs typeface="Stapel" pitchFamily="34" charset="-120"/>
              </a:rPr>
              <a:t>01</a:t>
            </a:r>
            <a:endParaRPr lang="en-US" sz="1000" dirty="0"/>
          </a:p>
        </p:txBody>
      </p:sp>
      <p:pic>
        <p:nvPicPr>
          <p:cNvPr id="14" name="Image 3" descr=" ">
            <a:extLst>
              <a:ext uri="{FF2B5EF4-FFF2-40B4-BE49-F238E27FC236}">
                <a16:creationId xmlns:a16="http://schemas.microsoft.com/office/drawing/2014/main" id="{CAD8276A-7CAE-05DD-9C71-62CCDC4AEE3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705086" y="4914706"/>
            <a:ext cx="444498" cy="546029"/>
          </a:xfrm>
          <a:prstGeom prst="rect">
            <a:avLst/>
          </a:prstGeom>
        </p:spPr>
      </p:pic>
      <p:sp>
        <p:nvSpPr>
          <p:cNvPr id="15" name="Shape 7">
            <a:extLst>
              <a:ext uri="{FF2B5EF4-FFF2-40B4-BE49-F238E27FC236}">
                <a16:creationId xmlns:a16="http://schemas.microsoft.com/office/drawing/2014/main" id="{77F20E7C-48FF-9619-D179-36697DD903E8}"/>
              </a:ext>
            </a:extLst>
          </p:cNvPr>
          <p:cNvSpPr/>
          <p:nvPr/>
        </p:nvSpPr>
        <p:spPr>
          <a:xfrm>
            <a:off x="6146768" y="1397265"/>
            <a:ext cx="2793985" cy="4063471"/>
          </a:xfrm>
          <a:prstGeom prst="rect">
            <a:avLst/>
          </a:prstGeom>
          <a:solidFill>
            <a:srgbClr val="FFFFFF">
              <a:alpha val="100000"/>
            </a:srgbClr>
          </a:solidFill>
          <a:ln/>
        </p:spPr>
      </p:sp>
      <p:sp>
        <p:nvSpPr>
          <p:cNvPr id="16" name="Shape 8">
            <a:extLst>
              <a:ext uri="{FF2B5EF4-FFF2-40B4-BE49-F238E27FC236}">
                <a16:creationId xmlns:a16="http://schemas.microsoft.com/office/drawing/2014/main" id="{E9A2D414-3076-D1DA-BB64-132A01ADBF3C}"/>
              </a:ext>
            </a:extLst>
          </p:cNvPr>
          <p:cNvSpPr/>
          <p:nvPr/>
        </p:nvSpPr>
        <p:spPr>
          <a:xfrm>
            <a:off x="6349967" y="1600438"/>
            <a:ext cx="609597" cy="609521"/>
          </a:xfrm>
          <a:prstGeom prst="rect">
            <a:avLst/>
          </a:prstGeom>
          <a:solidFill>
            <a:srgbClr val="CF0522">
              <a:alpha val="100000"/>
            </a:srgbClr>
          </a:solidFill>
          <a:ln/>
        </p:spPr>
      </p:sp>
      <p:sp>
        <p:nvSpPr>
          <p:cNvPr id="17" name="Shape 9">
            <a:extLst>
              <a:ext uri="{FF2B5EF4-FFF2-40B4-BE49-F238E27FC236}">
                <a16:creationId xmlns:a16="http://schemas.microsoft.com/office/drawing/2014/main" id="{4FC4F984-323D-73D5-DE89-A5FD5C550F07}"/>
              </a:ext>
            </a:extLst>
          </p:cNvPr>
          <p:cNvSpPr/>
          <p:nvPr/>
        </p:nvSpPr>
        <p:spPr>
          <a:xfrm>
            <a:off x="6502367" y="1752818"/>
            <a:ext cx="304798" cy="304760"/>
          </a:xfrm>
          <a:prstGeom prst="rect">
            <a:avLst/>
          </a:prstGeom>
          <a:noFill/>
          <a:ln/>
        </p:spPr>
      </p:sp>
      <p:pic>
        <p:nvPicPr>
          <p:cNvPr id="18" name="Image 4" descr=" ">
            <a:extLst>
              <a:ext uri="{FF2B5EF4-FFF2-40B4-BE49-F238E27FC236}">
                <a16:creationId xmlns:a16="http://schemas.microsoft.com/office/drawing/2014/main" id="{5C57C8F2-CF53-33D1-6441-17DFFD99935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527767" y="1778215"/>
            <a:ext cx="253871" cy="253967"/>
          </a:xfrm>
          <a:prstGeom prst="rect">
            <a:avLst/>
          </a:prstGeom>
        </p:spPr>
      </p:pic>
      <p:pic>
        <p:nvPicPr>
          <p:cNvPr id="19" name="Image 5" descr=" ">
            <a:extLst>
              <a:ext uri="{FF2B5EF4-FFF2-40B4-BE49-F238E27FC236}">
                <a16:creationId xmlns:a16="http://schemas.microsoft.com/office/drawing/2014/main" id="{AEE2DE9E-6011-6BD1-FAA8-6E1789E0A8BB}"/>
              </a:ext>
            </a:extLst>
          </p:cNvPr>
          <p:cNvPicPr>
            <a:picLocks noChangeAspect="1"/>
          </p:cNvPicPr>
          <p:nvPr/>
        </p:nvPicPr>
        <p:blipFill>
          <a:blip r:embed="rId2"/>
          <a:stretch>
            <a:fillRect/>
          </a:stretch>
        </p:blipFill>
        <p:spPr>
          <a:xfrm>
            <a:off x="6502367" y="1752818"/>
            <a:ext cx="304798" cy="304760"/>
          </a:xfrm>
          <a:prstGeom prst="rect">
            <a:avLst/>
          </a:prstGeom>
        </p:spPr>
      </p:pic>
      <p:sp>
        <p:nvSpPr>
          <p:cNvPr id="20" name="Shape 10">
            <a:extLst>
              <a:ext uri="{FF2B5EF4-FFF2-40B4-BE49-F238E27FC236}">
                <a16:creationId xmlns:a16="http://schemas.microsoft.com/office/drawing/2014/main" id="{30638699-48DE-679E-575A-30FB878590AF}"/>
              </a:ext>
            </a:extLst>
          </p:cNvPr>
          <p:cNvSpPr/>
          <p:nvPr/>
        </p:nvSpPr>
        <p:spPr>
          <a:xfrm>
            <a:off x="6349967" y="2413132"/>
            <a:ext cx="2387588" cy="1663483"/>
          </a:xfrm>
          <a:prstGeom prst="rect">
            <a:avLst/>
          </a:prstGeom>
          <a:noFill/>
          <a:ln/>
        </p:spPr>
      </p:sp>
      <p:sp>
        <p:nvSpPr>
          <p:cNvPr id="21" name="Text 11">
            <a:extLst>
              <a:ext uri="{FF2B5EF4-FFF2-40B4-BE49-F238E27FC236}">
                <a16:creationId xmlns:a16="http://schemas.microsoft.com/office/drawing/2014/main" id="{E81831A0-3C5B-C600-88F6-9B2EADB256A0}"/>
              </a:ext>
            </a:extLst>
          </p:cNvPr>
          <p:cNvSpPr/>
          <p:nvPr/>
        </p:nvSpPr>
        <p:spPr>
          <a:xfrm>
            <a:off x="6349967" y="2413132"/>
            <a:ext cx="2556920" cy="512167"/>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 в одну </a:t>
            </a:r>
            <a:endParaRPr lang="en-US" sz="1600" dirty="0"/>
          </a:p>
          <a:p>
            <a:pPr>
              <a:lnSpc>
                <a:spcPts val="1760"/>
              </a:lnSpc>
            </a:pPr>
            <a:r>
              <a:rPr lang="en-US" sz="1600" dirty="0">
                <a:solidFill>
                  <a:srgbClr val="000000">
                    <a:alpha val="100000"/>
                  </a:srgbClr>
                </a:solidFill>
                <a:ea typeface="Stapel" pitchFamily="34" charset="-122"/>
                <a:cs typeface="Stapel" pitchFamily="34" charset="-120"/>
              </a:rPr>
              <a:t>или несколько строк</a:t>
            </a:r>
            <a:endParaRPr lang="en-US" sz="1600" dirty="0"/>
          </a:p>
        </p:txBody>
      </p:sp>
      <p:sp>
        <p:nvSpPr>
          <p:cNvPr id="22" name="Text 12">
            <a:extLst>
              <a:ext uri="{FF2B5EF4-FFF2-40B4-BE49-F238E27FC236}">
                <a16:creationId xmlns:a16="http://schemas.microsoft.com/office/drawing/2014/main" id="{F9254B8B-188A-A9FE-A31C-F6DFC7DD7B46}"/>
              </a:ext>
            </a:extLst>
          </p:cNvPr>
          <p:cNvSpPr/>
          <p:nvPr/>
        </p:nvSpPr>
        <p:spPr>
          <a:xfrm>
            <a:off x="6349967" y="2959162"/>
            <a:ext cx="2429921" cy="1159782"/>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possit aliquip  delectus no.</a:t>
            </a:r>
            <a:endParaRPr lang="en-US" sz="1000" dirty="0"/>
          </a:p>
        </p:txBody>
      </p:sp>
      <p:pic>
        <p:nvPicPr>
          <p:cNvPr id="23" name="Image 6" descr=" ">
            <a:extLst>
              <a:ext uri="{FF2B5EF4-FFF2-40B4-BE49-F238E27FC236}">
                <a16:creationId xmlns:a16="http://schemas.microsoft.com/office/drawing/2014/main" id="{EBC27305-24FD-FBEE-7BF7-E4C9C5BCAF6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496256" y="4914706"/>
            <a:ext cx="444498" cy="546029"/>
          </a:xfrm>
          <a:prstGeom prst="rect">
            <a:avLst/>
          </a:prstGeom>
        </p:spPr>
      </p:pic>
      <p:sp>
        <p:nvSpPr>
          <p:cNvPr id="24" name="Text 13">
            <a:extLst>
              <a:ext uri="{FF2B5EF4-FFF2-40B4-BE49-F238E27FC236}">
                <a16:creationId xmlns:a16="http://schemas.microsoft.com/office/drawing/2014/main" id="{54767722-BA90-93B5-97DC-B88A4CAB2217}"/>
              </a:ext>
            </a:extLst>
          </p:cNvPr>
          <p:cNvSpPr/>
          <p:nvPr/>
        </p:nvSpPr>
        <p:spPr>
          <a:xfrm>
            <a:off x="7018830" y="1600438"/>
            <a:ext cx="1718724" cy="182010"/>
          </a:xfrm>
          <a:prstGeom prst="rect">
            <a:avLst/>
          </a:prstGeom>
          <a:noFill/>
          <a:ln/>
        </p:spPr>
        <p:txBody>
          <a:bodyPr wrap="square" lIns="0" tIns="0" rIns="0" bIns="0" rtlCol="0" anchor="t"/>
          <a:lstStyle/>
          <a:p>
            <a:pPr algn="r">
              <a:lnSpc>
                <a:spcPts val="1100"/>
              </a:lnSpc>
            </a:pPr>
            <a:r>
              <a:rPr lang="en-US" sz="1000" kern="0" spc="-10" dirty="0">
                <a:solidFill>
                  <a:srgbClr val="CF0522">
                    <a:alpha val="100000"/>
                  </a:srgbClr>
                </a:solidFill>
                <a:ea typeface="Stapel" pitchFamily="34" charset="-122"/>
                <a:cs typeface="Stapel" pitchFamily="34" charset="-120"/>
              </a:rPr>
              <a:t>03</a:t>
            </a:r>
            <a:endParaRPr lang="en-US" sz="1000" dirty="0"/>
          </a:p>
        </p:txBody>
      </p:sp>
      <p:sp>
        <p:nvSpPr>
          <p:cNvPr id="25" name="Shape 14">
            <a:extLst>
              <a:ext uri="{FF2B5EF4-FFF2-40B4-BE49-F238E27FC236}">
                <a16:creationId xmlns:a16="http://schemas.microsoft.com/office/drawing/2014/main" id="{F5D7E220-432A-2C42-3EBA-911919B06FEF}"/>
              </a:ext>
            </a:extLst>
          </p:cNvPr>
          <p:cNvSpPr/>
          <p:nvPr/>
        </p:nvSpPr>
        <p:spPr>
          <a:xfrm>
            <a:off x="3251184" y="1397265"/>
            <a:ext cx="2793985" cy="4063471"/>
          </a:xfrm>
          <a:prstGeom prst="rect">
            <a:avLst/>
          </a:prstGeom>
          <a:solidFill>
            <a:srgbClr val="FFFFFF">
              <a:alpha val="100000"/>
            </a:srgbClr>
          </a:solidFill>
          <a:ln/>
        </p:spPr>
      </p:sp>
      <p:sp>
        <p:nvSpPr>
          <p:cNvPr id="26" name="Shape 15">
            <a:extLst>
              <a:ext uri="{FF2B5EF4-FFF2-40B4-BE49-F238E27FC236}">
                <a16:creationId xmlns:a16="http://schemas.microsoft.com/office/drawing/2014/main" id="{86C8DC74-9BBB-5FB3-9A2D-71BC7B198612}"/>
              </a:ext>
            </a:extLst>
          </p:cNvPr>
          <p:cNvSpPr/>
          <p:nvPr/>
        </p:nvSpPr>
        <p:spPr>
          <a:xfrm>
            <a:off x="3454382" y="1600438"/>
            <a:ext cx="609597" cy="609521"/>
          </a:xfrm>
          <a:prstGeom prst="rect">
            <a:avLst/>
          </a:prstGeom>
          <a:solidFill>
            <a:srgbClr val="CF0522">
              <a:alpha val="100000"/>
            </a:srgbClr>
          </a:solidFill>
          <a:ln/>
        </p:spPr>
      </p:sp>
      <p:sp>
        <p:nvSpPr>
          <p:cNvPr id="27" name="Shape 16">
            <a:extLst>
              <a:ext uri="{FF2B5EF4-FFF2-40B4-BE49-F238E27FC236}">
                <a16:creationId xmlns:a16="http://schemas.microsoft.com/office/drawing/2014/main" id="{639829D9-9DA4-FDB6-BA25-81E6B5A4464F}"/>
              </a:ext>
            </a:extLst>
          </p:cNvPr>
          <p:cNvSpPr/>
          <p:nvPr/>
        </p:nvSpPr>
        <p:spPr>
          <a:xfrm>
            <a:off x="3606782" y="1752818"/>
            <a:ext cx="304798" cy="304760"/>
          </a:xfrm>
          <a:prstGeom prst="rect">
            <a:avLst/>
          </a:prstGeom>
          <a:noFill/>
          <a:ln/>
        </p:spPr>
      </p:sp>
      <p:pic>
        <p:nvPicPr>
          <p:cNvPr id="28" name="Image 7" descr=" ">
            <a:extLst>
              <a:ext uri="{FF2B5EF4-FFF2-40B4-BE49-F238E27FC236}">
                <a16:creationId xmlns:a16="http://schemas.microsoft.com/office/drawing/2014/main" id="{208AA2F3-9CC2-5DC4-0B95-18623D99D3C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759181" y="1873453"/>
            <a:ext cx="126999" cy="158729"/>
          </a:xfrm>
          <a:prstGeom prst="rect">
            <a:avLst/>
          </a:prstGeom>
        </p:spPr>
      </p:pic>
      <p:pic>
        <p:nvPicPr>
          <p:cNvPr id="29" name="Image 8" descr=" ">
            <a:extLst>
              <a:ext uri="{FF2B5EF4-FFF2-40B4-BE49-F238E27FC236}">
                <a16:creationId xmlns:a16="http://schemas.microsoft.com/office/drawing/2014/main" id="{3EFF380D-BB85-159D-574A-5EC142A24EF8}"/>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632308" y="1778215"/>
            <a:ext cx="241045" cy="253967"/>
          </a:xfrm>
          <a:prstGeom prst="rect">
            <a:avLst/>
          </a:prstGeom>
        </p:spPr>
      </p:pic>
      <p:pic>
        <p:nvPicPr>
          <p:cNvPr id="30" name="Image 9" descr=" ">
            <a:extLst>
              <a:ext uri="{FF2B5EF4-FFF2-40B4-BE49-F238E27FC236}">
                <a16:creationId xmlns:a16="http://schemas.microsoft.com/office/drawing/2014/main" id="{3FA621A2-3E32-C4A9-F32D-3F73CB9C9981}"/>
              </a:ext>
            </a:extLst>
          </p:cNvPr>
          <p:cNvPicPr>
            <a:picLocks noChangeAspect="1"/>
          </p:cNvPicPr>
          <p:nvPr/>
        </p:nvPicPr>
        <p:blipFill>
          <a:blip r:embed="rId2"/>
          <a:stretch>
            <a:fillRect/>
          </a:stretch>
        </p:blipFill>
        <p:spPr>
          <a:xfrm>
            <a:off x="3606782" y="1752818"/>
            <a:ext cx="304798" cy="304760"/>
          </a:xfrm>
          <a:prstGeom prst="rect">
            <a:avLst/>
          </a:prstGeom>
        </p:spPr>
      </p:pic>
      <p:sp>
        <p:nvSpPr>
          <p:cNvPr id="31" name="Shape 17">
            <a:extLst>
              <a:ext uri="{FF2B5EF4-FFF2-40B4-BE49-F238E27FC236}">
                <a16:creationId xmlns:a16="http://schemas.microsoft.com/office/drawing/2014/main" id="{CDE12E91-3439-14D8-2773-C904C9A2EB98}"/>
              </a:ext>
            </a:extLst>
          </p:cNvPr>
          <p:cNvSpPr/>
          <p:nvPr/>
        </p:nvSpPr>
        <p:spPr>
          <a:xfrm>
            <a:off x="3454383" y="2413132"/>
            <a:ext cx="2387588" cy="1663483"/>
          </a:xfrm>
          <a:prstGeom prst="rect">
            <a:avLst/>
          </a:prstGeom>
          <a:noFill/>
          <a:ln/>
        </p:spPr>
      </p:sp>
      <p:sp>
        <p:nvSpPr>
          <p:cNvPr id="32" name="Text 18">
            <a:extLst>
              <a:ext uri="{FF2B5EF4-FFF2-40B4-BE49-F238E27FC236}">
                <a16:creationId xmlns:a16="http://schemas.microsoft.com/office/drawing/2014/main" id="{8457C307-8D12-0629-2691-80C0A4013116}"/>
              </a:ext>
            </a:extLst>
          </p:cNvPr>
          <p:cNvSpPr/>
          <p:nvPr/>
        </p:nvSpPr>
        <p:spPr>
          <a:xfrm>
            <a:off x="3454382" y="2413132"/>
            <a:ext cx="2556920" cy="512167"/>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 в одну </a:t>
            </a:r>
            <a:endParaRPr lang="en-US" sz="1600" dirty="0"/>
          </a:p>
          <a:p>
            <a:pPr>
              <a:lnSpc>
                <a:spcPts val="1760"/>
              </a:lnSpc>
            </a:pPr>
            <a:r>
              <a:rPr lang="en-US" sz="1600" dirty="0">
                <a:solidFill>
                  <a:srgbClr val="000000">
                    <a:alpha val="100000"/>
                  </a:srgbClr>
                </a:solidFill>
                <a:ea typeface="Stapel" pitchFamily="34" charset="-122"/>
                <a:cs typeface="Stapel" pitchFamily="34" charset="-120"/>
              </a:rPr>
              <a:t>или несколько строк</a:t>
            </a:r>
            <a:endParaRPr lang="en-US" sz="1600" dirty="0"/>
          </a:p>
        </p:txBody>
      </p:sp>
      <p:sp>
        <p:nvSpPr>
          <p:cNvPr id="33" name="Text 19">
            <a:extLst>
              <a:ext uri="{FF2B5EF4-FFF2-40B4-BE49-F238E27FC236}">
                <a16:creationId xmlns:a16="http://schemas.microsoft.com/office/drawing/2014/main" id="{3E12A8F8-11CB-416D-2778-54EB990B955D}"/>
              </a:ext>
            </a:extLst>
          </p:cNvPr>
          <p:cNvSpPr/>
          <p:nvPr/>
        </p:nvSpPr>
        <p:spPr>
          <a:xfrm>
            <a:off x="3454382" y="2959162"/>
            <a:ext cx="2429921" cy="1159782"/>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possit aliquip  delectus no.</a:t>
            </a:r>
            <a:endParaRPr lang="en-US" sz="1000" dirty="0"/>
          </a:p>
        </p:txBody>
      </p:sp>
      <p:pic>
        <p:nvPicPr>
          <p:cNvPr id="34" name="Image 10" descr=" ">
            <a:extLst>
              <a:ext uri="{FF2B5EF4-FFF2-40B4-BE49-F238E27FC236}">
                <a16:creationId xmlns:a16="http://schemas.microsoft.com/office/drawing/2014/main" id="{F61C9ACE-952B-7D91-72A6-5765B51F9F5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600671" y="4914706"/>
            <a:ext cx="444498" cy="546029"/>
          </a:xfrm>
          <a:prstGeom prst="rect">
            <a:avLst/>
          </a:prstGeom>
        </p:spPr>
      </p:pic>
      <p:sp>
        <p:nvSpPr>
          <p:cNvPr id="35" name="Text 20">
            <a:extLst>
              <a:ext uri="{FF2B5EF4-FFF2-40B4-BE49-F238E27FC236}">
                <a16:creationId xmlns:a16="http://schemas.microsoft.com/office/drawing/2014/main" id="{0762C666-BB71-68A2-3F6C-E723E2F3FE90}"/>
              </a:ext>
            </a:extLst>
          </p:cNvPr>
          <p:cNvSpPr/>
          <p:nvPr/>
        </p:nvSpPr>
        <p:spPr>
          <a:xfrm>
            <a:off x="4123245" y="1600438"/>
            <a:ext cx="1718724" cy="182010"/>
          </a:xfrm>
          <a:prstGeom prst="rect">
            <a:avLst/>
          </a:prstGeom>
          <a:noFill/>
          <a:ln/>
        </p:spPr>
        <p:txBody>
          <a:bodyPr wrap="square" lIns="0" tIns="0" rIns="0" bIns="0" rtlCol="0" anchor="t"/>
          <a:lstStyle/>
          <a:p>
            <a:pPr algn="r">
              <a:lnSpc>
                <a:spcPts val="1100"/>
              </a:lnSpc>
            </a:pPr>
            <a:r>
              <a:rPr lang="en-US" sz="1000" kern="0" spc="-10" dirty="0">
                <a:solidFill>
                  <a:srgbClr val="CF0522">
                    <a:alpha val="100000"/>
                  </a:srgbClr>
                </a:solidFill>
                <a:ea typeface="Stapel" pitchFamily="34" charset="-122"/>
                <a:cs typeface="Stapel" pitchFamily="34" charset="-120"/>
              </a:rPr>
              <a:t>02</a:t>
            </a:r>
            <a:endParaRPr lang="en-US" sz="1000" dirty="0"/>
          </a:p>
        </p:txBody>
      </p:sp>
      <p:sp>
        <p:nvSpPr>
          <p:cNvPr id="36" name="Shape 21">
            <a:extLst>
              <a:ext uri="{FF2B5EF4-FFF2-40B4-BE49-F238E27FC236}">
                <a16:creationId xmlns:a16="http://schemas.microsoft.com/office/drawing/2014/main" id="{A62D3A09-9097-E3E4-A798-251A670F46EA}"/>
              </a:ext>
            </a:extLst>
          </p:cNvPr>
          <p:cNvSpPr/>
          <p:nvPr/>
        </p:nvSpPr>
        <p:spPr>
          <a:xfrm>
            <a:off x="9042353" y="1397265"/>
            <a:ext cx="2793985" cy="4063471"/>
          </a:xfrm>
          <a:prstGeom prst="rect">
            <a:avLst/>
          </a:prstGeom>
          <a:solidFill>
            <a:srgbClr val="FFFFFF">
              <a:alpha val="100000"/>
            </a:srgbClr>
          </a:solidFill>
          <a:ln/>
        </p:spPr>
      </p:sp>
      <p:sp>
        <p:nvSpPr>
          <p:cNvPr id="37" name="Shape 22">
            <a:extLst>
              <a:ext uri="{FF2B5EF4-FFF2-40B4-BE49-F238E27FC236}">
                <a16:creationId xmlns:a16="http://schemas.microsoft.com/office/drawing/2014/main" id="{30649E66-E532-43C2-6CEC-8D2370BBA1EA}"/>
              </a:ext>
            </a:extLst>
          </p:cNvPr>
          <p:cNvSpPr/>
          <p:nvPr/>
        </p:nvSpPr>
        <p:spPr>
          <a:xfrm>
            <a:off x="9245552" y="1600438"/>
            <a:ext cx="609597" cy="609521"/>
          </a:xfrm>
          <a:prstGeom prst="rect">
            <a:avLst/>
          </a:prstGeom>
          <a:solidFill>
            <a:srgbClr val="CF0522">
              <a:alpha val="100000"/>
            </a:srgbClr>
          </a:solidFill>
          <a:ln/>
        </p:spPr>
      </p:sp>
      <p:sp>
        <p:nvSpPr>
          <p:cNvPr id="38" name="Shape 23">
            <a:extLst>
              <a:ext uri="{FF2B5EF4-FFF2-40B4-BE49-F238E27FC236}">
                <a16:creationId xmlns:a16="http://schemas.microsoft.com/office/drawing/2014/main" id="{A4975CE0-5E40-8F25-53A2-5D1D7F9EA82C}"/>
              </a:ext>
            </a:extLst>
          </p:cNvPr>
          <p:cNvSpPr/>
          <p:nvPr/>
        </p:nvSpPr>
        <p:spPr>
          <a:xfrm>
            <a:off x="9397952" y="1752818"/>
            <a:ext cx="304798" cy="304760"/>
          </a:xfrm>
          <a:prstGeom prst="rect">
            <a:avLst/>
          </a:prstGeom>
          <a:noFill/>
          <a:ln/>
        </p:spPr>
      </p:sp>
      <p:pic>
        <p:nvPicPr>
          <p:cNvPr id="39" name="Image 11" descr=" ">
            <a:extLst>
              <a:ext uri="{FF2B5EF4-FFF2-40B4-BE49-F238E27FC236}">
                <a16:creationId xmlns:a16="http://schemas.microsoft.com/office/drawing/2014/main" id="{DE60692A-D027-CFFD-997C-0CE4FB50BCF0}"/>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423352" y="1778215"/>
            <a:ext cx="253998" cy="253967"/>
          </a:xfrm>
          <a:prstGeom prst="rect">
            <a:avLst/>
          </a:prstGeom>
        </p:spPr>
      </p:pic>
      <p:pic>
        <p:nvPicPr>
          <p:cNvPr id="40" name="Image 12" descr=" ">
            <a:extLst>
              <a:ext uri="{FF2B5EF4-FFF2-40B4-BE49-F238E27FC236}">
                <a16:creationId xmlns:a16="http://schemas.microsoft.com/office/drawing/2014/main" id="{04A13A28-406C-D3BE-A9CF-8886E9452BBE}"/>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496376" y="1851106"/>
            <a:ext cx="108076" cy="108060"/>
          </a:xfrm>
          <a:prstGeom prst="rect">
            <a:avLst/>
          </a:prstGeom>
        </p:spPr>
      </p:pic>
      <p:pic>
        <p:nvPicPr>
          <p:cNvPr id="41" name="Image 13" descr=" ">
            <a:extLst>
              <a:ext uri="{FF2B5EF4-FFF2-40B4-BE49-F238E27FC236}">
                <a16:creationId xmlns:a16="http://schemas.microsoft.com/office/drawing/2014/main" id="{52826C68-D029-2917-D2FD-9374850D2EE2}"/>
              </a:ext>
            </a:extLst>
          </p:cNvPr>
          <p:cNvPicPr>
            <a:picLocks noChangeAspect="1"/>
          </p:cNvPicPr>
          <p:nvPr/>
        </p:nvPicPr>
        <p:blipFill>
          <a:blip r:embed="rId2"/>
          <a:stretch>
            <a:fillRect/>
          </a:stretch>
        </p:blipFill>
        <p:spPr>
          <a:xfrm>
            <a:off x="9397952" y="1752818"/>
            <a:ext cx="304798" cy="304760"/>
          </a:xfrm>
          <a:prstGeom prst="rect">
            <a:avLst/>
          </a:prstGeom>
        </p:spPr>
      </p:pic>
      <p:sp>
        <p:nvSpPr>
          <p:cNvPr id="42" name="Shape 24">
            <a:extLst>
              <a:ext uri="{FF2B5EF4-FFF2-40B4-BE49-F238E27FC236}">
                <a16:creationId xmlns:a16="http://schemas.microsoft.com/office/drawing/2014/main" id="{2ACC5470-17DF-F2F8-DC1B-87D48C313B75}"/>
              </a:ext>
            </a:extLst>
          </p:cNvPr>
          <p:cNvSpPr/>
          <p:nvPr/>
        </p:nvSpPr>
        <p:spPr>
          <a:xfrm>
            <a:off x="9245552" y="2413132"/>
            <a:ext cx="2387588" cy="1663483"/>
          </a:xfrm>
          <a:prstGeom prst="rect">
            <a:avLst/>
          </a:prstGeom>
          <a:noFill/>
          <a:ln/>
        </p:spPr>
      </p:sp>
      <p:sp>
        <p:nvSpPr>
          <p:cNvPr id="43" name="Text 25">
            <a:extLst>
              <a:ext uri="{FF2B5EF4-FFF2-40B4-BE49-F238E27FC236}">
                <a16:creationId xmlns:a16="http://schemas.microsoft.com/office/drawing/2014/main" id="{71BA3970-1059-FA3E-BD23-3AF0D02B7871}"/>
              </a:ext>
            </a:extLst>
          </p:cNvPr>
          <p:cNvSpPr/>
          <p:nvPr/>
        </p:nvSpPr>
        <p:spPr>
          <a:xfrm>
            <a:off x="9245552" y="2413132"/>
            <a:ext cx="2556920" cy="512167"/>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 в одну </a:t>
            </a:r>
            <a:endParaRPr lang="en-US" sz="1600" dirty="0"/>
          </a:p>
          <a:p>
            <a:pPr>
              <a:lnSpc>
                <a:spcPts val="1760"/>
              </a:lnSpc>
            </a:pPr>
            <a:r>
              <a:rPr lang="en-US" sz="1600" dirty="0">
                <a:solidFill>
                  <a:srgbClr val="000000">
                    <a:alpha val="100000"/>
                  </a:srgbClr>
                </a:solidFill>
                <a:ea typeface="Stapel" pitchFamily="34" charset="-122"/>
                <a:cs typeface="Stapel" pitchFamily="34" charset="-120"/>
              </a:rPr>
              <a:t>или несколько строк</a:t>
            </a:r>
            <a:endParaRPr lang="en-US" sz="1600" dirty="0"/>
          </a:p>
        </p:txBody>
      </p:sp>
      <p:sp>
        <p:nvSpPr>
          <p:cNvPr id="44" name="Text 26">
            <a:extLst>
              <a:ext uri="{FF2B5EF4-FFF2-40B4-BE49-F238E27FC236}">
                <a16:creationId xmlns:a16="http://schemas.microsoft.com/office/drawing/2014/main" id="{0DD4FE58-9C1D-52EC-6D61-60C7CDD7F9AB}"/>
              </a:ext>
            </a:extLst>
          </p:cNvPr>
          <p:cNvSpPr/>
          <p:nvPr/>
        </p:nvSpPr>
        <p:spPr>
          <a:xfrm>
            <a:off x="9245552" y="2959162"/>
            <a:ext cx="2429921" cy="1159782"/>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possit aliquip  delectus no.</a:t>
            </a:r>
            <a:endParaRPr lang="en-US" sz="1000" dirty="0"/>
          </a:p>
        </p:txBody>
      </p:sp>
      <p:pic>
        <p:nvPicPr>
          <p:cNvPr id="45" name="Image 14" descr=" ">
            <a:extLst>
              <a:ext uri="{FF2B5EF4-FFF2-40B4-BE49-F238E27FC236}">
                <a16:creationId xmlns:a16="http://schemas.microsoft.com/office/drawing/2014/main" id="{560000FF-1994-A82E-A1C0-490AD65C608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391841" y="4914706"/>
            <a:ext cx="444498" cy="546029"/>
          </a:xfrm>
          <a:prstGeom prst="rect">
            <a:avLst/>
          </a:prstGeom>
        </p:spPr>
      </p:pic>
      <p:sp>
        <p:nvSpPr>
          <p:cNvPr id="46" name="Text 27">
            <a:extLst>
              <a:ext uri="{FF2B5EF4-FFF2-40B4-BE49-F238E27FC236}">
                <a16:creationId xmlns:a16="http://schemas.microsoft.com/office/drawing/2014/main" id="{297E8F0E-931B-8AD9-4EDB-81223A7FBA3B}"/>
              </a:ext>
            </a:extLst>
          </p:cNvPr>
          <p:cNvSpPr/>
          <p:nvPr/>
        </p:nvSpPr>
        <p:spPr>
          <a:xfrm>
            <a:off x="9914415" y="1600438"/>
            <a:ext cx="1718724" cy="182010"/>
          </a:xfrm>
          <a:prstGeom prst="rect">
            <a:avLst/>
          </a:prstGeom>
          <a:noFill/>
          <a:ln/>
        </p:spPr>
        <p:txBody>
          <a:bodyPr wrap="square" lIns="0" tIns="0" rIns="0" bIns="0" rtlCol="0" anchor="t"/>
          <a:lstStyle/>
          <a:p>
            <a:pPr algn="r">
              <a:lnSpc>
                <a:spcPts val="1100"/>
              </a:lnSpc>
            </a:pPr>
            <a:r>
              <a:rPr lang="en-US" sz="1000" kern="0" spc="-10" dirty="0">
                <a:solidFill>
                  <a:srgbClr val="CF0522">
                    <a:alpha val="100000"/>
                  </a:srgbClr>
                </a:solidFill>
                <a:ea typeface="Stapel" pitchFamily="34" charset="-122"/>
                <a:cs typeface="Stapel" pitchFamily="34" charset="-120"/>
              </a:rPr>
              <a:t>04</a:t>
            </a:r>
            <a:endParaRPr lang="en-US" sz="1000" dirty="0"/>
          </a:p>
        </p:txBody>
      </p:sp>
      <p:sp>
        <p:nvSpPr>
          <p:cNvPr id="50" name="Номер слайда 5">
            <a:extLst>
              <a:ext uri="{FF2B5EF4-FFF2-40B4-BE49-F238E27FC236}">
                <a16:creationId xmlns:a16="http://schemas.microsoft.com/office/drawing/2014/main" id="{71A80A5E-BD66-36BD-4317-F8CE44694BD1}"/>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70</a:t>
            </a:fld>
            <a:endParaRPr lang="ru-RU" dirty="0"/>
          </a:p>
        </p:txBody>
      </p:sp>
      <p:sp>
        <p:nvSpPr>
          <p:cNvPr id="3" name="Заголовок 2">
            <a:extLst>
              <a:ext uri="{FF2B5EF4-FFF2-40B4-BE49-F238E27FC236}">
                <a16:creationId xmlns:a16="http://schemas.microsoft.com/office/drawing/2014/main" id="{7C7D6D79-2DE5-B1EB-B3E0-D4623D00AFD3}"/>
              </a:ext>
            </a:extLst>
          </p:cNvPr>
          <p:cNvSpPr>
            <a:spLocks noGrp="1"/>
          </p:cNvSpPr>
          <p:nvPr>
            <p:ph type="title"/>
          </p:nvPr>
        </p:nvSpPr>
        <p:spPr/>
        <p:txBody>
          <a:bodyPr/>
          <a:lstStyle/>
          <a:p>
            <a:r>
              <a:rPr lang="ru-RU" dirty="0"/>
              <a:t>Плитки 4 штуки</a:t>
            </a:r>
          </a:p>
        </p:txBody>
      </p:sp>
    </p:spTree>
    <p:extLst>
      <p:ext uri="{BB962C8B-B14F-4D97-AF65-F5344CB8AC3E}">
        <p14:creationId xmlns:p14="http://schemas.microsoft.com/office/powerpoint/2010/main" val="3448931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CB02129-0DD0-ADC5-751A-AE23BF9AAA74}"/>
            </a:ext>
          </a:extLst>
        </p:cNvPr>
        <p:cNvGrpSpPr/>
        <p:nvPr/>
      </p:nvGrpSpPr>
      <p:grpSpPr>
        <a:xfrm>
          <a:off x="0" y="0"/>
          <a:ext cx="0" cy="0"/>
          <a:chOff x="0" y="0"/>
          <a:chExt cx="0" cy="0"/>
        </a:xfrm>
      </p:grpSpPr>
      <p:sp>
        <p:nvSpPr>
          <p:cNvPr id="4" name="Номер слайда 5">
            <a:extLst>
              <a:ext uri="{FF2B5EF4-FFF2-40B4-BE49-F238E27FC236}">
                <a16:creationId xmlns:a16="http://schemas.microsoft.com/office/drawing/2014/main" id="{C610A926-766D-B39D-A39C-6787BF6DACC2}"/>
              </a:ext>
            </a:extLst>
          </p:cNvPr>
          <p:cNvSpPr>
            <a:spLocks noGrp="1"/>
          </p:cNvSpPr>
          <p:nvPr>
            <p:ph type="sldNum" sz="quarter" idx="4"/>
          </p:nvPr>
        </p:nvSpPr>
        <p:spPr>
          <a:xfrm>
            <a:off x="9078681" y="6576824"/>
            <a:ext cx="2743636" cy="153888"/>
          </a:xfr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71</a:t>
            </a:fld>
            <a:endParaRPr lang="ru-RU" dirty="0"/>
          </a:p>
        </p:txBody>
      </p:sp>
      <p:sp>
        <p:nvSpPr>
          <p:cNvPr id="20" name="Shape 2">
            <a:extLst>
              <a:ext uri="{FF2B5EF4-FFF2-40B4-BE49-F238E27FC236}">
                <a16:creationId xmlns:a16="http://schemas.microsoft.com/office/drawing/2014/main" id="{E846B89F-E4A7-2BCB-C85B-9558DCBAE99C}"/>
              </a:ext>
            </a:extLst>
          </p:cNvPr>
          <p:cNvSpPr/>
          <p:nvPr/>
        </p:nvSpPr>
        <p:spPr>
          <a:xfrm>
            <a:off x="355565" y="1397265"/>
            <a:ext cx="2793985" cy="4063471"/>
          </a:xfrm>
          <a:prstGeom prst="rect">
            <a:avLst/>
          </a:prstGeom>
          <a:solidFill>
            <a:srgbClr val="FFFFFF">
              <a:alpha val="100000"/>
            </a:srgbClr>
          </a:solidFill>
          <a:ln/>
        </p:spPr>
      </p:sp>
      <p:sp>
        <p:nvSpPr>
          <p:cNvPr id="22" name="Shape 3">
            <a:extLst>
              <a:ext uri="{FF2B5EF4-FFF2-40B4-BE49-F238E27FC236}">
                <a16:creationId xmlns:a16="http://schemas.microsoft.com/office/drawing/2014/main" id="{56175177-B5BF-0302-F389-F68055FC191B}"/>
              </a:ext>
            </a:extLst>
          </p:cNvPr>
          <p:cNvSpPr/>
          <p:nvPr/>
        </p:nvSpPr>
        <p:spPr>
          <a:xfrm>
            <a:off x="406364" y="1448058"/>
            <a:ext cx="2692386" cy="2679351"/>
          </a:xfrm>
          <a:prstGeom prst="rect">
            <a:avLst/>
          </a:prstGeom>
          <a:noFill/>
          <a:ln/>
        </p:spPr>
      </p:sp>
      <p:sp>
        <p:nvSpPr>
          <p:cNvPr id="23" name="Shape 4">
            <a:extLst>
              <a:ext uri="{FF2B5EF4-FFF2-40B4-BE49-F238E27FC236}">
                <a16:creationId xmlns:a16="http://schemas.microsoft.com/office/drawing/2014/main" id="{623B5C1E-A830-2C22-EF35-AC308EDA4770}"/>
              </a:ext>
            </a:extLst>
          </p:cNvPr>
          <p:cNvSpPr/>
          <p:nvPr/>
        </p:nvSpPr>
        <p:spPr>
          <a:xfrm>
            <a:off x="406364" y="1448058"/>
            <a:ext cx="2692386" cy="761901"/>
          </a:xfrm>
          <a:prstGeom prst="rect">
            <a:avLst/>
          </a:prstGeom>
          <a:solidFill>
            <a:srgbClr val="CF0522">
              <a:alpha val="10000"/>
            </a:srgbClr>
          </a:solidFill>
          <a:ln/>
        </p:spPr>
      </p:sp>
      <p:sp>
        <p:nvSpPr>
          <p:cNvPr id="24" name="Shape 5">
            <a:extLst>
              <a:ext uri="{FF2B5EF4-FFF2-40B4-BE49-F238E27FC236}">
                <a16:creationId xmlns:a16="http://schemas.microsoft.com/office/drawing/2014/main" id="{234FA94E-6B9C-FBC7-08D7-33A9419987FB}"/>
              </a:ext>
            </a:extLst>
          </p:cNvPr>
          <p:cNvSpPr/>
          <p:nvPr/>
        </p:nvSpPr>
        <p:spPr>
          <a:xfrm>
            <a:off x="2590753" y="1676628"/>
            <a:ext cx="304798" cy="304760"/>
          </a:xfrm>
          <a:prstGeom prst="rect">
            <a:avLst/>
          </a:prstGeom>
          <a:noFill/>
          <a:ln/>
        </p:spPr>
      </p:sp>
      <p:pic>
        <p:nvPicPr>
          <p:cNvPr id="25" name="Image 1" descr=" ">
            <a:extLst>
              <a:ext uri="{FF2B5EF4-FFF2-40B4-BE49-F238E27FC236}">
                <a16:creationId xmlns:a16="http://schemas.microsoft.com/office/drawing/2014/main" id="{43D95072-686F-3520-5520-54729C9DD0E9}"/>
              </a:ext>
            </a:extLst>
          </p:cNvPr>
          <p:cNvPicPr>
            <a:picLocks noChangeAspect="1"/>
          </p:cNvPicPr>
          <p:nvPr/>
        </p:nvPicPr>
        <p:blipFill>
          <a:blip r:embed="rId2"/>
          <a:stretch>
            <a:fillRect/>
          </a:stretch>
        </p:blipFill>
        <p:spPr>
          <a:xfrm>
            <a:off x="2590753" y="1676628"/>
            <a:ext cx="304798" cy="304760"/>
          </a:xfrm>
          <a:prstGeom prst="rect">
            <a:avLst/>
          </a:prstGeom>
        </p:spPr>
      </p:pic>
      <p:pic>
        <p:nvPicPr>
          <p:cNvPr id="26" name="Image 2" descr=" ">
            <a:extLst>
              <a:ext uri="{FF2B5EF4-FFF2-40B4-BE49-F238E27FC236}">
                <a16:creationId xmlns:a16="http://schemas.microsoft.com/office/drawing/2014/main" id="{89165FD4-3635-6DC5-61F9-8B4350A6D59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627836" y="1702025"/>
            <a:ext cx="230757" cy="253967"/>
          </a:xfrm>
          <a:prstGeom prst="rect">
            <a:avLst/>
          </a:prstGeom>
        </p:spPr>
      </p:pic>
      <p:sp>
        <p:nvSpPr>
          <p:cNvPr id="27" name="Text 6">
            <a:extLst>
              <a:ext uri="{FF2B5EF4-FFF2-40B4-BE49-F238E27FC236}">
                <a16:creationId xmlns:a16="http://schemas.microsoft.com/office/drawing/2014/main" id="{017B11B2-212E-20D0-8B80-F1D669C5151C}"/>
              </a:ext>
            </a:extLst>
          </p:cNvPr>
          <p:cNvSpPr/>
          <p:nvPr/>
        </p:nvSpPr>
        <p:spPr>
          <a:xfrm>
            <a:off x="558729" y="1721073"/>
            <a:ext cx="1744124" cy="289946"/>
          </a:xfrm>
          <a:prstGeom prst="rect">
            <a:avLst/>
          </a:prstGeom>
          <a:noFill/>
          <a:ln/>
        </p:spPr>
        <p:txBody>
          <a:bodyPr wrap="square" lIns="0" tIns="0" rIns="0" bIns="0" rtlCol="0" anchor="t"/>
          <a:lstStyle/>
          <a:p>
            <a:pPr>
              <a:lnSpc>
                <a:spcPts val="1760"/>
              </a:lnSpc>
            </a:pPr>
            <a:r>
              <a:rPr lang="en-US" sz="1600" dirty="0">
                <a:solidFill>
                  <a:srgbClr val="CF0522">
                    <a:alpha val="100000"/>
                  </a:srgbClr>
                </a:solidFill>
                <a:ea typeface="Stapel" pitchFamily="34" charset="-122"/>
                <a:cs typeface="Stapel" pitchFamily="34" charset="-120"/>
              </a:rPr>
              <a:t>01</a:t>
            </a:r>
            <a:endParaRPr lang="en-US" sz="1600" dirty="0"/>
          </a:p>
        </p:txBody>
      </p:sp>
      <p:sp>
        <p:nvSpPr>
          <p:cNvPr id="28" name="Shape 7">
            <a:extLst>
              <a:ext uri="{FF2B5EF4-FFF2-40B4-BE49-F238E27FC236}">
                <a16:creationId xmlns:a16="http://schemas.microsoft.com/office/drawing/2014/main" id="{9E9FDD46-58AA-F597-33F4-0907C04AC327}"/>
              </a:ext>
            </a:extLst>
          </p:cNvPr>
          <p:cNvSpPr/>
          <p:nvPr/>
        </p:nvSpPr>
        <p:spPr>
          <a:xfrm>
            <a:off x="558763" y="2413132"/>
            <a:ext cx="2387588" cy="1714277"/>
          </a:xfrm>
          <a:prstGeom prst="rect">
            <a:avLst/>
          </a:prstGeom>
          <a:noFill/>
          <a:ln/>
        </p:spPr>
      </p:sp>
      <p:sp>
        <p:nvSpPr>
          <p:cNvPr id="29" name="Text 8">
            <a:extLst>
              <a:ext uri="{FF2B5EF4-FFF2-40B4-BE49-F238E27FC236}">
                <a16:creationId xmlns:a16="http://schemas.microsoft.com/office/drawing/2014/main" id="{08D62BD8-9FCB-A971-8625-722DFF76F046}"/>
              </a:ext>
            </a:extLst>
          </p:cNvPr>
          <p:cNvSpPr/>
          <p:nvPr/>
        </p:nvSpPr>
        <p:spPr>
          <a:xfrm>
            <a:off x="558763" y="2413132"/>
            <a:ext cx="2087022" cy="512167"/>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 в одну </a:t>
            </a:r>
            <a:endParaRPr lang="en-US" sz="1600" dirty="0"/>
          </a:p>
          <a:p>
            <a:pPr>
              <a:lnSpc>
                <a:spcPts val="1760"/>
              </a:lnSpc>
            </a:pPr>
            <a:r>
              <a:rPr lang="en-US" sz="1600" dirty="0">
                <a:solidFill>
                  <a:srgbClr val="000000">
                    <a:alpha val="100000"/>
                  </a:srgbClr>
                </a:solidFill>
                <a:ea typeface="Stapel" pitchFamily="34" charset="-122"/>
                <a:cs typeface="Stapel" pitchFamily="34" charset="-120"/>
              </a:rPr>
              <a:t>или несколько строк</a:t>
            </a:r>
            <a:endParaRPr lang="en-US" sz="1600" dirty="0"/>
          </a:p>
        </p:txBody>
      </p:sp>
      <p:sp>
        <p:nvSpPr>
          <p:cNvPr id="30" name="Text 9">
            <a:extLst>
              <a:ext uri="{FF2B5EF4-FFF2-40B4-BE49-F238E27FC236}">
                <a16:creationId xmlns:a16="http://schemas.microsoft.com/office/drawing/2014/main" id="{45B732A3-88BA-2EE2-8584-8FD351D21BF1}"/>
              </a:ext>
            </a:extLst>
          </p:cNvPr>
          <p:cNvSpPr/>
          <p:nvPr/>
        </p:nvSpPr>
        <p:spPr>
          <a:xfrm>
            <a:off x="558763" y="3009955"/>
            <a:ext cx="2429921" cy="1159782"/>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possit aliquip  delectus no.</a:t>
            </a:r>
            <a:endParaRPr lang="en-US" sz="1000" dirty="0"/>
          </a:p>
        </p:txBody>
      </p:sp>
      <p:pic>
        <p:nvPicPr>
          <p:cNvPr id="31" name="Image 3" descr=" ">
            <a:extLst>
              <a:ext uri="{FF2B5EF4-FFF2-40B4-BE49-F238E27FC236}">
                <a16:creationId xmlns:a16="http://schemas.microsoft.com/office/drawing/2014/main" id="{F897949C-ABA4-44C3-D557-95294BF4220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715938" y="4925592"/>
            <a:ext cx="444498" cy="546029"/>
          </a:xfrm>
          <a:prstGeom prst="rect">
            <a:avLst/>
          </a:prstGeom>
        </p:spPr>
      </p:pic>
      <p:sp>
        <p:nvSpPr>
          <p:cNvPr id="32" name="Shape 10">
            <a:extLst>
              <a:ext uri="{FF2B5EF4-FFF2-40B4-BE49-F238E27FC236}">
                <a16:creationId xmlns:a16="http://schemas.microsoft.com/office/drawing/2014/main" id="{EE787A92-4CE4-710B-DD5E-2224B16AB3CC}"/>
              </a:ext>
            </a:extLst>
          </p:cNvPr>
          <p:cNvSpPr/>
          <p:nvPr/>
        </p:nvSpPr>
        <p:spPr>
          <a:xfrm>
            <a:off x="3251150" y="1397265"/>
            <a:ext cx="2793985" cy="4063471"/>
          </a:xfrm>
          <a:prstGeom prst="rect">
            <a:avLst/>
          </a:prstGeom>
          <a:solidFill>
            <a:srgbClr val="FFFFFF">
              <a:alpha val="100000"/>
            </a:srgbClr>
          </a:solidFill>
          <a:ln/>
        </p:spPr>
      </p:sp>
      <p:sp>
        <p:nvSpPr>
          <p:cNvPr id="33" name="Shape 11">
            <a:extLst>
              <a:ext uri="{FF2B5EF4-FFF2-40B4-BE49-F238E27FC236}">
                <a16:creationId xmlns:a16="http://schemas.microsoft.com/office/drawing/2014/main" id="{403B094B-2E08-DB37-E047-7CD2BF165911}"/>
              </a:ext>
            </a:extLst>
          </p:cNvPr>
          <p:cNvSpPr/>
          <p:nvPr/>
        </p:nvSpPr>
        <p:spPr>
          <a:xfrm>
            <a:off x="3301949" y="1448058"/>
            <a:ext cx="2692386" cy="2679351"/>
          </a:xfrm>
          <a:prstGeom prst="rect">
            <a:avLst/>
          </a:prstGeom>
          <a:noFill/>
          <a:ln/>
        </p:spPr>
      </p:sp>
      <p:sp>
        <p:nvSpPr>
          <p:cNvPr id="34" name="Shape 12">
            <a:extLst>
              <a:ext uri="{FF2B5EF4-FFF2-40B4-BE49-F238E27FC236}">
                <a16:creationId xmlns:a16="http://schemas.microsoft.com/office/drawing/2014/main" id="{73D2F13E-A899-D24C-E53C-8D6CE515DD53}"/>
              </a:ext>
            </a:extLst>
          </p:cNvPr>
          <p:cNvSpPr/>
          <p:nvPr/>
        </p:nvSpPr>
        <p:spPr>
          <a:xfrm>
            <a:off x="3301949" y="1448058"/>
            <a:ext cx="2692386" cy="761901"/>
          </a:xfrm>
          <a:prstGeom prst="rect">
            <a:avLst/>
          </a:prstGeom>
          <a:solidFill>
            <a:srgbClr val="CF0522">
              <a:alpha val="10000"/>
            </a:srgbClr>
          </a:solidFill>
          <a:ln/>
        </p:spPr>
      </p:sp>
      <p:sp>
        <p:nvSpPr>
          <p:cNvPr id="35" name="Shape 13">
            <a:extLst>
              <a:ext uri="{FF2B5EF4-FFF2-40B4-BE49-F238E27FC236}">
                <a16:creationId xmlns:a16="http://schemas.microsoft.com/office/drawing/2014/main" id="{3169AD81-A9DA-7F86-5CD8-7D461B0047F0}"/>
              </a:ext>
            </a:extLst>
          </p:cNvPr>
          <p:cNvSpPr/>
          <p:nvPr/>
        </p:nvSpPr>
        <p:spPr>
          <a:xfrm>
            <a:off x="5486338" y="1676628"/>
            <a:ext cx="304798" cy="304760"/>
          </a:xfrm>
          <a:prstGeom prst="rect">
            <a:avLst/>
          </a:prstGeom>
          <a:noFill/>
          <a:ln/>
        </p:spPr>
      </p:sp>
      <p:pic>
        <p:nvPicPr>
          <p:cNvPr id="36" name="Image 4" descr=" ">
            <a:extLst>
              <a:ext uri="{FF2B5EF4-FFF2-40B4-BE49-F238E27FC236}">
                <a16:creationId xmlns:a16="http://schemas.microsoft.com/office/drawing/2014/main" id="{D054EFCB-F1F6-D5A9-EE76-B218F03D764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638737" y="1797263"/>
            <a:ext cx="126999" cy="158729"/>
          </a:xfrm>
          <a:prstGeom prst="rect">
            <a:avLst/>
          </a:prstGeom>
        </p:spPr>
      </p:pic>
      <p:pic>
        <p:nvPicPr>
          <p:cNvPr id="37" name="Image 5" descr=" ">
            <a:extLst>
              <a:ext uri="{FF2B5EF4-FFF2-40B4-BE49-F238E27FC236}">
                <a16:creationId xmlns:a16="http://schemas.microsoft.com/office/drawing/2014/main" id="{8716A2FF-3C25-2DE8-F7F3-32D94785FF3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511864" y="1702025"/>
            <a:ext cx="241045" cy="253967"/>
          </a:xfrm>
          <a:prstGeom prst="rect">
            <a:avLst/>
          </a:prstGeom>
        </p:spPr>
      </p:pic>
      <p:pic>
        <p:nvPicPr>
          <p:cNvPr id="38" name="Image 6" descr=" ">
            <a:extLst>
              <a:ext uri="{FF2B5EF4-FFF2-40B4-BE49-F238E27FC236}">
                <a16:creationId xmlns:a16="http://schemas.microsoft.com/office/drawing/2014/main" id="{75CF7F5E-AFE2-8FA4-5FFC-95218DD46126}"/>
              </a:ext>
            </a:extLst>
          </p:cNvPr>
          <p:cNvPicPr>
            <a:picLocks noChangeAspect="1"/>
          </p:cNvPicPr>
          <p:nvPr/>
        </p:nvPicPr>
        <p:blipFill>
          <a:blip r:embed="rId2"/>
          <a:stretch>
            <a:fillRect/>
          </a:stretch>
        </p:blipFill>
        <p:spPr>
          <a:xfrm>
            <a:off x="5486338" y="1676628"/>
            <a:ext cx="304798" cy="304760"/>
          </a:xfrm>
          <a:prstGeom prst="rect">
            <a:avLst/>
          </a:prstGeom>
        </p:spPr>
      </p:pic>
      <p:sp>
        <p:nvSpPr>
          <p:cNvPr id="39" name="Text 14">
            <a:extLst>
              <a:ext uri="{FF2B5EF4-FFF2-40B4-BE49-F238E27FC236}">
                <a16:creationId xmlns:a16="http://schemas.microsoft.com/office/drawing/2014/main" id="{15A93506-86BB-DE88-FA26-D2878D5A6354}"/>
              </a:ext>
            </a:extLst>
          </p:cNvPr>
          <p:cNvSpPr/>
          <p:nvPr/>
        </p:nvSpPr>
        <p:spPr>
          <a:xfrm>
            <a:off x="3454314" y="1721073"/>
            <a:ext cx="1744124" cy="289946"/>
          </a:xfrm>
          <a:prstGeom prst="rect">
            <a:avLst/>
          </a:prstGeom>
          <a:noFill/>
          <a:ln/>
        </p:spPr>
        <p:txBody>
          <a:bodyPr wrap="square" lIns="0" tIns="0" rIns="0" bIns="0" rtlCol="0" anchor="t"/>
          <a:lstStyle/>
          <a:p>
            <a:pPr>
              <a:lnSpc>
                <a:spcPts val="1760"/>
              </a:lnSpc>
            </a:pPr>
            <a:r>
              <a:rPr lang="en-US" sz="1600" dirty="0">
                <a:solidFill>
                  <a:srgbClr val="CF0522">
                    <a:alpha val="100000"/>
                  </a:srgbClr>
                </a:solidFill>
                <a:ea typeface="Stapel" pitchFamily="34" charset="-122"/>
                <a:cs typeface="Stapel" pitchFamily="34" charset="-120"/>
              </a:rPr>
              <a:t>02</a:t>
            </a:r>
            <a:endParaRPr lang="en-US" sz="1600" dirty="0"/>
          </a:p>
        </p:txBody>
      </p:sp>
      <p:sp>
        <p:nvSpPr>
          <p:cNvPr id="40" name="Shape 15">
            <a:extLst>
              <a:ext uri="{FF2B5EF4-FFF2-40B4-BE49-F238E27FC236}">
                <a16:creationId xmlns:a16="http://schemas.microsoft.com/office/drawing/2014/main" id="{34F7F9B8-A0FD-F29D-E253-343CBD9F5B59}"/>
              </a:ext>
            </a:extLst>
          </p:cNvPr>
          <p:cNvSpPr/>
          <p:nvPr/>
        </p:nvSpPr>
        <p:spPr>
          <a:xfrm>
            <a:off x="3454348" y="2413132"/>
            <a:ext cx="2387588" cy="1714277"/>
          </a:xfrm>
          <a:prstGeom prst="rect">
            <a:avLst/>
          </a:prstGeom>
          <a:noFill/>
          <a:ln/>
        </p:spPr>
      </p:sp>
      <p:sp>
        <p:nvSpPr>
          <p:cNvPr id="41" name="Text 16">
            <a:extLst>
              <a:ext uri="{FF2B5EF4-FFF2-40B4-BE49-F238E27FC236}">
                <a16:creationId xmlns:a16="http://schemas.microsoft.com/office/drawing/2014/main" id="{06C68E3D-B9FE-F82E-BA3F-11A56C21ECFD}"/>
              </a:ext>
            </a:extLst>
          </p:cNvPr>
          <p:cNvSpPr/>
          <p:nvPr/>
        </p:nvSpPr>
        <p:spPr>
          <a:xfrm>
            <a:off x="3454348" y="2413132"/>
            <a:ext cx="2455321" cy="512167"/>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 в одну </a:t>
            </a:r>
            <a:endParaRPr lang="en-US" sz="1600" dirty="0"/>
          </a:p>
          <a:p>
            <a:pPr>
              <a:lnSpc>
                <a:spcPts val="1760"/>
              </a:lnSpc>
            </a:pPr>
            <a:r>
              <a:rPr lang="en-US" sz="1600" dirty="0">
                <a:solidFill>
                  <a:srgbClr val="000000">
                    <a:alpha val="100000"/>
                  </a:srgbClr>
                </a:solidFill>
                <a:ea typeface="Stapel" pitchFamily="34" charset="-122"/>
                <a:cs typeface="Stapel" pitchFamily="34" charset="-120"/>
              </a:rPr>
              <a:t>или несколько строк</a:t>
            </a:r>
            <a:endParaRPr lang="en-US" sz="1600" dirty="0"/>
          </a:p>
        </p:txBody>
      </p:sp>
      <p:sp>
        <p:nvSpPr>
          <p:cNvPr id="42" name="Text 17">
            <a:extLst>
              <a:ext uri="{FF2B5EF4-FFF2-40B4-BE49-F238E27FC236}">
                <a16:creationId xmlns:a16="http://schemas.microsoft.com/office/drawing/2014/main" id="{B8EB521D-8F5A-7BD9-F847-C8B17277EFC6}"/>
              </a:ext>
            </a:extLst>
          </p:cNvPr>
          <p:cNvSpPr/>
          <p:nvPr/>
        </p:nvSpPr>
        <p:spPr>
          <a:xfrm>
            <a:off x="3454348" y="3009955"/>
            <a:ext cx="2429921" cy="1159782"/>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possit aliquip  delectus no.</a:t>
            </a:r>
            <a:endParaRPr lang="en-US" sz="1000" dirty="0"/>
          </a:p>
        </p:txBody>
      </p:sp>
      <p:pic>
        <p:nvPicPr>
          <p:cNvPr id="43" name="Image 7" descr=" ">
            <a:extLst>
              <a:ext uri="{FF2B5EF4-FFF2-40B4-BE49-F238E27FC236}">
                <a16:creationId xmlns:a16="http://schemas.microsoft.com/office/drawing/2014/main" id="{07B9C2EE-8AFD-1180-A197-E8328635709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611523" y="4925592"/>
            <a:ext cx="444498" cy="546029"/>
          </a:xfrm>
          <a:prstGeom prst="rect">
            <a:avLst/>
          </a:prstGeom>
        </p:spPr>
      </p:pic>
      <p:sp>
        <p:nvSpPr>
          <p:cNvPr id="44" name="Shape 18">
            <a:extLst>
              <a:ext uri="{FF2B5EF4-FFF2-40B4-BE49-F238E27FC236}">
                <a16:creationId xmlns:a16="http://schemas.microsoft.com/office/drawing/2014/main" id="{3C11F747-8A53-06AD-1C71-D47FBF29B2D8}"/>
              </a:ext>
            </a:extLst>
          </p:cNvPr>
          <p:cNvSpPr/>
          <p:nvPr/>
        </p:nvSpPr>
        <p:spPr>
          <a:xfrm>
            <a:off x="6146734" y="1397265"/>
            <a:ext cx="2793985" cy="4063471"/>
          </a:xfrm>
          <a:prstGeom prst="rect">
            <a:avLst/>
          </a:prstGeom>
          <a:solidFill>
            <a:srgbClr val="FFFFFF">
              <a:alpha val="100000"/>
            </a:srgbClr>
          </a:solidFill>
          <a:ln/>
        </p:spPr>
      </p:sp>
      <p:sp>
        <p:nvSpPr>
          <p:cNvPr id="45" name="Shape 19">
            <a:extLst>
              <a:ext uri="{FF2B5EF4-FFF2-40B4-BE49-F238E27FC236}">
                <a16:creationId xmlns:a16="http://schemas.microsoft.com/office/drawing/2014/main" id="{3D9785CF-DFA1-6A2C-177C-D06710CB024C}"/>
              </a:ext>
            </a:extLst>
          </p:cNvPr>
          <p:cNvSpPr/>
          <p:nvPr/>
        </p:nvSpPr>
        <p:spPr>
          <a:xfrm>
            <a:off x="6197534" y="1448058"/>
            <a:ext cx="2692386" cy="2679351"/>
          </a:xfrm>
          <a:prstGeom prst="rect">
            <a:avLst/>
          </a:prstGeom>
          <a:noFill/>
          <a:ln/>
        </p:spPr>
      </p:sp>
      <p:sp>
        <p:nvSpPr>
          <p:cNvPr id="46" name="Shape 20">
            <a:extLst>
              <a:ext uri="{FF2B5EF4-FFF2-40B4-BE49-F238E27FC236}">
                <a16:creationId xmlns:a16="http://schemas.microsoft.com/office/drawing/2014/main" id="{AB06B05E-0B72-07B7-0510-095B83CE78C2}"/>
              </a:ext>
            </a:extLst>
          </p:cNvPr>
          <p:cNvSpPr/>
          <p:nvPr/>
        </p:nvSpPr>
        <p:spPr>
          <a:xfrm>
            <a:off x="6197534" y="1448058"/>
            <a:ext cx="2692386" cy="761901"/>
          </a:xfrm>
          <a:prstGeom prst="rect">
            <a:avLst/>
          </a:prstGeom>
          <a:solidFill>
            <a:srgbClr val="CF0522">
              <a:alpha val="10000"/>
            </a:srgbClr>
          </a:solidFill>
          <a:ln/>
        </p:spPr>
      </p:sp>
      <p:sp>
        <p:nvSpPr>
          <p:cNvPr id="47" name="Shape 21">
            <a:extLst>
              <a:ext uri="{FF2B5EF4-FFF2-40B4-BE49-F238E27FC236}">
                <a16:creationId xmlns:a16="http://schemas.microsoft.com/office/drawing/2014/main" id="{7104CF9B-DBB2-3023-5418-754F50B0D7E0}"/>
              </a:ext>
            </a:extLst>
          </p:cNvPr>
          <p:cNvSpPr/>
          <p:nvPr/>
        </p:nvSpPr>
        <p:spPr>
          <a:xfrm>
            <a:off x="8381923" y="1676628"/>
            <a:ext cx="304798" cy="304760"/>
          </a:xfrm>
          <a:prstGeom prst="rect">
            <a:avLst/>
          </a:prstGeom>
          <a:noFill/>
          <a:ln/>
        </p:spPr>
      </p:sp>
      <p:pic>
        <p:nvPicPr>
          <p:cNvPr id="48" name="Image 8" descr=" ">
            <a:extLst>
              <a:ext uri="{FF2B5EF4-FFF2-40B4-BE49-F238E27FC236}">
                <a16:creationId xmlns:a16="http://schemas.microsoft.com/office/drawing/2014/main" id="{BF21A267-E7D4-3953-8279-A0B9F2914824}"/>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407323" y="1702025"/>
            <a:ext cx="253871" cy="253967"/>
          </a:xfrm>
          <a:prstGeom prst="rect">
            <a:avLst/>
          </a:prstGeom>
        </p:spPr>
      </p:pic>
      <p:pic>
        <p:nvPicPr>
          <p:cNvPr id="49" name="Image 9" descr=" ">
            <a:extLst>
              <a:ext uri="{FF2B5EF4-FFF2-40B4-BE49-F238E27FC236}">
                <a16:creationId xmlns:a16="http://schemas.microsoft.com/office/drawing/2014/main" id="{F8D15568-7B48-157E-38A2-8AA74DC0B1A9}"/>
              </a:ext>
            </a:extLst>
          </p:cNvPr>
          <p:cNvPicPr>
            <a:picLocks noChangeAspect="1"/>
          </p:cNvPicPr>
          <p:nvPr/>
        </p:nvPicPr>
        <p:blipFill>
          <a:blip r:embed="rId2"/>
          <a:stretch>
            <a:fillRect/>
          </a:stretch>
        </p:blipFill>
        <p:spPr>
          <a:xfrm>
            <a:off x="8381923" y="1676628"/>
            <a:ext cx="304798" cy="304760"/>
          </a:xfrm>
          <a:prstGeom prst="rect">
            <a:avLst/>
          </a:prstGeom>
        </p:spPr>
      </p:pic>
      <p:sp>
        <p:nvSpPr>
          <p:cNvPr id="50" name="Text 22">
            <a:extLst>
              <a:ext uri="{FF2B5EF4-FFF2-40B4-BE49-F238E27FC236}">
                <a16:creationId xmlns:a16="http://schemas.microsoft.com/office/drawing/2014/main" id="{87CE8B9C-6775-EB52-C27A-D5EAE6D3B3B8}"/>
              </a:ext>
            </a:extLst>
          </p:cNvPr>
          <p:cNvSpPr/>
          <p:nvPr/>
        </p:nvSpPr>
        <p:spPr>
          <a:xfrm>
            <a:off x="6349899" y="1721073"/>
            <a:ext cx="1744124" cy="289946"/>
          </a:xfrm>
          <a:prstGeom prst="rect">
            <a:avLst/>
          </a:prstGeom>
          <a:noFill/>
          <a:ln/>
        </p:spPr>
        <p:txBody>
          <a:bodyPr wrap="square" lIns="0" tIns="0" rIns="0" bIns="0" rtlCol="0" anchor="t"/>
          <a:lstStyle/>
          <a:p>
            <a:pPr>
              <a:lnSpc>
                <a:spcPts val="1760"/>
              </a:lnSpc>
            </a:pPr>
            <a:r>
              <a:rPr lang="en-US" sz="1600" dirty="0">
                <a:solidFill>
                  <a:srgbClr val="CF0522">
                    <a:alpha val="100000"/>
                  </a:srgbClr>
                </a:solidFill>
                <a:ea typeface="Stapel" pitchFamily="34" charset="-122"/>
                <a:cs typeface="Stapel" pitchFamily="34" charset="-120"/>
              </a:rPr>
              <a:t>03</a:t>
            </a:r>
            <a:endParaRPr lang="en-US" sz="1600" dirty="0"/>
          </a:p>
        </p:txBody>
      </p:sp>
      <p:sp>
        <p:nvSpPr>
          <p:cNvPr id="51" name="Shape 23">
            <a:extLst>
              <a:ext uri="{FF2B5EF4-FFF2-40B4-BE49-F238E27FC236}">
                <a16:creationId xmlns:a16="http://schemas.microsoft.com/office/drawing/2014/main" id="{4FF348EC-BE4F-D057-10BA-B792B57AF397}"/>
              </a:ext>
            </a:extLst>
          </p:cNvPr>
          <p:cNvSpPr/>
          <p:nvPr/>
        </p:nvSpPr>
        <p:spPr>
          <a:xfrm>
            <a:off x="6349933" y="2413132"/>
            <a:ext cx="2387588" cy="1714277"/>
          </a:xfrm>
          <a:prstGeom prst="rect">
            <a:avLst/>
          </a:prstGeom>
          <a:noFill/>
          <a:ln/>
        </p:spPr>
      </p:sp>
      <p:sp>
        <p:nvSpPr>
          <p:cNvPr id="52" name="Text 24">
            <a:extLst>
              <a:ext uri="{FF2B5EF4-FFF2-40B4-BE49-F238E27FC236}">
                <a16:creationId xmlns:a16="http://schemas.microsoft.com/office/drawing/2014/main" id="{0238B3B9-8641-BD62-62BB-60CD2B419938}"/>
              </a:ext>
            </a:extLst>
          </p:cNvPr>
          <p:cNvSpPr/>
          <p:nvPr/>
        </p:nvSpPr>
        <p:spPr>
          <a:xfrm>
            <a:off x="6349933" y="2413132"/>
            <a:ext cx="2455321" cy="512167"/>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 в одну </a:t>
            </a:r>
            <a:endParaRPr lang="en-US" sz="1600" dirty="0"/>
          </a:p>
          <a:p>
            <a:pPr>
              <a:lnSpc>
                <a:spcPts val="1760"/>
              </a:lnSpc>
            </a:pPr>
            <a:r>
              <a:rPr lang="en-US" sz="1600" dirty="0">
                <a:solidFill>
                  <a:srgbClr val="000000">
                    <a:alpha val="100000"/>
                  </a:srgbClr>
                </a:solidFill>
                <a:ea typeface="Stapel" pitchFamily="34" charset="-122"/>
                <a:cs typeface="Stapel" pitchFamily="34" charset="-120"/>
              </a:rPr>
              <a:t>или несколько строк</a:t>
            </a:r>
            <a:endParaRPr lang="en-US" sz="1600" dirty="0"/>
          </a:p>
        </p:txBody>
      </p:sp>
      <p:sp>
        <p:nvSpPr>
          <p:cNvPr id="53" name="Text 25">
            <a:extLst>
              <a:ext uri="{FF2B5EF4-FFF2-40B4-BE49-F238E27FC236}">
                <a16:creationId xmlns:a16="http://schemas.microsoft.com/office/drawing/2014/main" id="{C5FF1304-B496-AEF1-2148-91821DBEC2CE}"/>
              </a:ext>
            </a:extLst>
          </p:cNvPr>
          <p:cNvSpPr/>
          <p:nvPr/>
        </p:nvSpPr>
        <p:spPr>
          <a:xfrm>
            <a:off x="6349933" y="3009955"/>
            <a:ext cx="2429921" cy="1159782"/>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possit aliquip  delectus no.</a:t>
            </a:r>
            <a:endParaRPr lang="en-US" sz="1000" dirty="0"/>
          </a:p>
        </p:txBody>
      </p:sp>
      <p:pic>
        <p:nvPicPr>
          <p:cNvPr id="54" name="Image 10" descr=" ">
            <a:extLst>
              <a:ext uri="{FF2B5EF4-FFF2-40B4-BE49-F238E27FC236}">
                <a16:creationId xmlns:a16="http://schemas.microsoft.com/office/drawing/2014/main" id="{D872022E-B4D2-5764-30C6-E5F8DB92A47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507108" y="4925592"/>
            <a:ext cx="444498" cy="546029"/>
          </a:xfrm>
          <a:prstGeom prst="rect">
            <a:avLst/>
          </a:prstGeom>
        </p:spPr>
      </p:pic>
      <p:sp>
        <p:nvSpPr>
          <p:cNvPr id="55" name="Shape 26">
            <a:extLst>
              <a:ext uri="{FF2B5EF4-FFF2-40B4-BE49-F238E27FC236}">
                <a16:creationId xmlns:a16="http://schemas.microsoft.com/office/drawing/2014/main" id="{0EB82FF4-5B38-4BE6-1E1A-6EC39C18F3B7}"/>
              </a:ext>
            </a:extLst>
          </p:cNvPr>
          <p:cNvSpPr/>
          <p:nvPr/>
        </p:nvSpPr>
        <p:spPr>
          <a:xfrm>
            <a:off x="9042319" y="1397265"/>
            <a:ext cx="2793985" cy="4063471"/>
          </a:xfrm>
          <a:prstGeom prst="rect">
            <a:avLst/>
          </a:prstGeom>
          <a:solidFill>
            <a:srgbClr val="FFFFFF">
              <a:alpha val="100000"/>
            </a:srgbClr>
          </a:solidFill>
          <a:ln/>
        </p:spPr>
      </p:sp>
      <p:sp>
        <p:nvSpPr>
          <p:cNvPr id="56" name="Shape 27">
            <a:extLst>
              <a:ext uri="{FF2B5EF4-FFF2-40B4-BE49-F238E27FC236}">
                <a16:creationId xmlns:a16="http://schemas.microsoft.com/office/drawing/2014/main" id="{CF7EB64B-5F2F-E0C1-34C2-141F526A73AA}"/>
              </a:ext>
            </a:extLst>
          </p:cNvPr>
          <p:cNvSpPr/>
          <p:nvPr/>
        </p:nvSpPr>
        <p:spPr>
          <a:xfrm>
            <a:off x="9093119" y="1448058"/>
            <a:ext cx="2692386" cy="2679351"/>
          </a:xfrm>
          <a:prstGeom prst="rect">
            <a:avLst/>
          </a:prstGeom>
          <a:noFill/>
          <a:ln/>
        </p:spPr>
      </p:sp>
      <p:sp>
        <p:nvSpPr>
          <p:cNvPr id="57" name="Shape 28">
            <a:extLst>
              <a:ext uri="{FF2B5EF4-FFF2-40B4-BE49-F238E27FC236}">
                <a16:creationId xmlns:a16="http://schemas.microsoft.com/office/drawing/2014/main" id="{76B8D9F5-40E6-9D01-83A9-9857019EB712}"/>
              </a:ext>
            </a:extLst>
          </p:cNvPr>
          <p:cNvSpPr/>
          <p:nvPr/>
        </p:nvSpPr>
        <p:spPr>
          <a:xfrm>
            <a:off x="9093119" y="1448058"/>
            <a:ext cx="2692386" cy="761901"/>
          </a:xfrm>
          <a:prstGeom prst="rect">
            <a:avLst/>
          </a:prstGeom>
          <a:solidFill>
            <a:srgbClr val="CF0522">
              <a:alpha val="10000"/>
            </a:srgbClr>
          </a:solidFill>
          <a:ln/>
        </p:spPr>
      </p:sp>
      <p:sp>
        <p:nvSpPr>
          <p:cNvPr id="58" name="Shape 29">
            <a:extLst>
              <a:ext uri="{FF2B5EF4-FFF2-40B4-BE49-F238E27FC236}">
                <a16:creationId xmlns:a16="http://schemas.microsoft.com/office/drawing/2014/main" id="{0CAAA83E-4EE7-8EDF-5AD8-75437E04680C}"/>
              </a:ext>
            </a:extLst>
          </p:cNvPr>
          <p:cNvSpPr/>
          <p:nvPr/>
        </p:nvSpPr>
        <p:spPr>
          <a:xfrm>
            <a:off x="11277507" y="1676628"/>
            <a:ext cx="304798" cy="304760"/>
          </a:xfrm>
          <a:prstGeom prst="rect">
            <a:avLst/>
          </a:prstGeom>
          <a:noFill/>
          <a:ln/>
        </p:spPr>
      </p:sp>
      <p:pic>
        <p:nvPicPr>
          <p:cNvPr id="59" name="Image 11" descr=" ">
            <a:extLst>
              <a:ext uri="{FF2B5EF4-FFF2-40B4-BE49-F238E27FC236}">
                <a16:creationId xmlns:a16="http://schemas.microsoft.com/office/drawing/2014/main" id="{A6344D7D-1739-CB12-D71F-E5BF59AB9EB4}"/>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1302908" y="1702025"/>
            <a:ext cx="253998" cy="253967"/>
          </a:xfrm>
          <a:prstGeom prst="rect">
            <a:avLst/>
          </a:prstGeom>
        </p:spPr>
      </p:pic>
      <p:pic>
        <p:nvPicPr>
          <p:cNvPr id="60" name="Image 12" descr=" ">
            <a:extLst>
              <a:ext uri="{FF2B5EF4-FFF2-40B4-BE49-F238E27FC236}">
                <a16:creationId xmlns:a16="http://schemas.microsoft.com/office/drawing/2014/main" id="{7E072A09-B72A-9698-59A1-293C7A484818}"/>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1375932" y="1774916"/>
            <a:ext cx="108076" cy="108060"/>
          </a:xfrm>
          <a:prstGeom prst="rect">
            <a:avLst/>
          </a:prstGeom>
        </p:spPr>
      </p:pic>
      <p:pic>
        <p:nvPicPr>
          <p:cNvPr id="61" name="Image 13" descr=" ">
            <a:extLst>
              <a:ext uri="{FF2B5EF4-FFF2-40B4-BE49-F238E27FC236}">
                <a16:creationId xmlns:a16="http://schemas.microsoft.com/office/drawing/2014/main" id="{269A1561-03D6-1E1D-EDC0-85B70E3637E4}"/>
              </a:ext>
            </a:extLst>
          </p:cNvPr>
          <p:cNvPicPr>
            <a:picLocks noChangeAspect="1"/>
          </p:cNvPicPr>
          <p:nvPr/>
        </p:nvPicPr>
        <p:blipFill>
          <a:blip r:embed="rId2"/>
          <a:stretch>
            <a:fillRect/>
          </a:stretch>
        </p:blipFill>
        <p:spPr>
          <a:xfrm>
            <a:off x="11277507" y="1676628"/>
            <a:ext cx="304798" cy="304760"/>
          </a:xfrm>
          <a:prstGeom prst="rect">
            <a:avLst/>
          </a:prstGeom>
        </p:spPr>
      </p:pic>
      <p:sp>
        <p:nvSpPr>
          <p:cNvPr id="62" name="Text 30">
            <a:extLst>
              <a:ext uri="{FF2B5EF4-FFF2-40B4-BE49-F238E27FC236}">
                <a16:creationId xmlns:a16="http://schemas.microsoft.com/office/drawing/2014/main" id="{698D641B-4529-9BDD-CF47-DBE8445FA7D4}"/>
              </a:ext>
            </a:extLst>
          </p:cNvPr>
          <p:cNvSpPr/>
          <p:nvPr/>
        </p:nvSpPr>
        <p:spPr>
          <a:xfrm>
            <a:off x="9245484" y="1721073"/>
            <a:ext cx="1744124" cy="289946"/>
          </a:xfrm>
          <a:prstGeom prst="rect">
            <a:avLst/>
          </a:prstGeom>
          <a:noFill/>
          <a:ln/>
        </p:spPr>
        <p:txBody>
          <a:bodyPr wrap="square" lIns="0" tIns="0" rIns="0" bIns="0" rtlCol="0" anchor="t"/>
          <a:lstStyle/>
          <a:p>
            <a:pPr>
              <a:lnSpc>
                <a:spcPts val="1760"/>
              </a:lnSpc>
            </a:pPr>
            <a:r>
              <a:rPr lang="en-US" sz="1600" dirty="0">
                <a:solidFill>
                  <a:srgbClr val="CF0522">
                    <a:alpha val="100000"/>
                  </a:srgbClr>
                </a:solidFill>
                <a:ea typeface="Stapel" pitchFamily="34" charset="-122"/>
                <a:cs typeface="Stapel" pitchFamily="34" charset="-120"/>
              </a:rPr>
              <a:t>04</a:t>
            </a:r>
            <a:endParaRPr lang="en-US" sz="1600" dirty="0"/>
          </a:p>
        </p:txBody>
      </p:sp>
      <p:sp>
        <p:nvSpPr>
          <p:cNvPr id="63" name="Shape 31">
            <a:extLst>
              <a:ext uri="{FF2B5EF4-FFF2-40B4-BE49-F238E27FC236}">
                <a16:creationId xmlns:a16="http://schemas.microsoft.com/office/drawing/2014/main" id="{D73F3B21-5865-9472-353F-CC75082E204E}"/>
              </a:ext>
            </a:extLst>
          </p:cNvPr>
          <p:cNvSpPr/>
          <p:nvPr/>
        </p:nvSpPr>
        <p:spPr>
          <a:xfrm>
            <a:off x="9245518" y="2413132"/>
            <a:ext cx="2387588" cy="1714277"/>
          </a:xfrm>
          <a:prstGeom prst="rect">
            <a:avLst/>
          </a:prstGeom>
          <a:noFill/>
          <a:ln/>
        </p:spPr>
      </p:sp>
      <p:sp>
        <p:nvSpPr>
          <p:cNvPr id="64" name="Text 32">
            <a:extLst>
              <a:ext uri="{FF2B5EF4-FFF2-40B4-BE49-F238E27FC236}">
                <a16:creationId xmlns:a16="http://schemas.microsoft.com/office/drawing/2014/main" id="{45872A3E-25D0-B6DC-B763-D9E8770C9778}"/>
              </a:ext>
            </a:extLst>
          </p:cNvPr>
          <p:cNvSpPr/>
          <p:nvPr/>
        </p:nvSpPr>
        <p:spPr>
          <a:xfrm>
            <a:off x="9245518" y="2413132"/>
            <a:ext cx="2455321" cy="512167"/>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 в одну </a:t>
            </a:r>
            <a:endParaRPr lang="en-US" sz="1600" dirty="0"/>
          </a:p>
          <a:p>
            <a:pPr>
              <a:lnSpc>
                <a:spcPts val="1760"/>
              </a:lnSpc>
            </a:pPr>
            <a:r>
              <a:rPr lang="en-US" sz="1600" dirty="0">
                <a:solidFill>
                  <a:srgbClr val="000000">
                    <a:alpha val="100000"/>
                  </a:srgbClr>
                </a:solidFill>
                <a:ea typeface="Stapel" pitchFamily="34" charset="-122"/>
                <a:cs typeface="Stapel" pitchFamily="34" charset="-120"/>
              </a:rPr>
              <a:t>или несколько строк</a:t>
            </a:r>
            <a:endParaRPr lang="en-US" sz="1600" dirty="0"/>
          </a:p>
        </p:txBody>
      </p:sp>
      <p:sp>
        <p:nvSpPr>
          <p:cNvPr id="65" name="Text 33">
            <a:extLst>
              <a:ext uri="{FF2B5EF4-FFF2-40B4-BE49-F238E27FC236}">
                <a16:creationId xmlns:a16="http://schemas.microsoft.com/office/drawing/2014/main" id="{2C6A8DCB-4640-91C2-F1A5-CA78E703DA07}"/>
              </a:ext>
            </a:extLst>
          </p:cNvPr>
          <p:cNvSpPr/>
          <p:nvPr/>
        </p:nvSpPr>
        <p:spPr>
          <a:xfrm>
            <a:off x="9245518" y="3009955"/>
            <a:ext cx="2429921" cy="1159782"/>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possit aliquip  delectus no.</a:t>
            </a:r>
            <a:endParaRPr lang="en-US" sz="1000" dirty="0"/>
          </a:p>
        </p:txBody>
      </p:sp>
      <p:pic>
        <p:nvPicPr>
          <p:cNvPr id="66" name="Image 14" descr=" ">
            <a:extLst>
              <a:ext uri="{FF2B5EF4-FFF2-40B4-BE49-F238E27FC236}">
                <a16:creationId xmlns:a16="http://schemas.microsoft.com/office/drawing/2014/main" id="{C720A993-5589-4EE1-62D8-15B7D6A7FFB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02693" y="4925592"/>
            <a:ext cx="444498" cy="546029"/>
          </a:xfrm>
          <a:prstGeom prst="rect">
            <a:avLst/>
          </a:prstGeom>
        </p:spPr>
      </p:pic>
      <p:sp>
        <p:nvSpPr>
          <p:cNvPr id="3" name="Заголовок 2">
            <a:extLst>
              <a:ext uri="{FF2B5EF4-FFF2-40B4-BE49-F238E27FC236}">
                <a16:creationId xmlns:a16="http://schemas.microsoft.com/office/drawing/2014/main" id="{559092CA-5B59-6210-A285-1655C5A9EBE8}"/>
              </a:ext>
            </a:extLst>
          </p:cNvPr>
          <p:cNvSpPr>
            <a:spLocks noGrp="1"/>
          </p:cNvSpPr>
          <p:nvPr>
            <p:ph type="title"/>
          </p:nvPr>
        </p:nvSpPr>
        <p:spPr/>
        <p:txBody>
          <a:bodyPr/>
          <a:lstStyle/>
          <a:p>
            <a:r>
              <a:rPr lang="ru-RU" dirty="0"/>
              <a:t>Плитки 4 штуки</a:t>
            </a:r>
          </a:p>
        </p:txBody>
      </p:sp>
    </p:spTree>
    <p:extLst>
      <p:ext uri="{BB962C8B-B14F-4D97-AF65-F5344CB8AC3E}">
        <p14:creationId xmlns:p14="http://schemas.microsoft.com/office/powerpoint/2010/main" val="40186462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4EEF076-CFCF-4199-A92C-7FD1DC5C9299}"/>
            </a:ext>
          </a:extLst>
        </p:cNvPr>
        <p:cNvGrpSpPr/>
        <p:nvPr/>
      </p:nvGrpSpPr>
      <p:grpSpPr>
        <a:xfrm>
          <a:off x="0" y="0"/>
          <a:ext cx="0" cy="0"/>
          <a:chOff x="0" y="0"/>
          <a:chExt cx="0" cy="0"/>
        </a:xfrm>
      </p:grpSpPr>
      <p:sp>
        <p:nvSpPr>
          <p:cNvPr id="22" name="Номер слайда 5">
            <a:extLst>
              <a:ext uri="{FF2B5EF4-FFF2-40B4-BE49-F238E27FC236}">
                <a16:creationId xmlns:a16="http://schemas.microsoft.com/office/drawing/2014/main" id="{7EC2F6F1-A7E1-E848-F0EC-5B87A16DF607}"/>
              </a:ext>
            </a:extLst>
          </p:cNvPr>
          <p:cNvSpPr>
            <a:spLocks noGrp="1"/>
          </p:cNvSpPr>
          <p:nvPr>
            <p:ph type="sldNum" sz="quarter" idx="4"/>
          </p:nvPr>
        </p:nvSpPr>
        <p:spPr>
          <a:xfrm>
            <a:off x="9078681" y="6576824"/>
            <a:ext cx="2743636" cy="153888"/>
          </a:xfr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72</a:t>
            </a:fld>
            <a:endParaRPr lang="ru-RU" dirty="0"/>
          </a:p>
        </p:txBody>
      </p:sp>
      <p:sp>
        <p:nvSpPr>
          <p:cNvPr id="2" name="Shape 0">
            <a:extLst>
              <a:ext uri="{FF2B5EF4-FFF2-40B4-BE49-F238E27FC236}">
                <a16:creationId xmlns:a16="http://schemas.microsoft.com/office/drawing/2014/main" id="{94F3F34B-E5FF-93C5-E2AF-8DB70907633E}"/>
              </a:ext>
            </a:extLst>
          </p:cNvPr>
          <p:cNvSpPr/>
          <p:nvPr/>
        </p:nvSpPr>
        <p:spPr>
          <a:xfrm>
            <a:off x="355599" y="1397265"/>
            <a:ext cx="11480740" cy="4304739"/>
          </a:xfrm>
          <a:prstGeom prst="rect">
            <a:avLst/>
          </a:prstGeom>
          <a:noFill/>
          <a:ln/>
        </p:spPr>
      </p:sp>
      <p:sp>
        <p:nvSpPr>
          <p:cNvPr id="3" name="Shape 1">
            <a:extLst>
              <a:ext uri="{FF2B5EF4-FFF2-40B4-BE49-F238E27FC236}">
                <a16:creationId xmlns:a16="http://schemas.microsoft.com/office/drawing/2014/main" id="{3088C3F3-B5C6-AEEE-6178-317423C1DBED}"/>
              </a:ext>
            </a:extLst>
          </p:cNvPr>
          <p:cNvSpPr/>
          <p:nvPr/>
        </p:nvSpPr>
        <p:spPr>
          <a:xfrm>
            <a:off x="355598" y="1397265"/>
            <a:ext cx="3759181" cy="2101576"/>
          </a:xfrm>
          <a:prstGeom prst="rect">
            <a:avLst/>
          </a:prstGeom>
          <a:solidFill>
            <a:srgbClr val="FFFFFF">
              <a:alpha val="100000"/>
            </a:srgbClr>
          </a:solidFill>
          <a:ln/>
        </p:spPr>
      </p:sp>
      <p:sp>
        <p:nvSpPr>
          <p:cNvPr id="4" name="Shape 2">
            <a:extLst>
              <a:ext uri="{FF2B5EF4-FFF2-40B4-BE49-F238E27FC236}">
                <a16:creationId xmlns:a16="http://schemas.microsoft.com/office/drawing/2014/main" id="{2791D240-C271-F2D4-9F95-342DBF8FBDB8}"/>
              </a:ext>
            </a:extLst>
          </p:cNvPr>
          <p:cNvSpPr/>
          <p:nvPr/>
        </p:nvSpPr>
        <p:spPr>
          <a:xfrm>
            <a:off x="558797" y="1600438"/>
            <a:ext cx="609597" cy="609521"/>
          </a:xfrm>
          <a:prstGeom prst="rect">
            <a:avLst/>
          </a:prstGeom>
          <a:solidFill>
            <a:srgbClr val="CF0522">
              <a:alpha val="100000"/>
            </a:srgbClr>
          </a:solidFill>
          <a:ln/>
        </p:spPr>
      </p:sp>
      <p:sp>
        <p:nvSpPr>
          <p:cNvPr id="5" name="Shape 3">
            <a:extLst>
              <a:ext uri="{FF2B5EF4-FFF2-40B4-BE49-F238E27FC236}">
                <a16:creationId xmlns:a16="http://schemas.microsoft.com/office/drawing/2014/main" id="{BFFAEBDF-4DAB-13CB-C58A-9D32A06CC966}"/>
              </a:ext>
            </a:extLst>
          </p:cNvPr>
          <p:cNvSpPr/>
          <p:nvPr/>
        </p:nvSpPr>
        <p:spPr>
          <a:xfrm>
            <a:off x="711197" y="1752818"/>
            <a:ext cx="304798" cy="304760"/>
          </a:xfrm>
          <a:prstGeom prst="rect">
            <a:avLst/>
          </a:prstGeom>
          <a:noFill/>
          <a:ln/>
        </p:spPr>
      </p:sp>
      <p:pic>
        <p:nvPicPr>
          <p:cNvPr id="6" name="Image 1" descr=" ">
            <a:extLst>
              <a:ext uri="{FF2B5EF4-FFF2-40B4-BE49-F238E27FC236}">
                <a16:creationId xmlns:a16="http://schemas.microsoft.com/office/drawing/2014/main" id="{6F252017-D847-4413-4A8E-7532CC22944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71193" y="1778215"/>
            <a:ext cx="184806" cy="253992"/>
          </a:xfrm>
          <a:prstGeom prst="rect">
            <a:avLst/>
          </a:prstGeom>
        </p:spPr>
      </p:pic>
      <p:pic>
        <p:nvPicPr>
          <p:cNvPr id="7" name="Image 2" descr=" ">
            <a:extLst>
              <a:ext uri="{FF2B5EF4-FFF2-40B4-BE49-F238E27FC236}">
                <a16:creationId xmlns:a16="http://schemas.microsoft.com/office/drawing/2014/main" id="{38A9EDF2-661F-56FC-27BD-4B8F14903745}"/>
              </a:ext>
            </a:extLst>
          </p:cNvPr>
          <p:cNvPicPr>
            <a:picLocks noChangeAspect="1"/>
          </p:cNvPicPr>
          <p:nvPr/>
        </p:nvPicPr>
        <p:blipFill>
          <a:blip r:embed="rId3"/>
          <a:stretch>
            <a:fillRect/>
          </a:stretch>
        </p:blipFill>
        <p:spPr>
          <a:xfrm>
            <a:off x="711197" y="1752818"/>
            <a:ext cx="304798" cy="304760"/>
          </a:xfrm>
          <a:prstGeom prst="rect">
            <a:avLst/>
          </a:prstGeom>
        </p:spPr>
      </p:pic>
      <p:sp>
        <p:nvSpPr>
          <p:cNvPr id="8" name="Shape 4">
            <a:extLst>
              <a:ext uri="{FF2B5EF4-FFF2-40B4-BE49-F238E27FC236}">
                <a16:creationId xmlns:a16="http://schemas.microsoft.com/office/drawing/2014/main" id="{152AF390-D0B7-BA4F-9962-9F705F718CE1}"/>
              </a:ext>
            </a:extLst>
          </p:cNvPr>
          <p:cNvSpPr/>
          <p:nvPr/>
        </p:nvSpPr>
        <p:spPr>
          <a:xfrm>
            <a:off x="558798" y="2413132"/>
            <a:ext cx="3200383" cy="882535"/>
          </a:xfrm>
          <a:prstGeom prst="rect">
            <a:avLst/>
          </a:prstGeom>
          <a:noFill/>
          <a:ln/>
        </p:spPr>
      </p:sp>
      <p:sp>
        <p:nvSpPr>
          <p:cNvPr id="9" name="Text 5">
            <a:extLst>
              <a:ext uri="{FF2B5EF4-FFF2-40B4-BE49-F238E27FC236}">
                <a16:creationId xmlns:a16="http://schemas.microsoft.com/office/drawing/2014/main" id="{AD74D858-1D63-2E3B-A831-5A381FD1E378}"/>
              </a:ext>
            </a:extLst>
          </p:cNvPr>
          <p:cNvSpPr/>
          <p:nvPr/>
        </p:nvSpPr>
        <p:spPr>
          <a:xfrm>
            <a:off x="558798" y="2413132"/>
            <a:ext cx="2556920"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a:t>
            </a:r>
            <a:endParaRPr lang="en-US" sz="1600" dirty="0"/>
          </a:p>
        </p:txBody>
      </p:sp>
      <p:sp>
        <p:nvSpPr>
          <p:cNvPr id="10" name="Text 6">
            <a:extLst>
              <a:ext uri="{FF2B5EF4-FFF2-40B4-BE49-F238E27FC236}">
                <a16:creationId xmlns:a16="http://schemas.microsoft.com/office/drawing/2014/main" id="{DF28CC9D-7461-2146-A840-FAF5F7798943}"/>
              </a:ext>
            </a:extLst>
          </p:cNvPr>
          <p:cNvSpPr/>
          <p:nvPr/>
        </p:nvSpPr>
        <p:spPr>
          <a:xfrm>
            <a:off x="558798" y="2736940"/>
            <a:ext cx="3242716"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Dolores senserit elaboraret eu. Cetero ceteros invidunt ad his, habeo gloriatur  pro id, no vix omnis denique deleniti. </a:t>
            </a:r>
            <a:endParaRPr lang="en-US" sz="1000" dirty="0"/>
          </a:p>
        </p:txBody>
      </p:sp>
      <p:pic>
        <p:nvPicPr>
          <p:cNvPr id="11" name="Image 3" descr=" ">
            <a:extLst>
              <a:ext uri="{FF2B5EF4-FFF2-40B4-BE49-F238E27FC236}">
                <a16:creationId xmlns:a16="http://schemas.microsoft.com/office/drawing/2014/main" id="{971CD73B-FDC8-3D64-0FD4-808785C208F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670318" y="2959161"/>
            <a:ext cx="444498" cy="546029"/>
          </a:xfrm>
          <a:prstGeom prst="rect">
            <a:avLst/>
          </a:prstGeom>
        </p:spPr>
      </p:pic>
      <p:sp>
        <p:nvSpPr>
          <p:cNvPr id="13" name="Shape 7">
            <a:extLst>
              <a:ext uri="{FF2B5EF4-FFF2-40B4-BE49-F238E27FC236}">
                <a16:creationId xmlns:a16="http://schemas.microsoft.com/office/drawing/2014/main" id="{60574BAB-D6BD-3566-861E-9EFE4BB2241F}"/>
              </a:ext>
            </a:extLst>
          </p:cNvPr>
          <p:cNvSpPr/>
          <p:nvPr/>
        </p:nvSpPr>
        <p:spPr>
          <a:xfrm>
            <a:off x="4216378" y="1397265"/>
            <a:ext cx="3759181" cy="2101576"/>
          </a:xfrm>
          <a:prstGeom prst="rect">
            <a:avLst/>
          </a:prstGeom>
          <a:solidFill>
            <a:srgbClr val="FFFFFF">
              <a:alpha val="100000"/>
            </a:srgbClr>
          </a:solidFill>
          <a:ln/>
        </p:spPr>
      </p:sp>
      <p:sp>
        <p:nvSpPr>
          <p:cNvPr id="14" name="Shape 8">
            <a:extLst>
              <a:ext uri="{FF2B5EF4-FFF2-40B4-BE49-F238E27FC236}">
                <a16:creationId xmlns:a16="http://schemas.microsoft.com/office/drawing/2014/main" id="{673461AC-648F-62FB-731A-4B5A3F8BFC8D}"/>
              </a:ext>
            </a:extLst>
          </p:cNvPr>
          <p:cNvSpPr/>
          <p:nvPr/>
        </p:nvSpPr>
        <p:spPr>
          <a:xfrm>
            <a:off x="4419577" y="1600438"/>
            <a:ext cx="609597" cy="609521"/>
          </a:xfrm>
          <a:prstGeom prst="rect">
            <a:avLst/>
          </a:prstGeom>
          <a:solidFill>
            <a:srgbClr val="CF0522">
              <a:alpha val="100000"/>
            </a:srgbClr>
          </a:solidFill>
          <a:ln/>
        </p:spPr>
      </p:sp>
      <p:pic>
        <p:nvPicPr>
          <p:cNvPr id="15" name="Image 4" descr=" ">
            <a:extLst>
              <a:ext uri="{FF2B5EF4-FFF2-40B4-BE49-F238E27FC236}">
                <a16:creationId xmlns:a16="http://schemas.microsoft.com/office/drawing/2014/main" id="{5EE31029-F0A4-3650-5FD5-736235E63B1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571977" y="1752818"/>
            <a:ext cx="304798" cy="304760"/>
          </a:xfrm>
          <a:prstGeom prst="rect">
            <a:avLst/>
          </a:prstGeom>
        </p:spPr>
      </p:pic>
      <p:pic>
        <p:nvPicPr>
          <p:cNvPr id="16" name="Image 5" descr=" ">
            <a:extLst>
              <a:ext uri="{FF2B5EF4-FFF2-40B4-BE49-F238E27FC236}">
                <a16:creationId xmlns:a16="http://schemas.microsoft.com/office/drawing/2014/main" id="{C4E46651-3989-735A-780F-E41CEA761A4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616426" y="1778215"/>
            <a:ext cx="215899" cy="253967"/>
          </a:xfrm>
          <a:prstGeom prst="rect">
            <a:avLst/>
          </a:prstGeom>
        </p:spPr>
      </p:pic>
      <p:sp>
        <p:nvSpPr>
          <p:cNvPr id="17" name="Shape 9">
            <a:extLst>
              <a:ext uri="{FF2B5EF4-FFF2-40B4-BE49-F238E27FC236}">
                <a16:creationId xmlns:a16="http://schemas.microsoft.com/office/drawing/2014/main" id="{D3B08780-377A-D773-0A23-9C61378E7598}"/>
              </a:ext>
            </a:extLst>
          </p:cNvPr>
          <p:cNvSpPr/>
          <p:nvPr/>
        </p:nvSpPr>
        <p:spPr>
          <a:xfrm>
            <a:off x="4419577" y="2413132"/>
            <a:ext cx="3200383" cy="882535"/>
          </a:xfrm>
          <a:prstGeom prst="rect">
            <a:avLst/>
          </a:prstGeom>
          <a:noFill/>
          <a:ln/>
        </p:spPr>
      </p:sp>
      <p:sp>
        <p:nvSpPr>
          <p:cNvPr id="18" name="Text 10">
            <a:extLst>
              <a:ext uri="{FF2B5EF4-FFF2-40B4-BE49-F238E27FC236}">
                <a16:creationId xmlns:a16="http://schemas.microsoft.com/office/drawing/2014/main" id="{B9FE3070-638F-9215-E277-A0A4E04B47A3}"/>
              </a:ext>
            </a:extLst>
          </p:cNvPr>
          <p:cNvSpPr/>
          <p:nvPr/>
        </p:nvSpPr>
        <p:spPr>
          <a:xfrm>
            <a:off x="4419577" y="2413132"/>
            <a:ext cx="2556920"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a:t>
            </a:r>
            <a:endParaRPr lang="en-US" sz="1600" dirty="0"/>
          </a:p>
        </p:txBody>
      </p:sp>
      <p:sp>
        <p:nvSpPr>
          <p:cNvPr id="19" name="Text 11">
            <a:extLst>
              <a:ext uri="{FF2B5EF4-FFF2-40B4-BE49-F238E27FC236}">
                <a16:creationId xmlns:a16="http://schemas.microsoft.com/office/drawing/2014/main" id="{737EF12E-0061-3C09-B308-F903D9D58DA1}"/>
              </a:ext>
            </a:extLst>
          </p:cNvPr>
          <p:cNvSpPr/>
          <p:nvPr/>
        </p:nvSpPr>
        <p:spPr>
          <a:xfrm>
            <a:off x="4419578" y="2736940"/>
            <a:ext cx="3242716"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Dolores senserit elaboraret eu. Cetero ceteros invidunt ad his, habeo gloriatur  pro id, no vix omnis denique deleniti. </a:t>
            </a:r>
            <a:endParaRPr lang="en-US" sz="1000" dirty="0"/>
          </a:p>
        </p:txBody>
      </p:sp>
      <p:pic>
        <p:nvPicPr>
          <p:cNvPr id="21" name="Image 6" descr=" ">
            <a:extLst>
              <a:ext uri="{FF2B5EF4-FFF2-40B4-BE49-F238E27FC236}">
                <a16:creationId xmlns:a16="http://schemas.microsoft.com/office/drawing/2014/main" id="{45573D68-37F7-8925-E545-AFF42187CD14}"/>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537113" y="2959161"/>
            <a:ext cx="444498" cy="546029"/>
          </a:xfrm>
          <a:prstGeom prst="rect">
            <a:avLst/>
          </a:prstGeom>
        </p:spPr>
      </p:pic>
      <p:sp>
        <p:nvSpPr>
          <p:cNvPr id="67" name="Shape 12">
            <a:extLst>
              <a:ext uri="{FF2B5EF4-FFF2-40B4-BE49-F238E27FC236}">
                <a16:creationId xmlns:a16="http://schemas.microsoft.com/office/drawing/2014/main" id="{A633DFFE-15C6-5606-0B3D-58EEEF8AA437}"/>
              </a:ext>
            </a:extLst>
          </p:cNvPr>
          <p:cNvSpPr/>
          <p:nvPr/>
        </p:nvSpPr>
        <p:spPr>
          <a:xfrm>
            <a:off x="8077158" y="1397265"/>
            <a:ext cx="3759181" cy="2101576"/>
          </a:xfrm>
          <a:prstGeom prst="rect">
            <a:avLst/>
          </a:prstGeom>
          <a:solidFill>
            <a:srgbClr val="FFFFFF">
              <a:alpha val="100000"/>
            </a:srgbClr>
          </a:solidFill>
          <a:ln/>
        </p:spPr>
      </p:sp>
      <p:sp>
        <p:nvSpPr>
          <p:cNvPr id="68" name="Shape 13">
            <a:extLst>
              <a:ext uri="{FF2B5EF4-FFF2-40B4-BE49-F238E27FC236}">
                <a16:creationId xmlns:a16="http://schemas.microsoft.com/office/drawing/2014/main" id="{A2D4A845-71F0-8AC3-0369-A1489EC1940F}"/>
              </a:ext>
            </a:extLst>
          </p:cNvPr>
          <p:cNvSpPr/>
          <p:nvPr/>
        </p:nvSpPr>
        <p:spPr>
          <a:xfrm>
            <a:off x="8280357" y="1600438"/>
            <a:ext cx="609597" cy="609521"/>
          </a:xfrm>
          <a:prstGeom prst="rect">
            <a:avLst/>
          </a:prstGeom>
          <a:solidFill>
            <a:srgbClr val="CF0522">
              <a:alpha val="100000"/>
            </a:srgbClr>
          </a:solidFill>
          <a:ln/>
        </p:spPr>
      </p:sp>
      <p:sp>
        <p:nvSpPr>
          <p:cNvPr id="69" name="Shape 14">
            <a:extLst>
              <a:ext uri="{FF2B5EF4-FFF2-40B4-BE49-F238E27FC236}">
                <a16:creationId xmlns:a16="http://schemas.microsoft.com/office/drawing/2014/main" id="{E37A8478-4D73-D574-C498-431A997CDECA}"/>
              </a:ext>
            </a:extLst>
          </p:cNvPr>
          <p:cNvSpPr/>
          <p:nvPr/>
        </p:nvSpPr>
        <p:spPr>
          <a:xfrm>
            <a:off x="8432756" y="1752818"/>
            <a:ext cx="304798" cy="304760"/>
          </a:xfrm>
          <a:prstGeom prst="rect">
            <a:avLst/>
          </a:prstGeom>
          <a:noFill/>
          <a:ln/>
        </p:spPr>
      </p:sp>
      <p:pic>
        <p:nvPicPr>
          <p:cNvPr id="70" name="Image 7" descr=" ">
            <a:extLst>
              <a:ext uri="{FF2B5EF4-FFF2-40B4-BE49-F238E27FC236}">
                <a16:creationId xmlns:a16="http://schemas.microsoft.com/office/drawing/2014/main" id="{186CB8D1-93D8-DBDB-772B-03B9EE2EA0F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458157" y="1778215"/>
            <a:ext cx="253998" cy="253967"/>
          </a:xfrm>
          <a:prstGeom prst="rect">
            <a:avLst/>
          </a:prstGeom>
        </p:spPr>
      </p:pic>
      <p:pic>
        <p:nvPicPr>
          <p:cNvPr id="71" name="Image 8" descr=" ">
            <a:extLst>
              <a:ext uri="{FF2B5EF4-FFF2-40B4-BE49-F238E27FC236}">
                <a16:creationId xmlns:a16="http://schemas.microsoft.com/office/drawing/2014/main" id="{85F01979-ED33-711B-F439-02D91E7AB7C7}"/>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8531181" y="1851106"/>
            <a:ext cx="108076" cy="108060"/>
          </a:xfrm>
          <a:prstGeom prst="rect">
            <a:avLst/>
          </a:prstGeom>
        </p:spPr>
      </p:pic>
      <p:pic>
        <p:nvPicPr>
          <p:cNvPr id="72" name="Image 9" descr=" ">
            <a:extLst>
              <a:ext uri="{FF2B5EF4-FFF2-40B4-BE49-F238E27FC236}">
                <a16:creationId xmlns:a16="http://schemas.microsoft.com/office/drawing/2014/main" id="{38963432-D50F-4F39-8690-BD8E90D17D13}"/>
              </a:ext>
            </a:extLst>
          </p:cNvPr>
          <p:cNvPicPr>
            <a:picLocks noChangeAspect="1"/>
          </p:cNvPicPr>
          <p:nvPr/>
        </p:nvPicPr>
        <p:blipFill>
          <a:blip r:embed="rId3"/>
          <a:stretch>
            <a:fillRect/>
          </a:stretch>
        </p:blipFill>
        <p:spPr>
          <a:xfrm>
            <a:off x="8432756" y="1752818"/>
            <a:ext cx="304798" cy="304760"/>
          </a:xfrm>
          <a:prstGeom prst="rect">
            <a:avLst/>
          </a:prstGeom>
        </p:spPr>
      </p:pic>
      <p:sp>
        <p:nvSpPr>
          <p:cNvPr id="73" name="Shape 15">
            <a:extLst>
              <a:ext uri="{FF2B5EF4-FFF2-40B4-BE49-F238E27FC236}">
                <a16:creationId xmlns:a16="http://schemas.microsoft.com/office/drawing/2014/main" id="{9A252307-769F-7E85-EC25-213B0ECC3A9F}"/>
              </a:ext>
            </a:extLst>
          </p:cNvPr>
          <p:cNvSpPr/>
          <p:nvPr/>
        </p:nvSpPr>
        <p:spPr>
          <a:xfrm>
            <a:off x="8280357" y="2413132"/>
            <a:ext cx="3200383" cy="882535"/>
          </a:xfrm>
          <a:prstGeom prst="rect">
            <a:avLst/>
          </a:prstGeom>
          <a:noFill/>
          <a:ln/>
        </p:spPr>
      </p:sp>
      <p:sp>
        <p:nvSpPr>
          <p:cNvPr id="74" name="Text 16">
            <a:extLst>
              <a:ext uri="{FF2B5EF4-FFF2-40B4-BE49-F238E27FC236}">
                <a16:creationId xmlns:a16="http://schemas.microsoft.com/office/drawing/2014/main" id="{3D2DACAD-EAD7-BDF2-0D6F-5270671B3FAD}"/>
              </a:ext>
            </a:extLst>
          </p:cNvPr>
          <p:cNvSpPr/>
          <p:nvPr/>
        </p:nvSpPr>
        <p:spPr>
          <a:xfrm>
            <a:off x="8280357" y="2413132"/>
            <a:ext cx="2556920"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a:t>
            </a:r>
            <a:endParaRPr lang="en-US" sz="1600" dirty="0"/>
          </a:p>
        </p:txBody>
      </p:sp>
      <p:sp>
        <p:nvSpPr>
          <p:cNvPr id="75" name="Text 17">
            <a:extLst>
              <a:ext uri="{FF2B5EF4-FFF2-40B4-BE49-F238E27FC236}">
                <a16:creationId xmlns:a16="http://schemas.microsoft.com/office/drawing/2014/main" id="{324F1C46-2EB7-3BED-91B6-F1B81AC8CAD4}"/>
              </a:ext>
            </a:extLst>
          </p:cNvPr>
          <p:cNvSpPr/>
          <p:nvPr/>
        </p:nvSpPr>
        <p:spPr>
          <a:xfrm>
            <a:off x="8280357" y="2736940"/>
            <a:ext cx="3242716"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Dolores senserit elaboraret eu. Cetero ceteros invidunt ad his, habeo gloriatur  pro id, no vix omnis denique deleniti. </a:t>
            </a:r>
            <a:endParaRPr lang="en-US" sz="1000" dirty="0"/>
          </a:p>
        </p:txBody>
      </p:sp>
      <p:pic>
        <p:nvPicPr>
          <p:cNvPr id="76" name="Image 10" descr=" ">
            <a:extLst>
              <a:ext uri="{FF2B5EF4-FFF2-40B4-BE49-F238E27FC236}">
                <a16:creationId xmlns:a16="http://schemas.microsoft.com/office/drawing/2014/main" id="{E02ED7C9-6945-19AF-4355-F5FF23D6816B}"/>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1391841" y="2952812"/>
            <a:ext cx="444498" cy="546029"/>
          </a:xfrm>
          <a:prstGeom prst="rect">
            <a:avLst/>
          </a:prstGeom>
        </p:spPr>
      </p:pic>
      <p:sp>
        <p:nvSpPr>
          <p:cNvPr id="77" name="Shape 18">
            <a:extLst>
              <a:ext uri="{FF2B5EF4-FFF2-40B4-BE49-F238E27FC236}">
                <a16:creationId xmlns:a16="http://schemas.microsoft.com/office/drawing/2014/main" id="{46FA34CE-6A56-81A4-EE0D-E194513C812C}"/>
              </a:ext>
            </a:extLst>
          </p:cNvPr>
          <p:cNvSpPr/>
          <p:nvPr/>
        </p:nvSpPr>
        <p:spPr>
          <a:xfrm>
            <a:off x="355598" y="3600428"/>
            <a:ext cx="3759181" cy="2101576"/>
          </a:xfrm>
          <a:prstGeom prst="rect">
            <a:avLst/>
          </a:prstGeom>
          <a:solidFill>
            <a:srgbClr val="FFFFFF">
              <a:alpha val="100000"/>
            </a:srgbClr>
          </a:solidFill>
          <a:ln/>
        </p:spPr>
      </p:sp>
      <p:sp>
        <p:nvSpPr>
          <p:cNvPr id="78" name="Shape 19">
            <a:extLst>
              <a:ext uri="{FF2B5EF4-FFF2-40B4-BE49-F238E27FC236}">
                <a16:creationId xmlns:a16="http://schemas.microsoft.com/office/drawing/2014/main" id="{62EFFD68-3590-AB8B-F59D-BE50A9A20B8C}"/>
              </a:ext>
            </a:extLst>
          </p:cNvPr>
          <p:cNvSpPr/>
          <p:nvPr/>
        </p:nvSpPr>
        <p:spPr>
          <a:xfrm>
            <a:off x="558797" y="3803601"/>
            <a:ext cx="609597" cy="609521"/>
          </a:xfrm>
          <a:prstGeom prst="rect">
            <a:avLst/>
          </a:prstGeom>
          <a:solidFill>
            <a:srgbClr val="CF0522">
              <a:alpha val="100000"/>
            </a:srgbClr>
          </a:solidFill>
          <a:ln/>
        </p:spPr>
      </p:sp>
      <p:sp>
        <p:nvSpPr>
          <p:cNvPr id="79" name="Shape 20">
            <a:extLst>
              <a:ext uri="{FF2B5EF4-FFF2-40B4-BE49-F238E27FC236}">
                <a16:creationId xmlns:a16="http://schemas.microsoft.com/office/drawing/2014/main" id="{3C9F6F2E-5C3A-617B-5516-1681822222C0}"/>
              </a:ext>
            </a:extLst>
          </p:cNvPr>
          <p:cNvSpPr/>
          <p:nvPr/>
        </p:nvSpPr>
        <p:spPr>
          <a:xfrm>
            <a:off x="711197" y="3955982"/>
            <a:ext cx="304798" cy="304760"/>
          </a:xfrm>
          <a:prstGeom prst="rect">
            <a:avLst/>
          </a:prstGeom>
          <a:noFill/>
          <a:ln/>
        </p:spPr>
      </p:sp>
      <p:pic>
        <p:nvPicPr>
          <p:cNvPr id="80" name="Image 11" descr=" ">
            <a:extLst>
              <a:ext uri="{FF2B5EF4-FFF2-40B4-BE49-F238E27FC236}">
                <a16:creationId xmlns:a16="http://schemas.microsoft.com/office/drawing/2014/main" id="{E8A856CC-C34C-5D8E-59E3-6F5AAC801D4F}"/>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736215" y="3981378"/>
            <a:ext cx="133731" cy="253967"/>
          </a:xfrm>
          <a:prstGeom prst="rect">
            <a:avLst/>
          </a:prstGeom>
        </p:spPr>
      </p:pic>
      <p:pic>
        <p:nvPicPr>
          <p:cNvPr id="81" name="Image 12" descr=" ">
            <a:extLst>
              <a:ext uri="{FF2B5EF4-FFF2-40B4-BE49-F238E27FC236}">
                <a16:creationId xmlns:a16="http://schemas.microsoft.com/office/drawing/2014/main" id="{60A164EC-E97F-76BE-6D19-CDD39F5532BF}"/>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888996" y="4185048"/>
            <a:ext cx="101599" cy="50297"/>
          </a:xfrm>
          <a:prstGeom prst="rect">
            <a:avLst/>
          </a:prstGeom>
        </p:spPr>
      </p:pic>
      <p:pic>
        <p:nvPicPr>
          <p:cNvPr id="82" name="Image 13" descr=" ">
            <a:extLst>
              <a:ext uri="{FF2B5EF4-FFF2-40B4-BE49-F238E27FC236}">
                <a16:creationId xmlns:a16="http://schemas.microsoft.com/office/drawing/2014/main" id="{D08B972A-375B-1765-2F15-3F7EF605ED98}"/>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888996" y="4095614"/>
            <a:ext cx="101599" cy="81572"/>
          </a:xfrm>
          <a:prstGeom prst="rect">
            <a:avLst/>
          </a:prstGeom>
        </p:spPr>
      </p:pic>
      <p:pic>
        <p:nvPicPr>
          <p:cNvPr id="83" name="Image 14" descr=" ">
            <a:extLst>
              <a:ext uri="{FF2B5EF4-FFF2-40B4-BE49-F238E27FC236}">
                <a16:creationId xmlns:a16="http://schemas.microsoft.com/office/drawing/2014/main" id="{01C6CDDC-11F1-3338-9A92-08AEF23FDD70}"/>
              </a:ext>
            </a:extLst>
          </p:cNvPr>
          <p:cNvPicPr>
            <a:picLocks noChangeAspect="1"/>
          </p:cNvPicPr>
          <p:nvPr/>
        </p:nvPicPr>
        <p:blipFill>
          <a:blip r:embed="rId3"/>
          <a:stretch>
            <a:fillRect/>
          </a:stretch>
        </p:blipFill>
        <p:spPr>
          <a:xfrm>
            <a:off x="711197" y="3955982"/>
            <a:ext cx="304798" cy="304760"/>
          </a:xfrm>
          <a:prstGeom prst="rect">
            <a:avLst/>
          </a:prstGeom>
        </p:spPr>
      </p:pic>
      <p:sp>
        <p:nvSpPr>
          <p:cNvPr id="84" name="Shape 21">
            <a:extLst>
              <a:ext uri="{FF2B5EF4-FFF2-40B4-BE49-F238E27FC236}">
                <a16:creationId xmlns:a16="http://schemas.microsoft.com/office/drawing/2014/main" id="{706C90A5-4348-1451-CAE6-792B14D226C7}"/>
              </a:ext>
            </a:extLst>
          </p:cNvPr>
          <p:cNvSpPr/>
          <p:nvPr/>
        </p:nvSpPr>
        <p:spPr>
          <a:xfrm>
            <a:off x="558798" y="4616295"/>
            <a:ext cx="3200383" cy="882535"/>
          </a:xfrm>
          <a:prstGeom prst="rect">
            <a:avLst/>
          </a:prstGeom>
          <a:noFill/>
          <a:ln/>
        </p:spPr>
      </p:sp>
      <p:sp>
        <p:nvSpPr>
          <p:cNvPr id="85" name="Text 22">
            <a:extLst>
              <a:ext uri="{FF2B5EF4-FFF2-40B4-BE49-F238E27FC236}">
                <a16:creationId xmlns:a16="http://schemas.microsoft.com/office/drawing/2014/main" id="{4A6241FB-DDCB-A9A4-7C2E-585192617D67}"/>
              </a:ext>
            </a:extLst>
          </p:cNvPr>
          <p:cNvSpPr/>
          <p:nvPr/>
        </p:nvSpPr>
        <p:spPr>
          <a:xfrm>
            <a:off x="558798" y="4616296"/>
            <a:ext cx="2556920"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a:t>
            </a:r>
            <a:endParaRPr lang="en-US" sz="1600" dirty="0"/>
          </a:p>
        </p:txBody>
      </p:sp>
      <p:sp>
        <p:nvSpPr>
          <p:cNvPr id="86" name="Text 23">
            <a:extLst>
              <a:ext uri="{FF2B5EF4-FFF2-40B4-BE49-F238E27FC236}">
                <a16:creationId xmlns:a16="http://schemas.microsoft.com/office/drawing/2014/main" id="{AA6D6E0C-5ED5-2AEF-68D6-27E05055CE1F}"/>
              </a:ext>
            </a:extLst>
          </p:cNvPr>
          <p:cNvSpPr/>
          <p:nvPr/>
        </p:nvSpPr>
        <p:spPr>
          <a:xfrm>
            <a:off x="558798" y="4940104"/>
            <a:ext cx="3242716"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Dolores senserit elaboraret eu. Cetero ceteros invidunt ad his, habeo gloriatur  pro id, no vix omnis denique deleniti. </a:t>
            </a:r>
            <a:endParaRPr lang="en-US" sz="1000" dirty="0"/>
          </a:p>
        </p:txBody>
      </p:sp>
      <p:pic>
        <p:nvPicPr>
          <p:cNvPr id="87" name="Image 15" descr=" ">
            <a:extLst>
              <a:ext uri="{FF2B5EF4-FFF2-40B4-BE49-F238E27FC236}">
                <a16:creationId xmlns:a16="http://schemas.microsoft.com/office/drawing/2014/main" id="{0D14F428-5D21-08EC-5BB7-463A4BD8BF5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670318" y="5162324"/>
            <a:ext cx="444498" cy="546029"/>
          </a:xfrm>
          <a:prstGeom prst="rect">
            <a:avLst/>
          </a:prstGeom>
        </p:spPr>
      </p:pic>
      <p:sp>
        <p:nvSpPr>
          <p:cNvPr id="88" name="Shape 24">
            <a:extLst>
              <a:ext uri="{FF2B5EF4-FFF2-40B4-BE49-F238E27FC236}">
                <a16:creationId xmlns:a16="http://schemas.microsoft.com/office/drawing/2014/main" id="{3FD996DD-F9BD-0E7C-71AE-314F30AC4194}"/>
              </a:ext>
            </a:extLst>
          </p:cNvPr>
          <p:cNvSpPr/>
          <p:nvPr/>
        </p:nvSpPr>
        <p:spPr>
          <a:xfrm>
            <a:off x="4216378" y="3600428"/>
            <a:ext cx="3759181" cy="2101576"/>
          </a:xfrm>
          <a:prstGeom prst="rect">
            <a:avLst/>
          </a:prstGeom>
          <a:solidFill>
            <a:srgbClr val="FFFFFF">
              <a:alpha val="100000"/>
            </a:srgbClr>
          </a:solidFill>
          <a:ln/>
        </p:spPr>
      </p:sp>
      <p:sp>
        <p:nvSpPr>
          <p:cNvPr id="89" name="Shape 25">
            <a:extLst>
              <a:ext uri="{FF2B5EF4-FFF2-40B4-BE49-F238E27FC236}">
                <a16:creationId xmlns:a16="http://schemas.microsoft.com/office/drawing/2014/main" id="{07A8E262-99F7-DB95-D5A2-6076EC8435ED}"/>
              </a:ext>
            </a:extLst>
          </p:cNvPr>
          <p:cNvSpPr/>
          <p:nvPr/>
        </p:nvSpPr>
        <p:spPr>
          <a:xfrm>
            <a:off x="4419577" y="3803601"/>
            <a:ext cx="609597" cy="609521"/>
          </a:xfrm>
          <a:prstGeom prst="rect">
            <a:avLst/>
          </a:prstGeom>
          <a:solidFill>
            <a:srgbClr val="CF0522">
              <a:alpha val="100000"/>
            </a:srgbClr>
          </a:solidFill>
          <a:ln/>
        </p:spPr>
      </p:sp>
      <p:pic>
        <p:nvPicPr>
          <p:cNvPr id="90" name="Image 16" descr=" ">
            <a:extLst>
              <a:ext uri="{FF2B5EF4-FFF2-40B4-BE49-F238E27FC236}">
                <a16:creationId xmlns:a16="http://schemas.microsoft.com/office/drawing/2014/main" id="{FAB226B3-E9C7-8F1C-6DC1-315A87E3743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571977" y="3955982"/>
            <a:ext cx="304798" cy="304760"/>
          </a:xfrm>
          <a:prstGeom prst="rect">
            <a:avLst/>
          </a:prstGeom>
        </p:spPr>
      </p:pic>
      <p:pic>
        <p:nvPicPr>
          <p:cNvPr id="91" name="Image 17" descr=" ">
            <a:extLst>
              <a:ext uri="{FF2B5EF4-FFF2-40B4-BE49-F238E27FC236}">
                <a16:creationId xmlns:a16="http://schemas.microsoft.com/office/drawing/2014/main" id="{D1B241BF-F5D2-B5C1-0262-91EF5B0A3ED5}"/>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4597376" y="3988497"/>
            <a:ext cx="254126" cy="239706"/>
          </a:xfrm>
          <a:prstGeom prst="rect">
            <a:avLst/>
          </a:prstGeom>
        </p:spPr>
      </p:pic>
      <p:pic>
        <p:nvPicPr>
          <p:cNvPr id="92" name="Image 18" descr=" ">
            <a:extLst>
              <a:ext uri="{FF2B5EF4-FFF2-40B4-BE49-F238E27FC236}">
                <a16:creationId xmlns:a16="http://schemas.microsoft.com/office/drawing/2014/main" id="{306D9791-CF7E-9C7D-F9C9-376C0062BA68}"/>
              </a:ext>
            </a:extLst>
          </p:cNvPr>
          <p:cNvPicPr>
            <a:picLocks noChangeAspect="1"/>
          </p:cNvPicPr>
          <p:nvPr/>
        </p:nvPicPr>
        <p:blipFill>
          <a:blip r:embed="rId3"/>
          <a:stretch>
            <a:fillRect/>
          </a:stretch>
        </p:blipFill>
        <p:spPr>
          <a:xfrm>
            <a:off x="4571977" y="3955982"/>
            <a:ext cx="304798" cy="304760"/>
          </a:xfrm>
          <a:prstGeom prst="rect">
            <a:avLst/>
          </a:prstGeom>
        </p:spPr>
      </p:pic>
      <p:sp>
        <p:nvSpPr>
          <p:cNvPr id="93" name="Shape 26">
            <a:extLst>
              <a:ext uri="{FF2B5EF4-FFF2-40B4-BE49-F238E27FC236}">
                <a16:creationId xmlns:a16="http://schemas.microsoft.com/office/drawing/2014/main" id="{05A829CE-C87C-825E-16EB-70884C8DB359}"/>
              </a:ext>
            </a:extLst>
          </p:cNvPr>
          <p:cNvSpPr/>
          <p:nvPr/>
        </p:nvSpPr>
        <p:spPr>
          <a:xfrm>
            <a:off x="4419577" y="4616295"/>
            <a:ext cx="3200383" cy="882535"/>
          </a:xfrm>
          <a:prstGeom prst="rect">
            <a:avLst/>
          </a:prstGeom>
          <a:noFill/>
          <a:ln/>
        </p:spPr>
      </p:sp>
      <p:sp>
        <p:nvSpPr>
          <p:cNvPr id="94" name="Text 27">
            <a:extLst>
              <a:ext uri="{FF2B5EF4-FFF2-40B4-BE49-F238E27FC236}">
                <a16:creationId xmlns:a16="http://schemas.microsoft.com/office/drawing/2014/main" id="{C960C12C-D181-0917-AAED-5B506BBDC04B}"/>
              </a:ext>
            </a:extLst>
          </p:cNvPr>
          <p:cNvSpPr/>
          <p:nvPr/>
        </p:nvSpPr>
        <p:spPr>
          <a:xfrm>
            <a:off x="4419577" y="4616296"/>
            <a:ext cx="2556920"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a:t>
            </a:r>
            <a:endParaRPr lang="en-US" sz="1600" dirty="0"/>
          </a:p>
        </p:txBody>
      </p:sp>
      <p:sp>
        <p:nvSpPr>
          <p:cNvPr id="95" name="Text 28">
            <a:extLst>
              <a:ext uri="{FF2B5EF4-FFF2-40B4-BE49-F238E27FC236}">
                <a16:creationId xmlns:a16="http://schemas.microsoft.com/office/drawing/2014/main" id="{9D73A20A-0A74-34E1-8B70-5FA31FB72C5B}"/>
              </a:ext>
            </a:extLst>
          </p:cNvPr>
          <p:cNvSpPr/>
          <p:nvPr/>
        </p:nvSpPr>
        <p:spPr>
          <a:xfrm>
            <a:off x="4419578" y="4940104"/>
            <a:ext cx="3242716"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Dolores senserit elaboraret eu. Cetero ceteros invidunt ad his, habeo gloriatur  pro id, no vix omnis denique deleniti. </a:t>
            </a:r>
            <a:endParaRPr lang="en-US" sz="1000" dirty="0"/>
          </a:p>
        </p:txBody>
      </p:sp>
      <p:pic>
        <p:nvPicPr>
          <p:cNvPr id="96" name="Image 19" descr=" ">
            <a:extLst>
              <a:ext uri="{FF2B5EF4-FFF2-40B4-BE49-F238E27FC236}">
                <a16:creationId xmlns:a16="http://schemas.microsoft.com/office/drawing/2014/main" id="{13E8CEDF-128D-6529-33DD-E1FE1D6323CF}"/>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7524674" y="5162324"/>
            <a:ext cx="450848" cy="546029"/>
          </a:xfrm>
          <a:prstGeom prst="rect">
            <a:avLst/>
          </a:prstGeom>
        </p:spPr>
      </p:pic>
      <p:sp>
        <p:nvSpPr>
          <p:cNvPr id="97" name="Shape 29">
            <a:extLst>
              <a:ext uri="{FF2B5EF4-FFF2-40B4-BE49-F238E27FC236}">
                <a16:creationId xmlns:a16="http://schemas.microsoft.com/office/drawing/2014/main" id="{83A6EE3F-A6AB-60D6-9BE4-C3A7C93D0194}"/>
              </a:ext>
            </a:extLst>
          </p:cNvPr>
          <p:cNvSpPr/>
          <p:nvPr/>
        </p:nvSpPr>
        <p:spPr>
          <a:xfrm>
            <a:off x="8077158" y="3600428"/>
            <a:ext cx="3759181" cy="2101576"/>
          </a:xfrm>
          <a:prstGeom prst="rect">
            <a:avLst/>
          </a:prstGeom>
          <a:solidFill>
            <a:srgbClr val="FFFFFF">
              <a:alpha val="100000"/>
            </a:srgbClr>
          </a:solidFill>
          <a:ln/>
        </p:spPr>
      </p:sp>
      <p:sp>
        <p:nvSpPr>
          <p:cNvPr id="98" name="Shape 30">
            <a:extLst>
              <a:ext uri="{FF2B5EF4-FFF2-40B4-BE49-F238E27FC236}">
                <a16:creationId xmlns:a16="http://schemas.microsoft.com/office/drawing/2014/main" id="{EE46B622-D145-6ED6-D766-C27D57595385}"/>
              </a:ext>
            </a:extLst>
          </p:cNvPr>
          <p:cNvSpPr/>
          <p:nvPr/>
        </p:nvSpPr>
        <p:spPr>
          <a:xfrm>
            <a:off x="8280357" y="3803601"/>
            <a:ext cx="609597" cy="609521"/>
          </a:xfrm>
          <a:prstGeom prst="rect">
            <a:avLst/>
          </a:prstGeom>
          <a:solidFill>
            <a:srgbClr val="CF0522">
              <a:alpha val="100000"/>
            </a:srgbClr>
          </a:solidFill>
          <a:ln/>
        </p:spPr>
      </p:sp>
      <p:sp>
        <p:nvSpPr>
          <p:cNvPr id="99" name="Shape 31">
            <a:extLst>
              <a:ext uri="{FF2B5EF4-FFF2-40B4-BE49-F238E27FC236}">
                <a16:creationId xmlns:a16="http://schemas.microsoft.com/office/drawing/2014/main" id="{AC9A9372-A360-863D-634A-370E999EDE20}"/>
              </a:ext>
            </a:extLst>
          </p:cNvPr>
          <p:cNvSpPr/>
          <p:nvPr/>
        </p:nvSpPr>
        <p:spPr>
          <a:xfrm>
            <a:off x="8432756" y="3955982"/>
            <a:ext cx="304798" cy="304760"/>
          </a:xfrm>
          <a:prstGeom prst="rect">
            <a:avLst/>
          </a:prstGeom>
          <a:noFill/>
          <a:ln/>
        </p:spPr>
      </p:sp>
      <p:pic>
        <p:nvPicPr>
          <p:cNvPr id="100" name="Image 20" descr=" ">
            <a:extLst>
              <a:ext uri="{FF2B5EF4-FFF2-40B4-BE49-F238E27FC236}">
                <a16:creationId xmlns:a16="http://schemas.microsoft.com/office/drawing/2014/main" id="{041989A6-7EF9-65CD-2DED-641438F21C06}"/>
              </a:ext>
            </a:extLst>
          </p:cNvPr>
          <p:cNvPicPr>
            <a:picLocks noChangeAspect="1"/>
          </p:cNvPicPr>
          <p:nvPr/>
        </p:nvPicPr>
        <p:blipFill>
          <a:blip r:embed="rId3"/>
          <a:stretch>
            <a:fillRect/>
          </a:stretch>
        </p:blipFill>
        <p:spPr>
          <a:xfrm>
            <a:off x="8432756" y="3955982"/>
            <a:ext cx="304798" cy="304760"/>
          </a:xfrm>
          <a:prstGeom prst="rect">
            <a:avLst/>
          </a:prstGeom>
        </p:spPr>
      </p:pic>
      <p:pic>
        <p:nvPicPr>
          <p:cNvPr id="101" name="Image 21" descr=" ">
            <a:extLst>
              <a:ext uri="{FF2B5EF4-FFF2-40B4-BE49-F238E27FC236}">
                <a16:creationId xmlns:a16="http://schemas.microsoft.com/office/drawing/2014/main" id="{5B73F2E7-F719-6245-8A59-71934AC06288}"/>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8613777" y="4136933"/>
            <a:ext cx="108030" cy="107936"/>
          </a:xfrm>
          <a:prstGeom prst="rect">
            <a:avLst/>
          </a:prstGeom>
        </p:spPr>
      </p:pic>
      <p:pic>
        <p:nvPicPr>
          <p:cNvPr id="102" name="Image 22" descr=" ">
            <a:extLst>
              <a:ext uri="{FF2B5EF4-FFF2-40B4-BE49-F238E27FC236}">
                <a16:creationId xmlns:a16="http://schemas.microsoft.com/office/drawing/2014/main" id="{957FED14-9BFD-0C14-D533-58249AB4BF39}"/>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8448631" y="3971854"/>
            <a:ext cx="107903" cy="107936"/>
          </a:xfrm>
          <a:prstGeom prst="rect">
            <a:avLst/>
          </a:prstGeom>
        </p:spPr>
      </p:pic>
      <p:pic>
        <p:nvPicPr>
          <p:cNvPr id="104" name="Image 23" descr=" ">
            <a:extLst>
              <a:ext uri="{FF2B5EF4-FFF2-40B4-BE49-F238E27FC236}">
                <a16:creationId xmlns:a16="http://schemas.microsoft.com/office/drawing/2014/main" id="{7C4E7047-E0E5-D567-B928-17C61CB32829}"/>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8470348" y="4108684"/>
            <a:ext cx="102617" cy="62549"/>
          </a:xfrm>
          <a:prstGeom prst="rect">
            <a:avLst/>
          </a:prstGeom>
        </p:spPr>
      </p:pic>
      <p:pic>
        <p:nvPicPr>
          <p:cNvPr id="105" name="Image 24" descr=" ">
            <a:extLst>
              <a:ext uri="{FF2B5EF4-FFF2-40B4-BE49-F238E27FC236}">
                <a16:creationId xmlns:a16="http://schemas.microsoft.com/office/drawing/2014/main" id="{7B1F79E3-D847-BCD3-66DD-0074744FAA41}"/>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8458157" y="4157568"/>
            <a:ext cx="59053" cy="77777"/>
          </a:xfrm>
          <a:prstGeom prst="rect">
            <a:avLst/>
          </a:prstGeom>
        </p:spPr>
      </p:pic>
      <p:pic>
        <p:nvPicPr>
          <p:cNvPr id="106" name="Image 25" descr=" ">
            <a:extLst>
              <a:ext uri="{FF2B5EF4-FFF2-40B4-BE49-F238E27FC236}">
                <a16:creationId xmlns:a16="http://schemas.microsoft.com/office/drawing/2014/main" id="{C354AD09-4CAD-988D-F8E8-F95797514569}"/>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8526102" y="4157568"/>
            <a:ext cx="59053" cy="77777"/>
          </a:xfrm>
          <a:prstGeom prst="rect">
            <a:avLst/>
          </a:prstGeom>
        </p:spPr>
      </p:pic>
      <p:pic>
        <p:nvPicPr>
          <p:cNvPr id="107" name="Image 26" descr=" ">
            <a:extLst>
              <a:ext uri="{FF2B5EF4-FFF2-40B4-BE49-F238E27FC236}">
                <a16:creationId xmlns:a16="http://schemas.microsoft.com/office/drawing/2014/main" id="{BD25CA5C-DADD-7EF5-4BF7-DEA2CAA54358}"/>
              </a:ext>
            </a:extLst>
          </p:cNvPr>
          <p:cNvPicPr>
            <a:picLocks noChangeAspect="1"/>
          </p:cNvPicPr>
          <p:nvPr/>
        </p:nvPicPr>
        <p:blipFill>
          <a:blip r:embed="rId21" cstate="screen">
            <a:extLst>
              <a:ext uri="{28A0092B-C50C-407E-A947-70E740481C1C}">
                <a14:useLocalDpi xmlns:a14="http://schemas.microsoft.com/office/drawing/2010/main"/>
              </a:ext>
            </a:extLst>
          </a:blip>
          <a:stretch>
            <a:fillRect/>
          </a:stretch>
        </p:blipFill>
        <p:spPr>
          <a:xfrm>
            <a:off x="8597347" y="3981453"/>
            <a:ext cx="102617" cy="62549"/>
          </a:xfrm>
          <a:prstGeom prst="rect">
            <a:avLst/>
          </a:prstGeom>
        </p:spPr>
      </p:pic>
      <p:pic>
        <p:nvPicPr>
          <p:cNvPr id="108" name="Image 27" descr=" ">
            <a:extLst>
              <a:ext uri="{FF2B5EF4-FFF2-40B4-BE49-F238E27FC236}">
                <a16:creationId xmlns:a16="http://schemas.microsoft.com/office/drawing/2014/main" id="{23F0D074-837E-D0D1-AF06-496E4254A34F}"/>
              </a:ext>
            </a:extLst>
          </p:cNvPr>
          <p:cNvPicPr>
            <a:picLocks noChangeAspect="1"/>
          </p:cNvPicPr>
          <p:nvPr/>
        </p:nvPicPr>
        <p:blipFill>
          <a:blip r:embed="rId22" cstate="screen">
            <a:extLst>
              <a:ext uri="{28A0092B-C50C-407E-A947-70E740481C1C}">
                <a14:useLocalDpi xmlns:a14="http://schemas.microsoft.com/office/drawing/2010/main"/>
              </a:ext>
            </a:extLst>
          </a:blip>
          <a:stretch>
            <a:fillRect/>
          </a:stretch>
        </p:blipFill>
        <p:spPr>
          <a:xfrm>
            <a:off x="8585156" y="4030188"/>
            <a:ext cx="59053" cy="77901"/>
          </a:xfrm>
          <a:prstGeom prst="rect">
            <a:avLst/>
          </a:prstGeom>
        </p:spPr>
      </p:pic>
      <p:pic>
        <p:nvPicPr>
          <p:cNvPr id="109" name="Image 28" descr=" ">
            <a:extLst>
              <a:ext uri="{FF2B5EF4-FFF2-40B4-BE49-F238E27FC236}">
                <a16:creationId xmlns:a16="http://schemas.microsoft.com/office/drawing/2014/main" id="{C238434B-456B-6F6F-6E38-2584E295C539}"/>
              </a:ext>
            </a:extLst>
          </p:cNvPr>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8653102" y="4030188"/>
            <a:ext cx="59053" cy="77901"/>
          </a:xfrm>
          <a:prstGeom prst="rect">
            <a:avLst/>
          </a:prstGeom>
        </p:spPr>
      </p:pic>
      <p:sp>
        <p:nvSpPr>
          <p:cNvPr id="110" name="Shape 32">
            <a:extLst>
              <a:ext uri="{FF2B5EF4-FFF2-40B4-BE49-F238E27FC236}">
                <a16:creationId xmlns:a16="http://schemas.microsoft.com/office/drawing/2014/main" id="{40907CF7-AB7A-10CA-DF63-BB1C70E128F5}"/>
              </a:ext>
            </a:extLst>
          </p:cNvPr>
          <p:cNvSpPr/>
          <p:nvPr/>
        </p:nvSpPr>
        <p:spPr>
          <a:xfrm>
            <a:off x="8280357" y="4616295"/>
            <a:ext cx="3200383" cy="882535"/>
          </a:xfrm>
          <a:prstGeom prst="rect">
            <a:avLst/>
          </a:prstGeom>
          <a:noFill/>
          <a:ln/>
        </p:spPr>
      </p:sp>
      <p:sp>
        <p:nvSpPr>
          <p:cNvPr id="111" name="Text 33">
            <a:extLst>
              <a:ext uri="{FF2B5EF4-FFF2-40B4-BE49-F238E27FC236}">
                <a16:creationId xmlns:a16="http://schemas.microsoft.com/office/drawing/2014/main" id="{BE446C7B-F1BF-402C-A5E2-97428FE2B7C7}"/>
              </a:ext>
            </a:extLst>
          </p:cNvPr>
          <p:cNvSpPr/>
          <p:nvPr/>
        </p:nvSpPr>
        <p:spPr>
          <a:xfrm>
            <a:off x="8280357" y="4616296"/>
            <a:ext cx="1109128"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a:t>
            </a:r>
            <a:endParaRPr lang="en-US" sz="1600" dirty="0"/>
          </a:p>
        </p:txBody>
      </p:sp>
      <p:sp>
        <p:nvSpPr>
          <p:cNvPr id="112" name="Text 34">
            <a:extLst>
              <a:ext uri="{FF2B5EF4-FFF2-40B4-BE49-F238E27FC236}">
                <a16:creationId xmlns:a16="http://schemas.microsoft.com/office/drawing/2014/main" id="{07DC0D55-626C-2A28-9904-B60826FD8DFC}"/>
              </a:ext>
            </a:extLst>
          </p:cNvPr>
          <p:cNvSpPr/>
          <p:nvPr/>
        </p:nvSpPr>
        <p:spPr>
          <a:xfrm>
            <a:off x="8280357" y="4940104"/>
            <a:ext cx="3242716" cy="601055"/>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Dolores senserit elaboraret eu. Cetero ceteros invidunt ad his, habeo gloriatur  pro id, no vix omnis denique deleniti. </a:t>
            </a:r>
            <a:endParaRPr lang="en-US" sz="1000" dirty="0"/>
          </a:p>
        </p:txBody>
      </p:sp>
      <p:pic>
        <p:nvPicPr>
          <p:cNvPr id="113" name="Image 29" descr=" ">
            <a:extLst>
              <a:ext uri="{FF2B5EF4-FFF2-40B4-BE49-F238E27FC236}">
                <a16:creationId xmlns:a16="http://schemas.microsoft.com/office/drawing/2014/main" id="{D909BE17-AA4B-3388-06FD-4C9C6999545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1391841" y="5155975"/>
            <a:ext cx="444498" cy="546029"/>
          </a:xfrm>
          <a:prstGeom prst="rect">
            <a:avLst/>
          </a:prstGeom>
        </p:spPr>
      </p:pic>
      <p:sp>
        <p:nvSpPr>
          <p:cNvPr id="20" name="Заголовок 19">
            <a:extLst>
              <a:ext uri="{FF2B5EF4-FFF2-40B4-BE49-F238E27FC236}">
                <a16:creationId xmlns:a16="http://schemas.microsoft.com/office/drawing/2014/main" id="{B8FF3343-2979-2C97-F600-82E182DEDED7}"/>
              </a:ext>
            </a:extLst>
          </p:cNvPr>
          <p:cNvSpPr>
            <a:spLocks noGrp="1"/>
          </p:cNvSpPr>
          <p:nvPr>
            <p:ph type="title"/>
          </p:nvPr>
        </p:nvSpPr>
        <p:spPr/>
        <p:txBody>
          <a:bodyPr/>
          <a:lstStyle/>
          <a:p>
            <a:r>
              <a:rPr lang="ru-RU" dirty="0"/>
              <a:t>Плитки 6 штук</a:t>
            </a:r>
          </a:p>
        </p:txBody>
      </p:sp>
    </p:spTree>
    <p:extLst>
      <p:ext uri="{BB962C8B-B14F-4D97-AF65-F5344CB8AC3E}">
        <p14:creationId xmlns:p14="http://schemas.microsoft.com/office/powerpoint/2010/main" val="28716431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Shape 7"/>
          <p:cNvSpPr/>
          <p:nvPr/>
        </p:nvSpPr>
        <p:spPr>
          <a:xfrm>
            <a:off x="4216378" y="1403614"/>
            <a:ext cx="3759181" cy="1015868"/>
          </a:xfrm>
          <a:prstGeom prst="rect">
            <a:avLst/>
          </a:prstGeom>
          <a:solidFill>
            <a:srgbClr val="FFFFFF">
              <a:alpha val="100000"/>
            </a:srgbClr>
          </a:solidFill>
          <a:ln/>
        </p:spPr>
      </p:sp>
      <p:sp>
        <p:nvSpPr>
          <p:cNvPr id="13" name="Shape 8"/>
          <p:cNvSpPr/>
          <p:nvPr/>
        </p:nvSpPr>
        <p:spPr>
          <a:xfrm>
            <a:off x="4419577" y="1606787"/>
            <a:ext cx="609597" cy="609521"/>
          </a:xfrm>
          <a:prstGeom prst="rect">
            <a:avLst/>
          </a:prstGeom>
          <a:solidFill>
            <a:srgbClr val="CF0522">
              <a:alpha val="100000"/>
            </a:srgbClr>
          </a:solidFill>
          <a:ln/>
        </p:spPr>
      </p:sp>
      <p:sp>
        <p:nvSpPr>
          <p:cNvPr id="5" name="Shape 2"/>
          <p:cNvSpPr/>
          <p:nvPr/>
        </p:nvSpPr>
        <p:spPr>
          <a:xfrm>
            <a:off x="355598" y="1403614"/>
            <a:ext cx="3759181" cy="1015868"/>
          </a:xfrm>
          <a:prstGeom prst="rect">
            <a:avLst/>
          </a:prstGeom>
          <a:solidFill>
            <a:srgbClr val="FFFFFF">
              <a:alpha val="100000"/>
            </a:srgbClr>
          </a:solidFill>
          <a:ln/>
        </p:spPr>
      </p:sp>
      <p:sp>
        <p:nvSpPr>
          <p:cNvPr id="6" name="Shape 3"/>
          <p:cNvSpPr/>
          <p:nvPr/>
        </p:nvSpPr>
        <p:spPr>
          <a:xfrm>
            <a:off x="558797" y="1606787"/>
            <a:ext cx="609597" cy="609521"/>
          </a:xfrm>
          <a:prstGeom prst="rect">
            <a:avLst/>
          </a:prstGeom>
          <a:solidFill>
            <a:srgbClr val="CF0522">
              <a:alpha val="100000"/>
            </a:srgbClr>
          </a:solidFill>
          <a:ln/>
        </p:spPr>
      </p:sp>
      <p:sp>
        <p:nvSpPr>
          <p:cNvPr id="7" name="Shape 4"/>
          <p:cNvSpPr/>
          <p:nvPr/>
        </p:nvSpPr>
        <p:spPr>
          <a:xfrm>
            <a:off x="711197" y="1759168"/>
            <a:ext cx="304798" cy="304760"/>
          </a:xfrm>
          <a:prstGeom prst="rect">
            <a:avLst/>
          </a:prstGeom>
          <a:noFill/>
          <a:ln/>
        </p:spPr>
      </p:sp>
      <p:pic>
        <p:nvPicPr>
          <p:cNvPr id="9" name="Image 2" descr=" "/>
          <p:cNvPicPr>
            <a:picLocks noChangeAspect="1"/>
          </p:cNvPicPr>
          <p:nvPr/>
        </p:nvPicPr>
        <p:blipFill>
          <a:blip r:embed="rId3"/>
          <a:stretch>
            <a:fillRect/>
          </a:stretch>
        </p:blipFill>
        <p:spPr>
          <a:xfrm>
            <a:off x="711197" y="1759168"/>
            <a:ext cx="304798" cy="304760"/>
          </a:xfrm>
          <a:prstGeom prst="rect">
            <a:avLst/>
          </a:prstGeom>
          <a:blipFill dpi="0" rotWithShape="1">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a:blipFill>
        </p:spPr>
      </p:pic>
      <p:sp>
        <p:nvSpPr>
          <p:cNvPr id="10" name="Shape 5"/>
          <p:cNvSpPr/>
          <p:nvPr/>
        </p:nvSpPr>
        <p:spPr>
          <a:xfrm>
            <a:off x="1371593" y="1606787"/>
            <a:ext cx="2539987" cy="330157"/>
          </a:xfrm>
          <a:prstGeom prst="rect">
            <a:avLst/>
          </a:prstGeom>
          <a:noFill/>
          <a:ln/>
        </p:spPr>
      </p:sp>
      <p:sp>
        <p:nvSpPr>
          <p:cNvPr id="11" name="Text 6"/>
          <p:cNvSpPr/>
          <p:nvPr/>
        </p:nvSpPr>
        <p:spPr>
          <a:xfrm>
            <a:off x="1371593" y="1606787"/>
            <a:ext cx="2590787"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14" name="Shape 9"/>
          <p:cNvSpPr/>
          <p:nvPr/>
        </p:nvSpPr>
        <p:spPr>
          <a:xfrm>
            <a:off x="4571977" y="1759168"/>
            <a:ext cx="304798" cy="304760"/>
          </a:xfrm>
          <a:prstGeom prst="rect">
            <a:avLst/>
          </a:prstGeom>
          <a:blipFill dpi="0" rotWithShape="1">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a:fillRect/>
            </a:stretch>
          </a:blipFill>
          <a:ln/>
        </p:spPr>
      </p:sp>
      <p:sp>
        <p:nvSpPr>
          <p:cNvPr id="16" name="Shape 10"/>
          <p:cNvSpPr/>
          <p:nvPr/>
        </p:nvSpPr>
        <p:spPr>
          <a:xfrm>
            <a:off x="5232373" y="1606787"/>
            <a:ext cx="2539987" cy="330157"/>
          </a:xfrm>
          <a:prstGeom prst="rect">
            <a:avLst/>
          </a:prstGeom>
          <a:noFill/>
          <a:ln/>
        </p:spPr>
      </p:sp>
      <p:sp>
        <p:nvSpPr>
          <p:cNvPr id="17" name="Text 11"/>
          <p:cNvSpPr/>
          <p:nvPr/>
        </p:nvSpPr>
        <p:spPr>
          <a:xfrm>
            <a:off x="5232373" y="1606787"/>
            <a:ext cx="2590787"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18" name="Shape 12"/>
          <p:cNvSpPr/>
          <p:nvPr/>
        </p:nvSpPr>
        <p:spPr>
          <a:xfrm>
            <a:off x="8077158" y="1403614"/>
            <a:ext cx="3759181" cy="1015868"/>
          </a:xfrm>
          <a:prstGeom prst="rect">
            <a:avLst/>
          </a:prstGeom>
          <a:solidFill>
            <a:srgbClr val="FFFFFF">
              <a:alpha val="100000"/>
            </a:srgbClr>
          </a:solidFill>
          <a:ln/>
        </p:spPr>
      </p:sp>
      <p:sp>
        <p:nvSpPr>
          <p:cNvPr id="19" name="Shape 13"/>
          <p:cNvSpPr/>
          <p:nvPr/>
        </p:nvSpPr>
        <p:spPr>
          <a:xfrm>
            <a:off x="8280357" y="1606787"/>
            <a:ext cx="609597" cy="609521"/>
          </a:xfrm>
          <a:prstGeom prst="rect">
            <a:avLst/>
          </a:prstGeom>
          <a:solidFill>
            <a:srgbClr val="CF0522">
              <a:alpha val="100000"/>
            </a:srgbClr>
          </a:solidFill>
          <a:ln/>
        </p:spPr>
      </p:sp>
      <p:sp>
        <p:nvSpPr>
          <p:cNvPr id="20" name="Shape 14"/>
          <p:cNvSpPr/>
          <p:nvPr/>
        </p:nvSpPr>
        <p:spPr>
          <a:xfrm>
            <a:off x="8432756" y="1759168"/>
            <a:ext cx="304798" cy="304760"/>
          </a:xfrm>
          <a:prstGeom prst="rect">
            <a:avLst/>
          </a:prstGeom>
          <a:blipFill dpi="0" rotWithShape="1">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a:fillRect/>
            </a:stretch>
          </a:blipFill>
          <a:ln/>
        </p:spPr>
      </p:sp>
      <p:sp>
        <p:nvSpPr>
          <p:cNvPr id="25" name="Shape 15"/>
          <p:cNvSpPr/>
          <p:nvPr/>
        </p:nvSpPr>
        <p:spPr>
          <a:xfrm>
            <a:off x="9093153" y="1606787"/>
            <a:ext cx="2539987" cy="330157"/>
          </a:xfrm>
          <a:prstGeom prst="rect">
            <a:avLst/>
          </a:prstGeom>
          <a:noFill/>
          <a:ln/>
        </p:spPr>
      </p:sp>
      <p:sp>
        <p:nvSpPr>
          <p:cNvPr id="26" name="Text 16"/>
          <p:cNvSpPr/>
          <p:nvPr/>
        </p:nvSpPr>
        <p:spPr>
          <a:xfrm>
            <a:off x="9093153" y="1606787"/>
            <a:ext cx="2590787"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27" name="Shape 17"/>
          <p:cNvSpPr/>
          <p:nvPr/>
        </p:nvSpPr>
        <p:spPr>
          <a:xfrm>
            <a:off x="355598" y="2521068"/>
            <a:ext cx="3759181" cy="1015868"/>
          </a:xfrm>
          <a:prstGeom prst="rect">
            <a:avLst/>
          </a:prstGeom>
          <a:solidFill>
            <a:srgbClr val="FFFFFF">
              <a:alpha val="100000"/>
            </a:srgbClr>
          </a:solidFill>
          <a:ln/>
        </p:spPr>
      </p:sp>
      <p:sp>
        <p:nvSpPr>
          <p:cNvPr id="28" name="Shape 18"/>
          <p:cNvSpPr/>
          <p:nvPr/>
        </p:nvSpPr>
        <p:spPr>
          <a:xfrm>
            <a:off x="558797" y="2724242"/>
            <a:ext cx="609597" cy="609521"/>
          </a:xfrm>
          <a:prstGeom prst="rect">
            <a:avLst/>
          </a:prstGeom>
          <a:solidFill>
            <a:srgbClr val="CF0522">
              <a:alpha val="100000"/>
            </a:srgbClr>
          </a:solidFill>
          <a:ln/>
        </p:spPr>
      </p:sp>
      <p:sp>
        <p:nvSpPr>
          <p:cNvPr id="29" name="Shape 19"/>
          <p:cNvSpPr/>
          <p:nvPr/>
        </p:nvSpPr>
        <p:spPr>
          <a:xfrm>
            <a:off x="711197" y="2876622"/>
            <a:ext cx="304798" cy="304760"/>
          </a:xfrm>
          <a:prstGeom prst="rect">
            <a:avLst/>
          </a:prstGeom>
          <a:noFill/>
          <a:ln/>
        </p:spPr>
      </p:sp>
      <p:pic>
        <p:nvPicPr>
          <p:cNvPr id="30" name="Image 8" descr=" "/>
          <p:cNvPicPr>
            <a:picLocks noChangeAspect="1"/>
          </p:cNvPicPr>
          <p:nvPr/>
        </p:nvPicPr>
        <p:blipFill>
          <a:blip r:embed="rId3"/>
          <a:stretch>
            <a:fillRect/>
          </a:stretch>
        </p:blipFill>
        <p:spPr>
          <a:xfrm>
            <a:off x="711197" y="2876622"/>
            <a:ext cx="304798" cy="304760"/>
          </a:xfrm>
          <a:prstGeom prst="rect">
            <a:avLst/>
          </a:prstGeom>
          <a:blipFill dpi="0" rotWithShape="1">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rcRect/>
            <a:stretch>
              <a:fillRect/>
            </a:stretch>
          </a:blipFill>
        </p:spPr>
      </p:pic>
      <p:sp>
        <p:nvSpPr>
          <p:cNvPr id="32" name="Shape 20"/>
          <p:cNvSpPr/>
          <p:nvPr/>
        </p:nvSpPr>
        <p:spPr>
          <a:xfrm>
            <a:off x="1371593" y="2724242"/>
            <a:ext cx="2539987" cy="330157"/>
          </a:xfrm>
          <a:prstGeom prst="rect">
            <a:avLst/>
          </a:prstGeom>
          <a:noFill/>
          <a:ln/>
        </p:spPr>
      </p:sp>
      <p:sp>
        <p:nvSpPr>
          <p:cNvPr id="33" name="Text 21"/>
          <p:cNvSpPr/>
          <p:nvPr/>
        </p:nvSpPr>
        <p:spPr>
          <a:xfrm>
            <a:off x="1371593" y="2724242"/>
            <a:ext cx="2590787"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34" name="Shape 22"/>
          <p:cNvSpPr/>
          <p:nvPr/>
        </p:nvSpPr>
        <p:spPr>
          <a:xfrm>
            <a:off x="4216378" y="2521068"/>
            <a:ext cx="3759181" cy="1015868"/>
          </a:xfrm>
          <a:prstGeom prst="rect">
            <a:avLst/>
          </a:prstGeom>
          <a:solidFill>
            <a:srgbClr val="FFFFFF">
              <a:alpha val="100000"/>
            </a:srgbClr>
          </a:solidFill>
          <a:ln/>
        </p:spPr>
      </p:sp>
      <p:sp>
        <p:nvSpPr>
          <p:cNvPr id="35" name="Shape 23"/>
          <p:cNvSpPr/>
          <p:nvPr/>
        </p:nvSpPr>
        <p:spPr>
          <a:xfrm>
            <a:off x="4419577" y="2724242"/>
            <a:ext cx="609597" cy="609521"/>
          </a:xfrm>
          <a:prstGeom prst="rect">
            <a:avLst/>
          </a:prstGeom>
          <a:solidFill>
            <a:srgbClr val="CF0522">
              <a:alpha val="100000"/>
            </a:srgbClr>
          </a:solidFill>
          <a:ln/>
        </p:spPr>
      </p:sp>
      <p:sp>
        <p:nvSpPr>
          <p:cNvPr id="36" name="Shape 24"/>
          <p:cNvSpPr/>
          <p:nvPr/>
        </p:nvSpPr>
        <p:spPr>
          <a:xfrm>
            <a:off x="4571977" y="2876622"/>
            <a:ext cx="304798" cy="304760"/>
          </a:xfrm>
          <a:prstGeom prst="rect">
            <a:avLst/>
          </a:prstGeom>
          <a:blipFill dpi="0" rotWithShape="1">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rcRect/>
            <a:stretch>
              <a:fillRect/>
            </a:stretch>
          </a:blipFill>
          <a:ln/>
        </p:spPr>
      </p:sp>
      <p:pic>
        <p:nvPicPr>
          <p:cNvPr id="38" name="Image 11" descr=" "/>
          <p:cNvPicPr>
            <a:picLocks noChangeAspect="1"/>
          </p:cNvPicPr>
          <p:nvPr/>
        </p:nvPicPr>
        <p:blipFill>
          <a:blip r:embed="rId3"/>
          <a:stretch>
            <a:fillRect/>
          </a:stretch>
        </p:blipFill>
        <p:spPr>
          <a:xfrm>
            <a:off x="4571977" y="2876622"/>
            <a:ext cx="304798" cy="304760"/>
          </a:xfrm>
          <a:prstGeom prst="rect">
            <a:avLst/>
          </a:prstGeom>
          <a:blipFill dpi="0" rotWithShape="1">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rcRect/>
            <a:stretch>
              <a:fillRect/>
            </a:stretch>
          </a:blipFill>
        </p:spPr>
      </p:pic>
      <p:sp>
        <p:nvSpPr>
          <p:cNvPr id="39" name="Shape 25"/>
          <p:cNvSpPr/>
          <p:nvPr/>
        </p:nvSpPr>
        <p:spPr>
          <a:xfrm>
            <a:off x="5232373" y="2724242"/>
            <a:ext cx="2539987" cy="330157"/>
          </a:xfrm>
          <a:prstGeom prst="rect">
            <a:avLst/>
          </a:prstGeom>
          <a:noFill/>
          <a:ln/>
        </p:spPr>
      </p:sp>
      <p:sp>
        <p:nvSpPr>
          <p:cNvPr id="40" name="Text 26"/>
          <p:cNvSpPr/>
          <p:nvPr/>
        </p:nvSpPr>
        <p:spPr>
          <a:xfrm>
            <a:off x="5232373" y="2724242"/>
            <a:ext cx="2590787"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41" name="Shape 27"/>
          <p:cNvSpPr/>
          <p:nvPr/>
        </p:nvSpPr>
        <p:spPr>
          <a:xfrm>
            <a:off x="8077158" y="2521068"/>
            <a:ext cx="3759181" cy="1015868"/>
          </a:xfrm>
          <a:prstGeom prst="rect">
            <a:avLst/>
          </a:prstGeom>
          <a:solidFill>
            <a:srgbClr val="FFFFFF">
              <a:alpha val="100000"/>
            </a:srgbClr>
          </a:solidFill>
          <a:ln/>
        </p:spPr>
      </p:sp>
      <p:sp>
        <p:nvSpPr>
          <p:cNvPr id="42" name="Shape 28"/>
          <p:cNvSpPr/>
          <p:nvPr/>
        </p:nvSpPr>
        <p:spPr>
          <a:xfrm>
            <a:off x="8280357" y="2724242"/>
            <a:ext cx="609597" cy="609521"/>
          </a:xfrm>
          <a:prstGeom prst="rect">
            <a:avLst/>
          </a:prstGeom>
          <a:solidFill>
            <a:srgbClr val="CF0522">
              <a:alpha val="100000"/>
            </a:srgbClr>
          </a:solidFill>
          <a:ln/>
        </p:spPr>
      </p:sp>
      <p:sp>
        <p:nvSpPr>
          <p:cNvPr id="43" name="Shape 29"/>
          <p:cNvSpPr/>
          <p:nvPr/>
        </p:nvSpPr>
        <p:spPr>
          <a:xfrm>
            <a:off x="8432756" y="2876622"/>
            <a:ext cx="304798" cy="304760"/>
          </a:xfrm>
          <a:prstGeom prst="rect">
            <a:avLst/>
          </a:prstGeom>
          <a:noFill/>
          <a:ln/>
        </p:spPr>
      </p:sp>
      <p:pic>
        <p:nvPicPr>
          <p:cNvPr id="44" name="Image 12" descr=" "/>
          <p:cNvPicPr>
            <a:picLocks noChangeAspect="1"/>
          </p:cNvPicPr>
          <p:nvPr/>
        </p:nvPicPr>
        <p:blipFill>
          <a:blip r:embed="rId3"/>
          <a:stretch>
            <a:fillRect/>
          </a:stretch>
        </p:blipFill>
        <p:spPr>
          <a:xfrm>
            <a:off x="8432756" y="2876622"/>
            <a:ext cx="304798" cy="304760"/>
          </a:xfrm>
          <a:prstGeom prst="rect">
            <a:avLst/>
          </a:prstGeom>
          <a:blipFill dpi="0" rotWithShape="1">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rcRect/>
            <a:stretch>
              <a:fillRect/>
            </a:stretch>
          </a:blipFill>
        </p:spPr>
      </p:pic>
      <p:sp>
        <p:nvSpPr>
          <p:cNvPr id="46" name="Shape 30"/>
          <p:cNvSpPr/>
          <p:nvPr/>
        </p:nvSpPr>
        <p:spPr>
          <a:xfrm>
            <a:off x="9093153" y="2724242"/>
            <a:ext cx="2539987" cy="330157"/>
          </a:xfrm>
          <a:prstGeom prst="rect">
            <a:avLst/>
          </a:prstGeom>
          <a:noFill/>
          <a:ln/>
        </p:spPr>
      </p:sp>
      <p:sp>
        <p:nvSpPr>
          <p:cNvPr id="47" name="Text 31"/>
          <p:cNvSpPr/>
          <p:nvPr/>
        </p:nvSpPr>
        <p:spPr>
          <a:xfrm>
            <a:off x="9093153" y="2724242"/>
            <a:ext cx="2590787"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48" name="Shape 32"/>
          <p:cNvSpPr/>
          <p:nvPr/>
        </p:nvSpPr>
        <p:spPr>
          <a:xfrm>
            <a:off x="355598" y="3638523"/>
            <a:ext cx="3759181" cy="1015868"/>
          </a:xfrm>
          <a:prstGeom prst="rect">
            <a:avLst/>
          </a:prstGeom>
          <a:solidFill>
            <a:srgbClr val="FFFFFF">
              <a:alpha val="100000"/>
            </a:srgbClr>
          </a:solidFill>
          <a:ln/>
        </p:spPr>
      </p:sp>
      <p:sp>
        <p:nvSpPr>
          <p:cNvPr id="49" name="Shape 33"/>
          <p:cNvSpPr/>
          <p:nvPr/>
        </p:nvSpPr>
        <p:spPr>
          <a:xfrm>
            <a:off x="558797" y="3841696"/>
            <a:ext cx="609597" cy="609521"/>
          </a:xfrm>
          <a:prstGeom prst="rect">
            <a:avLst/>
          </a:prstGeom>
          <a:solidFill>
            <a:srgbClr val="CF0522">
              <a:alpha val="100000"/>
            </a:srgbClr>
          </a:solidFill>
          <a:ln/>
        </p:spPr>
      </p:sp>
      <p:pic>
        <p:nvPicPr>
          <p:cNvPr id="50" name="Image 14" descr=" "/>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711197" y="3994077"/>
            <a:ext cx="304798" cy="304760"/>
          </a:xfrm>
          <a:prstGeom prst="rect">
            <a:avLst/>
          </a:prstGeom>
          <a:blipFill dpi="0" rotWithShape="1">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rcRect/>
            <a:stretch>
              <a:fillRect/>
            </a:stretch>
          </a:blipFill>
        </p:spPr>
      </p:pic>
      <p:sp>
        <p:nvSpPr>
          <p:cNvPr id="52" name="Shape 34"/>
          <p:cNvSpPr/>
          <p:nvPr/>
        </p:nvSpPr>
        <p:spPr>
          <a:xfrm>
            <a:off x="1371593" y="3841696"/>
            <a:ext cx="2539987" cy="330157"/>
          </a:xfrm>
          <a:prstGeom prst="rect">
            <a:avLst/>
          </a:prstGeom>
          <a:noFill/>
          <a:ln/>
        </p:spPr>
      </p:sp>
      <p:sp>
        <p:nvSpPr>
          <p:cNvPr id="53" name="Text 35"/>
          <p:cNvSpPr/>
          <p:nvPr/>
        </p:nvSpPr>
        <p:spPr>
          <a:xfrm>
            <a:off x="1371593" y="3841696"/>
            <a:ext cx="2590787"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54" name="Shape 36"/>
          <p:cNvSpPr/>
          <p:nvPr/>
        </p:nvSpPr>
        <p:spPr>
          <a:xfrm>
            <a:off x="4216378" y="3638523"/>
            <a:ext cx="3759181" cy="1015868"/>
          </a:xfrm>
          <a:prstGeom prst="rect">
            <a:avLst/>
          </a:prstGeom>
          <a:solidFill>
            <a:srgbClr val="FFFFFF">
              <a:alpha val="100000"/>
            </a:srgbClr>
          </a:solidFill>
          <a:ln/>
        </p:spPr>
      </p:sp>
      <p:sp>
        <p:nvSpPr>
          <p:cNvPr id="55" name="Shape 37"/>
          <p:cNvSpPr/>
          <p:nvPr/>
        </p:nvSpPr>
        <p:spPr>
          <a:xfrm>
            <a:off x="4419577" y="3841696"/>
            <a:ext cx="609597" cy="609521"/>
          </a:xfrm>
          <a:prstGeom prst="rect">
            <a:avLst/>
          </a:prstGeom>
          <a:solidFill>
            <a:srgbClr val="CF0522">
              <a:alpha val="100000"/>
            </a:srgbClr>
          </a:solidFill>
          <a:ln/>
        </p:spPr>
      </p:sp>
      <p:pic>
        <p:nvPicPr>
          <p:cNvPr id="56" name="Image 16" descr=" "/>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4571977" y="3994077"/>
            <a:ext cx="304798" cy="304760"/>
          </a:xfrm>
          <a:prstGeom prst="rect">
            <a:avLst/>
          </a:prstGeom>
        </p:spPr>
      </p:pic>
      <p:pic>
        <p:nvPicPr>
          <p:cNvPr id="58" name="Image 18" descr=" "/>
          <p:cNvPicPr>
            <a:picLocks noChangeAspect="1"/>
          </p:cNvPicPr>
          <p:nvPr/>
        </p:nvPicPr>
        <p:blipFill>
          <a:blip r:embed="rId3"/>
          <a:stretch>
            <a:fillRect/>
          </a:stretch>
        </p:blipFill>
        <p:spPr>
          <a:xfrm>
            <a:off x="4571977" y="3994077"/>
            <a:ext cx="304798" cy="304760"/>
          </a:xfrm>
          <a:prstGeom prst="rect">
            <a:avLst/>
          </a:prstGeom>
          <a:blipFill dpi="0" rotWithShape="1">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rcRect/>
            <a:stretch>
              <a:fillRect/>
            </a:stretch>
          </a:blipFill>
        </p:spPr>
      </p:pic>
      <p:sp>
        <p:nvSpPr>
          <p:cNvPr id="59" name="Shape 38"/>
          <p:cNvSpPr/>
          <p:nvPr/>
        </p:nvSpPr>
        <p:spPr>
          <a:xfrm>
            <a:off x="5232373" y="3841696"/>
            <a:ext cx="2539987" cy="330157"/>
          </a:xfrm>
          <a:prstGeom prst="rect">
            <a:avLst/>
          </a:prstGeom>
          <a:noFill/>
          <a:ln/>
        </p:spPr>
      </p:sp>
      <p:sp>
        <p:nvSpPr>
          <p:cNvPr id="60" name="Text 39"/>
          <p:cNvSpPr/>
          <p:nvPr/>
        </p:nvSpPr>
        <p:spPr>
          <a:xfrm>
            <a:off x="5232373" y="3841696"/>
            <a:ext cx="2590787"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61" name="Shape 40"/>
          <p:cNvSpPr/>
          <p:nvPr/>
        </p:nvSpPr>
        <p:spPr>
          <a:xfrm>
            <a:off x="8077158" y="3638523"/>
            <a:ext cx="3759181" cy="1015868"/>
          </a:xfrm>
          <a:prstGeom prst="rect">
            <a:avLst/>
          </a:prstGeom>
          <a:solidFill>
            <a:srgbClr val="FFFFFF">
              <a:alpha val="100000"/>
            </a:srgbClr>
          </a:solidFill>
          <a:ln/>
        </p:spPr>
      </p:sp>
      <p:sp>
        <p:nvSpPr>
          <p:cNvPr id="62" name="Shape 41"/>
          <p:cNvSpPr/>
          <p:nvPr/>
        </p:nvSpPr>
        <p:spPr>
          <a:xfrm>
            <a:off x="8280357" y="3841696"/>
            <a:ext cx="609597" cy="609521"/>
          </a:xfrm>
          <a:prstGeom prst="rect">
            <a:avLst/>
          </a:prstGeom>
          <a:solidFill>
            <a:srgbClr val="CF0522">
              <a:alpha val="100000"/>
            </a:srgbClr>
          </a:solidFill>
          <a:ln/>
        </p:spPr>
      </p:sp>
      <p:sp>
        <p:nvSpPr>
          <p:cNvPr id="63" name="Shape 42"/>
          <p:cNvSpPr/>
          <p:nvPr/>
        </p:nvSpPr>
        <p:spPr>
          <a:xfrm>
            <a:off x="8432756" y="3994077"/>
            <a:ext cx="304798" cy="304760"/>
          </a:xfrm>
          <a:prstGeom prst="rect">
            <a:avLst/>
          </a:prstGeom>
          <a:noFill/>
          <a:ln/>
        </p:spPr>
      </p:sp>
      <p:pic>
        <p:nvPicPr>
          <p:cNvPr id="64" name="Image 19" descr=" "/>
          <p:cNvPicPr>
            <a:picLocks noChangeAspect="1"/>
          </p:cNvPicPr>
          <p:nvPr/>
        </p:nvPicPr>
        <p:blipFill>
          <a:blip r:embed="rId3"/>
          <a:stretch>
            <a:fillRect/>
          </a:stretch>
        </p:blipFill>
        <p:spPr>
          <a:xfrm>
            <a:off x="8432756" y="3994077"/>
            <a:ext cx="304798" cy="304760"/>
          </a:xfrm>
          <a:prstGeom prst="rect">
            <a:avLst/>
          </a:prstGeom>
          <a:blipFill dpi="0" rotWithShape="1">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rcRect/>
            <a:stretch>
              <a:fillRect/>
            </a:stretch>
          </a:blipFill>
        </p:spPr>
      </p:pic>
      <p:sp>
        <p:nvSpPr>
          <p:cNvPr id="69" name="Shape 43"/>
          <p:cNvSpPr/>
          <p:nvPr/>
        </p:nvSpPr>
        <p:spPr>
          <a:xfrm>
            <a:off x="9093153" y="3841696"/>
            <a:ext cx="2539987" cy="330157"/>
          </a:xfrm>
          <a:prstGeom prst="rect">
            <a:avLst/>
          </a:prstGeom>
          <a:noFill/>
          <a:ln/>
        </p:spPr>
      </p:sp>
      <p:sp>
        <p:nvSpPr>
          <p:cNvPr id="70" name="Text 44"/>
          <p:cNvSpPr/>
          <p:nvPr/>
        </p:nvSpPr>
        <p:spPr>
          <a:xfrm>
            <a:off x="9093153" y="3841696"/>
            <a:ext cx="2590787"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71" name="Shape 45"/>
          <p:cNvSpPr/>
          <p:nvPr/>
        </p:nvSpPr>
        <p:spPr>
          <a:xfrm>
            <a:off x="355598" y="4755977"/>
            <a:ext cx="3759181" cy="1015868"/>
          </a:xfrm>
          <a:prstGeom prst="rect">
            <a:avLst/>
          </a:prstGeom>
          <a:solidFill>
            <a:srgbClr val="FFFFFF">
              <a:alpha val="100000"/>
            </a:srgbClr>
          </a:solidFill>
          <a:ln/>
        </p:spPr>
      </p:sp>
      <p:sp>
        <p:nvSpPr>
          <p:cNvPr id="72" name="Shape 46"/>
          <p:cNvSpPr/>
          <p:nvPr/>
        </p:nvSpPr>
        <p:spPr>
          <a:xfrm>
            <a:off x="558797" y="4959151"/>
            <a:ext cx="609597" cy="609521"/>
          </a:xfrm>
          <a:prstGeom prst="rect">
            <a:avLst/>
          </a:prstGeom>
          <a:solidFill>
            <a:srgbClr val="CF0522">
              <a:alpha val="100000"/>
            </a:srgbClr>
          </a:solidFill>
          <a:ln/>
        </p:spPr>
      </p:sp>
      <p:sp>
        <p:nvSpPr>
          <p:cNvPr id="73" name="Shape 47"/>
          <p:cNvSpPr/>
          <p:nvPr/>
        </p:nvSpPr>
        <p:spPr>
          <a:xfrm>
            <a:off x="711197" y="5111531"/>
            <a:ext cx="304798" cy="304760"/>
          </a:xfrm>
          <a:prstGeom prst="rect">
            <a:avLst/>
          </a:prstGeom>
          <a:noFill/>
          <a:ln/>
        </p:spPr>
      </p:sp>
      <p:pic>
        <p:nvPicPr>
          <p:cNvPr id="74" name="Image 24" descr=" "/>
          <p:cNvPicPr>
            <a:picLocks noChangeAspect="1"/>
          </p:cNvPicPr>
          <p:nvPr/>
        </p:nvPicPr>
        <p:blipFill>
          <a:blip r:embed="rId3"/>
          <a:stretch>
            <a:fillRect/>
          </a:stretch>
        </p:blipFill>
        <p:spPr>
          <a:xfrm>
            <a:off x="711197" y="5111531"/>
            <a:ext cx="304798" cy="304760"/>
          </a:xfrm>
          <a:prstGeom prst="rect">
            <a:avLst/>
          </a:prstGeom>
          <a:blipFill dpi="0" rotWithShape="1">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rcRect/>
            <a:stretch>
              <a:fillRect/>
            </a:stretch>
          </a:blipFill>
        </p:spPr>
      </p:pic>
      <p:sp>
        <p:nvSpPr>
          <p:cNvPr id="76" name="Shape 48"/>
          <p:cNvSpPr/>
          <p:nvPr/>
        </p:nvSpPr>
        <p:spPr>
          <a:xfrm>
            <a:off x="1371593" y="4959151"/>
            <a:ext cx="2539987" cy="330157"/>
          </a:xfrm>
          <a:prstGeom prst="rect">
            <a:avLst/>
          </a:prstGeom>
          <a:noFill/>
          <a:ln/>
        </p:spPr>
      </p:sp>
      <p:sp>
        <p:nvSpPr>
          <p:cNvPr id="77" name="Text 49"/>
          <p:cNvSpPr/>
          <p:nvPr/>
        </p:nvSpPr>
        <p:spPr>
          <a:xfrm>
            <a:off x="1371593" y="4959151"/>
            <a:ext cx="2590787"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78" name="Shape 50"/>
          <p:cNvSpPr/>
          <p:nvPr/>
        </p:nvSpPr>
        <p:spPr>
          <a:xfrm>
            <a:off x="4216378" y="4755977"/>
            <a:ext cx="3759181" cy="1015868"/>
          </a:xfrm>
          <a:prstGeom prst="rect">
            <a:avLst/>
          </a:prstGeom>
          <a:solidFill>
            <a:srgbClr val="FFFFFF">
              <a:alpha val="100000"/>
            </a:srgbClr>
          </a:solidFill>
          <a:ln/>
        </p:spPr>
      </p:sp>
      <p:sp>
        <p:nvSpPr>
          <p:cNvPr id="79" name="Shape 51"/>
          <p:cNvSpPr/>
          <p:nvPr/>
        </p:nvSpPr>
        <p:spPr>
          <a:xfrm>
            <a:off x="4419577" y="4959151"/>
            <a:ext cx="609597" cy="609521"/>
          </a:xfrm>
          <a:prstGeom prst="rect">
            <a:avLst/>
          </a:prstGeom>
          <a:solidFill>
            <a:srgbClr val="CF0522">
              <a:alpha val="100000"/>
            </a:srgbClr>
          </a:solidFill>
          <a:ln/>
        </p:spPr>
      </p:sp>
      <p:sp>
        <p:nvSpPr>
          <p:cNvPr id="80" name="Shape 52"/>
          <p:cNvSpPr/>
          <p:nvPr/>
        </p:nvSpPr>
        <p:spPr>
          <a:xfrm>
            <a:off x="4571977" y="5111531"/>
            <a:ext cx="304798" cy="304760"/>
          </a:xfrm>
          <a:prstGeom prst="rect">
            <a:avLst/>
          </a:prstGeom>
          <a:noFill/>
          <a:ln/>
        </p:spPr>
      </p:sp>
      <p:pic>
        <p:nvPicPr>
          <p:cNvPr id="81" name="Image 26" descr=" "/>
          <p:cNvPicPr>
            <a:picLocks noChangeAspect="1"/>
          </p:cNvPicPr>
          <p:nvPr/>
        </p:nvPicPr>
        <p:blipFill>
          <a:blip r:embed="rId3"/>
          <a:stretch>
            <a:fillRect/>
          </a:stretch>
        </p:blipFill>
        <p:spPr>
          <a:xfrm>
            <a:off x="4571977" y="5111531"/>
            <a:ext cx="304798" cy="304760"/>
          </a:xfrm>
          <a:prstGeom prst="rect">
            <a:avLst/>
          </a:prstGeom>
          <a:blipFill dpi="0" rotWithShape="1">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rcRect/>
            <a:stretch>
              <a:fillRect/>
            </a:stretch>
          </a:blipFill>
        </p:spPr>
      </p:pic>
      <p:sp>
        <p:nvSpPr>
          <p:cNvPr id="83" name="Shape 53"/>
          <p:cNvSpPr/>
          <p:nvPr/>
        </p:nvSpPr>
        <p:spPr>
          <a:xfrm>
            <a:off x="5232373" y="4959151"/>
            <a:ext cx="2539987" cy="330157"/>
          </a:xfrm>
          <a:prstGeom prst="rect">
            <a:avLst/>
          </a:prstGeom>
          <a:noFill/>
          <a:ln/>
        </p:spPr>
      </p:sp>
      <p:sp>
        <p:nvSpPr>
          <p:cNvPr id="84" name="Text 54"/>
          <p:cNvSpPr/>
          <p:nvPr/>
        </p:nvSpPr>
        <p:spPr>
          <a:xfrm>
            <a:off x="5232373" y="4959151"/>
            <a:ext cx="2590787"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85" name="Shape 55"/>
          <p:cNvSpPr/>
          <p:nvPr/>
        </p:nvSpPr>
        <p:spPr>
          <a:xfrm>
            <a:off x="8077158" y="4755977"/>
            <a:ext cx="3759181" cy="1015868"/>
          </a:xfrm>
          <a:prstGeom prst="rect">
            <a:avLst/>
          </a:prstGeom>
          <a:solidFill>
            <a:srgbClr val="FFFFFF">
              <a:alpha val="100000"/>
            </a:srgbClr>
          </a:solidFill>
          <a:ln/>
        </p:spPr>
      </p:sp>
      <p:sp>
        <p:nvSpPr>
          <p:cNvPr id="86" name="Shape 56"/>
          <p:cNvSpPr/>
          <p:nvPr/>
        </p:nvSpPr>
        <p:spPr>
          <a:xfrm>
            <a:off x="8280357" y="4959151"/>
            <a:ext cx="609597" cy="609521"/>
          </a:xfrm>
          <a:prstGeom prst="rect">
            <a:avLst/>
          </a:prstGeom>
          <a:solidFill>
            <a:srgbClr val="CF0522">
              <a:alpha val="100000"/>
            </a:srgbClr>
          </a:solidFill>
          <a:ln/>
        </p:spPr>
      </p:sp>
      <p:sp>
        <p:nvSpPr>
          <p:cNvPr id="87" name="Shape 57"/>
          <p:cNvSpPr/>
          <p:nvPr/>
        </p:nvSpPr>
        <p:spPr>
          <a:xfrm>
            <a:off x="8432756" y="5111531"/>
            <a:ext cx="304798" cy="304760"/>
          </a:xfrm>
          <a:prstGeom prst="rect">
            <a:avLst/>
          </a:prstGeom>
          <a:noFill/>
          <a:ln/>
        </p:spPr>
      </p:sp>
      <p:pic>
        <p:nvPicPr>
          <p:cNvPr id="88" name="Image 28" descr=" "/>
          <p:cNvPicPr>
            <a:picLocks noChangeAspect="1"/>
          </p:cNvPicPr>
          <p:nvPr/>
        </p:nvPicPr>
        <p:blipFill>
          <a:blip r:embed="rId3"/>
          <a:stretch>
            <a:fillRect/>
          </a:stretch>
        </p:blipFill>
        <p:spPr>
          <a:xfrm>
            <a:off x="8432756" y="5111531"/>
            <a:ext cx="304798" cy="304760"/>
          </a:xfrm>
          <a:prstGeom prst="rect">
            <a:avLst/>
          </a:prstGeom>
          <a:blipFill dpi="0" rotWithShape="1">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rcRect/>
            <a:stretch>
              <a:fillRect/>
            </a:stretch>
          </a:blipFill>
        </p:spPr>
      </p:pic>
      <p:sp>
        <p:nvSpPr>
          <p:cNvPr id="93" name="Shape 58"/>
          <p:cNvSpPr/>
          <p:nvPr/>
        </p:nvSpPr>
        <p:spPr>
          <a:xfrm>
            <a:off x="9093153" y="4959151"/>
            <a:ext cx="2539987" cy="330157"/>
          </a:xfrm>
          <a:prstGeom prst="rect">
            <a:avLst/>
          </a:prstGeom>
          <a:noFill/>
          <a:ln/>
        </p:spPr>
      </p:sp>
      <p:sp>
        <p:nvSpPr>
          <p:cNvPr id="94" name="Text 59"/>
          <p:cNvSpPr/>
          <p:nvPr/>
        </p:nvSpPr>
        <p:spPr>
          <a:xfrm>
            <a:off x="9093153" y="4959151"/>
            <a:ext cx="2590787"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8" name="Номер слайда 5">
            <a:extLst>
              <a:ext uri="{FF2B5EF4-FFF2-40B4-BE49-F238E27FC236}">
                <a16:creationId xmlns:a16="http://schemas.microsoft.com/office/drawing/2014/main" id="{4BDB8B8A-8C2C-5561-C318-CF7C6FC7E1A4}"/>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73</a:t>
            </a:fld>
            <a:endParaRPr lang="ru-RU" dirty="0"/>
          </a:p>
        </p:txBody>
      </p:sp>
      <p:sp>
        <p:nvSpPr>
          <p:cNvPr id="3" name="Заголовок 2">
            <a:extLst>
              <a:ext uri="{FF2B5EF4-FFF2-40B4-BE49-F238E27FC236}">
                <a16:creationId xmlns:a16="http://schemas.microsoft.com/office/drawing/2014/main" id="{2A4A3912-1DEF-FD03-D9C2-3F8189851FE8}"/>
              </a:ext>
            </a:extLst>
          </p:cNvPr>
          <p:cNvSpPr>
            <a:spLocks noGrp="1"/>
          </p:cNvSpPr>
          <p:nvPr>
            <p:ph type="title"/>
          </p:nvPr>
        </p:nvSpPr>
        <p:spPr/>
        <p:txBody>
          <a:bodyPr/>
          <a:lstStyle/>
          <a:p>
            <a:r>
              <a:rPr lang="ru-RU" dirty="0"/>
              <a:t>Плитки 12 штук</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EEE25C2-CEE8-D7DA-0520-7C495621BCB3}"/>
            </a:ext>
          </a:extLst>
        </p:cNvPr>
        <p:cNvGrpSpPr/>
        <p:nvPr/>
      </p:nvGrpSpPr>
      <p:grpSpPr>
        <a:xfrm>
          <a:off x="0" y="0"/>
          <a:ext cx="0" cy="0"/>
          <a:chOff x="0" y="0"/>
          <a:chExt cx="0" cy="0"/>
        </a:xfrm>
      </p:grpSpPr>
      <p:sp>
        <p:nvSpPr>
          <p:cNvPr id="8" name="Номер слайда 5">
            <a:extLst>
              <a:ext uri="{FF2B5EF4-FFF2-40B4-BE49-F238E27FC236}">
                <a16:creationId xmlns:a16="http://schemas.microsoft.com/office/drawing/2014/main" id="{E1B11D2E-6F80-A737-6112-0763B4E1E3E8}"/>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74</a:t>
            </a:fld>
            <a:endParaRPr lang="ru-RU" dirty="0"/>
          </a:p>
        </p:txBody>
      </p:sp>
      <p:sp>
        <p:nvSpPr>
          <p:cNvPr id="3" name="Shape 2">
            <a:extLst>
              <a:ext uri="{FF2B5EF4-FFF2-40B4-BE49-F238E27FC236}">
                <a16:creationId xmlns:a16="http://schemas.microsoft.com/office/drawing/2014/main" id="{47A1E0D0-ABE5-C7FB-9B2A-1C60B053EDC3}"/>
              </a:ext>
            </a:extLst>
          </p:cNvPr>
          <p:cNvSpPr/>
          <p:nvPr/>
        </p:nvSpPr>
        <p:spPr>
          <a:xfrm>
            <a:off x="355598" y="1403614"/>
            <a:ext cx="3759181" cy="1015868"/>
          </a:xfrm>
          <a:prstGeom prst="rect">
            <a:avLst/>
          </a:prstGeom>
          <a:solidFill>
            <a:srgbClr val="FFFFFF">
              <a:alpha val="100000"/>
            </a:srgbClr>
          </a:solidFill>
          <a:ln/>
        </p:spPr>
      </p:sp>
      <p:sp>
        <p:nvSpPr>
          <p:cNvPr id="4" name="Shape 3">
            <a:extLst>
              <a:ext uri="{FF2B5EF4-FFF2-40B4-BE49-F238E27FC236}">
                <a16:creationId xmlns:a16="http://schemas.microsoft.com/office/drawing/2014/main" id="{E85E4238-2152-2E45-89B9-191CEFAA8A3C}"/>
              </a:ext>
            </a:extLst>
          </p:cNvPr>
          <p:cNvSpPr/>
          <p:nvPr/>
        </p:nvSpPr>
        <p:spPr>
          <a:xfrm>
            <a:off x="558798" y="1606787"/>
            <a:ext cx="304798" cy="304760"/>
          </a:xfrm>
          <a:prstGeom prst="rect">
            <a:avLst/>
          </a:prstGeom>
          <a:noFill/>
          <a:ln/>
        </p:spPr>
      </p:sp>
      <p:pic>
        <p:nvPicPr>
          <p:cNvPr id="15" name="Image 1" descr=" ">
            <a:extLst>
              <a:ext uri="{FF2B5EF4-FFF2-40B4-BE49-F238E27FC236}">
                <a16:creationId xmlns:a16="http://schemas.microsoft.com/office/drawing/2014/main" id="{16CFDB7E-FE2C-CA25-3D55-45AC13E87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4197" y="1632184"/>
            <a:ext cx="253872" cy="253967"/>
          </a:xfrm>
          <a:prstGeom prst="rect">
            <a:avLst/>
          </a:prstGeom>
        </p:spPr>
      </p:pic>
      <p:sp>
        <p:nvSpPr>
          <p:cNvPr id="21" name="Shape 4">
            <a:extLst>
              <a:ext uri="{FF2B5EF4-FFF2-40B4-BE49-F238E27FC236}">
                <a16:creationId xmlns:a16="http://schemas.microsoft.com/office/drawing/2014/main" id="{1D0C0CB0-7FAC-26FE-F7FA-746D35423822}"/>
              </a:ext>
            </a:extLst>
          </p:cNvPr>
          <p:cNvSpPr/>
          <p:nvPr/>
        </p:nvSpPr>
        <p:spPr>
          <a:xfrm>
            <a:off x="1066795" y="1606787"/>
            <a:ext cx="2844785" cy="330157"/>
          </a:xfrm>
          <a:prstGeom prst="rect">
            <a:avLst/>
          </a:prstGeom>
          <a:noFill/>
          <a:ln/>
        </p:spPr>
      </p:sp>
      <p:sp>
        <p:nvSpPr>
          <p:cNvPr id="22" name="Text 5">
            <a:extLst>
              <a:ext uri="{FF2B5EF4-FFF2-40B4-BE49-F238E27FC236}">
                <a16:creationId xmlns:a16="http://schemas.microsoft.com/office/drawing/2014/main" id="{94A7F145-0441-9129-D36D-E68CCBF7DDB3}"/>
              </a:ext>
            </a:extLst>
          </p:cNvPr>
          <p:cNvSpPr/>
          <p:nvPr/>
        </p:nvSpPr>
        <p:spPr>
          <a:xfrm>
            <a:off x="1066795" y="1606787"/>
            <a:ext cx="2895585"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23" name="Shape 6">
            <a:extLst>
              <a:ext uri="{FF2B5EF4-FFF2-40B4-BE49-F238E27FC236}">
                <a16:creationId xmlns:a16="http://schemas.microsoft.com/office/drawing/2014/main" id="{8C4C7542-7743-E9E7-C02C-AA8DCE6E60AF}"/>
              </a:ext>
            </a:extLst>
          </p:cNvPr>
          <p:cNvSpPr/>
          <p:nvPr/>
        </p:nvSpPr>
        <p:spPr>
          <a:xfrm>
            <a:off x="4216378" y="1403614"/>
            <a:ext cx="3759181" cy="1015868"/>
          </a:xfrm>
          <a:prstGeom prst="rect">
            <a:avLst/>
          </a:prstGeom>
          <a:solidFill>
            <a:srgbClr val="FFFFFF">
              <a:alpha val="100000"/>
            </a:srgbClr>
          </a:solidFill>
          <a:ln/>
        </p:spPr>
      </p:sp>
      <p:pic>
        <p:nvPicPr>
          <p:cNvPr id="24" name="Image 3" descr=" ">
            <a:extLst>
              <a:ext uri="{FF2B5EF4-FFF2-40B4-BE49-F238E27FC236}">
                <a16:creationId xmlns:a16="http://schemas.microsoft.com/office/drawing/2014/main" id="{572B2548-FC03-E030-1BE0-FC84BEFB1F97}"/>
              </a:ext>
            </a:extLst>
          </p:cNvPr>
          <p:cNvPicPr>
            <a:picLocks noChangeAspect="1"/>
          </p:cNvPicPr>
          <p:nvPr/>
        </p:nvPicPr>
        <p:blipFill>
          <a:blip r:embed="rId5"/>
          <a:stretch>
            <a:fillRect/>
          </a:stretch>
        </p:blipFill>
        <p:spPr>
          <a:xfrm>
            <a:off x="4419577" y="1606787"/>
            <a:ext cx="304798" cy="304760"/>
          </a:xfrm>
          <a:prstGeom prst="rect">
            <a:avLst/>
          </a:prstGeom>
        </p:spPr>
      </p:pic>
      <p:pic>
        <p:nvPicPr>
          <p:cNvPr id="31" name="Image 4" descr=" ">
            <a:extLst>
              <a:ext uri="{FF2B5EF4-FFF2-40B4-BE49-F238E27FC236}">
                <a16:creationId xmlns:a16="http://schemas.microsoft.com/office/drawing/2014/main" id="{2A6A64B3-16EC-6543-A0AD-D9C9AB7A950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44978" y="1632181"/>
            <a:ext cx="253998" cy="253972"/>
          </a:xfrm>
          <a:prstGeom prst="rect">
            <a:avLst/>
          </a:prstGeom>
        </p:spPr>
      </p:pic>
      <p:sp>
        <p:nvSpPr>
          <p:cNvPr id="37" name="Shape 7">
            <a:extLst>
              <a:ext uri="{FF2B5EF4-FFF2-40B4-BE49-F238E27FC236}">
                <a16:creationId xmlns:a16="http://schemas.microsoft.com/office/drawing/2014/main" id="{11493BB5-92C1-CD20-2493-EDD8FB2AD2FC}"/>
              </a:ext>
            </a:extLst>
          </p:cNvPr>
          <p:cNvSpPr/>
          <p:nvPr/>
        </p:nvSpPr>
        <p:spPr>
          <a:xfrm>
            <a:off x="4927575" y="1606787"/>
            <a:ext cx="2844785" cy="330157"/>
          </a:xfrm>
          <a:prstGeom prst="rect">
            <a:avLst/>
          </a:prstGeom>
          <a:noFill/>
          <a:ln/>
        </p:spPr>
      </p:sp>
      <p:sp>
        <p:nvSpPr>
          <p:cNvPr id="45" name="Text 8">
            <a:extLst>
              <a:ext uri="{FF2B5EF4-FFF2-40B4-BE49-F238E27FC236}">
                <a16:creationId xmlns:a16="http://schemas.microsoft.com/office/drawing/2014/main" id="{A353DC0C-475C-14C2-D7D4-E5E874D92F89}"/>
              </a:ext>
            </a:extLst>
          </p:cNvPr>
          <p:cNvSpPr/>
          <p:nvPr/>
        </p:nvSpPr>
        <p:spPr>
          <a:xfrm>
            <a:off x="4927575" y="1606787"/>
            <a:ext cx="2895585"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51" name="Shape 9">
            <a:extLst>
              <a:ext uri="{FF2B5EF4-FFF2-40B4-BE49-F238E27FC236}">
                <a16:creationId xmlns:a16="http://schemas.microsoft.com/office/drawing/2014/main" id="{B13797EC-1901-A51D-E4B1-B43D58CF9630}"/>
              </a:ext>
            </a:extLst>
          </p:cNvPr>
          <p:cNvSpPr/>
          <p:nvPr/>
        </p:nvSpPr>
        <p:spPr>
          <a:xfrm>
            <a:off x="8077158" y="1403614"/>
            <a:ext cx="3759181" cy="1015868"/>
          </a:xfrm>
          <a:prstGeom prst="rect">
            <a:avLst/>
          </a:prstGeom>
          <a:solidFill>
            <a:srgbClr val="FFFFFF">
              <a:alpha val="100000"/>
            </a:srgbClr>
          </a:solidFill>
          <a:ln/>
        </p:spPr>
      </p:sp>
      <p:pic>
        <p:nvPicPr>
          <p:cNvPr id="57" name="Image 5" descr=" ">
            <a:extLst>
              <a:ext uri="{FF2B5EF4-FFF2-40B4-BE49-F238E27FC236}">
                <a16:creationId xmlns:a16="http://schemas.microsoft.com/office/drawing/2014/main" id="{6CB9CDC6-1165-6B2D-950A-5EC883E4ED8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80357" y="1606787"/>
            <a:ext cx="304798" cy="304760"/>
          </a:xfrm>
          <a:prstGeom prst="rect">
            <a:avLst/>
          </a:prstGeom>
        </p:spPr>
      </p:pic>
      <p:sp>
        <p:nvSpPr>
          <p:cNvPr id="65" name="Shape 10">
            <a:extLst>
              <a:ext uri="{FF2B5EF4-FFF2-40B4-BE49-F238E27FC236}">
                <a16:creationId xmlns:a16="http://schemas.microsoft.com/office/drawing/2014/main" id="{36A0D3E6-FE67-719F-E6A8-2ADC42FC028F}"/>
              </a:ext>
            </a:extLst>
          </p:cNvPr>
          <p:cNvSpPr/>
          <p:nvPr/>
        </p:nvSpPr>
        <p:spPr>
          <a:xfrm>
            <a:off x="8788355" y="1606787"/>
            <a:ext cx="2844785" cy="330157"/>
          </a:xfrm>
          <a:prstGeom prst="rect">
            <a:avLst/>
          </a:prstGeom>
          <a:noFill/>
          <a:ln/>
        </p:spPr>
      </p:sp>
      <p:sp>
        <p:nvSpPr>
          <p:cNvPr id="66" name="Text 11">
            <a:extLst>
              <a:ext uri="{FF2B5EF4-FFF2-40B4-BE49-F238E27FC236}">
                <a16:creationId xmlns:a16="http://schemas.microsoft.com/office/drawing/2014/main" id="{288052C7-B5EE-AA48-31FC-B5B0C7E114DF}"/>
              </a:ext>
            </a:extLst>
          </p:cNvPr>
          <p:cNvSpPr/>
          <p:nvPr/>
        </p:nvSpPr>
        <p:spPr>
          <a:xfrm>
            <a:off x="8788354" y="1606787"/>
            <a:ext cx="2895585"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67" name="Shape 12">
            <a:extLst>
              <a:ext uri="{FF2B5EF4-FFF2-40B4-BE49-F238E27FC236}">
                <a16:creationId xmlns:a16="http://schemas.microsoft.com/office/drawing/2014/main" id="{83AFB29D-DCCB-E48D-E351-56F4FC7D3D84}"/>
              </a:ext>
            </a:extLst>
          </p:cNvPr>
          <p:cNvSpPr/>
          <p:nvPr/>
        </p:nvSpPr>
        <p:spPr>
          <a:xfrm>
            <a:off x="355598" y="2521068"/>
            <a:ext cx="3759181" cy="1015868"/>
          </a:xfrm>
          <a:prstGeom prst="rect">
            <a:avLst/>
          </a:prstGeom>
          <a:solidFill>
            <a:srgbClr val="FFFFFF">
              <a:alpha val="100000"/>
            </a:srgbClr>
          </a:solidFill>
          <a:ln/>
        </p:spPr>
        <p:txBody>
          <a:bodyPr/>
          <a:lstStyle/>
          <a:p>
            <a:endParaRPr lang="ru-RU" dirty="0"/>
          </a:p>
        </p:txBody>
      </p:sp>
      <p:pic>
        <p:nvPicPr>
          <p:cNvPr id="68" name="Image 6" descr=" ">
            <a:extLst>
              <a:ext uri="{FF2B5EF4-FFF2-40B4-BE49-F238E27FC236}">
                <a16:creationId xmlns:a16="http://schemas.microsoft.com/office/drawing/2014/main" id="{FA814F76-77A2-979B-BD49-13049623840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8798" y="2724242"/>
            <a:ext cx="304798" cy="304760"/>
          </a:xfrm>
          <a:prstGeom prst="rect">
            <a:avLst/>
          </a:prstGeom>
        </p:spPr>
      </p:pic>
      <p:sp>
        <p:nvSpPr>
          <p:cNvPr id="75" name="Shape 13">
            <a:extLst>
              <a:ext uri="{FF2B5EF4-FFF2-40B4-BE49-F238E27FC236}">
                <a16:creationId xmlns:a16="http://schemas.microsoft.com/office/drawing/2014/main" id="{7979572C-BF25-564C-7520-E930A00DD4ED}"/>
              </a:ext>
            </a:extLst>
          </p:cNvPr>
          <p:cNvSpPr/>
          <p:nvPr/>
        </p:nvSpPr>
        <p:spPr>
          <a:xfrm>
            <a:off x="1066795" y="2724242"/>
            <a:ext cx="2844785" cy="330157"/>
          </a:xfrm>
          <a:prstGeom prst="rect">
            <a:avLst/>
          </a:prstGeom>
          <a:noFill/>
          <a:ln/>
        </p:spPr>
      </p:sp>
      <p:sp>
        <p:nvSpPr>
          <p:cNvPr id="82" name="Text 14">
            <a:extLst>
              <a:ext uri="{FF2B5EF4-FFF2-40B4-BE49-F238E27FC236}">
                <a16:creationId xmlns:a16="http://schemas.microsoft.com/office/drawing/2014/main" id="{51B0FF49-F3B2-F4FD-F349-20DCC138CDAF}"/>
              </a:ext>
            </a:extLst>
          </p:cNvPr>
          <p:cNvSpPr/>
          <p:nvPr/>
        </p:nvSpPr>
        <p:spPr>
          <a:xfrm>
            <a:off x="1066795" y="2724242"/>
            <a:ext cx="2895585"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89" name="Shape 15">
            <a:extLst>
              <a:ext uri="{FF2B5EF4-FFF2-40B4-BE49-F238E27FC236}">
                <a16:creationId xmlns:a16="http://schemas.microsoft.com/office/drawing/2014/main" id="{906E9BE7-DACA-9BD4-E192-7ABAA9D6F100}"/>
              </a:ext>
            </a:extLst>
          </p:cNvPr>
          <p:cNvSpPr/>
          <p:nvPr/>
        </p:nvSpPr>
        <p:spPr>
          <a:xfrm>
            <a:off x="4216378" y="2521068"/>
            <a:ext cx="3759181" cy="1015868"/>
          </a:xfrm>
          <a:prstGeom prst="rect">
            <a:avLst/>
          </a:prstGeom>
          <a:solidFill>
            <a:srgbClr val="FFFFFF">
              <a:alpha val="100000"/>
            </a:srgbClr>
          </a:solidFill>
          <a:ln/>
        </p:spPr>
      </p:sp>
      <p:pic>
        <p:nvPicPr>
          <p:cNvPr id="90" name="Image 7" descr=" ">
            <a:extLst>
              <a:ext uri="{FF2B5EF4-FFF2-40B4-BE49-F238E27FC236}">
                <a16:creationId xmlns:a16="http://schemas.microsoft.com/office/drawing/2014/main" id="{B44D0818-6B7A-A76F-6F87-94A9663A3A0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19577" y="2724242"/>
            <a:ext cx="304798" cy="304760"/>
          </a:xfrm>
          <a:prstGeom prst="rect">
            <a:avLst/>
          </a:prstGeom>
        </p:spPr>
      </p:pic>
      <p:sp>
        <p:nvSpPr>
          <p:cNvPr id="91" name="Shape 16">
            <a:extLst>
              <a:ext uri="{FF2B5EF4-FFF2-40B4-BE49-F238E27FC236}">
                <a16:creationId xmlns:a16="http://schemas.microsoft.com/office/drawing/2014/main" id="{9D947910-C17F-B1A8-39B9-B82A05B0EA93}"/>
              </a:ext>
            </a:extLst>
          </p:cNvPr>
          <p:cNvSpPr/>
          <p:nvPr/>
        </p:nvSpPr>
        <p:spPr>
          <a:xfrm>
            <a:off x="4927575" y="2724242"/>
            <a:ext cx="2844785" cy="330157"/>
          </a:xfrm>
          <a:prstGeom prst="rect">
            <a:avLst/>
          </a:prstGeom>
          <a:noFill/>
          <a:ln/>
        </p:spPr>
      </p:sp>
      <p:sp>
        <p:nvSpPr>
          <p:cNvPr id="92" name="Text 17">
            <a:extLst>
              <a:ext uri="{FF2B5EF4-FFF2-40B4-BE49-F238E27FC236}">
                <a16:creationId xmlns:a16="http://schemas.microsoft.com/office/drawing/2014/main" id="{470DC66D-023B-38A0-B497-EC9C6FD00A88}"/>
              </a:ext>
            </a:extLst>
          </p:cNvPr>
          <p:cNvSpPr/>
          <p:nvPr/>
        </p:nvSpPr>
        <p:spPr>
          <a:xfrm>
            <a:off x="4927575" y="2724242"/>
            <a:ext cx="2895585"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96" name="Shape 18">
            <a:extLst>
              <a:ext uri="{FF2B5EF4-FFF2-40B4-BE49-F238E27FC236}">
                <a16:creationId xmlns:a16="http://schemas.microsoft.com/office/drawing/2014/main" id="{7B962DD4-3D54-8C9E-E15B-6716BCFF1914}"/>
              </a:ext>
            </a:extLst>
          </p:cNvPr>
          <p:cNvSpPr/>
          <p:nvPr/>
        </p:nvSpPr>
        <p:spPr>
          <a:xfrm>
            <a:off x="8077158" y="2521068"/>
            <a:ext cx="3759181" cy="1015868"/>
          </a:xfrm>
          <a:prstGeom prst="rect">
            <a:avLst/>
          </a:prstGeom>
          <a:solidFill>
            <a:srgbClr val="FFFFFF">
              <a:alpha val="100000"/>
            </a:srgbClr>
          </a:solidFill>
          <a:ln/>
        </p:spPr>
      </p:sp>
      <p:pic>
        <p:nvPicPr>
          <p:cNvPr id="97" name="Image 8" descr=" ">
            <a:extLst>
              <a:ext uri="{FF2B5EF4-FFF2-40B4-BE49-F238E27FC236}">
                <a16:creationId xmlns:a16="http://schemas.microsoft.com/office/drawing/2014/main" id="{95774250-5A1A-8CAE-D0B2-55787CA916D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280357" y="2724242"/>
            <a:ext cx="304798" cy="304760"/>
          </a:xfrm>
          <a:prstGeom prst="rect">
            <a:avLst/>
          </a:prstGeom>
        </p:spPr>
      </p:pic>
      <p:sp>
        <p:nvSpPr>
          <p:cNvPr id="98" name="Shape 19">
            <a:extLst>
              <a:ext uri="{FF2B5EF4-FFF2-40B4-BE49-F238E27FC236}">
                <a16:creationId xmlns:a16="http://schemas.microsoft.com/office/drawing/2014/main" id="{A14A2F90-D2C8-B0D5-A5C9-47C38A288C09}"/>
              </a:ext>
            </a:extLst>
          </p:cNvPr>
          <p:cNvSpPr/>
          <p:nvPr/>
        </p:nvSpPr>
        <p:spPr>
          <a:xfrm>
            <a:off x="8788355" y="2724242"/>
            <a:ext cx="2844785" cy="330157"/>
          </a:xfrm>
          <a:prstGeom prst="rect">
            <a:avLst/>
          </a:prstGeom>
          <a:noFill/>
          <a:ln/>
        </p:spPr>
      </p:sp>
      <p:sp>
        <p:nvSpPr>
          <p:cNvPr id="99" name="Text 20">
            <a:extLst>
              <a:ext uri="{FF2B5EF4-FFF2-40B4-BE49-F238E27FC236}">
                <a16:creationId xmlns:a16="http://schemas.microsoft.com/office/drawing/2014/main" id="{5C49522B-B358-51A4-3B8D-BC4BBAA61535}"/>
              </a:ext>
            </a:extLst>
          </p:cNvPr>
          <p:cNvSpPr/>
          <p:nvPr/>
        </p:nvSpPr>
        <p:spPr>
          <a:xfrm>
            <a:off x="8788354" y="2724242"/>
            <a:ext cx="2895585"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100" name="Shape 21">
            <a:extLst>
              <a:ext uri="{FF2B5EF4-FFF2-40B4-BE49-F238E27FC236}">
                <a16:creationId xmlns:a16="http://schemas.microsoft.com/office/drawing/2014/main" id="{D1D94D47-9666-CB09-008A-A67E79257C8A}"/>
              </a:ext>
            </a:extLst>
          </p:cNvPr>
          <p:cNvSpPr/>
          <p:nvPr/>
        </p:nvSpPr>
        <p:spPr>
          <a:xfrm>
            <a:off x="355598" y="3638523"/>
            <a:ext cx="3759181" cy="1015868"/>
          </a:xfrm>
          <a:prstGeom prst="rect">
            <a:avLst/>
          </a:prstGeom>
          <a:solidFill>
            <a:srgbClr val="FFFFFF">
              <a:alpha val="100000"/>
            </a:srgbClr>
          </a:solidFill>
          <a:ln/>
        </p:spPr>
      </p:sp>
      <p:pic>
        <p:nvPicPr>
          <p:cNvPr id="101" name="Image 9" descr=" ">
            <a:extLst>
              <a:ext uri="{FF2B5EF4-FFF2-40B4-BE49-F238E27FC236}">
                <a16:creationId xmlns:a16="http://schemas.microsoft.com/office/drawing/2014/main" id="{487E54AF-0A1E-C8B2-5ACA-ACB9782A7316}"/>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58798" y="3841696"/>
            <a:ext cx="304798" cy="304760"/>
          </a:xfrm>
          <a:prstGeom prst="rect">
            <a:avLst/>
          </a:prstGeom>
        </p:spPr>
      </p:pic>
      <p:sp>
        <p:nvSpPr>
          <p:cNvPr id="102" name="Shape 22">
            <a:extLst>
              <a:ext uri="{FF2B5EF4-FFF2-40B4-BE49-F238E27FC236}">
                <a16:creationId xmlns:a16="http://schemas.microsoft.com/office/drawing/2014/main" id="{BD4D93BD-9CF1-82C9-722B-4CCEBE45DEBE}"/>
              </a:ext>
            </a:extLst>
          </p:cNvPr>
          <p:cNvSpPr/>
          <p:nvPr/>
        </p:nvSpPr>
        <p:spPr>
          <a:xfrm>
            <a:off x="1066795" y="3841696"/>
            <a:ext cx="2844785" cy="330157"/>
          </a:xfrm>
          <a:prstGeom prst="rect">
            <a:avLst/>
          </a:prstGeom>
          <a:noFill/>
          <a:ln/>
        </p:spPr>
      </p:sp>
      <p:sp>
        <p:nvSpPr>
          <p:cNvPr id="103" name="Text 23">
            <a:extLst>
              <a:ext uri="{FF2B5EF4-FFF2-40B4-BE49-F238E27FC236}">
                <a16:creationId xmlns:a16="http://schemas.microsoft.com/office/drawing/2014/main" id="{9FE0648F-E9E7-6E73-ABC7-20184E1136D4}"/>
              </a:ext>
            </a:extLst>
          </p:cNvPr>
          <p:cNvSpPr/>
          <p:nvPr/>
        </p:nvSpPr>
        <p:spPr>
          <a:xfrm>
            <a:off x="1066795" y="3841696"/>
            <a:ext cx="2895585"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104" name="Shape 24">
            <a:extLst>
              <a:ext uri="{FF2B5EF4-FFF2-40B4-BE49-F238E27FC236}">
                <a16:creationId xmlns:a16="http://schemas.microsoft.com/office/drawing/2014/main" id="{18B3B915-D3B3-161C-C27D-5F2B0B746CBF}"/>
              </a:ext>
            </a:extLst>
          </p:cNvPr>
          <p:cNvSpPr/>
          <p:nvPr/>
        </p:nvSpPr>
        <p:spPr>
          <a:xfrm>
            <a:off x="4216378" y="3638523"/>
            <a:ext cx="3759181" cy="1015868"/>
          </a:xfrm>
          <a:prstGeom prst="rect">
            <a:avLst/>
          </a:prstGeom>
          <a:solidFill>
            <a:srgbClr val="FFFFFF">
              <a:alpha val="100000"/>
            </a:srgbClr>
          </a:solidFill>
          <a:ln/>
        </p:spPr>
      </p:sp>
      <p:pic>
        <p:nvPicPr>
          <p:cNvPr id="105" name="Image 10" descr=" ">
            <a:extLst>
              <a:ext uri="{FF2B5EF4-FFF2-40B4-BE49-F238E27FC236}">
                <a16:creationId xmlns:a16="http://schemas.microsoft.com/office/drawing/2014/main" id="{7E5694FD-9688-9601-A975-31466FF35647}"/>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419577" y="3841696"/>
            <a:ext cx="304798" cy="304760"/>
          </a:xfrm>
          <a:prstGeom prst="rect">
            <a:avLst/>
          </a:prstGeom>
        </p:spPr>
      </p:pic>
      <p:sp>
        <p:nvSpPr>
          <p:cNvPr id="106" name="Text 25">
            <a:extLst>
              <a:ext uri="{FF2B5EF4-FFF2-40B4-BE49-F238E27FC236}">
                <a16:creationId xmlns:a16="http://schemas.microsoft.com/office/drawing/2014/main" id="{DF83E981-63DA-1A89-CCA5-B26C50482E57}"/>
              </a:ext>
            </a:extLst>
          </p:cNvPr>
          <p:cNvSpPr/>
          <p:nvPr/>
        </p:nvSpPr>
        <p:spPr>
          <a:xfrm>
            <a:off x="4927575" y="3841696"/>
            <a:ext cx="2895585" cy="335861"/>
          </a:xfrm>
          <a:prstGeom prst="rect">
            <a:avLst/>
          </a:prstGeom>
          <a:noFill/>
          <a:ln/>
        </p:spPr>
        <p:txBody>
          <a:bodyPr wrap="square" lIns="0" tIns="0" rIns="0" bIns="0" rtlCol="0" anchor="t">
            <a:spAutoFit/>
          </a:bodyPr>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107" name="Shape 26">
            <a:extLst>
              <a:ext uri="{FF2B5EF4-FFF2-40B4-BE49-F238E27FC236}">
                <a16:creationId xmlns:a16="http://schemas.microsoft.com/office/drawing/2014/main" id="{9CB7298A-0535-1560-B54F-91C7BDC7C1AB}"/>
              </a:ext>
            </a:extLst>
          </p:cNvPr>
          <p:cNvSpPr/>
          <p:nvPr/>
        </p:nvSpPr>
        <p:spPr>
          <a:xfrm>
            <a:off x="8077158" y="3638523"/>
            <a:ext cx="3759181" cy="1015868"/>
          </a:xfrm>
          <a:prstGeom prst="rect">
            <a:avLst/>
          </a:prstGeom>
          <a:solidFill>
            <a:srgbClr val="FFFFFF">
              <a:alpha val="100000"/>
            </a:srgbClr>
          </a:solidFill>
          <a:ln/>
        </p:spPr>
      </p:sp>
      <p:pic>
        <p:nvPicPr>
          <p:cNvPr id="108" name="Image 11" descr=" ">
            <a:extLst>
              <a:ext uri="{FF2B5EF4-FFF2-40B4-BE49-F238E27FC236}">
                <a16:creationId xmlns:a16="http://schemas.microsoft.com/office/drawing/2014/main" id="{85C2BF10-3D5A-8745-5259-FBB76289697E}"/>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280357" y="3841696"/>
            <a:ext cx="304798" cy="304760"/>
          </a:xfrm>
          <a:prstGeom prst="rect">
            <a:avLst/>
          </a:prstGeom>
        </p:spPr>
      </p:pic>
      <p:sp>
        <p:nvSpPr>
          <p:cNvPr id="109" name="Text 27">
            <a:extLst>
              <a:ext uri="{FF2B5EF4-FFF2-40B4-BE49-F238E27FC236}">
                <a16:creationId xmlns:a16="http://schemas.microsoft.com/office/drawing/2014/main" id="{5EE4202D-B1F2-84E1-BFAF-2192037C57A5}"/>
              </a:ext>
            </a:extLst>
          </p:cNvPr>
          <p:cNvSpPr/>
          <p:nvPr/>
        </p:nvSpPr>
        <p:spPr>
          <a:xfrm>
            <a:off x="8788354" y="3841696"/>
            <a:ext cx="2895585" cy="660314"/>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110" name="Shape 28">
            <a:extLst>
              <a:ext uri="{FF2B5EF4-FFF2-40B4-BE49-F238E27FC236}">
                <a16:creationId xmlns:a16="http://schemas.microsoft.com/office/drawing/2014/main" id="{B51543CE-E28A-3EAF-C703-F9120D3F4E09}"/>
              </a:ext>
            </a:extLst>
          </p:cNvPr>
          <p:cNvSpPr/>
          <p:nvPr/>
        </p:nvSpPr>
        <p:spPr>
          <a:xfrm>
            <a:off x="355598" y="4755977"/>
            <a:ext cx="3759181" cy="1015868"/>
          </a:xfrm>
          <a:prstGeom prst="rect">
            <a:avLst/>
          </a:prstGeom>
          <a:solidFill>
            <a:srgbClr val="FFFFFF">
              <a:alpha val="100000"/>
            </a:srgbClr>
          </a:solidFill>
          <a:ln/>
        </p:spPr>
      </p:sp>
      <p:pic>
        <p:nvPicPr>
          <p:cNvPr id="111" name="Image 12" descr=" ">
            <a:extLst>
              <a:ext uri="{FF2B5EF4-FFF2-40B4-BE49-F238E27FC236}">
                <a16:creationId xmlns:a16="http://schemas.microsoft.com/office/drawing/2014/main" id="{F6553FF0-6C57-29AA-32C3-1A4EDA7B62F8}"/>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58798" y="4959151"/>
            <a:ext cx="304798" cy="304760"/>
          </a:xfrm>
          <a:prstGeom prst="rect">
            <a:avLst/>
          </a:prstGeom>
        </p:spPr>
      </p:pic>
      <p:sp>
        <p:nvSpPr>
          <p:cNvPr id="112" name="Shape 29">
            <a:extLst>
              <a:ext uri="{FF2B5EF4-FFF2-40B4-BE49-F238E27FC236}">
                <a16:creationId xmlns:a16="http://schemas.microsoft.com/office/drawing/2014/main" id="{D5CD4811-924E-4780-EF27-EFC0C03A06C0}"/>
              </a:ext>
            </a:extLst>
          </p:cNvPr>
          <p:cNvSpPr/>
          <p:nvPr/>
        </p:nvSpPr>
        <p:spPr>
          <a:xfrm>
            <a:off x="1066795" y="4959151"/>
            <a:ext cx="2844785" cy="330157"/>
          </a:xfrm>
          <a:prstGeom prst="rect">
            <a:avLst/>
          </a:prstGeom>
          <a:noFill/>
          <a:ln/>
        </p:spPr>
      </p:sp>
      <p:sp>
        <p:nvSpPr>
          <p:cNvPr id="113" name="Text 30">
            <a:extLst>
              <a:ext uri="{FF2B5EF4-FFF2-40B4-BE49-F238E27FC236}">
                <a16:creationId xmlns:a16="http://schemas.microsoft.com/office/drawing/2014/main" id="{91096143-0F2D-0B36-6BFF-DAB098C58CF2}"/>
              </a:ext>
            </a:extLst>
          </p:cNvPr>
          <p:cNvSpPr/>
          <p:nvPr/>
        </p:nvSpPr>
        <p:spPr>
          <a:xfrm>
            <a:off x="1066795" y="4959151"/>
            <a:ext cx="2895585"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114" name="Shape 31">
            <a:extLst>
              <a:ext uri="{FF2B5EF4-FFF2-40B4-BE49-F238E27FC236}">
                <a16:creationId xmlns:a16="http://schemas.microsoft.com/office/drawing/2014/main" id="{6B16ED7E-1C82-E931-D6E4-759602DDDEF9}"/>
              </a:ext>
            </a:extLst>
          </p:cNvPr>
          <p:cNvSpPr/>
          <p:nvPr/>
        </p:nvSpPr>
        <p:spPr>
          <a:xfrm>
            <a:off x="4216378" y="4755977"/>
            <a:ext cx="3759181" cy="1015868"/>
          </a:xfrm>
          <a:prstGeom prst="rect">
            <a:avLst/>
          </a:prstGeom>
          <a:solidFill>
            <a:srgbClr val="FFFFFF">
              <a:alpha val="100000"/>
            </a:srgbClr>
          </a:solidFill>
          <a:ln/>
        </p:spPr>
      </p:sp>
      <p:pic>
        <p:nvPicPr>
          <p:cNvPr id="115" name="Image 13" descr=" ">
            <a:extLst>
              <a:ext uri="{FF2B5EF4-FFF2-40B4-BE49-F238E27FC236}">
                <a16:creationId xmlns:a16="http://schemas.microsoft.com/office/drawing/2014/main" id="{A81E49B1-60F5-C8AF-F393-F345966C0765}"/>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4419577" y="4959151"/>
            <a:ext cx="304798" cy="304760"/>
          </a:xfrm>
          <a:prstGeom prst="rect">
            <a:avLst/>
          </a:prstGeom>
        </p:spPr>
      </p:pic>
      <p:sp>
        <p:nvSpPr>
          <p:cNvPr id="116" name="Shape 32">
            <a:extLst>
              <a:ext uri="{FF2B5EF4-FFF2-40B4-BE49-F238E27FC236}">
                <a16:creationId xmlns:a16="http://schemas.microsoft.com/office/drawing/2014/main" id="{780D7C40-6F68-6878-C509-8EA7D8471940}"/>
              </a:ext>
            </a:extLst>
          </p:cNvPr>
          <p:cNvSpPr/>
          <p:nvPr/>
        </p:nvSpPr>
        <p:spPr>
          <a:xfrm>
            <a:off x="4927575" y="4959151"/>
            <a:ext cx="2844785" cy="330157"/>
          </a:xfrm>
          <a:prstGeom prst="rect">
            <a:avLst/>
          </a:prstGeom>
          <a:noFill/>
          <a:ln/>
        </p:spPr>
      </p:sp>
      <p:sp>
        <p:nvSpPr>
          <p:cNvPr id="117" name="Text 33">
            <a:extLst>
              <a:ext uri="{FF2B5EF4-FFF2-40B4-BE49-F238E27FC236}">
                <a16:creationId xmlns:a16="http://schemas.microsoft.com/office/drawing/2014/main" id="{6B8CFF89-9A5F-1EC4-ED32-3A71ED5280EE}"/>
              </a:ext>
            </a:extLst>
          </p:cNvPr>
          <p:cNvSpPr/>
          <p:nvPr/>
        </p:nvSpPr>
        <p:spPr>
          <a:xfrm>
            <a:off x="4927575" y="4959151"/>
            <a:ext cx="2895585"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118" name="Shape 34">
            <a:extLst>
              <a:ext uri="{FF2B5EF4-FFF2-40B4-BE49-F238E27FC236}">
                <a16:creationId xmlns:a16="http://schemas.microsoft.com/office/drawing/2014/main" id="{EC8BEEE7-0845-6B20-8993-1D52659FB3A2}"/>
              </a:ext>
            </a:extLst>
          </p:cNvPr>
          <p:cNvSpPr/>
          <p:nvPr/>
        </p:nvSpPr>
        <p:spPr>
          <a:xfrm>
            <a:off x="8077158" y="4755977"/>
            <a:ext cx="3759181" cy="1015868"/>
          </a:xfrm>
          <a:prstGeom prst="rect">
            <a:avLst/>
          </a:prstGeom>
          <a:solidFill>
            <a:srgbClr val="FFFFFF">
              <a:alpha val="100000"/>
            </a:srgbClr>
          </a:solidFill>
          <a:ln/>
        </p:spPr>
      </p:sp>
      <p:pic>
        <p:nvPicPr>
          <p:cNvPr id="119" name="Image 14" descr=" ">
            <a:extLst>
              <a:ext uri="{FF2B5EF4-FFF2-40B4-BE49-F238E27FC236}">
                <a16:creationId xmlns:a16="http://schemas.microsoft.com/office/drawing/2014/main" id="{54CF67E8-DD73-056D-D5D7-91F61EE4D716}"/>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280357" y="4959151"/>
            <a:ext cx="304798" cy="304760"/>
          </a:xfrm>
          <a:prstGeom prst="rect">
            <a:avLst/>
          </a:prstGeom>
        </p:spPr>
      </p:pic>
      <p:sp>
        <p:nvSpPr>
          <p:cNvPr id="120" name="Shape 35">
            <a:extLst>
              <a:ext uri="{FF2B5EF4-FFF2-40B4-BE49-F238E27FC236}">
                <a16:creationId xmlns:a16="http://schemas.microsoft.com/office/drawing/2014/main" id="{71880D16-4AD4-7D04-D649-9A18C9969598}"/>
              </a:ext>
            </a:extLst>
          </p:cNvPr>
          <p:cNvSpPr/>
          <p:nvPr/>
        </p:nvSpPr>
        <p:spPr>
          <a:xfrm>
            <a:off x="8788355" y="4959151"/>
            <a:ext cx="2844785" cy="330157"/>
          </a:xfrm>
          <a:prstGeom prst="rect">
            <a:avLst/>
          </a:prstGeom>
          <a:noFill/>
          <a:ln/>
        </p:spPr>
      </p:sp>
      <p:sp>
        <p:nvSpPr>
          <p:cNvPr id="121" name="Text 36">
            <a:extLst>
              <a:ext uri="{FF2B5EF4-FFF2-40B4-BE49-F238E27FC236}">
                <a16:creationId xmlns:a16="http://schemas.microsoft.com/office/drawing/2014/main" id="{36215EA6-8AFE-5311-DDC3-5797717E1F21}"/>
              </a:ext>
            </a:extLst>
          </p:cNvPr>
          <p:cNvSpPr/>
          <p:nvPr/>
        </p:nvSpPr>
        <p:spPr>
          <a:xfrm>
            <a:off x="8788354" y="4959151"/>
            <a:ext cx="2895585" cy="380950"/>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 </a:t>
            </a:r>
            <a:endParaRPr lang="en-US" sz="1200" dirty="0"/>
          </a:p>
          <a:p>
            <a:pPr>
              <a:lnSpc>
                <a:spcPts val="1320"/>
              </a:lnSpc>
            </a:pPr>
            <a:r>
              <a:rPr lang="en-US" sz="1200" dirty="0">
                <a:solidFill>
                  <a:srgbClr val="000000">
                    <a:alpha val="100000"/>
                  </a:srgbClr>
                </a:solidFill>
                <a:ea typeface="Stapel" pitchFamily="34" charset="-122"/>
                <a:cs typeface="Stapel" pitchFamily="34" charset="-120"/>
              </a:rPr>
              <a:t>в одну или несколько строк</a:t>
            </a:r>
            <a:endParaRPr lang="en-US" sz="1200" dirty="0"/>
          </a:p>
        </p:txBody>
      </p:sp>
      <p:sp>
        <p:nvSpPr>
          <p:cNvPr id="5" name="Заголовок 4">
            <a:extLst>
              <a:ext uri="{FF2B5EF4-FFF2-40B4-BE49-F238E27FC236}">
                <a16:creationId xmlns:a16="http://schemas.microsoft.com/office/drawing/2014/main" id="{6B1B7D37-7952-A01C-BD66-A130A7EB0EA9}"/>
              </a:ext>
            </a:extLst>
          </p:cNvPr>
          <p:cNvSpPr>
            <a:spLocks noGrp="1"/>
          </p:cNvSpPr>
          <p:nvPr>
            <p:ph type="title"/>
          </p:nvPr>
        </p:nvSpPr>
        <p:spPr/>
        <p:txBody>
          <a:bodyPr/>
          <a:lstStyle/>
          <a:p>
            <a:r>
              <a:rPr lang="ru-RU" dirty="0"/>
              <a:t>Плитки 12 штук</a:t>
            </a:r>
          </a:p>
        </p:txBody>
      </p:sp>
    </p:spTree>
    <p:extLst>
      <p:ext uri="{BB962C8B-B14F-4D97-AF65-F5344CB8AC3E}">
        <p14:creationId xmlns:p14="http://schemas.microsoft.com/office/powerpoint/2010/main" val="23130154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04A671D7-FA9C-3CFF-74ED-1192FAE5D7C3}"/>
              </a:ext>
            </a:extLst>
          </p:cNvPr>
          <p:cNvSpPr/>
          <p:nvPr/>
        </p:nvSpPr>
        <p:spPr>
          <a:xfrm>
            <a:off x="355598" y="1397265"/>
            <a:ext cx="3759181" cy="5104735"/>
          </a:xfrm>
          <a:prstGeom prst="rect">
            <a:avLst/>
          </a:prstGeom>
          <a:solidFill>
            <a:srgbClr val="FFFFFF">
              <a:alpha val="100000"/>
            </a:srgbClr>
          </a:solidFill>
          <a:ln/>
        </p:spPr>
      </p:sp>
      <p:sp>
        <p:nvSpPr>
          <p:cNvPr id="21" name="Shape 17">
            <a:extLst>
              <a:ext uri="{FF2B5EF4-FFF2-40B4-BE49-F238E27FC236}">
                <a16:creationId xmlns:a16="http://schemas.microsoft.com/office/drawing/2014/main" id="{750475F1-013A-0513-ABEF-594EC3F4EC69}"/>
              </a:ext>
            </a:extLst>
          </p:cNvPr>
          <p:cNvSpPr/>
          <p:nvPr/>
        </p:nvSpPr>
        <p:spPr>
          <a:xfrm>
            <a:off x="4216344" y="1397265"/>
            <a:ext cx="3759181" cy="5104735"/>
          </a:xfrm>
          <a:prstGeom prst="rect">
            <a:avLst/>
          </a:prstGeom>
          <a:solidFill>
            <a:srgbClr val="FFFFFF">
              <a:alpha val="100000"/>
            </a:srgbClr>
          </a:solidFill>
          <a:ln/>
        </p:spPr>
      </p:sp>
      <p:sp>
        <p:nvSpPr>
          <p:cNvPr id="38" name="Shape 32">
            <a:extLst>
              <a:ext uri="{FF2B5EF4-FFF2-40B4-BE49-F238E27FC236}">
                <a16:creationId xmlns:a16="http://schemas.microsoft.com/office/drawing/2014/main" id="{A9D14BB0-2254-764D-4F51-5A24851155B2}"/>
              </a:ext>
            </a:extLst>
          </p:cNvPr>
          <p:cNvSpPr/>
          <p:nvPr/>
        </p:nvSpPr>
        <p:spPr>
          <a:xfrm>
            <a:off x="8077124" y="1397265"/>
            <a:ext cx="3759181" cy="5104735"/>
          </a:xfrm>
          <a:prstGeom prst="rect">
            <a:avLst/>
          </a:prstGeom>
          <a:solidFill>
            <a:srgbClr val="FFFFFF">
              <a:alpha val="100000"/>
            </a:srgbClr>
          </a:solidFill>
          <a:ln/>
        </p:spPr>
      </p:sp>
      <p:cxnSp>
        <p:nvCxnSpPr>
          <p:cNvPr id="55" name="Прямая соединительная линия 54">
            <a:extLst>
              <a:ext uri="{FF2B5EF4-FFF2-40B4-BE49-F238E27FC236}">
                <a16:creationId xmlns:a16="http://schemas.microsoft.com/office/drawing/2014/main" id="{973925D4-EECE-BB34-7962-78556672C5AB}"/>
              </a:ext>
            </a:extLst>
          </p:cNvPr>
          <p:cNvCxnSpPr>
            <a:cxnSpLocks/>
          </p:cNvCxnSpPr>
          <p:nvPr/>
        </p:nvCxnSpPr>
        <p:spPr>
          <a:xfrm>
            <a:off x="863595" y="2609956"/>
            <a:ext cx="0" cy="25079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Прямая соединительная линия 55">
            <a:extLst>
              <a:ext uri="{FF2B5EF4-FFF2-40B4-BE49-F238E27FC236}">
                <a16:creationId xmlns:a16="http://schemas.microsoft.com/office/drawing/2014/main" id="{BBF0015F-392B-EA43-8151-944333778EC8}"/>
              </a:ext>
            </a:extLst>
          </p:cNvPr>
          <p:cNvCxnSpPr>
            <a:cxnSpLocks/>
          </p:cNvCxnSpPr>
          <p:nvPr/>
        </p:nvCxnSpPr>
        <p:spPr>
          <a:xfrm>
            <a:off x="4724341" y="2609956"/>
            <a:ext cx="0" cy="25079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Прямая соединительная линия 57">
            <a:extLst>
              <a:ext uri="{FF2B5EF4-FFF2-40B4-BE49-F238E27FC236}">
                <a16:creationId xmlns:a16="http://schemas.microsoft.com/office/drawing/2014/main" id="{DF409E86-8FD3-407D-9DAE-48A6313D8722}"/>
              </a:ext>
            </a:extLst>
          </p:cNvPr>
          <p:cNvCxnSpPr>
            <a:cxnSpLocks/>
          </p:cNvCxnSpPr>
          <p:nvPr/>
        </p:nvCxnSpPr>
        <p:spPr>
          <a:xfrm>
            <a:off x="8585121" y="2609956"/>
            <a:ext cx="0" cy="25079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hape 3">
            <a:extLst>
              <a:ext uri="{FF2B5EF4-FFF2-40B4-BE49-F238E27FC236}">
                <a16:creationId xmlns:a16="http://schemas.microsoft.com/office/drawing/2014/main" id="{D447448A-C2A6-830B-B33A-75EF11AF45F9}"/>
              </a:ext>
            </a:extLst>
          </p:cNvPr>
          <p:cNvSpPr/>
          <p:nvPr/>
        </p:nvSpPr>
        <p:spPr>
          <a:xfrm>
            <a:off x="406398" y="1448058"/>
            <a:ext cx="3657581" cy="761901"/>
          </a:xfrm>
          <a:prstGeom prst="rect">
            <a:avLst/>
          </a:prstGeom>
          <a:solidFill>
            <a:srgbClr val="CF0522">
              <a:alpha val="10000"/>
            </a:srgbClr>
          </a:solidFill>
          <a:ln/>
        </p:spPr>
      </p:sp>
      <p:sp>
        <p:nvSpPr>
          <p:cNvPr id="7" name="Text 4">
            <a:extLst>
              <a:ext uri="{FF2B5EF4-FFF2-40B4-BE49-F238E27FC236}">
                <a16:creationId xmlns:a16="http://schemas.microsoft.com/office/drawing/2014/main" id="{AA75777B-F0DE-78A7-2F42-D763575C0FED}"/>
              </a:ext>
            </a:extLst>
          </p:cNvPr>
          <p:cNvSpPr/>
          <p:nvPr/>
        </p:nvSpPr>
        <p:spPr>
          <a:xfrm>
            <a:off x="558763" y="1721073"/>
            <a:ext cx="1744124"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a:t>
            </a:r>
            <a:endParaRPr lang="en-US" sz="1600" dirty="0"/>
          </a:p>
        </p:txBody>
      </p:sp>
      <p:sp>
        <p:nvSpPr>
          <p:cNvPr id="8" name="Text 5">
            <a:extLst>
              <a:ext uri="{FF2B5EF4-FFF2-40B4-BE49-F238E27FC236}">
                <a16:creationId xmlns:a16="http://schemas.microsoft.com/office/drawing/2014/main" id="{0869FFA0-5767-090A-12D0-319B5FA7D4A4}"/>
              </a:ext>
            </a:extLst>
          </p:cNvPr>
          <p:cNvSpPr/>
          <p:nvPr/>
        </p:nvSpPr>
        <p:spPr>
          <a:xfrm>
            <a:off x="1320793" y="2413133"/>
            <a:ext cx="2633120"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a:t>
            </a:r>
            <a:r>
              <a:rPr lang="en-US" sz="1000" dirty="0" err="1">
                <a:solidFill>
                  <a:srgbClr val="000000">
                    <a:alpha val="100000"/>
                  </a:srgbClr>
                </a:solidFill>
                <a:ea typeface="Stapel" pitchFamily="34" charset="-122"/>
                <a:cs typeface="Stapel" pitchFamily="34" charset="-120"/>
              </a:rPr>
              <a:t>iuvaret</a:t>
            </a:r>
            <a:r>
              <a:rPr lang="en-US" sz="1000" dirty="0">
                <a:solidFill>
                  <a:srgbClr val="000000">
                    <a:alpha val="100000"/>
                  </a:srgbClr>
                </a:solidFill>
                <a:ea typeface="Stapel" pitchFamily="34" charset="-122"/>
                <a:cs typeface="Stapel" pitchFamily="34" charset="-120"/>
              </a:rPr>
              <a:t> </a:t>
            </a:r>
            <a:br>
              <a:rPr lang="ru-RU" sz="1000" dirty="0">
                <a:solidFill>
                  <a:srgbClr val="000000">
                    <a:alpha val="100000"/>
                  </a:srgbClr>
                </a:solidFill>
                <a:ea typeface="Stapel" pitchFamily="34" charset="-122"/>
                <a:cs typeface="Stapel" pitchFamily="34" charset="-120"/>
              </a:rPr>
            </a:b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dolores senserit elaboraret eu. Cetero ceteros invidunt ad his, habeo gloriatur  pro id, no vix omnis denique deleniti.</a:t>
            </a:r>
            <a:endParaRPr lang="en-US" sz="1000" dirty="0"/>
          </a:p>
        </p:txBody>
      </p:sp>
      <p:sp>
        <p:nvSpPr>
          <p:cNvPr id="9" name="Text 6">
            <a:extLst>
              <a:ext uri="{FF2B5EF4-FFF2-40B4-BE49-F238E27FC236}">
                <a16:creationId xmlns:a16="http://schemas.microsoft.com/office/drawing/2014/main" id="{F9D3ED37-C2B3-069B-2E1D-D7987C544973}"/>
              </a:ext>
            </a:extLst>
          </p:cNvPr>
          <p:cNvSpPr/>
          <p:nvPr/>
        </p:nvSpPr>
        <p:spPr>
          <a:xfrm>
            <a:off x="1320793" y="3314715"/>
            <a:ext cx="2633120"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ru-RU" sz="1000" dirty="0">
                <a:solidFill>
                  <a:srgbClr val="000000">
                    <a:alpha val="100000"/>
                  </a:srgbClr>
                </a:solidFill>
                <a:ea typeface="Stapel" pitchFamily="34" charset="-122"/>
                <a:cs typeface="Stapel" pitchFamily="34" charset="-120"/>
              </a:rPr>
              <a:t> </a:t>
            </a:r>
            <a:br>
              <a:rPr lang="ru-RU" sz="1000" dirty="0">
                <a:solidFill>
                  <a:srgbClr val="000000">
                    <a:alpha val="100000"/>
                  </a:srgbClr>
                </a:solidFill>
                <a:ea typeface="Stapel" pitchFamily="34" charset="-122"/>
                <a:cs typeface="Stapel" pitchFamily="34" charset="-120"/>
              </a:rPr>
            </a:b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dolores senserit elaboraret eu. Cetero ceteros invidunt ad his, habeo gloriatur  pro id, no vix omnis denique deleniti.</a:t>
            </a:r>
            <a:endParaRPr lang="en-US" sz="1000" dirty="0"/>
          </a:p>
        </p:txBody>
      </p:sp>
      <p:sp>
        <p:nvSpPr>
          <p:cNvPr id="10" name="Text 7">
            <a:extLst>
              <a:ext uri="{FF2B5EF4-FFF2-40B4-BE49-F238E27FC236}">
                <a16:creationId xmlns:a16="http://schemas.microsoft.com/office/drawing/2014/main" id="{506D5AEB-0D7F-40DB-26D4-B2548EBBB4F1}"/>
              </a:ext>
            </a:extLst>
          </p:cNvPr>
          <p:cNvSpPr/>
          <p:nvPr/>
        </p:nvSpPr>
        <p:spPr>
          <a:xfrm>
            <a:off x="1320793" y="4216298"/>
            <a:ext cx="2633120"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ru-RU" sz="1000" dirty="0">
                <a:solidFill>
                  <a:srgbClr val="000000">
                    <a:alpha val="100000"/>
                  </a:srgbClr>
                </a:solidFill>
                <a:ea typeface="Stapel" pitchFamily="34" charset="-122"/>
                <a:cs typeface="Stapel" pitchFamily="34" charset="-120"/>
              </a:rPr>
              <a:t> </a:t>
            </a:r>
            <a:br>
              <a:rPr lang="ru-RU" sz="1000" dirty="0">
                <a:solidFill>
                  <a:srgbClr val="000000">
                    <a:alpha val="100000"/>
                  </a:srgbClr>
                </a:solidFill>
                <a:ea typeface="Stapel" pitchFamily="34" charset="-122"/>
                <a:cs typeface="Stapel" pitchFamily="34" charset="-120"/>
              </a:rPr>
            </a:b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a:t>
            </a:r>
            <a:endParaRPr lang="en-US" sz="1000" dirty="0"/>
          </a:p>
        </p:txBody>
      </p:sp>
      <p:sp>
        <p:nvSpPr>
          <p:cNvPr id="11" name="Text 8">
            <a:extLst>
              <a:ext uri="{FF2B5EF4-FFF2-40B4-BE49-F238E27FC236}">
                <a16:creationId xmlns:a16="http://schemas.microsoft.com/office/drawing/2014/main" id="{2C8E149F-217F-33B9-14F7-D3BC1A1A8D0E}"/>
              </a:ext>
            </a:extLst>
          </p:cNvPr>
          <p:cNvSpPr/>
          <p:nvPr/>
        </p:nvSpPr>
        <p:spPr>
          <a:xfrm>
            <a:off x="1320793" y="5117880"/>
            <a:ext cx="2633120"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ru-RU" sz="1000" dirty="0">
                <a:solidFill>
                  <a:srgbClr val="000000">
                    <a:alpha val="100000"/>
                  </a:srgbClr>
                </a:solidFill>
                <a:ea typeface="Stapel" pitchFamily="34" charset="-122"/>
                <a:cs typeface="Stapel" pitchFamily="34" charset="-120"/>
              </a:rPr>
              <a:t> </a:t>
            </a:r>
            <a:br>
              <a:rPr lang="ru-RU" sz="1000" dirty="0">
                <a:solidFill>
                  <a:srgbClr val="000000">
                    <a:alpha val="100000"/>
                  </a:srgbClr>
                </a:solidFill>
                <a:ea typeface="Stapel" pitchFamily="34" charset="-122"/>
                <a:cs typeface="Stapel" pitchFamily="34" charset="-120"/>
              </a:rPr>
            </a:b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a:t>
            </a:r>
            <a:endParaRPr lang="en-US" sz="1000" dirty="0"/>
          </a:p>
        </p:txBody>
      </p:sp>
      <p:pic>
        <p:nvPicPr>
          <p:cNvPr id="20" name="Image 2" descr=" ">
            <a:extLst>
              <a:ext uri="{FF2B5EF4-FFF2-40B4-BE49-F238E27FC236}">
                <a16:creationId xmlns:a16="http://schemas.microsoft.com/office/drawing/2014/main" id="{09D7AA76-E813-B538-BAAF-8378C0E8DE0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22670" y="5657560"/>
            <a:ext cx="692146" cy="844440"/>
          </a:xfrm>
          <a:prstGeom prst="rect">
            <a:avLst/>
          </a:prstGeom>
        </p:spPr>
      </p:pic>
      <p:sp>
        <p:nvSpPr>
          <p:cNvPr id="23" name="Shape 18">
            <a:extLst>
              <a:ext uri="{FF2B5EF4-FFF2-40B4-BE49-F238E27FC236}">
                <a16:creationId xmlns:a16="http://schemas.microsoft.com/office/drawing/2014/main" id="{ECB7EE8B-C529-CCB3-9D0C-84C6977F6FC1}"/>
              </a:ext>
            </a:extLst>
          </p:cNvPr>
          <p:cNvSpPr/>
          <p:nvPr/>
        </p:nvSpPr>
        <p:spPr>
          <a:xfrm>
            <a:off x="4267144" y="1448058"/>
            <a:ext cx="3657581" cy="761901"/>
          </a:xfrm>
          <a:prstGeom prst="rect">
            <a:avLst/>
          </a:prstGeom>
          <a:solidFill>
            <a:srgbClr val="CF0522">
              <a:alpha val="10000"/>
            </a:srgbClr>
          </a:solidFill>
          <a:ln/>
        </p:spPr>
      </p:sp>
      <p:sp>
        <p:nvSpPr>
          <p:cNvPr id="24" name="Text 19">
            <a:extLst>
              <a:ext uri="{FF2B5EF4-FFF2-40B4-BE49-F238E27FC236}">
                <a16:creationId xmlns:a16="http://schemas.microsoft.com/office/drawing/2014/main" id="{1687CC18-5648-108D-ADCB-7E37E31E678A}"/>
              </a:ext>
            </a:extLst>
          </p:cNvPr>
          <p:cNvSpPr/>
          <p:nvPr/>
        </p:nvSpPr>
        <p:spPr>
          <a:xfrm>
            <a:off x="4419509" y="1721073"/>
            <a:ext cx="1744124"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a:t>
            </a:r>
            <a:endParaRPr lang="en-US" sz="1600" dirty="0"/>
          </a:p>
        </p:txBody>
      </p:sp>
      <p:sp>
        <p:nvSpPr>
          <p:cNvPr id="25" name="Text 20">
            <a:extLst>
              <a:ext uri="{FF2B5EF4-FFF2-40B4-BE49-F238E27FC236}">
                <a16:creationId xmlns:a16="http://schemas.microsoft.com/office/drawing/2014/main" id="{D5FBDAA5-3303-6C7C-B9BD-C92D44A33963}"/>
              </a:ext>
            </a:extLst>
          </p:cNvPr>
          <p:cNvSpPr/>
          <p:nvPr/>
        </p:nvSpPr>
        <p:spPr>
          <a:xfrm>
            <a:off x="5181539" y="2413133"/>
            <a:ext cx="2633120"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ru-RU" sz="1000" dirty="0">
                <a:solidFill>
                  <a:srgbClr val="000000">
                    <a:alpha val="100000"/>
                  </a:srgbClr>
                </a:solidFill>
                <a:ea typeface="Stapel" pitchFamily="34" charset="-122"/>
                <a:cs typeface="Stapel" pitchFamily="34" charset="-120"/>
              </a:rPr>
              <a:t> </a:t>
            </a:r>
            <a:br>
              <a:rPr lang="ru-RU" sz="1000" dirty="0">
                <a:solidFill>
                  <a:srgbClr val="000000">
                    <a:alpha val="100000"/>
                  </a:srgbClr>
                </a:solidFill>
                <a:ea typeface="Stapel" pitchFamily="34" charset="-122"/>
                <a:cs typeface="Stapel" pitchFamily="34" charset="-120"/>
              </a:rPr>
            </a:b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a:t>
            </a:r>
            <a:endParaRPr lang="en-US" sz="1000" dirty="0"/>
          </a:p>
        </p:txBody>
      </p:sp>
      <p:sp>
        <p:nvSpPr>
          <p:cNvPr id="26" name="Text 21">
            <a:extLst>
              <a:ext uri="{FF2B5EF4-FFF2-40B4-BE49-F238E27FC236}">
                <a16:creationId xmlns:a16="http://schemas.microsoft.com/office/drawing/2014/main" id="{612A3BD9-AB61-3D85-68DE-1BB44764578C}"/>
              </a:ext>
            </a:extLst>
          </p:cNvPr>
          <p:cNvSpPr/>
          <p:nvPr/>
        </p:nvSpPr>
        <p:spPr>
          <a:xfrm>
            <a:off x="5181539" y="3314715"/>
            <a:ext cx="2633120"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ru-RU" sz="1000" dirty="0">
                <a:solidFill>
                  <a:srgbClr val="000000">
                    <a:alpha val="100000"/>
                  </a:srgbClr>
                </a:solidFill>
                <a:ea typeface="Stapel" pitchFamily="34" charset="-122"/>
                <a:cs typeface="Stapel" pitchFamily="34" charset="-120"/>
              </a:rPr>
              <a:t> </a:t>
            </a:r>
            <a:br>
              <a:rPr lang="ru-RU" sz="1000" dirty="0">
                <a:solidFill>
                  <a:srgbClr val="000000">
                    <a:alpha val="100000"/>
                  </a:srgbClr>
                </a:solidFill>
                <a:ea typeface="Stapel" pitchFamily="34" charset="-122"/>
                <a:cs typeface="Stapel" pitchFamily="34" charset="-120"/>
              </a:rPr>
            </a:b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a:t>
            </a:r>
            <a:endParaRPr lang="en-US" sz="1000" dirty="0"/>
          </a:p>
        </p:txBody>
      </p:sp>
      <p:sp>
        <p:nvSpPr>
          <p:cNvPr id="27" name="Text 22">
            <a:extLst>
              <a:ext uri="{FF2B5EF4-FFF2-40B4-BE49-F238E27FC236}">
                <a16:creationId xmlns:a16="http://schemas.microsoft.com/office/drawing/2014/main" id="{E64C7FCB-2E74-FB8D-2513-BB4F932AE228}"/>
              </a:ext>
            </a:extLst>
          </p:cNvPr>
          <p:cNvSpPr/>
          <p:nvPr/>
        </p:nvSpPr>
        <p:spPr>
          <a:xfrm>
            <a:off x="5181539" y="4216298"/>
            <a:ext cx="2633120"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ru-RU" sz="1000" dirty="0">
                <a:solidFill>
                  <a:srgbClr val="000000">
                    <a:alpha val="100000"/>
                  </a:srgbClr>
                </a:solidFill>
                <a:ea typeface="Stapel" pitchFamily="34" charset="-122"/>
                <a:cs typeface="Stapel" pitchFamily="34" charset="-120"/>
              </a:rPr>
              <a:t> </a:t>
            </a:r>
            <a:br>
              <a:rPr lang="ru-RU" sz="1000" dirty="0">
                <a:solidFill>
                  <a:srgbClr val="000000">
                    <a:alpha val="100000"/>
                  </a:srgbClr>
                </a:solidFill>
                <a:ea typeface="Stapel" pitchFamily="34" charset="-122"/>
                <a:cs typeface="Stapel" pitchFamily="34" charset="-120"/>
              </a:rPr>
            </a:b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a:t>
            </a:r>
            <a:endParaRPr lang="en-US" sz="1000" dirty="0"/>
          </a:p>
        </p:txBody>
      </p:sp>
      <p:sp>
        <p:nvSpPr>
          <p:cNvPr id="28" name="Text 23">
            <a:extLst>
              <a:ext uri="{FF2B5EF4-FFF2-40B4-BE49-F238E27FC236}">
                <a16:creationId xmlns:a16="http://schemas.microsoft.com/office/drawing/2014/main" id="{48326B73-9C00-CCCF-781F-B8E01B7C73F7}"/>
              </a:ext>
            </a:extLst>
          </p:cNvPr>
          <p:cNvSpPr/>
          <p:nvPr/>
        </p:nvSpPr>
        <p:spPr>
          <a:xfrm>
            <a:off x="5181539" y="5117880"/>
            <a:ext cx="2633120"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ru-RU" sz="1000" dirty="0">
                <a:solidFill>
                  <a:srgbClr val="000000">
                    <a:alpha val="100000"/>
                  </a:srgbClr>
                </a:solidFill>
                <a:ea typeface="Stapel" pitchFamily="34" charset="-122"/>
                <a:cs typeface="Stapel" pitchFamily="34" charset="-120"/>
              </a:rPr>
              <a:t> </a:t>
            </a:r>
            <a:br>
              <a:rPr lang="ru-RU" sz="1000" dirty="0">
                <a:solidFill>
                  <a:srgbClr val="000000">
                    <a:alpha val="100000"/>
                  </a:srgbClr>
                </a:solidFill>
                <a:ea typeface="Stapel" pitchFamily="34" charset="-122"/>
                <a:cs typeface="Stapel" pitchFamily="34" charset="-120"/>
              </a:rPr>
            </a:b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a:t>
            </a:r>
            <a:endParaRPr lang="en-US" sz="1000" dirty="0"/>
          </a:p>
        </p:txBody>
      </p:sp>
      <p:pic>
        <p:nvPicPr>
          <p:cNvPr id="37" name="Image 4" descr=" ">
            <a:extLst>
              <a:ext uri="{FF2B5EF4-FFF2-40B4-BE49-F238E27FC236}">
                <a16:creationId xmlns:a16="http://schemas.microsoft.com/office/drawing/2014/main" id="{984EA884-BA9B-1B98-36CF-1B9957F8DF3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283450" y="5657560"/>
            <a:ext cx="692146" cy="844440"/>
          </a:xfrm>
          <a:prstGeom prst="rect">
            <a:avLst/>
          </a:prstGeom>
        </p:spPr>
      </p:pic>
      <p:sp>
        <p:nvSpPr>
          <p:cNvPr id="40" name="Shape 33">
            <a:extLst>
              <a:ext uri="{FF2B5EF4-FFF2-40B4-BE49-F238E27FC236}">
                <a16:creationId xmlns:a16="http://schemas.microsoft.com/office/drawing/2014/main" id="{EAE4CA31-0814-984B-979C-3054C9B653AA}"/>
              </a:ext>
            </a:extLst>
          </p:cNvPr>
          <p:cNvSpPr/>
          <p:nvPr/>
        </p:nvSpPr>
        <p:spPr>
          <a:xfrm>
            <a:off x="8127924" y="1448058"/>
            <a:ext cx="3657581" cy="761901"/>
          </a:xfrm>
          <a:prstGeom prst="rect">
            <a:avLst/>
          </a:prstGeom>
          <a:solidFill>
            <a:srgbClr val="CF0522">
              <a:alpha val="10000"/>
            </a:srgbClr>
          </a:solidFill>
          <a:ln/>
        </p:spPr>
      </p:sp>
      <p:sp>
        <p:nvSpPr>
          <p:cNvPr id="41" name="Text 34">
            <a:extLst>
              <a:ext uri="{FF2B5EF4-FFF2-40B4-BE49-F238E27FC236}">
                <a16:creationId xmlns:a16="http://schemas.microsoft.com/office/drawing/2014/main" id="{9AAE76AF-4C7B-5C9A-014C-C381253CFD59}"/>
              </a:ext>
            </a:extLst>
          </p:cNvPr>
          <p:cNvSpPr/>
          <p:nvPr/>
        </p:nvSpPr>
        <p:spPr>
          <a:xfrm>
            <a:off x="8280290" y="1721073"/>
            <a:ext cx="1744124"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a:t>
            </a:r>
            <a:endParaRPr lang="en-US" sz="1600" dirty="0"/>
          </a:p>
        </p:txBody>
      </p:sp>
      <p:sp>
        <p:nvSpPr>
          <p:cNvPr id="42" name="Text 35">
            <a:extLst>
              <a:ext uri="{FF2B5EF4-FFF2-40B4-BE49-F238E27FC236}">
                <a16:creationId xmlns:a16="http://schemas.microsoft.com/office/drawing/2014/main" id="{083ABEA8-F6CD-5D08-3361-92435DE4B127}"/>
              </a:ext>
            </a:extLst>
          </p:cNvPr>
          <p:cNvSpPr/>
          <p:nvPr/>
        </p:nvSpPr>
        <p:spPr>
          <a:xfrm>
            <a:off x="9042319" y="2413133"/>
            <a:ext cx="2633120"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ru-RU" sz="1000" dirty="0">
                <a:solidFill>
                  <a:srgbClr val="000000">
                    <a:alpha val="100000"/>
                  </a:srgbClr>
                </a:solidFill>
                <a:ea typeface="Stapel" pitchFamily="34" charset="-122"/>
                <a:cs typeface="Stapel" pitchFamily="34" charset="-120"/>
              </a:rPr>
              <a:t> </a:t>
            </a:r>
            <a:br>
              <a:rPr lang="ru-RU" sz="1000" dirty="0">
                <a:solidFill>
                  <a:srgbClr val="000000">
                    <a:alpha val="100000"/>
                  </a:srgbClr>
                </a:solidFill>
                <a:ea typeface="Stapel" pitchFamily="34" charset="-122"/>
                <a:cs typeface="Stapel" pitchFamily="34" charset="-120"/>
              </a:rPr>
            </a:b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a:t>
            </a:r>
            <a:endParaRPr lang="en-US" sz="1000" dirty="0"/>
          </a:p>
        </p:txBody>
      </p:sp>
      <p:sp>
        <p:nvSpPr>
          <p:cNvPr id="43" name="Text 36">
            <a:extLst>
              <a:ext uri="{FF2B5EF4-FFF2-40B4-BE49-F238E27FC236}">
                <a16:creationId xmlns:a16="http://schemas.microsoft.com/office/drawing/2014/main" id="{B3687D40-6A64-8C6E-6D30-DE386C4D3013}"/>
              </a:ext>
            </a:extLst>
          </p:cNvPr>
          <p:cNvSpPr/>
          <p:nvPr/>
        </p:nvSpPr>
        <p:spPr>
          <a:xfrm>
            <a:off x="9042319" y="3314715"/>
            <a:ext cx="2633120"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ru-RU" sz="1000" dirty="0">
                <a:solidFill>
                  <a:srgbClr val="000000">
                    <a:alpha val="100000"/>
                  </a:srgbClr>
                </a:solidFill>
                <a:ea typeface="Stapel" pitchFamily="34" charset="-122"/>
                <a:cs typeface="Stapel" pitchFamily="34" charset="-120"/>
              </a:rPr>
              <a:t> </a:t>
            </a:r>
            <a:br>
              <a:rPr lang="ru-RU" sz="1000" dirty="0">
                <a:solidFill>
                  <a:srgbClr val="000000">
                    <a:alpha val="100000"/>
                  </a:srgbClr>
                </a:solidFill>
                <a:ea typeface="Stapel" pitchFamily="34" charset="-122"/>
                <a:cs typeface="Stapel" pitchFamily="34" charset="-120"/>
              </a:rPr>
            </a:b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a:t>
            </a:r>
            <a:endParaRPr lang="en-US" sz="1000" dirty="0"/>
          </a:p>
        </p:txBody>
      </p:sp>
      <p:sp>
        <p:nvSpPr>
          <p:cNvPr id="44" name="Text 37">
            <a:extLst>
              <a:ext uri="{FF2B5EF4-FFF2-40B4-BE49-F238E27FC236}">
                <a16:creationId xmlns:a16="http://schemas.microsoft.com/office/drawing/2014/main" id="{270EE93F-377E-FC26-3CE9-3FF03A616253}"/>
              </a:ext>
            </a:extLst>
          </p:cNvPr>
          <p:cNvSpPr/>
          <p:nvPr/>
        </p:nvSpPr>
        <p:spPr>
          <a:xfrm>
            <a:off x="9042319" y="4216298"/>
            <a:ext cx="2633120"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ru-RU" sz="1000" dirty="0">
                <a:solidFill>
                  <a:srgbClr val="000000">
                    <a:alpha val="100000"/>
                  </a:srgbClr>
                </a:solidFill>
                <a:ea typeface="Stapel" pitchFamily="34" charset="-122"/>
                <a:cs typeface="Stapel" pitchFamily="34" charset="-120"/>
              </a:rPr>
              <a:t> </a:t>
            </a:r>
            <a:br>
              <a:rPr lang="ru-RU" sz="1000" dirty="0">
                <a:solidFill>
                  <a:srgbClr val="000000">
                    <a:alpha val="100000"/>
                  </a:srgbClr>
                </a:solidFill>
                <a:ea typeface="Stapel" pitchFamily="34" charset="-122"/>
                <a:cs typeface="Stapel" pitchFamily="34" charset="-120"/>
              </a:rPr>
            </a:b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a:t>
            </a:r>
            <a:endParaRPr lang="en-US" sz="1000" dirty="0"/>
          </a:p>
        </p:txBody>
      </p:sp>
      <p:sp>
        <p:nvSpPr>
          <p:cNvPr id="45" name="Text 38">
            <a:extLst>
              <a:ext uri="{FF2B5EF4-FFF2-40B4-BE49-F238E27FC236}">
                <a16:creationId xmlns:a16="http://schemas.microsoft.com/office/drawing/2014/main" id="{13B3A5A2-31DD-060C-86B2-3AD29CD0B953}"/>
              </a:ext>
            </a:extLst>
          </p:cNvPr>
          <p:cNvSpPr/>
          <p:nvPr/>
        </p:nvSpPr>
        <p:spPr>
          <a:xfrm>
            <a:off x="9042319" y="5117880"/>
            <a:ext cx="2633120"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ru-RU" sz="1000" dirty="0">
                <a:solidFill>
                  <a:srgbClr val="000000">
                    <a:alpha val="100000"/>
                  </a:srgbClr>
                </a:solidFill>
                <a:ea typeface="Stapel" pitchFamily="34" charset="-122"/>
                <a:cs typeface="Stapel" pitchFamily="34" charset="-120"/>
              </a:rPr>
              <a:t> </a:t>
            </a:r>
            <a:br>
              <a:rPr lang="ru-RU" sz="1000" dirty="0">
                <a:solidFill>
                  <a:srgbClr val="000000">
                    <a:alpha val="100000"/>
                  </a:srgbClr>
                </a:solidFill>
                <a:ea typeface="Stapel" pitchFamily="34" charset="-122"/>
                <a:cs typeface="Stapel" pitchFamily="34" charset="-120"/>
              </a:rPr>
            </a:b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a:t>
            </a:r>
            <a:endParaRPr lang="en-US" sz="1000" dirty="0"/>
          </a:p>
        </p:txBody>
      </p:sp>
      <p:pic>
        <p:nvPicPr>
          <p:cNvPr id="54" name="Image 6" descr=" ">
            <a:extLst>
              <a:ext uri="{FF2B5EF4-FFF2-40B4-BE49-F238E27FC236}">
                <a16:creationId xmlns:a16="http://schemas.microsoft.com/office/drawing/2014/main" id="{470BDCD1-95AD-6B24-5828-9276FC4C6A9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144230" y="5657560"/>
            <a:ext cx="692146" cy="844440"/>
          </a:xfrm>
          <a:prstGeom prst="rect">
            <a:avLst/>
          </a:prstGeom>
        </p:spPr>
      </p:pic>
      <p:sp>
        <p:nvSpPr>
          <p:cNvPr id="59" name="Shape 13">
            <a:extLst>
              <a:ext uri="{FF2B5EF4-FFF2-40B4-BE49-F238E27FC236}">
                <a16:creationId xmlns:a16="http://schemas.microsoft.com/office/drawing/2014/main" id="{2E6AB285-B3E6-05FF-C5A4-F53ED26475BB}"/>
              </a:ext>
            </a:extLst>
          </p:cNvPr>
          <p:cNvSpPr/>
          <p:nvPr/>
        </p:nvSpPr>
        <p:spPr>
          <a:xfrm>
            <a:off x="558797" y="4216298"/>
            <a:ext cx="609597" cy="196824"/>
          </a:xfrm>
          <a:prstGeom prst="rect">
            <a:avLst/>
          </a:prstGeom>
          <a:solidFill>
            <a:srgbClr val="E5E5E5"/>
          </a:solidFill>
          <a:ln/>
        </p:spPr>
        <p:txBody>
          <a:bodyPr anchor="ctr"/>
          <a:lstStyle/>
          <a:p>
            <a:pPr algn="ctr"/>
            <a:r>
              <a:rPr lang="ru-RU" sz="1000" dirty="0"/>
              <a:t>ХХХХ</a:t>
            </a:r>
            <a:endParaRPr lang="ru-RU" dirty="0"/>
          </a:p>
        </p:txBody>
      </p:sp>
      <p:sp>
        <p:nvSpPr>
          <p:cNvPr id="60" name="Shape 13">
            <a:extLst>
              <a:ext uri="{FF2B5EF4-FFF2-40B4-BE49-F238E27FC236}">
                <a16:creationId xmlns:a16="http://schemas.microsoft.com/office/drawing/2014/main" id="{AA69D1FB-AE9E-28D0-2F54-794623D0EF32}"/>
              </a:ext>
            </a:extLst>
          </p:cNvPr>
          <p:cNvSpPr/>
          <p:nvPr/>
        </p:nvSpPr>
        <p:spPr>
          <a:xfrm>
            <a:off x="558797" y="3314715"/>
            <a:ext cx="609597" cy="196824"/>
          </a:xfrm>
          <a:prstGeom prst="rect">
            <a:avLst/>
          </a:prstGeom>
          <a:solidFill>
            <a:srgbClr val="E5E5E5"/>
          </a:solidFill>
          <a:ln/>
        </p:spPr>
        <p:txBody>
          <a:bodyPr anchor="ctr"/>
          <a:lstStyle/>
          <a:p>
            <a:pPr algn="ctr"/>
            <a:r>
              <a:rPr lang="ru-RU" sz="1000" dirty="0"/>
              <a:t>ХХХХ</a:t>
            </a:r>
            <a:endParaRPr lang="ru-RU" dirty="0"/>
          </a:p>
        </p:txBody>
      </p:sp>
      <p:sp>
        <p:nvSpPr>
          <p:cNvPr id="61" name="Shape 13">
            <a:extLst>
              <a:ext uri="{FF2B5EF4-FFF2-40B4-BE49-F238E27FC236}">
                <a16:creationId xmlns:a16="http://schemas.microsoft.com/office/drawing/2014/main" id="{06D65249-3954-8E28-AF7E-F42770782A40}"/>
              </a:ext>
            </a:extLst>
          </p:cNvPr>
          <p:cNvSpPr/>
          <p:nvPr/>
        </p:nvSpPr>
        <p:spPr>
          <a:xfrm>
            <a:off x="558797" y="2413132"/>
            <a:ext cx="609597" cy="196824"/>
          </a:xfrm>
          <a:prstGeom prst="rect">
            <a:avLst/>
          </a:prstGeom>
          <a:solidFill>
            <a:srgbClr val="E5E5E5"/>
          </a:solidFill>
          <a:ln/>
        </p:spPr>
        <p:txBody>
          <a:bodyPr anchor="ctr"/>
          <a:lstStyle/>
          <a:p>
            <a:pPr algn="ctr"/>
            <a:r>
              <a:rPr lang="ru-RU" sz="1000" dirty="0"/>
              <a:t>ХХХХ</a:t>
            </a:r>
            <a:endParaRPr lang="ru-RU" dirty="0"/>
          </a:p>
        </p:txBody>
      </p:sp>
      <p:sp>
        <p:nvSpPr>
          <p:cNvPr id="62" name="Shape 13">
            <a:extLst>
              <a:ext uri="{FF2B5EF4-FFF2-40B4-BE49-F238E27FC236}">
                <a16:creationId xmlns:a16="http://schemas.microsoft.com/office/drawing/2014/main" id="{ABE253F4-7617-4D99-EDBD-0BC34930F69A}"/>
              </a:ext>
            </a:extLst>
          </p:cNvPr>
          <p:cNvSpPr/>
          <p:nvPr/>
        </p:nvSpPr>
        <p:spPr>
          <a:xfrm>
            <a:off x="558797" y="5117880"/>
            <a:ext cx="609597" cy="196824"/>
          </a:xfrm>
          <a:prstGeom prst="rect">
            <a:avLst/>
          </a:prstGeom>
          <a:solidFill>
            <a:srgbClr val="E5E5E5"/>
          </a:solidFill>
          <a:ln/>
        </p:spPr>
        <p:txBody>
          <a:bodyPr anchor="ctr"/>
          <a:lstStyle/>
          <a:p>
            <a:pPr algn="ctr"/>
            <a:r>
              <a:rPr lang="ru-RU" sz="1000" dirty="0"/>
              <a:t>ХХХХ</a:t>
            </a:r>
            <a:endParaRPr lang="ru-RU" dirty="0"/>
          </a:p>
        </p:txBody>
      </p:sp>
      <p:sp>
        <p:nvSpPr>
          <p:cNvPr id="63" name="Shape 13">
            <a:extLst>
              <a:ext uri="{FF2B5EF4-FFF2-40B4-BE49-F238E27FC236}">
                <a16:creationId xmlns:a16="http://schemas.microsoft.com/office/drawing/2014/main" id="{494066CC-44E1-53EE-ECEE-ABA51C44E6BC}"/>
              </a:ext>
            </a:extLst>
          </p:cNvPr>
          <p:cNvSpPr/>
          <p:nvPr/>
        </p:nvSpPr>
        <p:spPr>
          <a:xfrm>
            <a:off x="4419542" y="4216298"/>
            <a:ext cx="609597" cy="196824"/>
          </a:xfrm>
          <a:prstGeom prst="rect">
            <a:avLst/>
          </a:prstGeom>
          <a:solidFill>
            <a:srgbClr val="E5E5E5"/>
          </a:solidFill>
          <a:ln/>
        </p:spPr>
        <p:txBody>
          <a:bodyPr anchor="ctr"/>
          <a:lstStyle/>
          <a:p>
            <a:pPr algn="ctr"/>
            <a:r>
              <a:rPr lang="ru-RU" sz="1000" dirty="0"/>
              <a:t>ХХХХ</a:t>
            </a:r>
            <a:endParaRPr lang="ru-RU" dirty="0"/>
          </a:p>
        </p:txBody>
      </p:sp>
      <p:sp>
        <p:nvSpPr>
          <p:cNvPr id="64" name="Shape 13">
            <a:extLst>
              <a:ext uri="{FF2B5EF4-FFF2-40B4-BE49-F238E27FC236}">
                <a16:creationId xmlns:a16="http://schemas.microsoft.com/office/drawing/2014/main" id="{4D9A4963-A443-BAA7-6619-A40C620E21ED}"/>
              </a:ext>
            </a:extLst>
          </p:cNvPr>
          <p:cNvSpPr/>
          <p:nvPr/>
        </p:nvSpPr>
        <p:spPr>
          <a:xfrm>
            <a:off x="4419542" y="3314715"/>
            <a:ext cx="609597" cy="196824"/>
          </a:xfrm>
          <a:prstGeom prst="rect">
            <a:avLst/>
          </a:prstGeom>
          <a:solidFill>
            <a:srgbClr val="E5E5E5"/>
          </a:solidFill>
          <a:ln/>
        </p:spPr>
        <p:txBody>
          <a:bodyPr anchor="ctr"/>
          <a:lstStyle/>
          <a:p>
            <a:pPr algn="ctr"/>
            <a:r>
              <a:rPr lang="ru-RU" sz="1000" dirty="0"/>
              <a:t>ХХХХ</a:t>
            </a:r>
            <a:endParaRPr lang="ru-RU" dirty="0"/>
          </a:p>
        </p:txBody>
      </p:sp>
      <p:sp>
        <p:nvSpPr>
          <p:cNvPr id="65" name="Shape 13">
            <a:extLst>
              <a:ext uri="{FF2B5EF4-FFF2-40B4-BE49-F238E27FC236}">
                <a16:creationId xmlns:a16="http://schemas.microsoft.com/office/drawing/2014/main" id="{D4ADB038-64B9-AA9F-E682-29BB0F83F833}"/>
              </a:ext>
            </a:extLst>
          </p:cNvPr>
          <p:cNvSpPr/>
          <p:nvPr/>
        </p:nvSpPr>
        <p:spPr>
          <a:xfrm>
            <a:off x="4419542" y="2413132"/>
            <a:ext cx="609597" cy="196824"/>
          </a:xfrm>
          <a:prstGeom prst="rect">
            <a:avLst/>
          </a:prstGeom>
          <a:solidFill>
            <a:srgbClr val="E5E5E5"/>
          </a:solidFill>
          <a:ln/>
        </p:spPr>
        <p:txBody>
          <a:bodyPr anchor="ctr"/>
          <a:lstStyle/>
          <a:p>
            <a:pPr algn="ctr"/>
            <a:r>
              <a:rPr lang="ru-RU" sz="1000" dirty="0"/>
              <a:t>ХХХХ</a:t>
            </a:r>
            <a:endParaRPr lang="ru-RU" dirty="0"/>
          </a:p>
        </p:txBody>
      </p:sp>
      <p:sp>
        <p:nvSpPr>
          <p:cNvPr id="66" name="Shape 13">
            <a:extLst>
              <a:ext uri="{FF2B5EF4-FFF2-40B4-BE49-F238E27FC236}">
                <a16:creationId xmlns:a16="http://schemas.microsoft.com/office/drawing/2014/main" id="{C4CBABD9-56EA-104B-C31B-0C9A9A5E6BAD}"/>
              </a:ext>
            </a:extLst>
          </p:cNvPr>
          <p:cNvSpPr/>
          <p:nvPr/>
        </p:nvSpPr>
        <p:spPr>
          <a:xfrm>
            <a:off x="4419542" y="5117880"/>
            <a:ext cx="609597" cy="196824"/>
          </a:xfrm>
          <a:prstGeom prst="rect">
            <a:avLst/>
          </a:prstGeom>
          <a:solidFill>
            <a:srgbClr val="E5E5E5"/>
          </a:solidFill>
          <a:ln/>
        </p:spPr>
        <p:txBody>
          <a:bodyPr anchor="ctr"/>
          <a:lstStyle/>
          <a:p>
            <a:pPr algn="ctr"/>
            <a:r>
              <a:rPr lang="ru-RU" sz="1000" dirty="0"/>
              <a:t>ХХХХ</a:t>
            </a:r>
            <a:endParaRPr lang="ru-RU" dirty="0"/>
          </a:p>
        </p:txBody>
      </p:sp>
      <p:sp>
        <p:nvSpPr>
          <p:cNvPr id="67" name="Shape 13">
            <a:extLst>
              <a:ext uri="{FF2B5EF4-FFF2-40B4-BE49-F238E27FC236}">
                <a16:creationId xmlns:a16="http://schemas.microsoft.com/office/drawing/2014/main" id="{747CC0C2-0568-BD79-ECBE-11BB31DBCF91}"/>
              </a:ext>
            </a:extLst>
          </p:cNvPr>
          <p:cNvSpPr/>
          <p:nvPr/>
        </p:nvSpPr>
        <p:spPr>
          <a:xfrm>
            <a:off x="8280322" y="4216298"/>
            <a:ext cx="609597" cy="196824"/>
          </a:xfrm>
          <a:prstGeom prst="rect">
            <a:avLst/>
          </a:prstGeom>
          <a:solidFill>
            <a:srgbClr val="E5E5E5"/>
          </a:solidFill>
          <a:ln/>
        </p:spPr>
        <p:txBody>
          <a:bodyPr anchor="ctr"/>
          <a:lstStyle/>
          <a:p>
            <a:pPr algn="ctr"/>
            <a:r>
              <a:rPr lang="ru-RU" sz="1000" dirty="0"/>
              <a:t>ХХХХ</a:t>
            </a:r>
            <a:endParaRPr lang="ru-RU" dirty="0"/>
          </a:p>
        </p:txBody>
      </p:sp>
      <p:sp>
        <p:nvSpPr>
          <p:cNvPr id="68" name="Shape 13">
            <a:extLst>
              <a:ext uri="{FF2B5EF4-FFF2-40B4-BE49-F238E27FC236}">
                <a16:creationId xmlns:a16="http://schemas.microsoft.com/office/drawing/2014/main" id="{EAAACCB1-F58B-B490-656D-196DE85C34C7}"/>
              </a:ext>
            </a:extLst>
          </p:cNvPr>
          <p:cNvSpPr/>
          <p:nvPr/>
        </p:nvSpPr>
        <p:spPr>
          <a:xfrm>
            <a:off x="8280322" y="3314715"/>
            <a:ext cx="609597" cy="196824"/>
          </a:xfrm>
          <a:prstGeom prst="rect">
            <a:avLst/>
          </a:prstGeom>
          <a:solidFill>
            <a:srgbClr val="E5E5E5"/>
          </a:solidFill>
          <a:ln/>
        </p:spPr>
        <p:txBody>
          <a:bodyPr anchor="ctr"/>
          <a:lstStyle/>
          <a:p>
            <a:pPr algn="ctr"/>
            <a:r>
              <a:rPr lang="ru-RU" sz="1000" dirty="0"/>
              <a:t>ХХХХ</a:t>
            </a:r>
            <a:endParaRPr lang="ru-RU" dirty="0"/>
          </a:p>
        </p:txBody>
      </p:sp>
      <p:sp>
        <p:nvSpPr>
          <p:cNvPr id="69" name="Shape 13">
            <a:extLst>
              <a:ext uri="{FF2B5EF4-FFF2-40B4-BE49-F238E27FC236}">
                <a16:creationId xmlns:a16="http://schemas.microsoft.com/office/drawing/2014/main" id="{E7FE8D31-6138-36E2-91BD-38E4D417F191}"/>
              </a:ext>
            </a:extLst>
          </p:cNvPr>
          <p:cNvSpPr/>
          <p:nvPr/>
        </p:nvSpPr>
        <p:spPr>
          <a:xfrm>
            <a:off x="8280322" y="2413132"/>
            <a:ext cx="609597" cy="196824"/>
          </a:xfrm>
          <a:prstGeom prst="rect">
            <a:avLst/>
          </a:prstGeom>
          <a:solidFill>
            <a:srgbClr val="E5E5E5"/>
          </a:solidFill>
          <a:ln/>
        </p:spPr>
        <p:txBody>
          <a:bodyPr anchor="ctr"/>
          <a:lstStyle/>
          <a:p>
            <a:pPr algn="ctr"/>
            <a:r>
              <a:rPr lang="ru-RU" sz="1000" dirty="0"/>
              <a:t>ХХХХ</a:t>
            </a:r>
            <a:endParaRPr lang="ru-RU" dirty="0"/>
          </a:p>
        </p:txBody>
      </p:sp>
      <p:sp>
        <p:nvSpPr>
          <p:cNvPr id="70" name="Shape 13">
            <a:extLst>
              <a:ext uri="{FF2B5EF4-FFF2-40B4-BE49-F238E27FC236}">
                <a16:creationId xmlns:a16="http://schemas.microsoft.com/office/drawing/2014/main" id="{7716AB8B-DB0F-BE9F-440A-8B18D123AFBF}"/>
              </a:ext>
            </a:extLst>
          </p:cNvPr>
          <p:cNvSpPr/>
          <p:nvPr/>
        </p:nvSpPr>
        <p:spPr>
          <a:xfrm>
            <a:off x="8280322" y="5117880"/>
            <a:ext cx="609597" cy="196824"/>
          </a:xfrm>
          <a:prstGeom prst="rect">
            <a:avLst/>
          </a:prstGeom>
          <a:solidFill>
            <a:srgbClr val="E5E5E5"/>
          </a:solidFill>
          <a:ln/>
        </p:spPr>
        <p:txBody>
          <a:bodyPr anchor="ctr"/>
          <a:lstStyle/>
          <a:p>
            <a:pPr algn="ctr"/>
            <a:r>
              <a:rPr lang="ru-RU" sz="1000" dirty="0"/>
              <a:t>ХХХХ</a:t>
            </a:r>
            <a:endParaRPr lang="ru-RU" dirty="0"/>
          </a:p>
        </p:txBody>
      </p:sp>
      <p:sp>
        <p:nvSpPr>
          <p:cNvPr id="72" name="Номер слайда 5">
            <a:extLst>
              <a:ext uri="{FF2B5EF4-FFF2-40B4-BE49-F238E27FC236}">
                <a16:creationId xmlns:a16="http://schemas.microsoft.com/office/drawing/2014/main" id="{5E6803DC-D637-578F-F6A1-84B06249FE6B}"/>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75</a:t>
            </a:fld>
            <a:endParaRPr lang="ru-RU" dirty="0"/>
          </a:p>
        </p:txBody>
      </p:sp>
      <p:sp>
        <p:nvSpPr>
          <p:cNvPr id="3" name="Заголовок 2">
            <a:extLst>
              <a:ext uri="{FF2B5EF4-FFF2-40B4-BE49-F238E27FC236}">
                <a16:creationId xmlns:a16="http://schemas.microsoft.com/office/drawing/2014/main" id="{1F7ABD2F-3D52-9A88-1ABF-847C1025F359}"/>
              </a:ext>
            </a:extLst>
          </p:cNvPr>
          <p:cNvSpPr>
            <a:spLocks noGrp="1"/>
          </p:cNvSpPr>
          <p:nvPr>
            <p:ph type="title"/>
          </p:nvPr>
        </p:nvSpPr>
        <p:spPr/>
        <p:txBody>
          <a:bodyPr/>
          <a:lstStyle/>
          <a:p>
            <a:r>
              <a:rPr lang="ru-RU" dirty="0"/>
              <a:t>Хронология</a:t>
            </a:r>
          </a:p>
        </p:txBody>
      </p:sp>
    </p:spTree>
    <p:extLst>
      <p:ext uri="{BB962C8B-B14F-4D97-AF65-F5344CB8AC3E}">
        <p14:creationId xmlns:p14="http://schemas.microsoft.com/office/powerpoint/2010/main" val="2839536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Shape 3"/>
          <p:cNvSpPr/>
          <p:nvPr/>
        </p:nvSpPr>
        <p:spPr>
          <a:xfrm>
            <a:off x="355598" y="1397265"/>
            <a:ext cx="3759181" cy="5104735"/>
          </a:xfrm>
          <a:prstGeom prst="rect">
            <a:avLst/>
          </a:prstGeom>
          <a:solidFill>
            <a:srgbClr val="FFFFFF">
              <a:alpha val="100000"/>
            </a:srgbClr>
          </a:solidFill>
          <a:ln/>
        </p:spPr>
      </p:sp>
      <p:sp>
        <p:nvSpPr>
          <p:cNvPr id="13" name="Shape 9"/>
          <p:cNvSpPr/>
          <p:nvPr/>
        </p:nvSpPr>
        <p:spPr>
          <a:xfrm>
            <a:off x="4216378" y="1397265"/>
            <a:ext cx="3759181" cy="5104735"/>
          </a:xfrm>
          <a:prstGeom prst="rect">
            <a:avLst/>
          </a:prstGeom>
          <a:solidFill>
            <a:srgbClr val="FFFFFF">
              <a:alpha val="100000"/>
            </a:srgbClr>
          </a:solidFill>
          <a:ln/>
        </p:spPr>
      </p:sp>
      <p:sp>
        <p:nvSpPr>
          <p:cNvPr id="20" name="Shape 15"/>
          <p:cNvSpPr/>
          <p:nvPr/>
        </p:nvSpPr>
        <p:spPr>
          <a:xfrm>
            <a:off x="8077158" y="1397265"/>
            <a:ext cx="3759181" cy="5104735"/>
          </a:xfrm>
          <a:prstGeom prst="rect">
            <a:avLst/>
          </a:prstGeom>
          <a:solidFill>
            <a:srgbClr val="FFFFFF">
              <a:alpha val="100000"/>
            </a:srgbClr>
          </a:solidFill>
          <a:ln/>
        </p:spPr>
      </p:sp>
      <p:sp>
        <p:nvSpPr>
          <p:cNvPr id="5" name="Shape 2"/>
          <p:cNvSpPr/>
          <p:nvPr/>
        </p:nvSpPr>
        <p:spPr>
          <a:xfrm>
            <a:off x="355599" y="1397265"/>
            <a:ext cx="11480740" cy="5104735"/>
          </a:xfrm>
          <a:prstGeom prst="rect">
            <a:avLst/>
          </a:prstGeom>
          <a:noFill/>
          <a:ln/>
        </p:spPr>
      </p:sp>
      <p:sp>
        <p:nvSpPr>
          <p:cNvPr id="7" name="Shape 4"/>
          <p:cNvSpPr/>
          <p:nvPr/>
        </p:nvSpPr>
        <p:spPr>
          <a:xfrm>
            <a:off x="406398" y="1448058"/>
            <a:ext cx="3657581" cy="761901"/>
          </a:xfrm>
          <a:prstGeom prst="rect">
            <a:avLst/>
          </a:prstGeom>
          <a:solidFill>
            <a:srgbClr val="CF0522">
              <a:alpha val="10000"/>
            </a:srgbClr>
          </a:solidFill>
          <a:ln/>
        </p:spPr>
      </p:sp>
      <p:sp>
        <p:nvSpPr>
          <p:cNvPr id="8" name="Text 5"/>
          <p:cNvSpPr/>
          <p:nvPr/>
        </p:nvSpPr>
        <p:spPr>
          <a:xfrm>
            <a:off x="558763" y="1721073"/>
            <a:ext cx="1744124"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a:t>
            </a:r>
            <a:endParaRPr lang="en-US" sz="1600" dirty="0"/>
          </a:p>
        </p:txBody>
      </p:sp>
      <p:sp>
        <p:nvSpPr>
          <p:cNvPr id="10" name="Text 7"/>
          <p:cNvSpPr/>
          <p:nvPr/>
        </p:nvSpPr>
        <p:spPr>
          <a:xfrm>
            <a:off x="558798" y="2413132"/>
            <a:ext cx="3395115" cy="2963825"/>
          </a:xfrm>
          <a:prstGeom prst="rect">
            <a:avLst/>
          </a:prstGeom>
          <a:noFill/>
          <a:ln/>
        </p:spPr>
        <p:txBody>
          <a:bodyPr wrap="square" lIns="0" tIns="0" rIns="0" bIns="0" rtlCol="0" anchor="t">
            <a:spAutoFit/>
          </a:bodyPr>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nam possit aliquip  delectus no. Cum cu audire viderer, maiorum officiis liberavisse mea et, tale contentiones voluptatibus ea est. Errem dissentias qui te,  te sint quaerendum vel. Sed ne utroque invidunt similique, ne nostro eloquentiam </a:t>
            </a:r>
            <a:r>
              <a:rPr lang="en-US" sz="1000" dirty="0" err="1">
                <a:solidFill>
                  <a:srgbClr val="000000">
                    <a:alpha val="100000"/>
                  </a:srgbClr>
                </a:solidFill>
                <a:ea typeface="Stapel" pitchFamily="34" charset="-122"/>
                <a:cs typeface="Stapel" pitchFamily="34" charset="-120"/>
              </a:rPr>
              <a:t>signiferumque</a:t>
            </a:r>
            <a:r>
              <a:rPr lang="en-US" sz="1000" dirty="0">
                <a:solidFill>
                  <a:srgbClr val="000000">
                    <a:alpha val="100000"/>
                  </a:srgbClr>
                </a:solidFill>
                <a:ea typeface="Stapel" pitchFamily="34" charset="-122"/>
                <a:cs typeface="Stapel" pitchFamily="34" charset="-120"/>
              </a:rPr>
              <a:t>.</a:t>
            </a:r>
            <a:endParaRPr lang="ru-RU" sz="1000" dirty="0">
              <a:solidFill>
                <a:srgbClr val="000000">
                  <a:alpha val="100000"/>
                </a:srgbClr>
              </a:solidFill>
              <a:ea typeface="Stapel" pitchFamily="34" charset="-122"/>
              <a:cs typeface="Stapel" pitchFamily="34" charset="-120"/>
            </a:endParaRPr>
          </a:p>
          <a:p>
            <a:pPr>
              <a:lnSpc>
                <a:spcPts val="1100"/>
              </a:lnSpc>
            </a:pPr>
            <a:endParaRPr lang="ru-RU" sz="1000" dirty="0">
              <a:solidFill>
                <a:srgbClr val="000000">
                  <a:alpha val="100000"/>
                </a:srgbClr>
              </a:solidFill>
              <a:ea typeface="Stapel" pitchFamily="34" charset="-122"/>
            </a:endParaRPr>
          </a:p>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 Mea </a:t>
            </a:r>
            <a:r>
              <a:rPr lang="en-US" sz="1000" dirty="0" err="1">
                <a:solidFill>
                  <a:srgbClr val="000000">
                    <a:alpha val="100000"/>
                  </a:srgbClr>
                </a:solidFill>
                <a:ea typeface="Stapel" pitchFamily="34" charset="-122"/>
                <a:cs typeface="Stapel" pitchFamily="34" charset="-120"/>
              </a:rPr>
              <a:t>quando</a:t>
            </a:r>
            <a:r>
              <a:rPr lang="en-US" sz="1000" dirty="0">
                <a:solidFill>
                  <a:srgbClr val="000000">
                    <a:alpha val="100000"/>
                  </a:srgbClr>
                </a:solidFill>
                <a:ea typeface="Stapel" pitchFamily="34" charset="-122"/>
                <a:cs typeface="Stapel" pitchFamily="34" charset="-120"/>
              </a:rPr>
              <a:t> delectus accommodare ad, </a:t>
            </a:r>
            <a:r>
              <a:rPr lang="en-US" sz="1000" dirty="0" err="1">
                <a:solidFill>
                  <a:srgbClr val="000000">
                    <a:alpha val="100000"/>
                  </a:srgbClr>
                </a:solidFill>
                <a:ea typeface="Stapel" pitchFamily="34" charset="-122"/>
                <a:cs typeface="Stapel" pitchFamily="34" charset="-120"/>
              </a:rPr>
              <a:t>nulla</a:t>
            </a:r>
            <a:r>
              <a:rPr lang="en-US" sz="1000" dirty="0">
                <a:solidFill>
                  <a:srgbClr val="000000">
                    <a:alpha val="100000"/>
                  </a:srgbClr>
                </a:solidFill>
                <a:ea typeface="Stapel" pitchFamily="34" charset="-122"/>
                <a:cs typeface="Stapel" pitchFamily="34" charset="-120"/>
              </a:rPr>
              <a:t> aeterno </a:t>
            </a:r>
            <a:r>
              <a:rPr lang="en-US" sz="1000" dirty="0" err="1">
                <a:solidFill>
                  <a:srgbClr val="000000">
                    <a:alpha val="100000"/>
                  </a:srgbClr>
                </a:solidFill>
                <a:ea typeface="Stapel" pitchFamily="34" charset="-122"/>
                <a:cs typeface="Stapel" pitchFamily="34" charset="-120"/>
              </a:rPr>
              <a:t>deterruisset</a:t>
            </a:r>
            <a:r>
              <a:rPr lang="en-US" sz="1000" dirty="0">
                <a:solidFill>
                  <a:srgbClr val="000000">
                    <a:alpha val="100000"/>
                  </a:srgbClr>
                </a:solidFill>
                <a:ea typeface="Stapel" pitchFamily="34" charset="-122"/>
                <a:cs typeface="Stapel" pitchFamily="34" charset="-120"/>
              </a:rPr>
              <a:t> sed in, </a:t>
            </a:r>
            <a:r>
              <a:rPr lang="en-US" sz="1000" dirty="0" err="1">
                <a:solidFill>
                  <a:srgbClr val="000000">
                    <a:alpha val="100000"/>
                  </a:srgbClr>
                </a:solidFill>
                <a:ea typeface="Stapel" pitchFamily="34" charset="-122"/>
                <a:cs typeface="Stapel" pitchFamily="34" charset="-120"/>
              </a:rPr>
              <a:t>nam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possit</a:t>
            </a:r>
            <a:r>
              <a:rPr lang="en-US" sz="1000" dirty="0">
                <a:solidFill>
                  <a:srgbClr val="000000">
                    <a:alpha val="100000"/>
                  </a:srgbClr>
                </a:solidFill>
                <a:ea typeface="Stapel" pitchFamily="34" charset="-122"/>
                <a:cs typeface="Stapel" pitchFamily="34" charset="-120"/>
              </a:rPr>
              <a:t> aliquip  delectus no. Cum cu </a:t>
            </a:r>
            <a:r>
              <a:rPr lang="en-US" sz="1000" dirty="0" err="1">
                <a:solidFill>
                  <a:srgbClr val="000000">
                    <a:alpha val="100000"/>
                  </a:srgbClr>
                </a:solidFill>
                <a:ea typeface="Stapel" pitchFamily="34" charset="-122"/>
                <a:cs typeface="Stapel" pitchFamily="34" charset="-120"/>
              </a:rPr>
              <a:t>audire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viderer</a:t>
            </a:r>
            <a:r>
              <a:rPr lang="en-US" sz="1000" dirty="0">
                <a:solidFill>
                  <a:srgbClr val="000000">
                    <a:alpha val="100000"/>
                  </a:srgbClr>
                </a:solidFill>
                <a:ea typeface="Stapel" pitchFamily="34" charset="-122"/>
                <a:cs typeface="Stapel" pitchFamily="34" charset="-120"/>
              </a:rPr>
              <a:t>, maiorum officiis </a:t>
            </a:r>
            <a:r>
              <a:rPr lang="en-US" sz="1000" dirty="0" err="1">
                <a:solidFill>
                  <a:srgbClr val="000000">
                    <a:alpha val="100000"/>
                  </a:srgbClr>
                </a:solidFill>
                <a:ea typeface="Stapel" pitchFamily="34" charset="-122"/>
                <a:cs typeface="Stapel" pitchFamily="34" charset="-120"/>
              </a:rPr>
              <a:t>liberavisse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mea</a:t>
            </a:r>
            <a:r>
              <a:rPr lang="en-US" sz="1000" dirty="0">
                <a:solidFill>
                  <a:srgbClr val="000000">
                    <a:alpha val="100000"/>
                  </a:srgbClr>
                </a:solidFill>
                <a:ea typeface="Stapel" pitchFamily="34" charset="-122"/>
                <a:cs typeface="Stapel" pitchFamily="34" charset="-120"/>
              </a:rPr>
              <a:t> et, tale </a:t>
            </a:r>
            <a:r>
              <a:rPr lang="en-US" sz="1000" dirty="0" err="1">
                <a:solidFill>
                  <a:srgbClr val="000000">
                    <a:alpha val="100000"/>
                  </a:srgbClr>
                </a:solidFill>
                <a:ea typeface="Stapel" pitchFamily="34" charset="-122"/>
                <a:cs typeface="Stapel" pitchFamily="34" charset="-120"/>
              </a:rPr>
              <a:t>contentiones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voluptatibus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ea</a:t>
            </a:r>
            <a:r>
              <a:rPr lang="en-US" sz="1000" dirty="0">
                <a:solidFill>
                  <a:srgbClr val="000000">
                    <a:alpha val="100000"/>
                  </a:srgbClr>
                </a:solidFill>
                <a:ea typeface="Stapel" pitchFamily="34" charset="-122"/>
                <a:cs typeface="Stapel" pitchFamily="34" charset="-120"/>
              </a:rPr>
              <a:t> est. </a:t>
            </a:r>
            <a:r>
              <a:rPr lang="en-US" sz="1000" dirty="0" err="1">
                <a:solidFill>
                  <a:srgbClr val="000000">
                    <a:alpha val="100000"/>
                  </a:srgbClr>
                </a:solidFill>
                <a:ea typeface="Stapel" pitchFamily="34" charset="-122"/>
                <a:cs typeface="Stapel" pitchFamily="34" charset="-120"/>
              </a:rPr>
              <a:t>Errem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dissentias</a:t>
            </a:r>
            <a:r>
              <a:rPr lang="en-US" sz="1000" dirty="0">
                <a:solidFill>
                  <a:srgbClr val="000000">
                    <a:alpha val="100000"/>
                  </a:srgbClr>
                </a:solidFill>
                <a:ea typeface="Stapel" pitchFamily="34" charset="-122"/>
                <a:cs typeface="Stapel" pitchFamily="34" charset="-120"/>
              </a:rPr>
              <a:t> qui </a:t>
            </a:r>
            <a:r>
              <a:rPr lang="en-US" sz="1000" dirty="0" err="1">
                <a:solidFill>
                  <a:srgbClr val="000000">
                    <a:alpha val="100000"/>
                  </a:srgbClr>
                </a:solidFill>
                <a:ea typeface="Stapel" pitchFamily="34" charset="-122"/>
                <a:cs typeface="Stapel" pitchFamily="34" charset="-120"/>
              </a:rPr>
              <a:t>te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te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sint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quaerendum</a:t>
            </a:r>
            <a:r>
              <a:rPr lang="en-US" sz="1000" dirty="0">
                <a:solidFill>
                  <a:srgbClr val="000000">
                    <a:alpha val="100000"/>
                  </a:srgbClr>
                </a:solidFill>
                <a:ea typeface="Stapel" pitchFamily="34" charset="-122"/>
                <a:cs typeface="Stapel" pitchFamily="34" charset="-120"/>
              </a:rPr>
              <a:t> vel. Sed ne utroque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similique</a:t>
            </a:r>
            <a:r>
              <a:rPr lang="en-US" sz="1000" dirty="0">
                <a:solidFill>
                  <a:srgbClr val="000000">
                    <a:alpha val="100000"/>
                  </a:srgbClr>
                </a:solidFill>
                <a:ea typeface="Stapel" pitchFamily="34" charset="-122"/>
                <a:cs typeface="Stapel" pitchFamily="34" charset="-120"/>
              </a:rPr>
              <a:t>, ne nostro </a:t>
            </a:r>
            <a:r>
              <a:rPr lang="en-US" sz="1000" dirty="0" err="1">
                <a:solidFill>
                  <a:srgbClr val="000000">
                    <a:alpha val="100000"/>
                  </a:srgbClr>
                </a:solidFill>
                <a:ea typeface="Stapel" pitchFamily="34" charset="-122"/>
                <a:cs typeface="Stapel" pitchFamily="34" charset="-120"/>
              </a:rPr>
              <a:t>eloquentiam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signiferumque</a:t>
            </a:r>
            <a:r>
              <a:rPr lang="en-US" sz="1000" dirty="0">
                <a:solidFill>
                  <a:srgbClr val="000000">
                    <a:alpha val="100000"/>
                  </a:srgbClr>
                </a:solidFill>
                <a:ea typeface="Stapel" pitchFamily="34" charset="-122"/>
                <a:cs typeface="Stapel" pitchFamily="34" charset="-120"/>
              </a:rPr>
              <a:t>.</a:t>
            </a:r>
            <a:endParaRPr lang="en-US" sz="1000" dirty="0"/>
          </a:p>
        </p:txBody>
      </p:sp>
      <p:pic>
        <p:nvPicPr>
          <p:cNvPr id="12" name="Image 1" descr=" "/>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422670" y="5657560"/>
            <a:ext cx="692146" cy="844440"/>
          </a:xfrm>
          <a:prstGeom prst="rect">
            <a:avLst/>
          </a:prstGeom>
        </p:spPr>
      </p:pic>
      <p:sp>
        <p:nvSpPr>
          <p:cNvPr id="14" name="Shape 10"/>
          <p:cNvSpPr/>
          <p:nvPr/>
        </p:nvSpPr>
        <p:spPr>
          <a:xfrm>
            <a:off x="4267178" y="1448058"/>
            <a:ext cx="3657581" cy="761901"/>
          </a:xfrm>
          <a:prstGeom prst="rect">
            <a:avLst/>
          </a:prstGeom>
          <a:solidFill>
            <a:srgbClr val="CF0522">
              <a:alpha val="10000"/>
            </a:srgbClr>
          </a:solidFill>
          <a:ln/>
        </p:spPr>
      </p:sp>
      <p:sp>
        <p:nvSpPr>
          <p:cNvPr id="15" name="Text 11"/>
          <p:cNvSpPr/>
          <p:nvPr/>
        </p:nvSpPr>
        <p:spPr>
          <a:xfrm>
            <a:off x="4419544" y="1721073"/>
            <a:ext cx="1744124"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a:t>
            </a:r>
            <a:endParaRPr lang="en-US" sz="1600" dirty="0"/>
          </a:p>
        </p:txBody>
      </p:sp>
      <p:sp>
        <p:nvSpPr>
          <p:cNvPr id="17" name="Text 13"/>
          <p:cNvSpPr/>
          <p:nvPr/>
        </p:nvSpPr>
        <p:spPr>
          <a:xfrm>
            <a:off x="4419578" y="2413132"/>
            <a:ext cx="3395115" cy="2963825"/>
          </a:xfrm>
          <a:prstGeom prst="rect">
            <a:avLst/>
          </a:prstGeom>
          <a:noFill/>
          <a:ln/>
        </p:spPr>
        <p:txBody>
          <a:bodyPr wrap="square" lIns="0" tIns="0" rIns="0" bIns="0" rtlCol="0" anchor="t">
            <a:spAutoFit/>
          </a:bodyPr>
          <a:lstStyle/>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 Mea </a:t>
            </a:r>
            <a:r>
              <a:rPr lang="en-US" sz="1000" dirty="0" err="1">
                <a:solidFill>
                  <a:srgbClr val="000000">
                    <a:alpha val="100000"/>
                  </a:srgbClr>
                </a:solidFill>
                <a:ea typeface="Stapel" pitchFamily="34" charset="-122"/>
                <a:cs typeface="Stapel" pitchFamily="34" charset="-120"/>
              </a:rPr>
              <a:t>quando</a:t>
            </a:r>
            <a:r>
              <a:rPr lang="en-US" sz="1000" dirty="0">
                <a:solidFill>
                  <a:srgbClr val="000000">
                    <a:alpha val="100000"/>
                  </a:srgbClr>
                </a:solidFill>
                <a:ea typeface="Stapel" pitchFamily="34" charset="-122"/>
                <a:cs typeface="Stapel" pitchFamily="34" charset="-120"/>
              </a:rPr>
              <a:t> delectus accommodare ad, </a:t>
            </a:r>
            <a:r>
              <a:rPr lang="en-US" sz="1000" dirty="0" err="1">
                <a:solidFill>
                  <a:srgbClr val="000000">
                    <a:alpha val="100000"/>
                  </a:srgbClr>
                </a:solidFill>
                <a:ea typeface="Stapel" pitchFamily="34" charset="-122"/>
                <a:cs typeface="Stapel" pitchFamily="34" charset="-120"/>
              </a:rPr>
              <a:t>nulla</a:t>
            </a:r>
            <a:r>
              <a:rPr lang="en-US" sz="1000" dirty="0">
                <a:solidFill>
                  <a:srgbClr val="000000">
                    <a:alpha val="100000"/>
                  </a:srgbClr>
                </a:solidFill>
                <a:ea typeface="Stapel" pitchFamily="34" charset="-122"/>
                <a:cs typeface="Stapel" pitchFamily="34" charset="-120"/>
              </a:rPr>
              <a:t> aeterno </a:t>
            </a:r>
            <a:r>
              <a:rPr lang="en-US" sz="1000" dirty="0" err="1">
                <a:solidFill>
                  <a:srgbClr val="000000">
                    <a:alpha val="100000"/>
                  </a:srgbClr>
                </a:solidFill>
                <a:ea typeface="Stapel" pitchFamily="34" charset="-122"/>
                <a:cs typeface="Stapel" pitchFamily="34" charset="-120"/>
              </a:rPr>
              <a:t>deterruisset</a:t>
            </a:r>
            <a:r>
              <a:rPr lang="en-US" sz="1000" dirty="0">
                <a:solidFill>
                  <a:srgbClr val="000000">
                    <a:alpha val="100000"/>
                  </a:srgbClr>
                </a:solidFill>
                <a:ea typeface="Stapel" pitchFamily="34" charset="-122"/>
                <a:cs typeface="Stapel" pitchFamily="34" charset="-120"/>
              </a:rPr>
              <a:t> sed in, </a:t>
            </a:r>
            <a:r>
              <a:rPr lang="en-US" sz="1000" dirty="0" err="1">
                <a:solidFill>
                  <a:srgbClr val="000000">
                    <a:alpha val="100000"/>
                  </a:srgbClr>
                </a:solidFill>
                <a:ea typeface="Stapel" pitchFamily="34" charset="-122"/>
                <a:cs typeface="Stapel" pitchFamily="34" charset="-120"/>
              </a:rPr>
              <a:t>nam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possit</a:t>
            </a:r>
            <a:r>
              <a:rPr lang="en-US" sz="1000" dirty="0">
                <a:solidFill>
                  <a:srgbClr val="000000">
                    <a:alpha val="100000"/>
                  </a:srgbClr>
                </a:solidFill>
                <a:ea typeface="Stapel" pitchFamily="34" charset="-122"/>
                <a:cs typeface="Stapel" pitchFamily="34" charset="-120"/>
              </a:rPr>
              <a:t> aliquip  delectus no. Cum cu </a:t>
            </a:r>
            <a:r>
              <a:rPr lang="en-US" sz="1000" dirty="0" err="1">
                <a:solidFill>
                  <a:srgbClr val="000000">
                    <a:alpha val="100000"/>
                  </a:srgbClr>
                </a:solidFill>
                <a:ea typeface="Stapel" pitchFamily="34" charset="-122"/>
                <a:cs typeface="Stapel" pitchFamily="34" charset="-120"/>
              </a:rPr>
              <a:t>audire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viderer</a:t>
            </a:r>
            <a:r>
              <a:rPr lang="en-US" sz="1000" dirty="0">
                <a:solidFill>
                  <a:srgbClr val="000000">
                    <a:alpha val="100000"/>
                  </a:srgbClr>
                </a:solidFill>
                <a:ea typeface="Stapel" pitchFamily="34" charset="-122"/>
                <a:cs typeface="Stapel" pitchFamily="34" charset="-120"/>
              </a:rPr>
              <a:t>, maiorum officiis </a:t>
            </a:r>
            <a:r>
              <a:rPr lang="en-US" sz="1000" dirty="0" err="1">
                <a:solidFill>
                  <a:srgbClr val="000000">
                    <a:alpha val="100000"/>
                  </a:srgbClr>
                </a:solidFill>
                <a:ea typeface="Stapel" pitchFamily="34" charset="-122"/>
                <a:cs typeface="Stapel" pitchFamily="34" charset="-120"/>
              </a:rPr>
              <a:t>liberavisse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mea</a:t>
            </a:r>
            <a:r>
              <a:rPr lang="en-US" sz="1000" dirty="0">
                <a:solidFill>
                  <a:srgbClr val="000000">
                    <a:alpha val="100000"/>
                  </a:srgbClr>
                </a:solidFill>
                <a:ea typeface="Stapel" pitchFamily="34" charset="-122"/>
                <a:cs typeface="Stapel" pitchFamily="34" charset="-120"/>
              </a:rPr>
              <a:t> et, tale </a:t>
            </a:r>
            <a:r>
              <a:rPr lang="en-US" sz="1000" dirty="0" err="1">
                <a:solidFill>
                  <a:srgbClr val="000000">
                    <a:alpha val="100000"/>
                  </a:srgbClr>
                </a:solidFill>
                <a:ea typeface="Stapel" pitchFamily="34" charset="-122"/>
                <a:cs typeface="Stapel" pitchFamily="34" charset="-120"/>
              </a:rPr>
              <a:t>contentiones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voluptatibus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ea</a:t>
            </a:r>
            <a:r>
              <a:rPr lang="en-US" sz="1000" dirty="0">
                <a:solidFill>
                  <a:srgbClr val="000000">
                    <a:alpha val="100000"/>
                  </a:srgbClr>
                </a:solidFill>
                <a:ea typeface="Stapel" pitchFamily="34" charset="-122"/>
                <a:cs typeface="Stapel" pitchFamily="34" charset="-120"/>
              </a:rPr>
              <a:t> est. </a:t>
            </a:r>
            <a:r>
              <a:rPr lang="en-US" sz="1000" dirty="0" err="1">
                <a:solidFill>
                  <a:srgbClr val="000000">
                    <a:alpha val="100000"/>
                  </a:srgbClr>
                </a:solidFill>
                <a:ea typeface="Stapel" pitchFamily="34" charset="-122"/>
                <a:cs typeface="Stapel" pitchFamily="34" charset="-120"/>
              </a:rPr>
              <a:t>Errem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dissentias</a:t>
            </a:r>
            <a:r>
              <a:rPr lang="en-US" sz="1000" dirty="0">
                <a:solidFill>
                  <a:srgbClr val="000000">
                    <a:alpha val="100000"/>
                  </a:srgbClr>
                </a:solidFill>
                <a:ea typeface="Stapel" pitchFamily="34" charset="-122"/>
                <a:cs typeface="Stapel" pitchFamily="34" charset="-120"/>
              </a:rPr>
              <a:t> qui </a:t>
            </a:r>
            <a:r>
              <a:rPr lang="en-US" sz="1000" dirty="0" err="1">
                <a:solidFill>
                  <a:srgbClr val="000000">
                    <a:alpha val="100000"/>
                  </a:srgbClr>
                </a:solidFill>
                <a:ea typeface="Stapel" pitchFamily="34" charset="-122"/>
                <a:cs typeface="Stapel" pitchFamily="34" charset="-120"/>
              </a:rPr>
              <a:t>te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te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sint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quaerendum</a:t>
            </a:r>
            <a:r>
              <a:rPr lang="en-US" sz="1000" dirty="0">
                <a:solidFill>
                  <a:srgbClr val="000000">
                    <a:alpha val="100000"/>
                  </a:srgbClr>
                </a:solidFill>
                <a:ea typeface="Stapel" pitchFamily="34" charset="-122"/>
                <a:cs typeface="Stapel" pitchFamily="34" charset="-120"/>
              </a:rPr>
              <a:t> vel. Sed ne utroque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similique</a:t>
            </a:r>
            <a:r>
              <a:rPr lang="en-US" sz="1000" dirty="0">
                <a:solidFill>
                  <a:srgbClr val="000000">
                    <a:alpha val="100000"/>
                  </a:srgbClr>
                </a:solidFill>
                <a:ea typeface="Stapel" pitchFamily="34" charset="-122"/>
                <a:cs typeface="Stapel" pitchFamily="34" charset="-120"/>
              </a:rPr>
              <a:t>, ne nostro </a:t>
            </a:r>
            <a:r>
              <a:rPr lang="en-US" sz="1000" dirty="0" err="1">
                <a:solidFill>
                  <a:srgbClr val="000000">
                    <a:alpha val="100000"/>
                  </a:srgbClr>
                </a:solidFill>
                <a:ea typeface="Stapel" pitchFamily="34" charset="-122"/>
                <a:cs typeface="Stapel" pitchFamily="34" charset="-120"/>
              </a:rPr>
              <a:t>eloquentiam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signiferumque</a:t>
            </a:r>
            <a:r>
              <a:rPr lang="en-US" sz="1000" dirty="0">
                <a:solidFill>
                  <a:srgbClr val="000000">
                    <a:alpha val="100000"/>
                  </a:srgbClr>
                </a:solidFill>
                <a:ea typeface="Stapel" pitchFamily="34" charset="-122"/>
                <a:cs typeface="Stapel" pitchFamily="34" charset="-120"/>
              </a:rPr>
              <a:t>.</a:t>
            </a:r>
            <a:endParaRPr lang="ru-RU" sz="1000" dirty="0">
              <a:solidFill>
                <a:srgbClr val="000000">
                  <a:alpha val="100000"/>
                </a:srgbClr>
              </a:solidFill>
              <a:ea typeface="Stapel" pitchFamily="34" charset="-122"/>
              <a:cs typeface="Stapel" pitchFamily="34" charset="-120"/>
            </a:endParaRPr>
          </a:p>
          <a:p>
            <a:pPr>
              <a:lnSpc>
                <a:spcPts val="1100"/>
              </a:lnSpc>
            </a:pPr>
            <a:endParaRPr lang="ru-RU" sz="1000" dirty="0">
              <a:solidFill>
                <a:srgbClr val="000000">
                  <a:alpha val="100000"/>
                </a:srgbClr>
              </a:solidFill>
              <a:ea typeface="Stapel" pitchFamily="34" charset="-122"/>
            </a:endParaRPr>
          </a:p>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 Mea </a:t>
            </a:r>
            <a:r>
              <a:rPr lang="en-US" sz="1000" dirty="0" err="1">
                <a:solidFill>
                  <a:srgbClr val="000000">
                    <a:alpha val="100000"/>
                  </a:srgbClr>
                </a:solidFill>
                <a:ea typeface="Stapel" pitchFamily="34" charset="-122"/>
                <a:cs typeface="Stapel" pitchFamily="34" charset="-120"/>
              </a:rPr>
              <a:t>quando</a:t>
            </a:r>
            <a:r>
              <a:rPr lang="en-US" sz="1000" dirty="0">
                <a:solidFill>
                  <a:srgbClr val="000000">
                    <a:alpha val="100000"/>
                  </a:srgbClr>
                </a:solidFill>
                <a:ea typeface="Stapel" pitchFamily="34" charset="-122"/>
                <a:cs typeface="Stapel" pitchFamily="34" charset="-120"/>
              </a:rPr>
              <a:t> delectus accommodare ad, </a:t>
            </a:r>
            <a:r>
              <a:rPr lang="en-US" sz="1000" dirty="0" err="1">
                <a:solidFill>
                  <a:srgbClr val="000000">
                    <a:alpha val="100000"/>
                  </a:srgbClr>
                </a:solidFill>
                <a:ea typeface="Stapel" pitchFamily="34" charset="-122"/>
                <a:cs typeface="Stapel" pitchFamily="34" charset="-120"/>
              </a:rPr>
              <a:t>nulla</a:t>
            </a:r>
            <a:r>
              <a:rPr lang="en-US" sz="1000" dirty="0">
                <a:solidFill>
                  <a:srgbClr val="000000">
                    <a:alpha val="100000"/>
                  </a:srgbClr>
                </a:solidFill>
                <a:ea typeface="Stapel" pitchFamily="34" charset="-122"/>
                <a:cs typeface="Stapel" pitchFamily="34" charset="-120"/>
              </a:rPr>
              <a:t> aeterno </a:t>
            </a:r>
            <a:r>
              <a:rPr lang="en-US" sz="1000" dirty="0" err="1">
                <a:solidFill>
                  <a:srgbClr val="000000">
                    <a:alpha val="100000"/>
                  </a:srgbClr>
                </a:solidFill>
                <a:ea typeface="Stapel" pitchFamily="34" charset="-122"/>
                <a:cs typeface="Stapel" pitchFamily="34" charset="-120"/>
              </a:rPr>
              <a:t>deterruisset</a:t>
            </a:r>
            <a:r>
              <a:rPr lang="en-US" sz="1000" dirty="0">
                <a:solidFill>
                  <a:srgbClr val="000000">
                    <a:alpha val="100000"/>
                  </a:srgbClr>
                </a:solidFill>
                <a:ea typeface="Stapel" pitchFamily="34" charset="-122"/>
                <a:cs typeface="Stapel" pitchFamily="34" charset="-120"/>
              </a:rPr>
              <a:t> sed in, </a:t>
            </a:r>
            <a:r>
              <a:rPr lang="en-US" sz="1000" dirty="0" err="1">
                <a:solidFill>
                  <a:srgbClr val="000000">
                    <a:alpha val="100000"/>
                  </a:srgbClr>
                </a:solidFill>
                <a:ea typeface="Stapel" pitchFamily="34" charset="-122"/>
                <a:cs typeface="Stapel" pitchFamily="34" charset="-120"/>
              </a:rPr>
              <a:t>nam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possit</a:t>
            </a:r>
            <a:r>
              <a:rPr lang="en-US" sz="1000" dirty="0">
                <a:solidFill>
                  <a:srgbClr val="000000">
                    <a:alpha val="100000"/>
                  </a:srgbClr>
                </a:solidFill>
                <a:ea typeface="Stapel" pitchFamily="34" charset="-122"/>
                <a:cs typeface="Stapel" pitchFamily="34" charset="-120"/>
              </a:rPr>
              <a:t> aliquip  delectus no. Cum cu </a:t>
            </a:r>
            <a:r>
              <a:rPr lang="en-US" sz="1000" dirty="0" err="1">
                <a:solidFill>
                  <a:srgbClr val="000000">
                    <a:alpha val="100000"/>
                  </a:srgbClr>
                </a:solidFill>
                <a:ea typeface="Stapel" pitchFamily="34" charset="-122"/>
                <a:cs typeface="Stapel" pitchFamily="34" charset="-120"/>
              </a:rPr>
              <a:t>audire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viderer</a:t>
            </a:r>
            <a:r>
              <a:rPr lang="en-US" sz="1000" dirty="0">
                <a:solidFill>
                  <a:srgbClr val="000000">
                    <a:alpha val="100000"/>
                  </a:srgbClr>
                </a:solidFill>
                <a:ea typeface="Stapel" pitchFamily="34" charset="-122"/>
                <a:cs typeface="Stapel" pitchFamily="34" charset="-120"/>
              </a:rPr>
              <a:t>, maiorum officiis </a:t>
            </a:r>
            <a:r>
              <a:rPr lang="en-US" sz="1000" dirty="0" err="1">
                <a:solidFill>
                  <a:srgbClr val="000000">
                    <a:alpha val="100000"/>
                  </a:srgbClr>
                </a:solidFill>
                <a:ea typeface="Stapel" pitchFamily="34" charset="-122"/>
                <a:cs typeface="Stapel" pitchFamily="34" charset="-120"/>
              </a:rPr>
              <a:t>liberavisse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mea</a:t>
            </a:r>
            <a:r>
              <a:rPr lang="en-US" sz="1000" dirty="0">
                <a:solidFill>
                  <a:srgbClr val="000000">
                    <a:alpha val="100000"/>
                  </a:srgbClr>
                </a:solidFill>
                <a:ea typeface="Stapel" pitchFamily="34" charset="-122"/>
                <a:cs typeface="Stapel" pitchFamily="34" charset="-120"/>
              </a:rPr>
              <a:t> et, tale </a:t>
            </a:r>
            <a:r>
              <a:rPr lang="en-US" sz="1000" dirty="0" err="1">
                <a:solidFill>
                  <a:srgbClr val="000000">
                    <a:alpha val="100000"/>
                  </a:srgbClr>
                </a:solidFill>
                <a:ea typeface="Stapel" pitchFamily="34" charset="-122"/>
                <a:cs typeface="Stapel" pitchFamily="34" charset="-120"/>
              </a:rPr>
              <a:t>contentiones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voluptatibus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ea</a:t>
            </a:r>
            <a:r>
              <a:rPr lang="en-US" sz="1000" dirty="0">
                <a:solidFill>
                  <a:srgbClr val="000000">
                    <a:alpha val="100000"/>
                  </a:srgbClr>
                </a:solidFill>
                <a:ea typeface="Stapel" pitchFamily="34" charset="-122"/>
                <a:cs typeface="Stapel" pitchFamily="34" charset="-120"/>
              </a:rPr>
              <a:t> est. </a:t>
            </a:r>
            <a:r>
              <a:rPr lang="en-US" sz="1000" dirty="0" err="1">
                <a:solidFill>
                  <a:srgbClr val="000000">
                    <a:alpha val="100000"/>
                  </a:srgbClr>
                </a:solidFill>
                <a:ea typeface="Stapel" pitchFamily="34" charset="-122"/>
                <a:cs typeface="Stapel" pitchFamily="34" charset="-120"/>
              </a:rPr>
              <a:t>Errem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dissentias</a:t>
            </a:r>
            <a:r>
              <a:rPr lang="en-US" sz="1000" dirty="0">
                <a:solidFill>
                  <a:srgbClr val="000000">
                    <a:alpha val="100000"/>
                  </a:srgbClr>
                </a:solidFill>
                <a:ea typeface="Stapel" pitchFamily="34" charset="-122"/>
                <a:cs typeface="Stapel" pitchFamily="34" charset="-120"/>
              </a:rPr>
              <a:t> qui </a:t>
            </a:r>
            <a:r>
              <a:rPr lang="en-US" sz="1000" dirty="0" err="1">
                <a:solidFill>
                  <a:srgbClr val="000000">
                    <a:alpha val="100000"/>
                  </a:srgbClr>
                </a:solidFill>
                <a:ea typeface="Stapel" pitchFamily="34" charset="-122"/>
                <a:cs typeface="Stapel" pitchFamily="34" charset="-120"/>
              </a:rPr>
              <a:t>te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te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sint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quaerendum</a:t>
            </a:r>
            <a:r>
              <a:rPr lang="en-US" sz="1000" dirty="0">
                <a:solidFill>
                  <a:srgbClr val="000000">
                    <a:alpha val="100000"/>
                  </a:srgbClr>
                </a:solidFill>
                <a:ea typeface="Stapel" pitchFamily="34" charset="-122"/>
                <a:cs typeface="Stapel" pitchFamily="34" charset="-120"/>
              </a:rPr>
              <a:t> vel. Sed ne utroque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similique</a:t>
            </a:r>
            <a:r>
              <a:rPr lang="en-US" sz="1000" dirty="0">
                <a:solidFill>
                  <a:srgbClr val="000000">
                    <a:alpha val="100000"/>
                  </a:srgbClr>
                </a:solidFill>
                <a:ea typeface="Stapel" pitchFamily="34" charset="-122"/>
                <a:cs typeface="Stapel" pitchFamily="34" charset="-120"/>
              </a:rPr>
              <a:t>, ne nostro </a:t>
            </a:r>
            <a:r>
              <a:rPr lang="en-US" sz="1000" dirty="0" err="1">
                <a:solidFill>
                  <a:srgbClr val="000000">
                    <a:alpha val="100000"/>
                  </a:srgbClr>
                </a:solidFill>
                <a:ea typeface="Stapel" pitchFamily="34" charset="-122"/>
                <a:cs typeface="Stapel" pitchFamily="34" charset="-120"/>
              </a:rPr>
              <a:t>eloquentiam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signiferumque</a:t>
            </a:r>
            <a:r>
              <a:rPr lang="en-US" sz="1000" dirty="0">
                <a:solidFill>
                  <a:srgbClr val="000000">
                    <a:alpha val="100000"/>
                  </a:srgbClr>
                </a:solidFill>
                <a:ea typeface="Stapel" pitchFamily="34" charset="-122"/>
                <a:cs typeface="Stapel" pitchFamily="34" charset="-120"/>
              </a:rPr>
              <a:t>.</a:t>
            </a:r>
            <a:endParaRPr lang="en-US" sz="1000" dirty="0"/>
          </a:p>
        </p:txBody>
      </p:sp>
      <p:pic>
        <p:nvPicPr>
          <p:cNvPr id="19" name="Image 2" descr=" "/>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283450" y="5657560"/>
            <a:ext cx="692146" cy="844440"/>
          </a:xfrm>
          <a:prstGeom prst="rect">
            <a:avLst/>
          </a:prstGeom>
        </p:spPr>
      </p:pic>
      <p:sp>
        <p:nvSpPr>
          <p:cNvPr id="21" name="Shape 16"/>
          <p:cNvSpPr/>
          <p:nvPr/>
        </p:nvSpPr>
        <p:spPr>
          <a:xfrm>
            <a:off x="8127958" y="1448058"/>
            <a:ext cx="3657581" cy="761901"/>
          </a:xfrm>
          <a:prstGeom prst="rect">
            <a:avLst/>
          </a:prstGeom>
          <a:solidFill>
            <a:srgbClr val="CF0522">
              <a:alpha val="10000"/>
            </a:srgbClr>
          </a:solidFill>
          <a:ln/>
        </p:spPr>
      </p:sp>
      <p:sp>
        <p:nvSpPr>
          <p:cNvPr id="22" name="Text 17"/>
          <p:cNvSpPr/>
          <p:nvPr/>
        </p:nvSpPr>
        <p:spPr>
          <a:xfrm>
            <a:off x="8280324" y="1721073"/>
            <a:ext cx="1744124"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Заголовок</a:t>
            </a:r>
            <a:endParaRPr lang="en-US" sz="1600" dirty="0"/>
          </a:p>
        </p:txBody>
      </p:sp>
      <p:sp>
        <p:nvSpPr>
          <p:cNvPr id="24" name="Text 19"/>
          <p:cNvSpPr/>
          <p:nvPr/>
        </p:nvSpPr>
        <p:spPr>
          <a:xfrm>
            <a:off x="8280358" y="2413132"/>
            <a:ext cx="3395115" cy="2963825"/>
          </a:xfrm>
          <a:prstGeom prst="rect">
            <a:avLst/>
          </a:prstGeom>
          <a:noFill/>
          <a:ln/>
        </p:spPr>
        <p:txBody>
          <a:bodyPr wrap="square" lIns="0" tIns="0" rIns="0" bIns="0" rtlCol="0" anchor="t">
            <a:spAutoFit/>
          </a:bodyPr>
          <a:lstStyle/>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 Mea </a:t>
            </a:r>
            <a:r>
              <a:rPr lang="en-US" sz="1000" dirty="0" err="1">
                <a:solidFill>
                  <a:srgbClr val="000000">
                    <a:alpha val="100000"/>
                  </a:srgbClr>
                </a:solidFill>
                <a:ea typeface="Stapel" pitchFamily="34" charset="-122"/>
                <a:cs typeface="Stapel" pitchFamily="34" charset="-120"/>
              </a:rPr>
              <a:t>quando</a:t>
            </a:r>
            <a:r>
              <a:rPr lang="en-US" sz="1000" dirty="0">
                <a:solidFill>
                  <a:srgbClr val="000000">
                    <a:alpha val="100000"/>
                  </a:srgbClr>
                </a:solidFill>
                <a:ea typeface="Stapel" pitchFamily="34" charset="-122"/>
                <a:cs typeface="Stapel" pitchFamily="34" charset="-120"/>
              </a:rPr>
              <a:t> delectus accommodare ad, </a:t>
            </a:r>
            <a:r>
              <a:rPr lang="en-US" sz="1000" dirty="0" err="1">
                <a:solidFill>
                  <a:srgbClr val="000000">
                    <a:alpha val="100000"/>
                  </a:srgbClr>
                </a:solidFill>
                <a:ea typeface="Stapel" pitchFamily="34" charset="-122"/>
                <a:cs typeface="Stapel" pitchFamily="34" charset="-120"/>
              </a:rPr>
              <a:t>nulla</a:t>
            </a:r>
            <a:r>
              <a:rPr lang="en-US" sz="1000" dirty="0">
                <a:solidFill>
                  <a:srgbClr val="000000">
                    <a:alpha val="100000"/>
                  </a:srgbClr>
                </a:solidFill>
                <a:ea typeface="Stapel" pitchFamily="34" charset="-122"/>
                <a:cs typeface="Stapel" pitchFamily="34" charset="-120"/>
              </a:rPr>
              <a:t> aeterno </a:t>
            </a:r>
            <a:r>
              <a:rPr lang="en-US" sz="1000" dirty="0" err="1">
                <a:solidFill>
                  <a:srgbClr val="000000">
                    <a:alpha val="100000"/>
                  </a:srgbClr>
                </a:solidFill>
                <a:ea typeface="Stapel" pitchFamily="34" charset="-122"/>
                <a:cs typeface="Stapel" pitchFamily="34" charset="-120"/>
              </a:rPr>
              <a:t>deterruisset</a:t>
            </a:r>
            <a:r>
              <a:rPr lang="en-US" sz="1000" dirty="0">
                <a:solidFill>
                  <a:srgbClr val="000000">
                    <a:alpha val="100000"/>
                  </a:srgbClr>
                </a:solidFill>
                <a:ea typeface="Stapel" pitchFamily="34" charset="-122"/>
                <a:cs typeface="Stapel" pitchFamily="34" charset="-120"/>
              </a:rPr>
              <a:t> sed in, </a:t>
            </a:r>
            <a:r>
              <a:rPr lang="en-US" sz="1000" dirty="0" err="1">
                <a:solidFill>
                  <a:srgbClr val="000000">
                    <a:alpha val="100000"/>
                  </a:srgbClr>
                </a:solidFill>
                <a:ea typeface="Stapel" pitchFamily="34" charset="-122"/>
                <a:cs typeface="Stapel" pitchFamily="34" charset="-120"/>
              </a:rPr>
              <a:t>nam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possit</a:t>
            </a:r>
            <a:r>
              <a:rPr lang="en-US" sz="1000" dirty="0">
                <a:solidFill>
                  <a:srgbClr val="000000">
                    <a:alpha val="100000"/>
                  </a:srgbClr>
                </a:solidFill>
                <a:ea typeface="Stapel" pitchFamily="34" charset="-122"/>
                <a:cs typeface="Stapel" pitchFamily="34" charset="-120"/>
              </a:rPr>
              <a:t> aliquip  delectus no. Cum cu </a:t>
            </a:r>
            <a:r>
              <a:rPr lang="en-US" sz="1000" dirty="0" err="1">
                <a:solidFill>
                  <a:srgbClr val="000000">
                    <a:alpha val="100000"/>
                  </a:srgbClr>
                </a:solidFill>
                <a:ea typeface="Stapel" pitchFamily="34" charset="-122"/>
                <a:cs typeface="Stapel" pitchFamily="34" charset="-120"/>
              </a:rPr>
              <a:t>audire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viderer</a:t>
            </a:r>
            <a:r>
              <a:rPr lang="en-US" sz="1000" dirty="0">
                <a:solidFill>
                  <a:srgbClr val="000000">
                    <a:alpha val="100000"/>
                  </a:srgbClr>
                </a:solidFill>
                <a:ea typeface="Stapel" pitchFamily="34" charset="-122"/>
                <a:cs typeface="Stapel" pitchFamily="34" charset="-120"/>
              </a:rPr>
              <a:t>, maiorum officiis </a:t>
            </a:r>
            <a:r>
              <a:rPr lang="en-US" sz="1000" dirty="0" err="1">
                <a:solidFill>
                  <a:srgbClr val="000000">
                    <a:alpha val="100000"/>
                  </a:srgbClr>
                </a:solidFill>
                <a:ea typeface="Stapel" pitchFamily="34" charset="-122"/>
                <a:cs typeface="Stapel" pitchFamily="34" charset="-120"/>
              </a:rPr>
              <a:t>liberavisse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mea</a:t>
            </a:r>
            <a:r>
              <a:rPr lang="en-US" sz="1000" dirty="0">
                <a:solidFill>
                  <a:srgbClr val="000000">
                    <a:alpha val="100000"/>
                  </a:srgbClr>
                </a:solidFill>
                <a:ea typeface="Stapel" pitchFamily="34" charset="-122"/>
                <a:cs typeface="Stapel" pitchFamily="34" charset="-120"/>
              </a:rPr>
              <a:t> et, tale </a:t>
            </a:r>
            <a:r>
              <a:rPr lang="en-US" sz="1000" dirty="0" err="1">
                <a:solidFill>
                  <a:srgbClr val="000000">
                    <a:alpha val="100000"/>
                  </a:srgbClr>
                </a:solidFill>
                <a:ea typeface="Stapel" pitchFamily="34" charset="-122"/>
                <a:cs typeface="Stapel" pitchFamily="34" charset="-120"/>
              </a:rPr>
              <a:t>contentiones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voluptatibus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ea</a:t>
            </a:r>
            <a:r>
              <a:rPr lang="en-US" sz="1000" dirty="0">
                <a:solidFill>
                  <a:srgbClr val="000000">
                    <a:alpha val="100000"/>
                  </a:srgbClr>
                </a:solidFill>
                <a:ea typeface="Stapel" pitchFamily="34" charset="-122"/>
                <a:cs typeface="Stapel" pitchFamily="34" charset="-120"/>
              </a:rPr>
              <a:t> est. </a:t>
            </a:r>
            <a:r>
              <a:rPr lang="en-US" sz="1000" dirty="0" err="1">
                <a:solidFill>
                  <a:srgbClr val="000000">
                    <a:alpha val="100000"/>
                  </a:srgbClr>
                </a:solidFill>
                <a:ea typeface="Stapel" pitchFamily="34" charset="-122"/>
                <a:cs typeface="Stapel" pitchFamily="34" charset="-120"/>
              </a:rPr>
              <a:t>Errem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dissentias</a:t>
            </a:r>
            <a:r>
              <a:rPr lang="en-US" sz="1000" dirty="0">
                <a:solidFill>
                  <a:srgbClr val="000000">
                    <a:alpha val="100000"/>
                  </a:srgbClr>
                </a:solidFill>
                <a:ea typeface="Stapel" pitchFamily="34" charset="-122"/>
                <a:cs typeface="Stapel" pitchFamily="34" charset="-120"/>
              </a:rPr>
              <a:t> qui </a:t>
            </a:r>
            <a:r>
              <a:rPr lang="en-US" sz="1000" dirty="0" err="1">
                <a:solidFill>
                  <a:srgbClr val="000000">
                    <a:alpha val="100000"/>
                  </a:srgbClr>
                </a:solidFill>
                <a:ea typeface="Stapel" pitchFamily="34" charset="-122"/>
                <a:cs typeface="Stapel" pitchFamily="34" charset="-120"/>
              </a:rPr>
              <a:t>te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te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sint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quaerendum</a:t>
            </a:r>
            <a:r>
              <a:rPr lang="en-US" sz="1000" dirty="0">
                <a:solidFill>
                  <a:srgbClr val="000000">
                    <a:alpha val="100000"/>
                  </a:srgbClr>
                </a:solidFill>
                <a:ea typeface="Stapel" pitchFamily="34" charset="-122"/>
                <a:cs typeface="Stapel" pitchFamily="34" charset="-120"/>
              </a:rPr>
              <a:t> vel. Sed ne utroque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similique</a:t>
            </a:r>
            <a:r>
              <a:rPr lang="en-US" sz="1000" dirty="0">
                <a:solidFill>
                  <a:srgbClr val="000000">
                    <a:alpha val="100000"/>
                  </a:srgbClr>
                </a:solidFill>
                <a:ea typeface="Stapel" pitchFamily="34" charset="-122"/>
                <a:cs typeface="Stapel" pitchFamily="34" charset="-120"/>
              </a:rPr>
              <a:t>, ne nostro </a:t>
            </a:r>
            <a:r>
              <a:rPr lang="en-US" sz="1000" dirty="0" err="1">
                <a:solidFill>
                  <a:srgbClr val="000000">
                    <a:alpha val="100000"/>
                  </a:srgbClr>
                </a:solidFill>
                <a:ea typeface="Stapel" pitchFamily="34" charset="-122"/>
                <a:cs typeface="Stapel" pitchFamily="34" charset="-120"/>
              </a:rPr>
              <a:t>eloquentiam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signiferumque</a:t>
            </a:r>
            <a:r>
              <a:rPr lang="en-US" sz="1000" dirty="0">
                <a:solidFill>
                  <a:srgbClr val="000000">
                    <a:alpha val="100000"/>
                  </a:srgbClr>
                </a:solidFill>
                <a:ea typeface="Stapel" pitchFamily="34" charset="-122"/>
                <a:cs typeface="Stapel" pitchFamily="34" charset="-120"/>
              </a:rPr>
              <a:t>.</a:t>
            </a:r>
            <a:endParaRPr lang="ru-RU" sz="1000" dirty="0">
              <a:solidFill>
                <a:srgbClr val="000000">
                  <a:alpha val="100000"/>
                </a:srgbClr>
              </a:solidFill>
              <a:ea typeface="Stapel" pitchFamily="34" charset="-122"/>
              <a:cs typeface="Stapel" pitchFamily="34" charset="-120"/>
            </a:endParaRPr>
          </a:p>
          <a:p>
            <a:pPr>
              <a:lnSpc>
                <a:spcPts val="1100"/>
              </a:lnSpc>
            </a:pPr>
            <a:endParaRPr lang="ru-RU" sz="1000" dirty="0">
              <a:solidFill>
                <a:srgbClr val="000000">
                  <a:alpha val="100000"/>
                </a:srgbClr>
              </a:solidFill>
              <a:ea typeface="Stapel" pitchFamily="34" charset="-122"/>
            </a:endParaRPr>
          </a:p>
          <a:p>
            <a:pPr>
              <a:lnSpc>
                <a:spcPts val="1100"/>
              </a:lnSpc>
            </a:pPr>
            <a:r>
              <a:rPr lang="en-US" sz="1000" dirty="0">
                <a:solidFill>
                  <a:srgbClr val="000000">
                    <a:alpha val="100000"/>
                  </a:srgbClr>
                </a:solidFill>
                <a:ea typeface="Stapel" pitchFamily="34" charset="-122"/>
                <a:cs typeface="Stapel" pitchFamily="34" charset="-120"/>
              </a:rPr>
              <a:t>Lorem ipsum dolor sit </a:t>
            </a:r>
            <a:r>
              <a:rPr lang="en-US" sz="1000" dirty="0" err="1">
                <a:solidFill>
                  <a:srgbClr val="000000">
                    <a:alpha val="100000"/>
                  </a:srgbClr>
                </a:solidFill>
                <a:ea typeface="Stapel" pitchFamily="34" charset="-122"/>
                <a:cs typeface="Stapel" pitchFamily="34" charset="-120"/>
              </a:rPr>
              <a:t>amet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idque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iuvaret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ut</a:t>
            </a:r>
            <a:r>
              <a:rPr lang="en-US" sz="1000" dirty="0">
                <a:solidFill>
                  <a:srgbClr val="000000">
                    <a:alpha val="100000"/>
                  </a:srgbClr>
                </a:solidFill>
                <a:ea typeface="Stapel" pitchFamily="34" charset="-122"/>
                <a:cs typeface="Stapel" pitchFamily="34" charset="-120"/>
              </a:rPr>
              <a:t> cum. Mel </a:t>
            </a:r>
            <a:r>
              <a:rPr lang="en-US" sz="1000" dirty="0" err="1">
                <a:solidFill>
                  <a:srgbClr val="000000">
                    <a:alpha val="100000"/>
                  </a:srgbClr>
                </a:solidFill>
                <a:ea typeface="Stapel" pitchFamily="34" charset="-122"/>
                <a:cs typeface="Stapel" pitchFamily="34" charset="-120"/>
              </a:rPr>
              <a:t>dolores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senserit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elaboraret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eu</a:t>
            </a:r>
            <a:r>
              <a:rPr lang="en-US" sz="1000" dirty="0">
                <a:solidFill>
                  <a:srgbClr val="000000">
                    <a:alpha val="100000"/>
                  </a:srgbClr>
                </a:solidFill>
                <a:ea typeface="Stapel" pitchFamily="34" charset="-122"/>
                <a:cs typeface="Stapel" pitchFamily="34" charset="-120"/>
              </a:rPr>
              <a:t>. Cetero </a:t>
            </a:r>
            <a:r>
              <a:rPr lang="en-US" sz="1000" dirty="0" err="1">
                <a:solidFill>
                  <a:srgbClr val="000000">
                    <a:alpha val="100000"/>
                  </a:srgbClr>
                </a:solidFill>
                <a:ea typeface="Stapel" pitchFamily="34" charset="-122"/>
                <a:cs typeface="Stapel" pitchFamily="34" charset="-120"/>
              </a:rPr>
              <a:t>ceteros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ad his, </a:t>
            </a:r>
            <a:r>
              <a:rPr lang="en-US" sz="1000" dirty="0" err="1">
                <a:solidFill>
                  <a:srgbClr val="000000">
                    <a:alpha val="100000"/>
                  </a:srgbClr>
                </a:solidFill>
                <a:ea typeface="Stapel" pitchFamily="34" charset="-122"/>
                <a:cs typeface="Stapel" pitchFamily="34" charset="-120"/>
              </a:rPr>
              <a:t>habeo</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gloriatur</a:t>
            </a:r>
            <a:r>
              <a:rPr lang="en-US" sz="1000" dirty="0">
                <a:solidFill>
                  <a:srgbClr val="000000">
                    <a:alpha val="100000"/>
                  </a:srgbClr>
                </a:solidFill>
                <a:ea typeface="Stapel" pitchFamily="34" charset="-122"/>
                <a:cs typeface="Stapel" pitchFamily="34" charset="-120"/>
              </a:rPr>
              <a:t>  pro id, no </a:t>
            </a:r>
            <a:r>
              <a:rPr lang="en-US" sz="1000" dirty="0" err="1">
                <a:solidFill>
                  <a:srgbClr val="000000">
                    <a:alpha val="100000"/>
                  </a:srgbClr>
                </a:solidFill>
                <a:ea typeface="Stapel" pitchFamily="34" charset="-122"/>
                <a:cs typeface="Stapel" pitchFamily="34" charset="-120"/>
              </a:rPr>
              <a:t>vix</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omnis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denique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deleniti</a:t>
            </a:r>
            <a:r>
              <a:rPr lang="en-US" sz="1000" dirty="0">
                <a:solidFill>
                  <a:srgbClr val="000000">
                    <a:alpha val="100000"/>
                  </a:srgbClr>
                </a:solidFill>
                <a:ea typeface="Stapel" pitchFamily="34" charset="-122"/>
                <a:cs typeface="Stapel" pitchFamily="34" charset="-120"/>
              </a:rPr>
              <a:t>. Mea </a:t>
            </a:r>
            <a:r>
              <a:rPr lang="en-US" sz="1000" dirty="0" err="1">
                <a:solidFill>
                  <a:srgbClr val="000000">
                    <a:alpha val="100000"/>
                  </a:srgbClr>
                </a:solidFill>
                <a:ea typeface="Stapel" pitchFamily="34" charset="-122"/>
                <a:cs typeface="Stapel" pitchFamily="34" charset="-120"/>
              </a:rPr>
              <a:t>quando</a:t>
            </a:r>
            <a:r>
              <a:rPr lang="en-US" sz="1000" dirty="0">
                <a:solidFill>
                  <a:srgbClr val="000000">
                    <a:alpha val="100000"/>
                  </a:srgbClr>
                </a:solidFill>
                <a:ea typeface="Stapel" pitchFamily="34" charset="-122"/>
                <a:cs typeface="Stapel" pitchFamily="34" charset="-120"/>
              </a:rPr>
              <a:t> delectus accommodare ad, </a:t>
            </a:r>
            <a:r>
              <a:rPr lang="en-US" sz="1000" dirty="0" err="1">
                <a:solidFill>
                  <a:srgbClr val="000000">
                    <a:alpha val="100000"/>
                  </a:srgbClr>
                </a:solidFill>
                <a:ea typeface="Stapel" pitchFamily="34" charset="-122"/>
                <a:cs typeface="Stapel" pitchFamily="34" charset="-120"/>
              </a:rPr>
              <a:t>nulla</a:t>
            </a:r>
            <a:r>
              <a:rPr lang="en-US" sz="1000" dirty="0">
                <a:solidFill>
                  <a:srgbClr val="000000">
                    <a:alpha val="100000"/>
                  </a:srgbClr>
                </a:solidFill>
                <a:ea typeface="Stapel" pitchFamily="34" charset="-122"/>
                <a:cs typeface="Stapel" pitchFamily="34" charset="-120"/>
              </a:rPr>
              <a:t> aeterno </a:t>
            </a:r>
            <a:r>
              <a:rPr lang="en-US" sz="1000" dirty="0" err="1">
                <a:solidFill>
                  <a:srgbClr val="000000">
                    <a:alpha val="100000"/>
                  </a:srgbClr>
                </a:solidFill>
                <a:ea typeface="Stapel" pitchFamily="34" charset="-122"/>
                <a:cs typeface="Stapel" pitchFamily="34" charset="-120"/>
              </a:rPr>
              <a:t>deterruisset</a:t>
            </a:r>
            <a:r>
              <a:rPr lang="en-US" sz="1000" dirty="0">
                <a:solidFill>
                  <a:srgbClr val="000000">
                    <a:alpha val="100000"/>
                  </a:srgbClr>
                </a:solidFill>
                <a:ea typeface="Stapel" pitchFamily="34" charset="-122"/>
                <a:cs typeface="Stapel" pitchFamily="34" charset="-120"/>
              </a:rPr>
              <a:t> sed in, </a:t>
            </a:r>
            <a:r>
              <a:rPr lang="en-US" sz="1000" dirty="0" err="1">
                <a:solidFill>
                  <a:srgbClr val="000000">
                    <a:alpha val="100000"/>
                  </a:srgbClr>
                </a:solidFill>
                <a:ea typeface="Stapel" pitchFamily="34" charset="-122"/>
                <a:cs typeface="Stapel" pitchFamily="34" charset="-120"/>
              </a:rPr>
              <a:t>nam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possit</a:t>
            </a:r>
            <a:r>
              <a:rPr lang="en-US" sz="1000" dirty="0">
                <a:solidFill>
                  <a:srgbClr val="000000">
                    <a:alpha val="100000"/>
                  </a:srgbClr>
                </a:solidFill>
                <a:ea typeface="Stapel" pitchFamily="34" charset="-122"/>
                <a:cs typeface="Stapel" pitchFamily="34" charset="-120"/>
              </a:rPr>
              <a:t> aliquip  delectus no. Cum cu </a:t>
            </a:r>
            <a:r>
              <a:rPr lang="en-US" sz="1000" dirty="0" err="1">
                <a:solidFill>
                  <a:srgbClr val="000000">
                    <a:alpha val="100000"/>
                  </a:srgbClr>
                </a:solidFill>
                <a:ea typeface="Stapel" pitchFamily="34" charset="-122"/>
                <a:cs typeface="Stapel" pitchFamily="34" charset="-120"/>
              </a:rPr>
              <a:t>audire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viderer</a:t>
            </a:r>
            <a:r>
              <a:rPr lang="en-US" sz="1000" dirty="0">
                <a:solidFill>
                  <a:srgbClr val="000000">
                    <a:alpha val="100000"/>
                  </a:srgbClr>
                </a:solidFill>
                <a:ea typeface="Stapel" pitchFamily="34" charset="-122"/>
                <a:cs typeface="Stapel" pitchFamily="34" charset="-120"/>
              </a:rPr>
              <a:t>, maiorum officiis </a:t>
            </a:r>
            <a:r>
              <a:rPr lang="en-US" sz="1000" dirty="0" err="1">
                <a:solidFill>
                  <a:srgbClr val="000000">
                    <a:alpha val="100000"/>
                  </a:srgbClr>
                </a:solidFill>
                <a:ea typeface="Stapel" pitchFamily="34" charset="-122"/>
                <a:cs typeface="Stapel" pitchFamily="34" charset="-120"/>
              </a:rPr>
              <a:t>liberavisse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mea</a:t>
            </a:r>
            <a:r>
              <a:rPr lang="en-US" sz="1000" dirty="0">
                <a:solidFill>
                  <a:srgbClr val="000000">
                    <a:alpha val="100000"/>
                  </a:srgbClr>
                </a:solidFill>
                <a:ea typeface="Stapel" pitchFamily="34" charset="-122"/>
                <a:cs typeface="Stapel" pitchFamily="34" charset="-120"/>
              </a:rPr>
              <a:t> et, tale </a:t>
            </a:r>
            <a:r>
              <a:rPr lang="en-US" sz="1000" dirty="0" err="1">
                <a:solidFill>
                  <a:srgbClr val="000000">
                    <a:alpha val="100000"/>
                  </a:srgbClr>
                </a:solidFill>
                <a:ea typeface="Stapel" pitchFamily="34" charset="-122"/>
                <a:cs typeface="Stapel" pitchFamily="34" charset="-120"/>
              </a:rPr>
              <a:t>contentiones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voluptatibus</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ea</a:t>
            </a:r>
            <a:r>
              <a:rPr lang="en-US" sz="1000" dirty="0">
                <a:solidFill>
                  <a:srgbClr val="000000">
                    <a:alpha val="100000"/>
                  </a:srgbClr>
                </a:solidFill>
                <a:ea typeface="Stapel" pitchFamily="34" charset="-122"/>
                <a:cs typeface="Stapel" pitchFamily="34" charset="-120"/>
              </a:rPr>
              <a:t> est. </a:t>
            </a:r>
            <a:r>
              <a:rPr lang="en-US" sz="1000" dirty="0" err="1">
                <a:solidFill>
                  <a:srgbClr val="000000">
                    <a:alpha val="100000"/>
                  </a:srgbClr>
                </a:solidFill>
                <a:ea typeface="Stapel" pitchFamily="34" charset="-122"/>
                <a:cs typeface="Stapel" pitchFamily="34" charset="-120"/>
              </a:rPr>
              <a:t>Errem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dissentias</a:t>
            </a:r>
            <a:r>
              <a:rPr lang="en-US" sz="1000" dirty="0">
                <a:solidFill>
                  <a:srgbClr val="000000">
                    <a:alpha val="100000"/>
                  </a:srgbClr>
                </a:solidFill>
                <a:ea typeface="Stapel" pitchFamily="34" charset="-122"/>
                <a:cs typeface="Stapel" pitchFamily="34" charset="-120"/>
              </a:rPr>
              <a:t> qui </a:t>
            </a:r>
            <a:r>
              <a:rPr lang="en-US" sz="1000" dirty="0" err="1">
                <a:solidFill>
                  <a:srgbClr val="000000">
                    <a:alpha val="100000"/>
                  </a:srgbClr>
                </a:solidFill>
                <a:ea typeface="Stapel" pitchFamily="34" charset="-122"/>
                <a:cs typeface="Stapel" pitchFamily="34" charset="-120"/>
              </a:rPr>
              <a:t>te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te</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sint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quaerendum</a:t>
            </a:r>
            <a:r>
              <a:rPr lang="en-US" sz="1000" dirty="0">
                <a:solidFill>
                  <a:srgbClr val="000000">
                    <a:alpha val="100000"/>
                  </a:srgbClr>
                </a:solidFill>
                <a:ea typeface="Stapel" pitchFamily="34" charset="-122"/>
                <a:cs typeface="Stapel" pitchFamily="34" charset="-120"/>
              </a:rPr>
              <a:t> vel. Sed ne utroque </a:t>
            </a:r>
            <a:r>
              <a:rPr lang="en-US" sz="1000" dirty="0" err="1">
                <a:solidFill>
                  <a:srgbClr val="000000">
                    <a:alpha val="100000"/>
                  </a:srgbClr>
                </a:solidFill>
                <a:ea typeface="Stapel" pitchFamily="34" charset="-122"/>
                <a:cs typeface="Stapel" pitchFamily="34" charset="-120"/>
              </a:rPr>
              <a:t>invidunt</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similique</a:t>
            </a:r>
            <a:r>
              <a:rPr lang="en-US" sz="1000" dirty="0">
                <a:solidFill>
                  <a:srgbClr val="000000">
                    <a:alpha val="100000"/>
                  </a:srgbClr>
                </a:solidFill>
                <a:ea typeface="Stapel" pitchFamily="34" charset="-122"/>
                <a:cs typeface="Stapel" pitchFamily="34" charset="-120"/>
              </a:rPr>
              <a:t>, ne nostro </a:t>
            </a:r>
            <a:r>
              <a:rPr lang="en-US" sz="1000" dirty="0" err="1">
                <a:solidFill>
                  <a:srgbClr val="000000">
                    <a:alpha val="100000"/>
                  </a:srgbClr>
                </a:solidFill>
                <a:ea typeface="Stapel" pitchFamily="34" charset="-122"/>
                <a:cs typeface="Stapel" pitchFamily="34" charset="-120"/>
              </a:rPr>
              <a:t>eloquentiam</a:t>
            </a:r>
            <a:r>
              <a:rPr lang="en-US" sz="1000" dirty="0">
                <a:solidFill>
                  <a:srgbClr val="000000">
                    <a:alpha val="100000"/>
                  </a:srgbClr>
                </a:solidFill>
                <a:ea typeface="Stapel" pitchFamily="34" charset="-122"/>
                <a:cs typeface="Stapel" pitchFamily="34" charset="-120"/>
              </a:rPr>
              <a:t> </a:t>
            </a:r>
            <a:r>
              <a:rPr lang="en-US" sz="1000" dirty="0" err="1">
                <a:solidFill>
                  <a:srgbClr val="000000">
                    <a:alpha val="100000"/>
                  </a:srgbClr>
                </a:solidFill>
                <a:ea typeface="Stapel" pitchFamily="34" charset="-122"/>
                <a:cs typeface="Stapel" pitchFamily="34" charset="-120"/>
              </a:rPr>
              <a:t>signiferumque</a:t>
            </a:r>
            <a:r>
              <a:rPr lang="en-US" sz="1000" dirty="0">
                <a:solidFill>
                  <a:srgbClr val="000000">
                    <a:alpha val="100000"/>
                  </a:srgbClr>
                </a:solidFill>
                <a:ea typeface="Stapel" pitchFamily="34" charset="-122"/>
                <a:cs typeface="Stapel" pitchFamily="34" charset="-120"/>
              </a:rPr>
              <a:t>.</a:t>
            </a:r>
            <a:endParaRPr lang="en-US" sz="1000" dirty="0"/>
          </a:p>
        </p:txBody>
      </p:sp>
      <p:pic>
        <p:nvPicPr>
          <p:cNvPr id="26" name="Image 3" descr=" "/>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144230" y="5657560"/>
            <a:ext cx="692146" cy="844440"/>
          </a:xfrm>
          <a:prstGeom prst="rect">
            <a:avLst/>
          </a:prstGeom>
        </p:spPr>
      </p:pic>
      <p:sp>
        <p:nvSpPr>
          <p:cNvPr id="9" name="Номер слайда 5">
            <a:extLst>
              <a:ext uri="{FF2B5EF4-FFF2-40B4-BE49-F238E27FC236}">
                <a16:creationId xmlns:a16="http://schemas.microsoft.com/office/drawing/2014/main" id="{C5514EA4-CA74-215A-406E-588DEDF4AE20}"/>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76</a:t>
            </a:fld>
            <a:endParaRPr lang="ru-RU" dirty="0"/>
          </a:p>
        </p:txBody>
      </p:sp>
      <p:sp>
        <p:nvSpPr>
          <p:cNvPr id="3" name="Заголовок 2">
            <a:extLst>
              <a:ext uri="{FF2B5EF4-FFF2-40B4-BE49-F238E27FC236}">
                <a16:creationId xmlns:a16="http://schemas.microsoft.com/office/drawing/2014/main" id="{B2421AF4-F567-14FF-258C-3C413D13A8A7}"/>
              </a:ext>
            </a:extLst>
          </p:cNvPr>
          <p:cNvSpPr>
            <a:spLocks noGrp="1"/>
          </p:cNvSpPr>
          <p:nvPr>
            <p:ph type="title"/>
          </p:nvPr>
        </p:nvSpPr>
        <p:spPr/>
        <p:txBody>
          <a:bodyPr/>
          <a:lstStyle/>
          <a:p>
            <a:r>
              <a:rPr lang="ru-RU" dirty="0"/>
              <a:t>Столбцы с текстом</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 2"/>
          <p:cNvSpPr/>
          <p:nvPr/>
        </p:nvSpPr>
        <p:spPr>
          <a:xfrm>
            <a:off x="355598" y="762347"/>
            <a:ext cx="3759181" cy="304760"/>
          </a:xfrm>
          <a:prstGeom prst="rect">
            <a:avLst/>
          </a:prstGeom>
          <a:solidFill>
            <a:srgbClr val="FAE6E9"/>
          </a:solidFill>
          <a:ln/>
        </p:spPr>
      </p:sp>
      <p:sp>
        <p:nvSpPr>
          <p:cNvPr id="16" name="Text 3"/>
          <p:cNvSpPr/>
          <p:nvPr/>
        </p:nvSpPr>
        <p:spPr>
          <a:xfrm>
            <a:off x="507997" y="832188"/>
            <a:ext cx="1269994"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Текущий подход</a:t>
            </a:r>
            <a:endParaRPr lang="en-US" sz="1200" dirty="0"/>
          </a:p>
        </p:txBody>
      </p:sp>
      <p:sp>
        <p:nvSpPr>
          <p:cNvPr id="17" name="Shape 4"/>
          <p:cNvSpPr/>
          <p:nvPr/>
        </p:nvSpPr>
        <p:spPr>
          <a:xfrm>
            <a:off x="355598" y="1092504"/>
            <a:ext cx="3759181" cy="304760"/>
          </a:xfrm>
          <a:prstGeom prst="rect">
            <a:avLst/>
          </a:prstGeom>
          <a:solidFill>
            <a:srgbClr val="E5E5E5"/>
          </a:solidFill>
          <a:ln/>
        </p:spPr>
      </p:sp>
      <p:sp>
        <p:nvSpPr>
          <p:cNvPr id="18" name="Text 5"/>
          <p:cNvSpPr/>
          <p:nvPr/>
        </p:nvSpPr>
        <p:spPr>
          <a:xfrm>
            <a:off x="507998" y="1162344"/>
            <a:ext cx="980560" cy="219907"/>
          </a:xfrm>
          <a:prstGeom prst="rect">
            <a:avLst/>
          </a:prstGeom>
          <a:noFill/>
          <a:ln/>
        </p:spPr>
        <p:txBody>
          <a:bodyPr wrap="square" lIns="0" tIns="0" rIns="0" bIns="0" rtlCol="0" anchor="t"/>
          <a:lstStyle/>
          <a:p>
            <a:pPr>
              <a:lnSpc>
                <a:spcPts val="1320"/>
              </a:lnSpc>
            </a:pPr>
            <a:r>
              <a:rPr lang="ru-RU" sz="1200" dirty="0">
                <a:solidFill>
                  <a:srgbClr val="000000">
                    <a:alpha val="100000"/>
                  </a:srgbClr>
                </a:solidFill>
                <a:ea typeface="Stapel" pitchFamily="34" charset="-122"/>
                <a:cs typeface="Stapel" pitchFamily="34" charset="-120"/>
              </a:rPr>
              <a:t>Компания Х</a:t>
            </a:r>
            <a:endParaRPr lang="en-US" sz="1200" dirty="0"/>
          </a:p>
        </p:txBody>
      </p:sp>
      <p:sp>
        <p:nvSpPr>
          <p:cNvPr id="19" name="Shape 6"/>
          <p:cNvSpPr/>
          <p:nvPr/>
        </p:nvSpPr>
        <p:spPr>
          <a:xfrm>
            <a:off x="355598" y="3765058"/>
            <a:ext cx="3759181" cy="355554"/>
          </a:xfrm>
          <a:prstGeom prst="rect">
            <a:avLst/>
          </a:prstGeom>
          <a:solidFill>
            <a:srgbClr val="E5E5E5"/>
          </a:solidFill>
          <a:ln/>
        </p:spPr>
      </p:sp>
      <p:sp>
        <p:nvSpPr>
          <p:cNvPr id="20" name="Text 7"/>
          <p:cNvSpPr/>
          <p:nvPr/>
        </p:nvSpPr>
        <p:spPr>
          <a:xfrm>
            <a:off x="507996" y="3866157"/>
            <a:ext cx="1129417" cy="191855"/>
          </a:xfrm>
          <a:prstGeom prst="rect">
            <a:avLst/>
          </a:prstGeom>
          <a:noFill/>
          <a:ln/>
        </p:spPr>
        <p:txBody>
          <a:bodyPr wrap="square" lIns="0" tIns="0" rIns="0" bIns="0" rtlCol="0" anchor="t"/>
          <a:lstStyle/>
          <a:p>
            <a:pPr>
              <a:lnSpc>
                <a:spcPts val="1320"/>
              </a:lnSpc>
            </a:pPr>
            <a:r>
              <a:rPr lang="ru-RU" sz="1200" dirty="0">
                <a:solidFill>
                  <a:srgbClr val="000000">
                    <a:alpha val="100000"/>
                  </a:srgbClr>
                </a:solidFill>
                <a:ea typeface="Stapel" pitchFamily="34" charset="-122"/>
                <a:cs typeface="Stapel" pitchFamily="34" charset="-120"/>
              </a:rPr>
              <a:t>Компания ХХ</a:t>
            </a:r>
            <a:endParaRPr lang="en-US" sz="1200" dirty="0"/>
          </a:p>
        </p:txBody>
      </p:sp>
      <p:sp>
        <p:nvSpPr>
          <p:cNvPr id="61" name="Text 48"/>
          <p:cNvSpPr/>
          <p:nvPr/>
        </p:nvSpPr>
        <p:spPr>
          <a:xfrm>
            <a:off x="355598" y="1498851"/>
            <a:ext cx="3801514" cy="321692"/>
          </a:xfrm>
          <a:prstGeom prst="rect">
            <a:avLst/>
          </a:prstGeom>
          <a:noFill/>
          <a:ln/>
        </p:spPr>
        <p:txBody>
          <a:bodyPr wrap="square" lIns="0" tIns="0" rIns="0" bIns="0" rtlCol="0" anchor="t"/>
          <a:lstStyle/>
          <a:p>
            <a:pPr>
              <a:lnSpc>
                <a:spcPts val="1100"/>
              </a:lnSpc>
            </a:pPr>
            <a:r>
              <a:rPr lang="en-US" sz="1000" dirty="0"/>
              <a:t>Lorem ipsum dolor sit </a:t>
            </a:r>
            <a:r>
              <a:rPr lang="en-US" sz="1000" dirty="0" err="1"/>
              <a:t>amet</a:t>
            </a:r>
            <a:r>
              <a:rPr lang="en-US" sz="1000" dirty="0"/>
              <a:t>, </a:t>
            </a:r>
            <a:r>
              <a:rPr lang="en-US" sz="1000" dirty="0" err="1"/>
              <a:t>idque</a:t>
            </a:r>
            <a:r>
              <a:rPr lang="en-US" sz="1000" dirty="0"/>
              <a:t> </a:t>
            </a:r>
            <a:r>
              <a:rPr lang="en-US" sz="1000" dirty="0" err="1"/>
              <a:t>iuvaret</a:t>
            </a:r>
            <a:r>
              <a:rPr lang="en-US" sz="1000" dirty="0"/>
              <a:t> </a:t>
            </a:r>
            <a:r>
              <a:rPr lang="en-US" sz="1000" dirty="0" err="1"/>
              <a:t>ut</a:t>
            </a:r>
            <a:r>
              <a:rPr lang="en-US" sz="1000" dirty="0"/>
              <a:t> cum.</a:t>
            </a:r>
            <a:r>
              <a:rPr lang="ru-RU" sz="1000" dirty="0"/>
              <a:t> </a:t>
            </a:r>
            <a:r>
              <a:rPr lang="en-US" sz="1000" dirty="0"/>
              <a:t>Mel </a:t>
            </a:r>
            <a:r>
              <a:rPr lang="en-US" sz="1000" dirty="0" err="1"/>
              <a:t>dolores</a:t>
            </a:r>
            <a:r>
              <a:rPr lang="en-US" sz="1000" dirty="0"/>
              <a:t> </a:t>
            </a:r>
            <a:r>
              <a:rPr lang="en-US" sz="1000" dirty="0" err="1"/>
              <a:t>senserit</a:t>
            </a:r>
            <a:r>
              <a:rPr lang="en-US" sz="1000" dirty="0"/>
              <a:t> </a:t>
            </a:r>
            <a:r>
              <a:rPr lang="en-US" sz="1000" dirty="0" err="1"/>
              <a:t>elaboraret</a:t>
            </a:r>
            <a:r>
              <a:rPr lang="en-US" sz="1000" dirty="0"/>
              <a:t> </a:t>
            </a:r>
            <a:r>
              <a:rPr lang="en-US" sz="1000" dirty="0" err="1"/>
              <a:t>eu</a:t>
            </a:r>
            <a:r>
              <a:rPr lang="en-US" sz="1000" dirty="0">
                <a:solidFill>
                  <a:srgbClr val="000000">
                    <a:alpha val="100000"/>
                  </a:srgbClr>
                </a:solidFill>
                <a:ea typeface="Stapel" pitchFamily="34" charset="-122"/>
                <a:cs typeface="Stapel" pitchFamily="34" charset="-120"/>
              </a:rPr>
              <a:t>:</a:t>
            </a:r>
            <a:endParaRPr lang="en-US" sz="1000" dirty="0"/>
          </a:p>
        </p:txBody>
      </p:sp>
      <p:sp>
        <p:nvSpPr>
          <p:cNvPr id="62" name="Text 49"/>
          <p:cNvSpPr/>
          <p:nvPr/>
        </p:nvSpPr>
        <p:spPr>
          <a:xfrm>
            <a:off x="4500876" y="1180906"/>
            <a:ext cx="7347188" cy="461373"/>
          </a:xfrm>
          <a:prstGeom prst="rect">
            <a:avLst/>
          </a:prstGeom>
          <a:noFill/>
          <a:ln/>
        </p:spPr>
        <p:txBody>
          <a:bodyPr wrap="square" lIns="0" tIns="0" rIns="0" bIns="0" rtlCol="0" anchor="t"/>
          <a:lstStyle/>
          <a:p>
            <a:pPr lvl="0" defTabSz="914400">
              <a:defRPr/>
            </a:pPr>
            <a:r>
              <a:rPr lang="en-US" sz="1100" dirty="0"/>
              <a:t>Lorem ipsum dolor sit </a:t>
            </a:r>
            <a:r>
              <a:rPr lang="en-US" sz="1100" dirty="0" err="1"/>
              <a:t>amet</a:t>
            </a:r>
            <a:r>
              <a:rPr lang="en-US" sz="1100" dirty="0"/>
              <a:t>, </a:t>
            </a:r>
            <a:r>
              <a:rPr lang="en-US" sz="1100" dirty="0" err="1"/>
              <a:t>idque</a:t>
            </a:r>
            <a:r>
              <a:rPr lang="en-US" sz="1100" dirty="0"/>
              <a:t> </a:t>
            </a:r>
            <a:r>
              <a:rPr lang="en-US" sz="1100" dirty="0" err="1"/>
              <a:t>iuvaret</a:t>
            </a:r>
            <a:r>
              <a:rPr lang="en-US" sz="1100" dirty="0"/>
              <a:t> </a:t>
            </a:r>
            <a:r>
              <a:rPr lang="en-US" sz="1100" dirty="0" err="1"/>
              <a:t>ut</a:t>
            </a:r>
            <a:r>
              <a:rPr lang="en-US" sz="1100" dirty="0"/>
              <a:t> cum. Mel </a:t>
            </a:r>
            <a:r>
              <a:rPr lang="en-US" sz="1100" dirty="0" err="1"/>
              <a:t>dolores</a:t>
            </a:r>
            <a:r>
              <a:rPr lang="en-US" sz="1100" dirty="0"/>
              <a:t> </a:t>
            </a:r>
            <a:r>
              <a:rPr lang="en-US" sz="1100" dirty="0" err="1"/>
              <a:t>senserit</a:t>
            </a:r>
            <a:r>
              <a:rPr lang="en-US" sz="1100" dirty="0"/>
              <a:t> </a:t>
            </a:r>
            <a:r>
              <a:rPr lang="en-US" sz="1100" dirty="0" err="1"/>
              <a:t>elaboraret</a:t>
            </a:r>
            <a:r>
              <a:rPr lang="en-US" sz="1100" dirty="0"/>
              <a:t> </a:t>
            </a:r>
            <a:r>
              <a:rPr lang="en-US" sz="1100" dirty="0" err="1"/>
              <a:t>eu</a:t>
            </a:r>
            <a:r>
              <a:rPr lang="en-US" sz="1100" dirty="0"/>
              <a:t>. Maecenas tempus, </a:t>
            </a:r>
            <a:r>
              <a:rPr lang="en-US" sz="1100" dirty="0" err="1"/>
              <a:t>tellus</a:t>
            </a:r>
            <a:r>
              <a:rPr lang="en-US" sz="1100" dirty="0"/>
              <a:t> </a:t>
            </a:r>
            <a:r>
              <a:rPr lang="en-US" sz="1100" dirty="0" err="1"/>
              <a:t>eget</a:t>
            </a:r>
            <a:r>
              <a:rPr lang="en-US" sz="1100" dirty="0"/>
              <a:t> </a:t>
            </a:r>
            <a:r>
              <a:rPr lang="en-US" sz="1100" dirty="0" err="1"/>
              <a:t>condimentum</a:t>
            </a:r>
            <a:r>
              <a:rPr lang="en-US" sz="1100" dirty="0"/>
              <a:t> </a:t>
            </a:r>
            <a:r>
              <a:rPr lang="en-US" sz="1100" dirty="0" err="1"/>
              <a:t>rhoncus</a:t>
            </a:r>
            <a:r>
              <a:rPr lang="en-US" sz="1100" dirty="0"/>
              <a:t>, </a:t>
            </a:r>
            <a:r>
              <a:rPr lang="en-US" sz="1100" dirty="0" err="1"/>
              <a:t>sem</a:t>
            </a:r>
            <a:r>
              <a:rPr lang="en-US" sz="1100" dirty="0"/>
              <a:t> </a:t>
            </a:r>
            <a:r>
              <a:rPr lang="en-US" sz="1100" dirty="0" err="1"/>
              <a:t>quam</a:t>
            </a:r>
            <a:r>
              <a:rPr lang="en-US" sz="1100" dirty="0"/>
              <a:t> semper libero, sit </a:t>
            </a:r>
            <a:r>
              <a:rPr lang="en-US" sz="1100" dirty="0" err="1"/>
              <a:t>amet</a:t>
            </a:r>
            <a:r>
              <a:rPr lang="en-US" sz="1100" dirty="0"/>
              <a:t> </a:t>
            </a:r>
            <a:r>
              <a:rPr lang="en-US" sz="1100" dirty="0" err="1"/>
              <a:t>adipiscing</a:t>
            </a:r>
            <a:r>
              <a:rPr lang="en-US" sz="1100" dirty="0"/>
              <a:t> </a:t>
            </a:r>
            <a:r>
              <a:rPr lang="en-US" sz="1100" dirty="0" err="1"/>
              <a:t>sem</a:t>
            </a:r>
            <a:r>
              <a:rPr lang="en-US" sz="1100" dirty="0"/>
              <a:t> </a:t>
            </a:r>
            <a:r>
              <a:rPr lang="en-US" sz="1100" dirty="0" err="1"/>
              <a:t>neque</a:t>
            </a:r>
            <a:r>
              <a:rPr lang="en-US" sz="1100" dirty="0"/>
              <a:t> sed ipsum. </a:t>
            </a:r>
          </a:p>
        </p:txBody>
      </p:sp>
      <p:sp>
        <p:nvSpPr>
          <p:cNvPr id="63" name="Text 50"/>
          <p:cNvSpPr/>
          <p:nvPr/>
        </p:nvSpPr>
        <p:spPr>
          <a:xfrm>
            <a:off x="355598" y="4228053"/>
            <a:ext cx="3801514" cy="321692"/>
          </a:xfrm>
          <a:prstGeom prst="rect">
            <a:avLst/>
          </a:prstGeom>
          <a:noFill/>
          <a:ln/>
        </p:spPr>
        <p:txBody>
          <a:bodyPr wrap="square" lIns="0" tIns="0" rIns="0" bIns="0" rtlCol="0" anchor="t"/>
          <a:lstStyle/>
          <a:p>
            <a:pPr>
              <a:lnSpc>
                <a:spcPts val="1100"/>
              </a:lnSpc>
            </a:pPr>
            <a:r>
              <a:rPr lang="en-US" sz="1000" dirty="0"/>
              <a:t>Lorem ipsum dolor sit </a:t>
            </a:r>
            <a:r>
              <a:rPr lang="en-US" sz="1000" dirty="0" err="1"/>
              <a:t>amet</a:t>
            </a:r>
            <a:r>
              <a:rPr lang="en-US" sz="1000" dirty="0"/>
              <a:t>, </a:t>
            </a:r>
            <a:r>
              <a:rPr lang="en-US" sz="1000" dirty="0" err="1"/>
              <a:t>idque</a:t>
            </a:r>
            <a:r>
              <a:rPr lang="en-US" sz="1000" dirty="0"/>
              <a:t> </a:t>
            </a:r>
            <a:r>
              <a:rPr lang="en-US" sz="1000" dirty="0" err="1"/>
              <a:t>iuvaret</a:t>
            </a:r>
            <a:r>
              <a:rPr lang="en-US" sz="1000" dirty="0"/>
              <a:t> </a:t>
            </a:r>
            <a:r>
              <a:rPr lang="en-US" sz="1000" dirty="0" err="1"/>
              <a:t>ut</a:t>
            </a:r>
            <a:r>
              <a:rPr lang="en-US" sz="1000" dirty="0"/>
              <a:t> cum.</a:t>
            </a:r>
            <a:r>
              <a:rPr lang="ru-RU" sz="1000" dirty="0"/>
              <a:t> </a:t>
            </a:r>
            <a:r>
              <a:rPr lang="en-US" sz="1000" dirty="0"/>
              <a:t>Mel </a:t>
            </a:r>
            <a:r>
              <a:rPr lang="en-US" sz="1000" dirty="0" err="1"/>
              <a:t>dolores</a:t>
            </a:r>
            <a:r>
              <a:rPr lang="en-US" sz="1000" dirty="0"/>
              <a:t> </a:t>
            </a:r>
            <a:r>
              <a:rPr lang="en-US" sz="1000" dirty="0" err="1"/>
              <a:t>senserit</a:t>
            </a:r>
            <a:r>
              <a:rPr lang="en-US" sz="1000" dirty="0"/>
              <a:t> </a:t>
            </a:r>
            <a:r>
              <a:rPr lang="en-US" sz="1000" dirty="0" err="1"/>
              <a:t>elaboraret</a:t>
            </a:r>
            <a:r>
              <a:rPr lang="en-US" sz="1000" dirty="0"/>
              <a:t> </a:t>
            </a:r>
            <a:r>
              <a:rPr lang="en-US" sz="1000" dirty="0" err="1"/>
              <a:t>eu</a:t>
            </a:r>
            <a:r>
              <a:rPr lang="en-US" sz="1000" dirty="0">
                <a:solidFill>
                  <a:srgbClr val="000000">
                    <a:alpha val="100000"/>
                  </a:srgbClr>
                </a:solidFill>
                <a:ea typeface="Stapel" pitchFamily="34" charset="-122"/>
                <a:cs typeface="Stapel" pitchFamily="34" charset="-120"/>
              </a:rPr>
              <a:t>:</a:t>
            </a:r>
            <a:endParaRPr lang="en-US" sz="1000" dirty="0"/>
          </a:p>
        </p:txBody>
      </p:sp>
      <p:sp>
        <p:nvSpPr>
          <p:cNvPr id="64" name="Text 51"/>
          <p:cNvSpPr/>
          <p:nvPr/>
        </p:nvSpPr>
        <p:spPr>
          <a:xfrm>
            <a:off x="355599" y="2094220"/>
            <a:ext cx="1871123"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Критерий</a:t>
            </a:r>
            <a:endParaRPr lang="en-US" sz="1000" dirty="0"/>
          </a:p>
        </p:txBody>
      </p:sp>
      <p:sp>
        <p:nvSpPr>
          <p:cNvPr id="65" name="Text 52"/>
          <p:cNvSpPr/>
          <p:nvPr/>
        </p:nvSpPr>
        <p:spPr>
          <a:xfrm>
            <a:off x="4438628" y="3700265"/>
            <a:ext cx="3352782"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Матрица для определения сегмента клиента</a:t>
            </a:r>
            <a:endParaRPr lang="en-US" sz="1200" dirty="0"/>
          </a:p>
        </p:txBody>
      </p:sp>
      <p:sp>
        <p:nvSpPr>
          <p:cNvPr id="66" name="Text 53"/>
          <p:cNvSpPr/>
          <p:nvPr/>
        </p:nvSpPr>
        <p:spPr>
          <a:xfrm>
            <a:off x="4419577" y="2094725"/>
            <a:ext cx="1871123"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Критерий</a:t>
            </a:r>
            <a:endParaRPr lang="en-US" sz="1000" dirty="0"/>
          </a:p>
        </p:txBody>
      </p:sp>
      <p:sp>
        <p:nvSpPr>
          <p:cNvPr id="67" name="Text 54"/>
          <p:cNvSpPr/>
          <p:nvPr/>
        </p:nvSpPr>
        <p:spPr>
          <a:xfrm>
            <a:off x="355599" y="4659795"/>
            <a:ext cx="1871123"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Критерий</a:t>
            </a:r>
            <a:endParaRPr lang="en-US" sz="1000" dirty="0"/>
          </a:p>
        </p:txBody>
      </p:sp>
      <p:sp>
        <p:nvSpPr>
          <p:cNvPr id="68" name="Text 55"/>
          <p:cNvSpPr/>
          <p:nvPr/>
        </p:nvSpPr>
        <p:spPr>
          <a:xfrm>
            <a:off x="3251183" y="2094220"/>
            <a:ext cx="905929"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Приоритет</a:t>
            </a:r>
            <a:endParaRPr lang="en-US" sz="1000" dirty="0"/>
          </a:p>
        </p:txBody>
      </p:sp>
      <p:sp>
        <p:nvSpPr>
          <p:cNvPr id="69" name="Text 56"/>
          <p:cNvSpPr/>
          <p:nvPr/>
        </p:nvSpPr>
        <p:spPr>
          <a:xfrm>
            <a:off x="8176806" y="2094725"/>
            <a:ext cx="905929"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Приоритет</a:t>
            </a:r>
            <a:endParaRPr lang="en-US" sz="1000" dirty="0"/>
          </a:p>
        </p:txBody>
      </p:sp>
      <p:sp>
        <p:nvSpPr>
          <p:cNvPr id="70" name="Text 57"/>
          <p:cNvSpPr/>
          <p:nvPr/>
        </p:nvSpPr>
        <p:spPr>
          <a:xfrm>
            <a:off x="9931347" y="2094725"/>
            <a:ext cx="1248827"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Высокий приоритет</a:t>
            </a:r>
            <a:endParaRPr lang="en-US" sz="1000" dirty="0"/>
          </a:p>
        </p:txBody>
      </p:sp>
      <p:sp>
        <p:nvSpPr>
          <p:cNvPr id="71" name="Text 58"/>
          <p:cNvSpPr/>
          <p:nvPr/>
        </p:nvSpPr>
        <p:spPr>
          <a:xfrm>
            <a:off x="3251183" y="4659795"/>
            <a:ext cx="905929"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Вес</a:t>
            </a:r>
            <a:endParaRPr lang="en-US" sz="1000" dirty="0"/>
          </a:p>
        </p:txBody>
      </p:sp>
      <p:sp>
        <p:nvSpPr>
          <p:cNvPr id="121" name="Shape 108"/>
          <p:cNvSpPr/>
          <p:nvPr/>
        </p:nvSpPr>
        <p:spPr>
          <a:xfrm>
            <a:off x="4419577" y="762347"/>
            <a:ext cx="7416761" cy="304760"/>
          </a:xfrm>
          <a:prstGeom prst="rect">
            <a:avLst/>
          </a:prstGeom>
          <a:solidFill>
            <a:srgbClr val="FAE6E9"/>
          </a:solidFill>
          <a:ln/>
        </p:spPr>
      </p:sp>
      <p:sp>
        <p:nvSpPr>
          <p:cNvPr id="122" name="Text 109"/>
          <p:cNvSpPr/>
          <p:nvPr/>
        </p:nvSpPr>
        <p:spPr>
          <a:xfrm>
            <a:off x="4571977" y="832188"/>
            <a:ext cx="3251183"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Целевой единый подход </a:t>
            </a:r>
            <a:r>
              <a:rPr lang="en-US" sz="1200" dirty="0" err="1">
                <a:solidFill>
                  <a:srgbClr val="000000">
                    <a:alpha val="100000"/>
                  </a:srgbClr>
                </a:solidFill>
                <a:ea typeface="Stapel" pitchFamily="34" charset="-122"/>
                <a:cs typeface="Stapel" pitchFamily="34" charset="-120"/>
              </a:rPr>
              <a:t>для</a:t>
            </a:r>
            <a:r>
              <a:rPr lang="en-US" sz="1200" dirty="0">
                <a:solidFill>
                  <a:srgbClr val="000000">
                    <a:alpha val="100000"/>
                  </a:srgbClr>
                </a:solidFill>
                <a:ea typeface="Stapel" pitchFamily="34" charset="-122"/>
                <a:cs typeface="Stapel" pitchFamily="34" charset="-120"/>
              </a:rPr>
              <a:t> </a:t>
            </a:r>
            <a:r>
              <a:rPr lang="ru-RU" sz="1200" dirty="0">
                <a:solidFill>
                  <a:srgbClr val="000000">
                    <a:alpha val="100000"/>
                  </a:srgbClr>
                </a:solidFill>
                <a:ea typeface="Stapel" pitchFamily="34" charset="-122"/>
                <a:cs typeface="Stapel" pitchFamily="34" charset="-120"/>
              </a:rPr>
              <a:t>Х и ХХ</a:t>
            </a:r>
            <a:endParaRPr lang="en-US" sz="1200" dirty="0"/>
          </a:p>
        </p:txBody>
      </p:sp>
      <p:sp>
        <p:nvSpPr>
          <p:cNvPr id="123" name="Shape 110"/>
          <p:cNvSpPr/>
          <p:nvPr/>
        </p:nvSpPr>
        <p:spPr>
          <a:xfrm>
            <a:off x="355598" y="2413132"/>
            <a:ext cx="3759181" cy="12698"/>
          </a:xfrm>
          <a:prstGeom prst="rect">
            <a:avLst/>
          </a:prstGeom>
          <a:solidFill>
            <a:srgbClr val="000000">
              <a:alpha val="100000"/>
            </a:srgbClr>
          </a:solidFill>
          <a:ln/>
        </p:spPr>
      </p:sp>
      <p:sp>
        <p:nvSpPr>
          <p:cNvPr id="126" name="Shape 113"/>
          <p:cNvSpPr/>
          <p:nvPr/>
        </p:nvSpPr>
        <p:spPr>
          <a:xfrm>
            <a:off x="355598" y="2730591"/>
            <a:ext cx="3759181" cy="12698"/>
          </a:xfrm>
          <a:prstGeom prst="rect">
            <a:avLst/>
          </a:prstGeom>
          <a:solidFill>
            <a:srgbClr val="F5F4F4">
              <a:alpha val="100000"/>
            </a:srgbClr>
          </a:solidFill>
          <a:ln/>
        </p:spPr>
      </p:sp>
      <p:sp>
        <p:nvSpPr>
          <p:cNvPr id="129" name="Shape 116"/>
          <p:cNvSpPr/>
          <p:nvPr/>
        </p:nvSpPr>
        <p:spPr>
          <a:xfrm>
            <a:off x="355598" y="3048050"/>
            <a:ext cx="3759181" cy="12698"/>
          </a:xfrm>
          <a:prstGeom prst="rect">
            <a:avLst/>
          </a:prstGeom>
          <a:solidFill>
            <a:srgbClr val="F5F4F4">
              <a:alpha val="100000"/>
            </a:srgbClr>
          </a:solidFill>
          <a:ln/>
        </p:spPr>
      </p:sp>
      <p:sp>
        <p:nvSpPr>
          <p:cNvPr id="131" name="Shape 118"/>
          <p:cNvSpPr/>
          <p:nvPr/>
        </p:nvSpPr>
        <p:spPr>
          <a:xfrm>
            <a:off x="4419577" y="3400680"/>
            <a:ext cx="7416761" cy="12698"/>
          </a:xfrm>
          <a:prstGeom prst="rect">
            <a:avLst/>
          </a:prstGeom>
          <a:solidFill>
            <a:srgbClr val="F5F4F4">
              <a:alpha val="100000"/>
            </a:srgbClr>
          </a:solidFill>
          <a:ln/>
        </p:spPr>
      </p:sp>
      <p:sp>
        <p:nvSpPr>
          <p:cNvPr id="134" name="Shape 121"/>
          <p:cNvSpPr/>
          <p:nvPr/>
        </p:nvSpPr>
        <p:spPr>
          <a:xfrm>
            <a:off x="355598" y="3365508"/>
            <a:ext cx="3759181" cy="12698"/>
          </a:xfrm>
          <a:prstGeom prst="rect">
            <a:avLst/>
          </a:prstGeom>
          <a:solidFill>
            <a:srgbClr val="F5F4F4">
              <a:alpha val="100000"/>
            </a:srgbClr>
          </a:solidFill>
          <a:ln/>
        </p:spPr>
      </p:sp>
      <p:sp>
        <p:nvSpPr>
          <p:cNvPr id="137" name="Shape 124"/>
          <p:cNvSpPr/>
          <p:nvPr/>
        </p:nvSpPr>
        <p:spPr>
          <a:xfrm>
            <a:off x="4253014" y="762347"/>
            <a:ext cx="12700" cy="5739653"/>
          </a:xfrm>
          <a:prstGeom prst="rect">
            <a:avLst/>
          </a:prstGeom>
          <a:solidFill>
            <a:srgbClr val="F5F4F4">
              <a:alpha val="100000"/>
            </a:srgbClr>
          </a:solidFill>
          <a:ln/>
        </p:spPr>
      </p:sp>
      <p:sp>
        <p:nvSpPr>
          <p:cNvPr id="151" name="Shape 125"/>
          <p:cNvSpPr/>
          <p:nvPr/>
        </p:nvSpPr>
        <p:spPr>
          <a:xfrm>
            <a:off x="9785299" y="6387715"/>
            <a:ext cx="152399" cy="152380"/>
          </a:xfrm>
          <a:prstGeom prst="rect">
            <a:avLst/>
          </a:prstGeom>
          <a:noFill/>
          <a:ln/>
        </p:spPr>
      </p:sp>
      <p:sp>
        <p:nvSpPr>
          <p:cNvPr id="152" name="Shape 126"/>
          <p:cNvSpPr/>
          <p:nvPr/>
        </p:nvSpPr>
        <p:spPr>
          <a:xfrm>
            <a:off x="8077158" y="3905632"/>
            <a:ext cx="152399" cy="152380"/>
          </a:xfrm>
          <a:prstGeom prst="rect">
            <a:avLst/>
          </a:prstGeom>
          <a:solidFill>
            <a:srgbClr val="FFFFFF">
              <a:alpha val="100000"/>
            </a:srgbClr>
          </a:solidFill>
          <a:ln w="12700">
            <a:solidFill>
              <a:srgbClr val="F5F4F4"/>
            </a:solidFill>
            <a:prstDash val="solid"/>
          </a:ln>
        </p:spPr>
      </p:sp>
      <p:pic>
        <p:nvPicPr>
          <p:cNvPr id="153" name="Image 24" descr=" "/>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74141" y="6375017"/>
            <a:ext cx="152399" cy="152380"/>
          </a:xfrm>
          <a:prstGeom prst="rect">
            <a:avLst/>
          </a:prstGeom>
        </p:spPr>
      </p:pic>
      <p:pic>
        <p:nvPicPr>
          <p:cNvPr id="154" name="Image 25" descr=" "/>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39339" y="3610193"/>
            <a:ext cx="114300" cy="307916"/>
          </a:xfrm>
          <a:prstGeom prst="rect">
            <a:avLst/>
          </a:prstGeom>
        </p:spPr>
      </p:pic>
      <p:pic>
        <p:nvPicPr>
          <p:cNvPr id="155" name="Image 26" descr=" "/>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973979" y="3368934"/>
            <a:ext cx="307957" cy="114285"/>
          </a:xfrm>
          <a:prstGeom prst="rect">
            <a:avLst/>
          </a:prstGeom>
        </p:spPr>
      </p:pic>
      <p:sp>
        <p:nvSpPr>
          <p:cNvPr id="159" name="Номер слайда 6">
            <a:extLst>
              <a:ext uri="{FF2B5EF4-FFF2-40B4-BE49-F238E27FC236}">
                <a16:creationId xmlns:a16="http://schemas.microsoft.com/office/drawing/2014/main" id="{A0A6C62C-FCCD-4380-FC61-2455D4254D3F}"/>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77</a:t>
            </a:fld>
            <a:endParaRPr lang="ru-RU" dirty="0"/>
          </a:p>
        </p:txBody>
      </p:sp>
      <p:sp>
        <p:nvSpPr>
          <p:cNvPr id="168" name="Text 53">
            <a:extLst>
              <a:ext uri="{FF2B5EF4-FFF2-40B4-BE49-F238E27FC236}">
                <a16:creationId xmlns:a16="http://schemas.microsoft.com/office/drawing/2014/main" id="{2814645F-C6AE-E549-B17B-8F3BDFF1B5D5}"/>
              </a:ext>
            </a:extLst>
          </p:cNvPr>
          <p:cNvSpPr/>
          <p:nvPr/>
        </p:nvSpPr>
        <p:spPr>
          <a:xfrm>
            <a:off x="4698976" y="6368889"/>
            <a:ext cx="1871123" cy="182010"/>
          </a:xfrm>
          <a:prstGeom prst="rect">
            <a:avLst/>
          </a:prstGeom>
          <a:noFill/>
          <a:ln/>
        </p:spPr>
        <p:txBody>
          <a:bodyPr wrap="square" lIns="0" tIns="0" rIns="0" bIns="0" rtlCol="0" anchor="t"/>
          <a:lstStyle/>
          <a:p>
            <a:pPr>
              <a:lnSpc>
                <a:spcPts val="1100"/>
              </a:lnSpc>
            </a:pPr>
            <a:r>
              <a:rPr lang="ru-RU" sz="800" dirty="0">
                <a:solidFill>
                  <a:srgbClr val="000000">
                    <a:alpha val="50000"/>
                  </a:srgbClr>
                </a:solidFill>
                <a:ea typeface="Stapel" pitchFamily="34" charset="-122"/>
              </a:rPr>
              <a:t>1. </a:t>
            </a:r>
            <a:r>
              <a:rPr lang="en-US" sz="800" dirty="0">
                <a:solidFill>
                  <a:srgbClr val="000000">
                    <a:alpha val="50000"/>
                  </a:srgbClr>
                </a:solidFill>
                <a:ea typeface="Stapel" pitchFamily="34" charset="-122"/>
              </a:rPr>
              <a:t>Lorem ipsum dolor sit </a:t>
            </a:r>
            <a:r>
              <a:rPr lang="en-US" sz="800" dirty="0" err="1">
                <a:solidFill>
                  <a:srgbClr val="000000">
                    <a:alpha val="50000"/>
                  </a:srgbClr>
                </a:solidFill>
                <a:ea typeface="Stapel" pitchFamily="34" charset="-122"/>
              </a:rPr>
              <a:t>amet</a:t>
            </a:r>
            <a:r>
              <a:rPr lang="en-US" sz="800" dirty="0">
                <a:solidFill>
                  <a:srgbClr val="000000">
                    <a:alpha val="50000"/>
                  </a:srgbClr>
                </a:solidFill>
                <a:ea typeface="Stapel" pitchFamily="34" charset="-122"/>
              </a:rPr>
              <a:t> </a:t>
            </a:r>
          </a:p>
        </p:txBody>
      </p:sp>
      <p:sp>
        <p:nvSpPr>
          <p:cNvPr id="170" name="Text 53">
            <a:extLst>
              <a:ext uri="{FF2B5EF4-FFF2-40B4-BE49-F238E27FC236}">
                <a16:creationId xmlns:a16="http://schemas.microsoft.com/office/drawing/2014/main" id="{3764BFD2-8EE0-D0BE-3FB1-7F566B05016D}"/>
              </a:ext>
            </a:extLst>
          </p:cNvPr>
          <p:cNvSpPr/>
          <p:nvPr/>
        </p:nvSpPr>
        <p:spPr>
          <a:xfrm>
            <a:off x="6623961" y="6385598"/>
            <a:ext cx="1871123" cy="182010"/>
          </a:xfrm>
          <a:prstGeom prst="rect">
            <a:avLst/>
          </a:prstGeom>
          <a:noFill/>
          <a:ln/>
        </p:spPr>
        <p:txBody>
          <a:bodyPr wrap="square" lIns="0" tIns="0" rIns="0" bIns="0" rtlCol="0" anchor="t"/>
          <a:lstStyle/>
          <a:p>
            <a:pPr>
              <a:lnSpc>
                <a:spcPts val="1100"/>
              </a:lnSpc>
            </a:pPr>
            <a:r>
              <a:rPr lang="ru-RU" sz="800" dirty="0">
                <a:solidFill>
                  <a:srgbClr val="000000">
                    <a:alpha val="50000"/>
                  </a:srgbClr>
                </a:solidFill>
                <a:ea typeface="Stapel" pitchFamily="34" charset="-122"/>
                <a:cs typeface="Stapel" pitchFamily="34" charset="-120"/>
              </a:rPr>
              <a:t>2. </a:t>
            </a:r>
            <a:r>
              <a:rPr lang="en-US" sz="800" dirty="0">
                <a:solidFill>
                  <a:srgbClr val="000000">
                    <a:alpha val="50000"/>
                  </a:srgbClr>
                </a:solidFill>
                <a:ea typeface="Stapel" pitchFamily="34" charset="-122"/>
              </a:rPr>
              <a:t>Lorem ipsum dolor sit </a:t>
            </a:r>
            <a:r>
              <a:rPr lang="en-US" sz="800" dirty="0" err="1">
                <a:solidFill>
                  <a:srgbClr val="000000">
                    <a:alpha val="50000"/>
                  </a:srgbClr>
                </a:solidFill>
                <a:ea typeface="Stapel" pitchFamily="34" charset="-122"/>
              </a:rPr>
              <a:t>amet</a:t>
            </a:r>
            <a:r>
              <a:rPr lang="en-US" sz="800" dirty="0">
                <a:solidFill>
                  <a:srgbClr val="000000">
                    <a:alpha val="50000"/>
                  </a:srgbClr>
                </a:solidFill>
                <a:ea typeface="Stapel" pitchFamily="34" charset="-122"/>
              </a:rPr>
              <a:t> </a:t>
            </a:r>
            <a:endParaRPr lang="ru-RU" sz="800" dirty="0">
              <a:solidFill>
                <a:srgbClr val="000000">
                  <a:alpha val="50000"/>
                </a:srgbClr>
              </a:solidFill>
              <a:ea typeface="Stapel" pitchFamily="34" charset="-122"/>
              <a:cs typeface="Stapel" pitchFamily="34" charset="-120"/>
            </a:endParaRPr>
          </a:p>
        </p:txBody>
      </p:sp>
      <p:sp>
        <p:nvSpPr>
          <p:cNvPr id="171" name="Text 53">
            <a:extLst>
              <a:ext uri="{FF2B5EF4-FFF2-40B4-BE49-F238E27FC236}">
                <a16:creationId xmlns:a16="http://schemas.microsoft.com/office/drawing/2014/main" id="{8A05C8DB-11BE-69EF-F654-9DE5B10EBC1E}"/>
              </a:ext>
            </a:extLst>
          </p:cNvPr>
          <p:cNvSpPr/>
          <p:nvPr/>
        </p:nvSpPr>
        <p:spPr>
          <a:xfrm>
            <a:off x="8710554" y="6387715"/>
            <a:ext cx="1871123" cy="182010"/>
          </a:xfrm>
          <a:prstGeom prst="rect">
            <a:avLst/>
          </a:prstGeom>
          <a:noFill/>
          <a:ln/>
        </p:spPr>
        <p:txBody>
          <a:bodyPr wrap="square" lIns="0" tIns="0" rIns="0" bIns="0" rtlCol="0" anchor="t"/>
          <a:lstStyle/>
          <a:p>
            <a:pPr>
              <a:lnSpc>
                <a:spcPts val="1100"/>
              </a:lnSpc>
            </a:pPr>
            <a:r>
              <a:rPr lang="ru-RU" sz="800" dirty="0">
                <a:solidFill>
                  <a:srgbClr val="000000">
                    <a:alpha val="50000"/>
                  </a:srgbClr>
                </a:solidFill>
                <a:ea typeface="Stapel" pitchFamily="34" charset="-122"/>
                <a:cs typeface="Stapel" pitchFamily="34" charset="-120"/>
              </a:rPr>
              <a:t>3. </a:t>
            </a:r>
            <a:r>
              <a:rPr lang="en-US" sz="800" dirty="0">
                <a:solidFill>
                  <a:srgbClr val="000000">
                    <a:alpha val="50000"/>
                  </a:srgbClr>
                </a:solidFill>
                <a:ea typeface="Stapel" pitchFamily="34" charset="-122"/>
              </a:rPr>
              <a:t>Lorem ipsum dolor sit </a:t>
            </a:r>
            <a:r>
              <a:rPr lang="en-US" sz="800" dirty="0" err="1">
                <a:solidFill>
                  <a:srgbClr val="000000">
                    <a:alpha val="50000"/>
                  </a:srgbClr>
                </a:solidFill>
                <a:ea typeface="Stapel" pitchFamily="34" charset="-122"/>
              </a:rPr>
              <a:t>amet</a:t>
            </a:r>
            <a:r>
              <a:rPr lang="en-US" sz="800" dirty="0">
                <a:solidFill>
                  <a:srgbClr val="000000">
                    <a:alpha val="50000"/>
                  </a:srgbClr>
                </a:solidFill>
                <a:ea typeface="Stapel" pitchFamily="34" charset="-122"/>
              </a:rPr>
              <a:t> </a:t>
            </a:r>
            <a:endParaRPr lang="ru-RU" sz="800" dirty="0">
              <a:solidFill>
                <a:srgbClr val="000000">
                  <a:alpha val="50000"/>
                </a:srgbClr>
              </a:solidFill>
              <a:ea typeface="Stapel" pitchFamily="34" charset="-122"/>
              <a:cs typeface="Stapel" pitchFamily="34" charset="-120"/>
            </a:endParaRPr>
          </a:p>
        </p:txBody>
      </p:sp>
      <p:sp>
        <p:nvSpPr>
          <p:cNvPr id="14" name="Shape 58">
            <a:extLst>
              <a:ext uri="{FF2B5EF4-FFF2-40B4-BE49-F238E27FC236}">
                <a16:creationId xmlns:a16="http://schemas.microsoft.com/office/drawing/2014/main" id="{D648E302-432D-09CE-81D8-3A45DA9F0A07}"/>
              </a:ext>
            </a:extLst>
          </p:cNvPr>
          <p:cNvSpPr/>
          <p:nvPr/>
        </p:nvSpPr>
        <p:spPr>
          <a:xfrm>
            <a:off x="355599" y="2286149"/>
            <a:ext cx="2870185" cy="253967"/>
          </a:xfrm>
          <a:prstGeom prst="rect">
            <a:avLst/>
          </a:prstGeom>
          <a:solidFill>
            <a:srgbClr val="F5F4F4">
              <a:alpha val="100000"/>
            </a:srgbClr>
          </a:solidFill>
          <a:ln/>
        </p:spPr>
        <p:txBody>
          <a:bodyPr/>
          <a:lstStyle/>
          <a:p>
            <a:r>
              <a:rPr lang="ru-RU" sz="1000" dirty="0">
                <a:ea typeface="Stapel" pitchFamily="34" charset="-122"/>
                <a:cs typeface="Stapel" pitchFamily="34" charset="-120"/>
              </a:rPr>
              <a:t>1. </a:t>
            </a:r>
            <a:r>
              <a:rPr lang="en-US" sz="1000" dirty="0"/>
              <a:t>Lorem ipsum dolor sit </a:t>
            </a:r>
            <a:r>
              <a:rPr lang="en-US" sz="1000" dirty="0" err="1"/>
              <a:t>amet</a:t>
            </a:r>
            <a:r>
              <a:rPr lang="en-US" sz="1000" dirty="0"/>
              <a:t> </a:t>
            </a:r>
          </a:p>
        </p:txBody>
      </p:sp>
      <p:sp>
        <p:nvSpPr>
          <p:cNvPr id="22" name="Shape 60">
            <a:extLst>
              <a:ext uri="{FF2B5EF4-FFF2-40B4-BE49-F238E27FC236}">
                <a16:creationId xmlns:a16="http://schemas.microsoft.com/office/drawing/2014/main" id="{ACC016F6-936D-5043-99E5-ABEB3E9D08D0}"/>
              </a:ext>
            </a:extLst>
          </p:cNvPr>
          <p:cNvSpPr/>
          <p:nvPr/>
        </p:nvSpPr>
        <p:spPr>
          <a:xfrm>
            <a:off x="355599" y="2603607"/>
            <a:ext cx="2870185" cy="253967"/>
          </a:xfrm>
          <a:prstGeom prst="rect">
            <a:avLst/>
          </a:prstGeom>
          <a:solidFill>
            <a:srgbClr val="F5F4F4">
              <a:alpha val="100000"/>
            </a:srgbClr>
          </a:solidFill>
          <a:ln/>
        </p:spPr>
        <p:txBody>
          <a:bodyPr/>
          <a:lstStyle/>
          <a:p>
            <a:r>
              <a:rPr lang="ru-RU" sz="1000" dirty="0">
                <a:ea typeface="Stapel" pitchFamily="34" charset="-122"/>
                <a:cs typeface="Stapel" pitchFamily="34" charset="-120"/>
              </a:rPr>
              <a:t>2. </a:t>
            </a:r>
            <a:r>
              <a:rPr lang="en-US" sz="1000" dirty="0"/>
              <a:t>Lorem ipsum dolor sit </a:t>
            </a:r>
            <a:r>
              <a:rPr lang="en-US" sz="1000" dirty="0" err="1"/>
              <a:t>amet</a:t>
            </a:r>
            <a:r>
              <a:rPr lang="ru-RU" sz="1000" dirty="0">
                <a:ea typeface="Stapel" pitchFamily="34" charset="-122"/>
                <a:cs typeface="Stapel" pitchFamily="34" charset="-120"/>
              </a:rPr>
              <a:t> </a:t>
            </a:r>
            <a:endParaRPr lang="en-US" sz="1000" dirty="0"/>
          </a:p>
        </p:txBody>
      </p:sp>
      <p:sp>
        <p:nvSpPr>
          <p:cNvPr id="24" name="Shape 62">
            <a:extLst>
              <a:ext uri="{FF2B5EF4-FFF2-40B4-BE49-F238E27FC236}">
                <a16:creationId xmlns:a16="http://schemas.microsoft.com/office/drawing/2014/main" id="{FF00A564-A6E8-00E1-8875-26A692EF48C0}"/>
              </a:ext>
            </a:extLst>
          </p:cNvPr>
          <p:cNvSpPr/>
          <p:nvPr/>
        </p:nvSpPr>
        <p:spPr>
          <a:xfrm>
            <a:off x="355599" y="2882971"/>
            <a:ext cx="2870185" cy="253967"/>
          </a:xfrm>
          <a:prstGeom prst="rect">
            <a:avLst/>
          </a:prstGeom>
          <a:solidFill>
            <a:srgbClr val="F5F4F4">
              <a:alpha val="100000"/>
            </a:srgbClr>
          </a:solidFill>
          <a:ln/>
        </p:spPr>
        <p:txBody>
          <a:bodyPr/>
          <a:lstStyle/>
          <a:p>
            <a:r>
              <a:rPr lang="ru-RU" sz="1000" dirty="0">
                <a:solidFill>
                  <a:srgbClr val="000000">
                    <a:alpha val="100000"/>
                  </a:srgbClr>
                </a:solidFill>
                <a:ea typeface="Stapel" pitchFamily="34" charset="-122"/>
                <a:cs typeface="Stapel" pitchFamily="34" charset="-120"/>
              </a:rPr>
              <a:t>3. </a:t>
            </a:r>
            <a:r>
              <a:rPr lang="en-US" sz="1000" dirty="0"/>
              <a:t>Lorem ipsum dolor sit </a:t>
            </a:r>
            <a:r>
              <a:rPr lang="en-US" sz="1000" dirty="0" err="1"/>
              <a:t>amet</a:t>
            </a:r>
            <a:r>
              <a:rPr lang="en-US" sz="1000" dirty="0"/>
              <a:t> </a:t>
            </a:r>
          </a:p>
        </p:txBody>
      </p:sp>
      <p:sp>
        <p:nvSpPr>
          <p:cNvPr id="26" name="Shape 64">
            <a:extLst>
              <a:ext uri="{FF2B5EF4-FFF2-40B4-BE49-F238E27FC236}">
                <a16:creationId xmlns:a16="http://schemas.microsoft.com/office/drawing/2014/main" id="{D95435F6-DD2E-7DC5-FA75-8F93AA560879}"/>
              </a:ext>
            </a:extLst>
          </p:cNvPr>
          <p:cNvSpPr/>
          <p:nvPr/>
        </p:nvSpPr>
        <p:spPr>
          <a:xfrm>
            <a:off x="355599" y="3162335"/>
            <a:ext cx="2870185" cy="253967"/>
          </a:xfrm>
          <a:prstGeom prst="rect">
            <a:avLst/>
          </a:prstGeom>
          <a:solidFill>
            <a:srgbClr val="F5F4F4">
              <a:alpha val="100000"/>
            </a:srgbClr>
          </a:solidFill>
          <a:ln/>
        </p:spPr>
        <p:txBody>
          <a:bodyPr/>
          <a:lstStyle/>
          <a:p>
            <a:r>
              <a:rPr lang="ru-RU" sz="1000" dirty="0">
                <a:solidFill>
                  <a:srgbClr val="000000">
                    <a:alpha val="100000"/>
                  </a:srgbClr>
                </a:solidFill>
                <a:ea typeface="Stapel" pitchFamily="34" charset="-122"/>
                <a:cs typeface="Stapel" pitchFamily="34" charset="-120"/>
              </a:rPr>
              <a:t>4. </a:t>
            </a:r>
            <a:r>
              <a:rPr lang="en-US" sz="1000" dirty="0"/>
              <a:t>Lorem ipsum dolor sit </a:t>
            </a:r>
            <a:r>
              <a:rPr lang="en-US" sz="1000" dirty="0" err="1"/>
              <a:t>amet</a:t>
            </a:r>
            <a:endParaRPr lang="en-US" sz="1000" dirty="0"/>
          </a:p>
        </p:txBody>
      </p:sp>
      <p:sp>
        <p:nvSpPr>
          <p:cNvPr id="28" name="Shape 8">
            <a:extLst>
              <a:ext uri="{FF2B5EF4-FFF2-40B4-BE49-F238E27FC236}">
                <a16:creationId xmlns:a16="http://schemas.microsoft.com/office/drawing/2014/main" id="{C7E5C52D-80B2-F08A-5B62-BA31F8ECAC8B}"/>
              </a:ext>
            </a:extLst>
          </p:cNvPr>
          <p:cNvSpPr/>
          <p:nvPr/>
        </p:nvSpPr>
        <p:spPr>
          <a:xfrm>
            <a:off x="3251183" y="2286149"/>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30" name="Shape 25">
            <a:extLst>
              <a:ext uri="{FF2B5EF4-FFF2-40B4-BE49-F238E27FC236}">
                <a16:creationId xmlns:a16="http://schemas.microsoft.com/office/drawing/2014/main" id="{90462978-035D-761E-D5BA-9988CD944D2F}"/>
              </a:ext>
            </a:extLst>
          </p:cNvPr>
          <p:cNvSpPr/>
          <p:nvPr/>
        </p:nvSpPr>
        <p:spPr>
          <a:xfrm>
            <a:off x="3251183" y="2603607"/>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32" name="Shape 38">
            <a:extLst>
              <a:ext uri="{FF2B5EF4-FFF2-40B4-BE49-F238E27FC236}">
                <a16:creationId xmlns:a16="http://schemas.microsoft.com/office/drawing/2014/main" id="{2380F1CF-3E37-91EA-E9AB-4E03FE037C46}"/>
              </a:ext>
            </a:extLst>
          </p:cNvPr>
          <p:cNvSpPr/>
          <p:nvPr/>
        </p:nvSpPr>
        <p:spPr>
          <a:xfrm>
            <a:off x="3251183" y="2882971"/>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a:p>
            <a:pPr algn="ctr"/>
            <a:endParaRPr lang="ru-RU" sz="1000" dirty="0"/>
          </a:p>
        </p:txBody>
      </p:sp>
      <p:sp>
        <p:nvSpPr>
          <p:cNvPr id="34" name="Shape 56">
            <a:extLst>
              <a:ext uri="{FF2B5EF4-FFF2-40B4-BE49-F238E27FC236}">
                <a16:creationId xmlns:a16="http://schemas.microsoft.com/office/drawing/2014/main" id="{13A4937A-479A-E66F-F185-CEEBFFE5A27F}"/>
              </a:ext>
            </a:extLst>
          </p:cNvPr>
          <p:cNvSpPr/>
          <p:nvPr/>
        </p:nvSpPr>
        <p:spPr>
          <a:xfrm>
            <a:off x="3251183" y="3162335"/>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40" name="Shape 21">
            <a:extLst>
              <a:ext uri="{FF2B5EF4-FFF2-40B4-BE49-F238E27FC236}">
                <a16:creationId xmlns:a16="http://schemas.microsoft.com/office/drawing/2014/main" id="{E350F8E8-1F68-8520-901E-F5DE916C7720}"/>
              </a:ext>
            </a:extLst>
          </p:cNvPr>
          <p:cNvSpPr/>
          <p:nvPr/>
        </p:nvSpPr>
        <p:spPr>
          <a:xfrm>
            <a:off x="355599" y="4851215"/>
            <a:ext cx="2870185" cy="253967"/>
          </a:xfrm>
          <a:prstGeom prst="rect">
            <a:avLst/>
          </a:prstGeom>
          <a:solidFill>
            <a:srgbClr val="F5F4F4">
              <a:alpha val="100000"/>
            </a:srgbClr>
          </a:solidFill>
          <a:ln/>
        </p:spPr>
        <p:txBody>
          <a:bodyPr/>
          <a:lstStyle/>
          <a:p>
            <a:r>
              <a:rPr lang="ru-RU" sz="1000" dirty="0"/>
              <a:t>1. </a:t>
            </a:r>
            <a:r>
              <a:rPr lang="en-US" sz="1000" dirty="0"/>
              <a:t>Lorem ipsum dolor sit </a:t>
            </a:r>
            <a:r>
              <a:rPr lang="en-US" sz="1000" dirty="0" err="1"/>
              <a:t>amet</a:t>
            </a:r>
            <a:endParaRPr lang="ru-RU" sz="1000" dirty="0"/>
          </a:p>
        </p:txBody>
      </p:sp>
      <p:sp>
        <p:nvSpPr>
          <p:cNvPr id="42" name="Shape 23">
            <a:extLst>
              <a:ext uri="{FF2B5EF4-FFF2-40B4-BE49-F238E27FC236}">
                <a16:creationId xmlns:a16="http://schemas.microsoft.com/office/drawing/2014/main" id="{36E63E48-63E1-A907-0170-2E215B89C98B}"/>
              </a:ext>
            </a:extLst>
          </p:cNvPr>
          <p:cNvSpPr/>
          <p:nvPr/>
        </p:nvSpPr>
        <p:spPr>
          <a:xfrm>
            <a:off x="3251183" y="4851215"/>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44" name="Shape 34">
            <a:extLst>
              <a:ext uri="{FF2B5EF4-FFF2-40B4-BE49-F238E27FC236}">
                <a16:creationId xmlns:a16="http://schemas.microsoft.com/office/drawing/2014/main" id="{08C6EC50-3B1D-BD4B-878D-80F20FA4A4E4}"/>
              </a:ext>
            </a:extLst>
          </p:cNvPr>
          <p:cNvSpPr/>
          <p:nvPr/>
        </p:nvSpPr>
        <p:spPr>
          <a:xfrm>
            <a:off x="355599" y="5130578"/>
            <a:ext cx="2870185" cy="253967"/>
          </a:xfrm>
          <a:prstGeom prst="rect">
            <a:avLst/>
          </a:prstGeom>
          <a:solidFill>
            <a:srgbClr val="F5F4F4">
              <a:alpha val="100000"/>
            </a:srgbClr>
          </a:solidFill>
          <a:ln/>
        </p:spPr>
        <p:txBody>
          <a:bodyPr/>
          <a:lstStyle/>
          <a:p>
            <a:r>
              <a:rPr lang="ru-RU" sz="1000" dirty="0"/>
              <a:t>2. </a:t>
            </a:r>
            <a:r>
              <a:rPr lang="en-US" sz="1000" dirty="0"/>
              <a:t>Lorem ipsum dolor sit </a:t>
            </a:r>
            <a:r>
              <a:rPr lang="en-US" sz="1000" dirty="0" err="1"/>
              <a:t>amet</a:t>
            </a:r>
            <a:endParaRPr lang="ru-RU" sz="1000" dirty="0"/>
          </a:p>
        </p:txBody>
      </p:sp>
      <p:sp>
        <p:nvSpPr>
          <p:cNvPr id="46" name="Shape 36">
            <a:extLst>
              <a:ext uri="{FF2B5EF4-FFF2-40B4-BE49-F238E27FC236}">
                <a16:creationId xmlns:a16="http://schemas.microsoft.com/office/drawing/2014/main" id="{F772F34B-60B5-62C1-08B6-830189B58FF9}"/>
              </a:ext>
            </a:extLst>
          </p:cNvPr>
          <p:cNvSpPr/>
          <p:nvPr/>
        </p:nvSpPr>
        <p:spPr>
          <a:xfrm>
            <a:off x="3251183" y="5130578"/>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48" name="Shape 47">
            <a:extLst>
              <a:ext uri="{FF2B5EF4-FFF2-40B4-BE49-F238E27FC236}">
                <a16:creationId xmlns:a16="http://schemas.microsoft.com/office/drawing/2014/main" id="{CA2CEF08-B17E-EA7D-6616-E4208543A364}"/>
              </a:ext>
            </a:extLst>
          </p:cNvPr>
          <p:cNvSpPr/>
          <p:nvPr/>
        </p:nvSpPr>
        <p:spPr>
          <a:xfrm>
            <a:off x="355599" y="5409942"/>
            <a:ext cx="2870185" cy="253967"/>
          </a:xfrm>
          <a:prstGeom prst="rect">
            <a:avLst/>
          </a:prstGeom>
          <a:solidFill>
            <a:srgbClr val="F5F4F4">
              <a:alpha val="100000"/>
            </a:srgbClr>
          </a:solidFill>
          <a:ln/>
        </p:spPr>
        <p:txBody>
          <a:bodyPr/>
          <a:lstStyle/>
          <a:p>
            <a:r>
              <a:rPr lang="ru-RU" sz="1000" dirty="0"/>
              <a:t>3. </a:t>
            </a:r>
            <a:r>
              <a:rPr lang="en-US" sz="1000" dirty="0"/>
              <a:t>Lorem ipsum dolor sit </a:t>
            </a:r>
            <a:r>
              <a:rPr lang="en-US" sz="1000" dirty="0" err="1"/>
              <a:t>amet</a:t>
            </a:r>
            <a:endParaRPr lang="ru-RU" sz="1000" dirty="0"/>
          </a:p>
        </p:txBody>
      </p:sp>
      <p:sp>
        <p:nvSpPr>
          <p:cNvPr id="50" name="Shape 49">
            <a:extLst>
              <a:ext uri="{FF2B5EF4-FFF2-40B4-BE49-F238E27FC236}">
                <a16:creationId xmlns:a16="http://schemas.microsoft.com/office/drawing/2014/main" id="{D3120DF9-7118-01B1-9ABA-92A3B8E41A09}"/>
              </a:ext>
            </a:extLst>
          </p:cNvPr>
          <p:cNvSpPr/>
          <p:nvPr/>
        </p:nvSpPr>
        <p:spPr>
          <a:xfrm>
            <a:off x="3251183" y="5409942"/>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52" name="Shape 52">
            <a:extLst>
              <a:ext uri="{FF2B5EF4-FFF2-40B4-BE49-F238E27FC236}">
                <a16:creationId xmlns:a16="http://schemas.microsoft.com/office/drawing/2014/main" id="{4903EDD1-4201-11B3-6200-2E4466176723}"/>
              </a:ext>
            </a:extLst>
          </p:cNvPr>
          <p:cNvSpPr/>
          <p:nvPr/>
        </p:nvSpPr>
        <p:spPr>
          <a:xfrm>
            <a:off x="355599" y="5968669"/>
            <a:ext cx="2870185" cy="253967"/>
          </a:xfrm>
          <a:prstGeom prst="rect">
            <a:avLst/>
          </a:prstGeom>
          <a:solidFill>
            <a:srgbClr val="F5F4F4">
              <a:alpha val="100000"/>
            </a:srgbClr>
          </a:solidFill>
          <a:ln/>
        </p:spPr>
        <p:txBody>
          <a:bodyPr/>
          <a:lstStyle/>
          <a:p>
            <a:r>
              <a:rPr lang="ru-RU" sz="1000" dirty="0"/>
              <a:t>5. </a:t>
            </a:r>
            <a:r>
              <a:rPr lang="en-US" sz="1000" dirty="0"/>
              <a:t>Lorem ipsum dolor sit </a:t>
            </a:r>
            <a:r>
              <a:rPr lang="en-US" sz="1000" dirty="0" err="1"/>
              <a:t>amet</a:t>
            </a:r>
            <a:endParaRPr lang="ru-RU" sz="1000" dirty="0"/>
          </a:p>
        </p:txBody>
      </p:sp>
      <p:sp>
        <p:nvSpPr>
          <p:cNvPr id="54" name="Shape 54">
            <a:extLst>
              <a:ext uri="{FF2B5EF4-FFF2-40B4-BE49-F238E27FC236}">
                <a16:creationId xmlns:a16="http://schemas.microsoft.com/office/drawing/2014/main" id="{BBFDB2AC-6A0A-384C-92C0-EA29908A481E}"/>
              </a:ext>
            </a:extLst>
          </p:cNvPr>
          <p:cNvSpPr/>
          <p:nvPr/>
        </p:nvSpPr>
        <p:spPr>
          <a:xfrm>
            <a:off x="3251183" y="5968669"/>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56" name="Shape 71">
            <a:extLst>
              <a:ext uri="{FF2B5EF4-FFF2-40B4-BE49-F238E27FC236}">
                <a16:creationId xmlns:a16="http://schemas.microsoft.com/office/drawing/2014/main" id="{1EB8097B-2EC0-8C60-7BD8-C68810D6A9E5}"/>
              </a:ext>
            </a:extLst>
          </p:cNvPr>
          <p:cNvSpPr/>
          <p:nvPr/>
        </p:nvSpPr>
        <p:spPr>
          <a:xfrm>
            <a:off x="355599" y="5689306"/>
            <a:ext cx="2870185" cy="253967"/>
          </a:xfrm>
          <a:prstGeom prst="rect">
            <a:avLst/>
          </a:prstGeom>
          <a:solidFill>
            <a:srgbClr val="F5F4F4">
              <a:alpha val="100000"/>
            </a:srgbClr>
          </a:solidFill>
          <a:ln/>
        </p:spPr>
        <p:txBody>
          <a:bodyPr/>
          <a:lstStyle/>
          <a:p>
            <a:r>
              <a:rPr lang="ru-RU" sz="1000" dirty="0"/>
              <a:t>4. </a:t>
            </a:r>
            <a:r>
              <a:rPr lang="en-US" sz="1000" dirty="0"/>
              <a:t>Lorem ipsum dolor sit </a:t>
            </a:r>
            <a:r>
              <a:rPr lang="en-US" sz="1000" dirty="0" err="1"/>
              <a:t>amet</a:t>
            </a:r>
            <a:endParaRPr lang="ru-RU" sz="1000" dirty="0"/>
          </a:p>
        </p:txBody>
      </p:sp>
      <p:sp>
        <p:nvSpPr>
          <p:cNvPr id="58" name="Shape 73">
            <a:extLst>
              <a:ext uri="{FF2B5EF4-FFF2-40B4-BE49-F238E27FC236}">
                <a16:creationId xmlns:a16="http://schemas.microsoft.com/office/drawing/2014/main" id="{191012AC-31F8-E1B8-1D21-CF47228C7764}"/>
              </a:ext>
            </a:extLst>
          </p:cNvPr>
          <p:cNvSpPr/>
          <p:nvPr/>
        </p:nvSpPr>
        <p:spPr>
          <a:xfrm>
            <a:off x="3251183" y="5689306"/>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60" name="Shape 76">
            <a:extLst>
              <a:ext uri="{FF2B5EF4-FFF2-40B4-BE49-F238E27FC236}">
                <a16:creationId xmlns:a16="http://schemas.microsoft.com/office/drawing/2014/main" id="{D6D9B569-D0D4-15BB-5093-646C228378B9}"/>
              </a:ext>
            </a:extLst>
          </p:cNvPr>
          <p:cNvSpPr/>
          <p:nvPr/>
        </p:nvSpPr>
        <p:spPr>
          <a:xfrm>
            <a:off x="355599" y="6248033"/>
            <a:ext cx="2870185" cy="253967"/>
          </a:xfrm>
          <a:prstGeom prst="rect">
            <a:avLst/>
          </a:prstGeom>
          <a:solidFill>
            <a:srgbClr val="F5F4F4">
              <a:alpha val="100000"/>
            </a:srgbClr>
          </a:solidFill>
          <a:ln/>
        </p:spPr>
        <p:txBody>
          <a:bodyPr/>
          <a:lstStyle/>
          <a:p>
            <a:r>
              <a:rPr lang="ru-RU" sz="1000" dirty="0"/>
              <a:t>6. </a:t>
            </a:r>
            <a:r>
              <a:rPr lang="en-US" sz="1000" dirty="0"/>
              <a:t>Lorem ipsum dolor sit </a:t>
            </a:r>
            <a:r>
              <a:rPr lang="en-US" sz="1000" dirty="0" err="1"/>
              <a:t>amet</a:t>
            </a:r>
            <a:endParaRPr lang="ru-RU" sz="1000" dirty="0"/>
          </a:p>
        </p:txBody>
      </p:sp>
      <p:sp>
        <p:nvSpPr>
          <p:cNvPr id="113" name="Shape 78">
            <a:extLst>
              <a:ext uri="{FF2B5EF4-FFF2-40B4-BE49-F238E27FC236}">
                <a16:creationId xmlns:a16="http://schemas.microsoft.com/office/drawing/2014/main" id="{99AE7C43-57B8-8D77-6EC3-3DEB00179C10}"/>
              </a:ext>
            </a:extLst>
          </p:cNvPr>
          <p:cNvSpPr/>
          <p:nvPr/>
        </p:nvSpPr>
        <p:spPr>
          <a:xfrm>
            <a:off x="3251183" y="6248033"/>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pic>
        <p:nvPicPr>
          <p:cNvPr id="114" name="Image 0" descr=" ">
            <a:extLst>
              <a:ext uri="{FF2B5EF4-FFF2-40B4-BE49-F238E27FC236}">
                <a16:creationId xmlns:a16="http://schemas.microsoft.com/office/drawing/2014/main" id="{C60E2043-C359-D950-7EAE-9F386B5C868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92626" y="4254392"/>
            <a:ext cx="1777991" cy="431744"/>
          </a:xfrm>
          <a:prstGeom prst="rect">
            <a:avLst/>
          </a:prstGeom>
        </p:spPr>
      </p:pic>
      <p:pic>
        <p:nvPicPr>
          <p:cNvPr id="115" name="Image 1" descr=" ">
            <a:extLst>
              <a:ext uri="{FF2B5EF4-FFF2-40B4-BE49-F238E27FC236}">
                <a16:creationId xmlns:a16="http://schemas.microsoft.com/office/drawing/2014/main" id="{91ECDAD3-EFB7-2427-0FE7-FAD967DB421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83317" y="4254392"/>
            <a:ext cx="1777991" cy="431744"/>
          </a:xfrm>
          <a:prstGeom prst="rect">
            <a:avLst/>
          </a:prstGeom>
        </p:spPr>
      </p:pic>
      <p:pic>
        <p:nvPicPr>
          <p:cNvPr id="156" name="Image 2" descr=" ">
            <a:extLst>
              <a:ext uri="{FF2B5EF4-FFF2-40B4-BE49-F238E27FC236}">
                <a16:creationId xmlns:a16="http://schemas.microsoft.com/office/drawing/2014/main" id="{EA0B0AE0-C748-8637-519B-C6E8668B242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61307" y="4705184"/>
            <a:ext cx="1777991" cy="431744"/>
          </a:xfrm>
          <a:prstGeom prst="rect">
            <a:avLst/>
          </a:prstGeom>
        </p:spPr>
      </p:pic>
      <p:pic>
        <p:nvPicPr>
          <p:cNvPr id="157" name="Image 3" descr=" ">
            <a:extLst>
              <a:ext uri="{FF2B5EF4-FFF2-40B4-BE49-F238E27FC236}">
                <a16:creationId xmlns:a16="http://schemas.microsoft.com/office/drawing/2014/main" id="{F33F7E7A-D49F-96A5-9333-EEF4FAB4BB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61307" y="5149626"/>
            <a:ext cx="1777991" cy="431744"/>
          </a:xfrm>
          <a:prstGeom prst="rect">
            <a:avLst/>
          </a:prstGeom>
        </p:spPr>
      </p:pic>
      <p:pic>
        <p:nvPicPr>
          <p:cNvPr id="158" name="Image 4" descr=" ">
            <a:extLst>
              <a:ext uri="{FF2B5EF4-FFF2-40B4-BE49-F238E27FC236}">
                <a16:creationId xmlns:a16="http://schemas.microsoft.com/office/drawing/2014/main" id="{1BB49F99-834C-01F9-8485-E1EE7458F0F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58348" y="5155975"/>
            <a:ext cx="1777991" cy="431744"/>
          </a:xfrm>
          <a:prstGeom prst="rect">
            <a:avLst/>
          </a:prstGeom>
        </p:spPr>
      </p:pic>
      <p:pic>
        <p:nvPicPr>
          <p:cNvPr id="160" name="Image 5" descr=" ">
            <a:extLst>
              <a:ext uri="{FF2B5EF4-FFF2-40B4-BE49-F238E27FC236}">
                <a16:creationId xmlns:a16="http://schemas.microsoft.com/office/drawing/2014/main" id="{597EAB50-5ADE-C318-7A9B-DDF93269738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45648" y="5587719"/>
            <a:ext cx="1777991" cy="431744"/>
          </a:xfrm>
          <a:prstGeom prst="rect">
            <a:avLst/>
          </a:prstGeom>
        </p:spPr>
      </p:pic>
      <p:pic>
        <p:nvPicPr>
          <p:cNvPr id="162" name="Image 6" descr=" ">
            <a:extLst>
              <a:ext uri="{FF2B5EF4-FFF2-40B4-BE49-F238E27FC236}">
                <a16:creationId xmlns:a16="http://schemas.microsoft.com/office/drawing/2014/main" id="{87905BD2-EE17-31B4-752E-3A13AFC037B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61307" y="5587719"/>
            <a:ext cx="1777991" cy="431744"/>
          </a:xfrm>
          <a:prstGeom prst="rect">
            <a:avLst/>
          </a:prstGeom>
        </p:spPr>
      </p:pic>
      <p:pic>
        <p:nvPicPr>
          <p:cNvPr id="163" name="Image 7" descr=" ">
            <a:extLst>
              <a:ext uri="{FF2B5EF4-FFF2-40B4-BE49-F238E27FC236}">
                <a16:creationId xmlns:a16="http://schemas.microsoft.com/office/drawing/2014/main" id="{F5B439D1-9F20-8FCA-231A-55BDA3A2D2F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83317" y="4698835"/>
            <a:ext cx="1777991" cy="438093"/>
          </a:xfrm>
          <a:prstGeom prst="rect">
            <a:avLst/>
          </a:prstGeom>
        </p:spPr>
      </p:pic>
      <p:pic>
        <p:nvPicPr>
          <p:cNvPr id="164" name="Image 8" descr=" ">
            <a:extLst>
              <a:ext uri="{FF2B5EF4-FFF2-40B4-BE49-F238E27FC236}">
                <a16:creationId xmlns:a16="http://schemas.microsoft.com/office/drawing/2014/main" id="{88345DB5-7A32-BEB4-8B64-6B88BD23601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83317" y="5149626"/>
            <a:ext cx="1777991" cy="431744"/>
          </a:xfrm>
          <a:prstGeom prst="rect">
            <a:avLst/>
          </a:prstGeom>
        </p:spPr>
      </p:pic>
      <p:pic>
        <p:nvPicPr>
          <p:cNvPr id="165" name="Image 9" descr=" ">
            <a:extLst>
              <a:ext uri="{FF2B5EF4-FFF2-40B4-BE49-F238E27FC236}">
                <a16:creationId xmlns:a16="http://schemas.microsoft.com/office/drawing/2014/main" id="{436A7F07-FEC9-AB48-0E1B-769F241D7C4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98976" y="4692485"/>
            <a:ext cx="1777991" cy="438093"/>
          </a:xfrm>
          <a:prstGeom prst="rect">
            <a:avLst/>
          </a:prstGeom>
        </p:spPr>
      </p:pic>
      <p:sp>
        <p:nvSpPr>
          <p:cNvPr id="166" name="Text 91">
            <a:extLst>
              <a:ext uri="{FF2B5EF4-FFF2-40B4-BE49-F238E27FC236}">
                <a16:creationId xmlns:a16="http://schemas.microsoft.com/office/drawing/2014/main" id="{B5C8AB02-2E52-CA82-EBE0-D8C095B29617}"/>
              </a:ext>
            </a:extLst>
          </p:cNvPr>
          <p:cNvSpPr/>
          <p:nvPr/>
        </p:nvSpPr>
        <p:spPr>
          <a:xfrm>
            <a:off x="4438627" y="5536926"/>
            <a:ext cx="1608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Q1</a:t>
            </a:r>
            <a:endParaRPr lang="en-US" sz="800" dirty="0"/>
          </a:p>
        </p:txBody>
      </p:sp>
      <p:sp>
        <p:nvSpPr>
          <p:cNvPr id="167" name="Text 92">
            <a:extLst>
              <a:ext uri="{FF2B5EF4-FFF2-40B4-BE49-F238E27FC236}">
                <a16:creationId xmlns:a16="http://schemas.microsoft.com/office/drawing/2014/main" id="{0344DC18-B612-31D9-0248-7DB08199C2F3}"/>
              </a:ext>
            </a:extLst>
          </p:cNvPr>
          <p:cNvSpPr/>
          <p:nvPr/>
        </p:nvSpPr>
        <p:spPr>
          <a:xfrm>
            <a:off x="6407117" y="6095653"/>
            <a:ext cx="1672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Q1</a:t>
            </a:r>
            <a:endParaRPr lang="en-US" sz="800" dirty="0"/>
          </a:p>
        </p:txBody>
      </p:sp>
      <p:sp>
        <p:nvSpPr>
          <p:cNvPr id="169" name="Text 93">
            <a:extLst>
              <a:ext uri="{FF2B5EF4-FFF2-40B4-BE49-F238E27FC236}">
                <a16:creationId xmlns:a16="http://schemas.microsoft.com/office/drawing/2014/main" id="{A053D28C-84F9-511C-0D33-A4428CF1174D}"/>
              </a:ext>
            </a:extLst>
          </p:cNvPr>
          <p:cNvSpPr/>
          <p:nvPr/>
        </p:nvSpPr>
        <p:spPr>
          <a:xfrm>
            <a:off x="8172408" y="6095653"/>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Q2</a:t>
            </a:r>
            <a:endParaRPr lang="en-US" sz="800" dirty="0"/>
          </a:p>
        </p:txBody>
      </p:sp>
      <p:sp>
        <p:nvSpPr>
          <p:cNvPr id="172" name="Text 94">
            <a:extLst>
              <a:ext uri="{FF2B5EF4-FFF2-40B4-BE49-F238E27FC236}">
                <a16:creationId xmlns:a16="http://schemas.microsoft.com/office/drawing/2014/main" id="{13E1654E-139A-195B-3D6A-C8682A88420B}"/>
              </a:ext>
            </a:extLst>
          </p:cNvPr>
          <p:cNvSpPr/>
          <p:nvPr/>
        </p:nvSpPr>
        <p:spPr>
          <a:xfrm>
            <a:off x="9963099" y="6095653"/>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Q3</a:t>
            </a:r>
            <a:endParaRPr lang="en-US" sz="800" dirty="0"/>
          </a:p>
        </p:txBody>
      </p:sp>
      <p:sp>
        <p:nvSpPr>
          <p:cNvPr id="173" name="Text 95">
            <a:extLst>
              <a:ext uri="{FF2B5EF4-FFF2-40B4-BE49-F238E27FC236}">
                <a16:creationId xmlns:a16="http://schemas.microsoft.com/office/drawing/2014/main" id="{262790E9-D66E-FB99-69C0-FBAA221CF813}"/>
              </a:ext>
            </a:extLst>
          </p:cNvPr>
          <p:cNvSpPr/>
          <p:nvPr/>
        </p:nvSpPr>
        <p:spPr>
          <a:xfrm>
            <a:off x="4438627" y="5092484"/>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Q2</a:t>
            </a:r>
            <a:endParaRPr lang="en-US" sz="800" dirty="0"/>
          </a:p>
        </p:txBody>
      </p:sp>
      <p:sp>
        <p:nvSpPr>
          <p:cNvPr id="174" name="Text 96">
            <a:extLst>
              <a:ext uri="{FF2B5EF4-FFF2-40B4-BE49-F238E27FC236}">
                <a16:creationId xmlns:a16="http://schemas.microsoft.com/office/drawing/2014/main" id="{1A0D409D-FBB1-8503-7B1C-3793D1A522F9}"/>
              </a:ext>
            </a:extLst>
          </p:cNvPr>
          <p:cNvSpPr/>
          <p:nvPr/>
        </p:nvSpPr>
        <p:spPr>
          <a:xfrm>
            <a:off x="4438627" y="4641692"/>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Q3</a:t>
            </a:r>
            <a:endParaRPr lang="en-US" sz="800" dirty="0"/>
          </a:p>
        </p:txBody>
      </p:sp>
      <p:sp>
        <p:nvSpPr>
          <p:cNvPr id="175" name="Text 97">
            <a:extLst>
              <a:ext uri="{FF2B5EF4-FFF2-40B4-BE49-F238E27FC236}">
                <a16:creationId xmlns:a16="http://schemas.microsoft.com/office/drawing/2014/main" id="{6904CADF-099B-3374-5DDD-DEA1C38E3843}"/>
              </a:ext>
            </a:extLst>
          </p:cNvPr>
          <p:cNvSpPr/>
          <p:nvPr/>
        </p:nvSpPr>
        <p:spPr>
          <a:xfrm>
            <a:off x="4743425" y="4546455"/>
            <a:ext cx="1799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6" name="Text 98">
            <a:extLst>
              <a:ext uri="{FF2B5EF4-FFF2-40B4-BE49-F238E27FC236}">
                <a16:creationId xmlns:a16="http://schemas.microsoft.com/office/drawing/2014/main" id="{6BDDA5DB-0389-4D67-200A-4B4BD78E88B6}"/>
              </a:ext>
            </a:extLst>
          </p:cNvPr>
          <p:cNvSpPr/>
          <p:nvPr/>
        </p:nvSpPr>
        <p:spPr>
          <a:xfrm>
            <a:off x="6534116" y="4546455"/>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7" name="Text 99">
            <a:extLst>
              <a:ext uri="{FF2B5EF4-FFF2-40B4-BE49-F238E27FC236}">
                <a16:creationId xmlns:a16="http://schemas.microsoft.com/office/drawing/2014/main" id="{41C9D7A7-9483-A04E-040E-0219CB6C9F4A}"/>
              </a:ext>
            </a:extLst>
          </p:cNvPr>
          <p:cNvSpPr/>
          <p:nvPr/>
        </p:nvSpPr>
        <p:spPr>
          <a:xfrm>
            <a:off x="8312107" y="5003595"/>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8" name="Text 100">
            <a:extLst>
              <a:ext uri="{FF2B5EF4-FFF2-40B4-BE49-F238E27FC236}">
                <a16:creationId xmlns:a16="http://schemas.microsoft.com/office/drawing/2014/main" id="{C17E44D3-5CB8-D616-3B19-D337460772B5}"/>
              </a:ext>
            </a:extLst>
          </p:cNvPr>
          <p:cNvSpPr/>
          <p:nvPr/>
        </p:nvSpPr>
        <p:spPr>
          <a:xfrm>
            <a:off x="8312107" y="5441688"/>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9" name="Text 101">
            <a:extLst>
              <a:ext uri="{FF2B5EF4-FFF2-40B4-BE49-F238E27FC236}">
                <a16:creationId xmlns:a16="http://schemas.microsoft.com/office/drawing/2014/main" id="{9EB5D751-5BB5-D479-2032-6BCCDE3E3E8B}"/>
              </a:ext>
            </a:extLst>
          </p:cNvPr>
          <p:cNvSpPr/>
          <p:nvPr/>
        </p:nvSpPr>
        <p:spPr>
          <a:xfrm>
            <a:off x="10109147" y="5448037"/>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80" name="Text 102">
            <a:extLst>
              <a:ext uri="{FF2B5EF4-FFF2-40B4-BE49-F238E27FC236}">
                <a16:creationId xmlns:a16="http://schemas.microsoft.com/office/drawing/2014/main" id="{1CEAE2D9-B8ED-766A-CCA6-A8CABD97CA47}"/>
              </a:ext>
            </a:extLst>
          </p:cNvPr>
          <p:cNvSpPr/>
          <p:nvPr/>
        </p:nvSpPr>
        <p:spPr>
          <a:xfrm>
            <a:off x="10096448" y="587978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81" name="Text 103">
            <a:extLst>
              <a:ext uri="{FF2B5EF4-FFF2-40B4-BE49-F238E27FC236}">
                <a16:creationId xmlns:a16="http://schemas.microsoft.com/office/drawing/2014/main" id="{E5DFD09D-F60E-6AC5-7AE4-EE6AAE2950E7}"/>
              </a:ext>
            </a:extLst>
          </p:cNvPr>
          <p:cNvSpPr/>
          <p:nvPr/>
        </p:nvSpPr>
        <p:spPr>
          <a:xfrm>
            <a:off x="8312107" y="587978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2" name="Text 104">
            <a:extLst>
              <a:ext uri="{FF2B5EF4-FFF2-40B4-BE49-F238E27FC236}">
                <a16:creationId xmlns:a16="http://schemas.microsoft.com/office/drawing/2014/main" id="{B93BC36C-2DC1-6686-AF83-C2B5C30393D8}"/>
              </a:ext>
            </a:extLst>
          </p:cNvPr>
          <p:cNvSpPr/>
          <p:nvPr/>
        </p:nvSpPr>
        <p:spPr>
          <a:xfrm>
            <a:off x="6534116" y="4990897"/>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83" name="Text 105">
            <a:extLst>
              <a:ext uri="{FF2B5EF4-FFF2-40B4-BE49-F238E27FC236}">
                <a16:creationId xmlns:a16="http://schemas.microsoft.com/office/drawing/2014/main" id="{305C9B02-984B-4128-AE22-220EACCD7863}"/>
              </a:ext>
            </a:extLst>
          </p:cNvPr>
          <p:cNvSpPr/>
          <p:nvPr/>
        </p:nvSpPr>
        <p:spPr>
          <a:xfrm>
            <a:off x="6534116" y="5441688"/>
            <a:ext cx="1227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4" name="Text 106">
            <a:extLst>
              <a:ext uri="{FF2B5EF4-FFF2-40B4-BE49-F238E27FC236}">
                <a16:creationId xmlns:a16="http://schemas.microsoft.com/office/drawing/2014/main" id="{2ECBA947-EC33-8DCD-09A3-D0C8133F4CEA}"/>
              </a:ext>
            </a:extLst>
          </p:cNvPr>
          <p:cNvSpPr/>
          <p:nvPr/>
        </p:nvSpPr>
        <p:spPr>
          <a:xfrm>
            <a:off x="4743426" y="4990897"/>
            <a:ext cx="1227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5" name="Text 107">
            <a:extLst>
              <a:ext uri="{FF2B5EF4-FFF2-40B4-BE49-F238E27FC236}">
                <a16:creationId xmlns:a16="http://schemas.microsoft.com/office/drawing/2014/main" id="{1B2DA597-3179-8AE1-43AA-FA6499A9F4F7}"/>
              </a:ext>
            </a:extLst>
          </p:cNvPr>
          <p:cNvSpPr/>
          <p:nvPr/>
        </p:nvSpPr>
        <p:spPr>
          <a:xfrm>
            <a:off x="5537171" y="5314705"/>
            <a:ext cx="1227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6" name="Text 108">
            <a:extLst>
              <a:ext uri="{FF2B5EF4-FFF2-40B4-BE49-F238E27FC236}">
                <a16:creationId xmlns:a16="http://schemas.microsoft.com/office/drawing/2014/main" id="{0247266A-B838-C8D4-4939-4767DC6CD3CC}"/>
              </a:ext>
            </a:extLst>
          </p:cNvPr>
          <p:cNvSpPr/>
          <p:nvPr/>
        </p:nvSpPr>
        <p:spPr>
          <a:xfrm>
            <a:off x="5530822" y="5759147"/>
            <a:ext cx="12276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7" name="Text 109">
            <a:extLst>
              <a:ext uri="{FF2B5EF4-FFF2-40B4-BE49-F238E27FC236}">
                <a16:creationId xmlns:a16="http://schemas.microsoft.com/office/drawing/2014/main" id="{BE15EB8B-EC8F-9397-AF75-1C8CE0D0E11F}"/>
              </a:ext>
            </a:extLst>
          </p:cNvPr>
          <p:cNvSpPr/>
          <p:nvPr/>
        </p:nvSpPr>
        <p:spPr>
          <a:xfrm>
            <a:off x="7321512" y="5759147"/>
            <a:ext cx="12276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8" name="Text 110">
            <a:extLst>
              <a:ext uri="{FF2B5EF4-FFF2-40B4-BE49-F238E27FC236}">
                <a16:creationId xmlns:a16="http://schemas.microsoft.com/office/drawing/2014/main" id="{2B9B8F3E-A70D-EF9B-D9BA-979570DBDC04}"/>
              </a:ext>
            </a:extLst>
          </p:cNvPr>
          <p:cNvSpPr/>
          <p:nvPr/>
        </p:nvSpPr>
        <p:spPr>
          <a:xfrm>
            <a:off x="9118553" y="4419471"/>
            <a:ext cx="1100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89" name="Text 111">
            <a:extLst>
              <a:ext uri="{FF2B5EF4-FFF2-40B4-BE49-F238E27FC236}">
                <a16:creationId xmlns:a16="http://schemas.microsoft.com/office/drawing/2014/main" id="{889CF124-102C-A1FB-6758-553D792FA0C2}"/>
              </a:ext>
            </a:extLst>
          </p:cNvPr>
          <p:cNvSpPr/>
          <p:nvPr/>
        </p:nvSpPr>
        <p:spPr>
          <a:xfrm>
            <a:off x="10896543" y="4482963"/>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0" name="Text 112">
            <a:extLst>
              <a:ext uri="{FF2B5EF4-FFF2-40B4-BE49-F238E27FC236}">
                <a16:creationId xmlns:a16="http://schemas.microsoft.com/office/drawing/2014/main" id="{73E9841E-C5C9-EA42-BF02-C58D1B0D198A}"/>
              </a:ext>
            </a:extLst>
          </p:cNvPr>
          <p:cNvSpPr/>
          <p:nvPr/>
        </p:nvSpPr>
        <p:spPr>
          <a:xfrm>
            <a:off x="10896543" y="4844866"/>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1" name="Text 113">
            <a:extLst>
              <a:ext uri="{FF2B5EF4-FFF2-40B4-BE49-F238E27FC236}">
                <a16:creationId xmlns:a16="http://schemas.microsoft.com/office/drawing/2014/main" id="{0C5C42E7-EBDC-6BBD-943E-382C20265448}"/>
              </a:ext>
            </a:extLst>
          </p:cNvPr>
          <p:cNvSpPr/>
          <p:nvPr/>
        </p:nvSpPr>
        <p:spPr>
          <a:xfrm>
            <a:off x="6280118" y="4292488"/>
            <a:ext cx="1735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2" name="Text 114">
            <a:extLst>
              <a:ext uri="{FF2B5EF4-FFF2-40B4-BE49-F238E27FC236}">
                <a16:creationId xmlns:a16="http://schemas.microsoft.com/office/drawing/2014/main" id="{949BCA38-10B9-730D-CC31-72978625D1B7}"/>
              </a:ext>
            </a:extLst>
          </p:cNvPr>
          <p:cNvSpPr/>
          <p:nvPr/>
        </p:nvSpPr>
        <p:spPr>
          <a:xfrm>
            <a:off x="8121608" y="4292488"/>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3" name="Text 115">
            <a:extLst>
              <a:ext uri="{FF2B5EF4-FFF2-40B4-BE49-F238E27FC236}">
                <a16:creationId xmlns:a16="http://schemas.microsoft.com/office/drawing/2014/main" id="{53BB970D-89E9-A3F6-1942-BE287FAE9D56}"/>
              </a:ext>
            </a:extLst>
          </p:cNvPr>
          <p:cNvSpPr/>
          <p:nvPr/>
        </p:nvSpPr>
        <p:spPr>
          <a:xfrm>
            <a:off x="9899599" y="4743279"/>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4" name="Text 116">
            <a:extLst>
              <a:ext uri="{FF2B5EF4-FFF2-40B4-BE49-F238E27FC236}">
                <a16:creationId xmlns:a16="http://schemas.microsoft.com/office/drawing/2014/main" id="{7E9A91FC-CAA0-2095-CC67-9C7C618CACAA}"/>
              </a:ext>
            </a:extLst>
          </p:cNvPr>
          <p:cNvSpPr/>
          <p:nvPr/>
        </p:nvSpPr>
        <p:spPr>
          <a:xfrm>
            <a:off x="9899599" y="518772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5" name="Text 117">
            <a:extLst>
              <a:ext uri="{FF2B5EF4-FFF2-40B4-BE49-F238E27FC236}">
                <a16:creationId xmlns:a16="http://schemas.microsoft.com/office/drawing/2014/main" id="{8B10947F-B494-E998-C856-8EF3F05F8ABA}"/>
              </a:ext>
            </a:extLst>
          </p:cNvPr>
          <p:cNvSpPr/>
          <p:nvPr/>
        </p:nvSpPr>
        <p:spPr>
          <a:xfrm>
            <a:off x="11696639" y="5257562"/>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6" name="Text 118">
            <a:extLst>
              <a:ext uri="{FF2B5EF4-FFF2-40B4-BE49-F238E27FC236}">
                <a16:creationId xmlns:a16="http://schemas.microsoft.com/office/drawing/2014/main" id="{77E297DA-7CAB-CF78-FEB5-FBA14026346A}"/>
              </a:ext>
            </a:extLst>
          </p:cNvPr>
          <p:cNvSpPr/>
          <p:nvPr/>
        </p:nvSpPr>
        <p:spPr>
          <a:xfrm>
            <a:off x="11683939" y="5689306"/>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7" name="Text 119">
            <a:extLst>
              <a:ext uri="{FF2B5EF4-FFF2-40B4-BE49-F238E27FC236}">
                <a16:creationId xmlns:a16="http://schemas.microsoft.com/office/drawing/2014/main" id="{4D1AAFC6-7DED-57F0-3BA6-09A7B449CCF2}"/>
              </a:ext>
            </a:extLst>
          </p:cNvPr>
          <p:cNvSpPr/>
          <p:nvPr/>
        </p:nvSpPr>
        <p:spPr>
          <a:xfrm>
            <a:off x="9899599" y="5625814"/>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98" name="Text 120">
            <a:extLst>
              <a:ext uri="{FF2B5EF4-FFF2-40B4-BE49-F238E27FC236}">
                <a16:creationId xmlns:a16="http://schemas.microsoft.com/office/drawing/2014/main" id="{2AC82F23-8B0F-38B6-0238-05464DD8C998}"/>
              </a:ext>
            </a:extLst>
          </p:cNvPr>
          <p:cNvSpPr/>
          <p:nvPr/>
        </p:nvSpPr>
        <p:spPr>
          <a:xfrm>
            <a:off x="8121608" y="4736930"/>
            <a:ext cx="11641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9" name="Text 121">
            <a:extLst>
              <a:ext uri="{FF2B5EF4-FFF2-40B4-BE49-F238E27FC236}">
                <a16:creationId xmlns:a16="http://schemas.microsoft.com/office/drawing/2014/main" id="{ABA9DAB6-C7D9-3204-93F6-9D3F55EE476D}"/>
              </a:ext>
            </a:extLst>
          </p:cNvPr>
          <p:cNvSpPr/>
          <p:nvPr/>
        </p:nvSpPr>
        <p:spPr>
          <a:xfrm>
            <a:off x="8121608" y="518772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200" name="Text 122">
            <a:extLst>
              <a:ext uri="{FF2B5EF4-FFF2-40B4-BE49-F238E27FC236}">
                <a16:creationId xmlns:a16="http://schemas.microsoft.com/office/drawing/2014/main" id="{CC457471-BEDE-59E8-B9E3-0381F27574AF}"/>
              </a:ext>
            </a:extLst>
          </p:cNvPr>
          <p:cNvSpPr/>
          <p:nvPr/>
        </p:nvSpPr>
        <p:spPr>
          <a:xfrm>
            <a:off x="6343618" y="4736930"/>
            <a:ext cx="11006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201" name="Text 123">
            <a:extLst>
              <a:ext uri="{FF2B5EF4-FFF2-40B4-BE49-F238E27FC236}">
                <a16:creationId xmlns:a16="http://schemas.microsoft.com/office/drawing/2014/main" id="{88D311B2-3D19-4CBF-BDAE-EF5C70E4903B}"/>
              </a:ext>
            </a:extLst>
          </p:cNvPr>
          <p:cNvSpPr/>
          <p:nvPr/>
        </p:nvSpPr>
        <p:spPr>
          <a:xfrm>
            <a:off x="4438627" y="4203599"/>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Q4</a:t>
            </a:r>
            <a:endParaRPr lang="en-US" sz="800" dirty="0"/>
          </a:p>
        </p:txBody>
      </p:sp>
      <p:pic>
        <p:nvPicPr>
          <p:cNvPr id="202" name="Image 11" descr=" ">
            <a:extLst>
              <a:ext uri="{FF2B5EF4-FFF2-40B4-BE49-F238E27FC236}">
                <a16:creationId xmlns:a16="http://schemas.microsoft.com/office/drawing/2014/main" id="{6FB32608-AC13-28C2-5A7E-C5685A52AF7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70617" y="4248043"/>
            <a:ext cx="12700" cy="1777769"/>
          </a:xfrm>
          <a:prstGeom prst="rect">
            <a:avLst/>
          </a:prstGeom>
        </p:spPr>
      </p:pic>
      <p:pic>
        <p:nvPicPr>
          <p:cNvPr id="203" name="Image 12" descr=" ">
            <a:extLst>
              <a:ext uri="{FF2B5EF4-FFF2-40B4-BE49-F238E27FC236}">
                <a16:creationId xmlns:a16="http://schemas.microsoft.com/office/drawing/2014/main" id="{9E51DEA5-5C9D-EFCD-6064-53BAC9EFF51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692626" y="4241694"/>
            <a:ext cx="7143713" cy="12698"/>
          </a:xfrm>
          <a:prstGeom prst="rect">
            <a:avLst/>
          </a:prstGeom>
        </p:spPr>
      </p:pic>
      <p:pic>
        <p:nvPicPr>
          <p:cNvPr id="204" name="Image 13" descr=" ">
            <a:extLst>
              <a:ext uri="{FF2B5EF4-FFF2-40B4-BE49-F238E27FC236}">
                <a16:creationId xmlns:a16="http://schemas.microsoft.com/office/drawing/2014/main" id="{9CD0BAF2-8F8A-7A69-F330-33ACE100FF8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692626" y="4241694"/>
            <a:ext cx="3568681" cy="12698"/>
          </a:xfrm>
          <a:prstGeom prst="rect">
            <a:avLst/>
          </a:prstGeom>
        </p:spPr>
      </p:pic>
      <p:pic>
        <p:nvPicPr>
          <p:cNvPr id="205" name="Image 14" descr=" ">
            <a:extLst>
              <a:ext uri="{FF2B5EF4-FFF2-40B4-BE49-F238E27FC236}">
                <a16:creationId xmlns:a16="http://schemas.microsoft.com/office/drawing/2014/main" id="{C5D137D0-906E-0835-25E8-871BBDF7145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692626" y="4686136"/>
            <a:ext cx="7143713" cy="12698"/>
          </a:xfrm>
          <a:prstGeom prst="rect">
            <a:avLst/>
          </a:prstGeom>
        </p:spPr>
      </p:pic>
      <p:pic>
        <p:nvPicPr>
          <p:cNvPr id="206" name="Image 15" descr=" ">
            <a:extLst>
              <a:ext uri="{FF2B5EF4-FFF2-40B4-BE49-F238E27FC236}">
                <a16:creationId xmlns:a16="http://schemas.microsoft.com/office/drawing/2014/main" id="{0BB6FD75-A453-84F6-AF8B-14A193A6CF1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692626" y="5136928"/>
            <a:ext cx="7143713" cy="12698"/>
          </a:xfrm>
          <a:prstGeom prst="rect">
            <a:avLst/>
          </a:prstGeom>
        </p:spPr>
      </p:pic>
      <p:pic>
        <p:nvPicPr>
          <p:cNvPr id="207" name="Image 16" descr=" ">
            <a:extLst>
              <a:ext uri="{FF2B5EF4-FFF2-40B4-BE49-F238E27FC236}">
                <a16:creationId xmlns:a16="http://schemas.microsoft.com/office/drawing/2014/main" id="{068932B3-5F92-334E-E0C7-EC6767D4BB2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692626" y="5581370"/>
            <a:ext cx="7143713" cy="12698"/>
          </a:xfrm>
          <a:prstGeom prst="rect">
            <a:avLst/>
          </a:prstGeom>
        </p:spPr>
      </p:pic>
      <p:pic>
        <p:nvPicPr>
          <p:cNvPr id="208" name="Image 17" descr=" ">
            <a:extLst>
              <a:ext uri="{FF2B5EF4-FFF2-40B4-BE49-F238E27FC236}">
                <a16:creationId xmlns:a16="http://schemas.microsoft.com/office/drawing/2014/main" id="{275E2A06-8447-9EFD-A023-CAB31F1266F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692626" y="6032161"/>
            <a:ext cx="7143713" cy="12698"/>
          </a:xfrm>
          <a:prstGeom prst="rect">
            <a:avLst/>
          </a:prstGeom>
        </p:spPr>
      </p:pic>
      <p:pic>
        <p:nvPicPr>
          <p:cNvPr id="209" name="Image 18" descr=" ">
            <a:extLst>
              <a:ext uri="{FF2B5EF4-FFF2-40B4-BE49-F238E27FC236}">
                <a16:creationId xmlns:a16="http://schemas.microsoft.com/office/drawing/2014/main" id="{403CC276-070A-891F-BAFF-C5C8EE97276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254958" y="4248043"/>
            <a:ext cx="12700" cy="1777769"/>
          </a:xfrm>
          <a:prstGeom prst="rect">
            <a:avLst/>
          </a:prstGeom>
        </p:spPr>
      </p:pic>
      <p:pic>
        <p:nvPicPr>
          <p:cNvPr id="210" name="Image 19" descr=" ">
            <a:extLst>
              <a:ext uri="{FF2B5EF4-FFF2-40B4-BE49-F238E27FC236}">
                <a16:creationId xmlns:a16="http://schemas.microsoft.com/office/drawing/2014/main" id="{E8DF3C5B-83F3-6398-D021-D821460EA59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45648" y="4248043"/>
            <a:ext cx="12700" cy="1777769"/>
          </a:xfrm>
          <a:prstGeom prst="rect">
            <a:avLst/>
          </a:prstGeom>
        </p:spPr>
      </p:pic>
      <p:pic>
        <p:nvPicPr>
          <p:cNvPr id="211" name="Image 20" descr=" ">
            <a:extLst>
              <a:ext uri="{FF2B5EF4-FFF2-40B4-BE49-F238E27FC236}">
                <a16:creationId xmlns:a16="http://schemas.microsoft.com/office/drawing/2014/main" id="{513155CE-3CDF-B08C-AD61-193275C8F90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1823639" y="4305186"/>
            <a:ext cx="12700" cy="1784118"/>
          </a:xfrm>
          <a:prstGeom prst="rect">
            <a:avLst/>
          </a:prstGeom>
        </p:spPr>
      </p:pic>
      <p:pic>
        <p:nvPicPr>
          <p:cNvPr id="212" name="Image 21" descr=" ">
            <a:extLst>
              <a:ext uri="{FF2B5EF4-FFF2-40B4-BE49-F238E27FC236}">
                <a16:creationId xmlns:a16="http://schemas.microsoft.com/office/drawing/2014/main" id="{40E48B08-2DB4-30B3-FCE6-5866AFF79CE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645863" y="4165504"/>
            <a:ext cx="7190476" cy="1866657"/>
          </a:xfrm>
          <a:prstGeom prst="rect">
            <a:avLst/>
          </a:prstGeom>
        </p:spPr>
      </p:pic>
      <p:pic>
        <p:nvPicPr>
          <p:cNvPr id="213" name="Image 22" descr=" ">
            <a:extLst>
              <a:ext uri="{FF2B5EF4-FFF2-40B4-BE49-F238E27FC236}">
                <a16:creationId xmlns:a16="http://schemas.microsoft.com/office/drawing/2014/main" id="{77EF98B2-350D-3D44-2B6C-6529A7174EC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267657" y="4686136"/>
            <a:ext cx="3562332" cy="469839"/>
          </a:xfrm>
          <a:prstGeom prst="rect">
            <a:avLst/>
          </a:prstGeom>
        </p:spPr>
      </p:pic>
      <p:pic>
        <p:nvPicPr>
          <p:cNvPr id="214" name="Image 23" descr=" ">
            <a:extLst>
              <a:ext uri="{FF2B5EF4-FFF2-40B4-BE49-F238E27FC236}">
                <a16:creationId xmlns:a16="http://schemas.microsoft.com/office/drawing/2014/main" id="{8DC72FD3-395D-48DA-2E1C-74A6E3553453}"/>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692626" y="5136927"/>
            <a:ext cx="3562332" cy="463490"/>
          </a:xfrm>
          <a:prstGeom prst="rect">
            <a:avLst/>
          </a:prstGeom>
        </p:spPr>
      </p:pic>
      <p:sp>
        <p:nvSpPr>
          <p:cNvPr id="215" name="Shape 10">
            <a:extLst>
              <a:ext uri="{FF2B5EF4-FFF2-40B4-BE49-F238E27FC236}">
                <a16:creationId xmlns:a16="http://schemas.microsoft.com/office/drawing/2014/main" id="{2E9EBD0D-8218-4D1B-F3A2-B4C4D07A301E}"/>
              </a:ext>
            </a:extLst>
          </p:cNvPr>
          <p:cNvSpPr/>
          <p:nvPr/>
        </p:nvSpPr>
        <p:spPr>
          <a:xfrm>
            <a:off x="8178758"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16" name="Shape 12">
            <a:extLst>
              <a:ext uri="{FF2B5EF4-FFF2-40B4-BE49-F238E27FC236}">
                <a16:creationId xmlns:a16="http://schemas.microsoft.com/office/drawing/2014/main" id="{AB5DB325-EF85-D7C9-2748-D91D05B5E92D}"/>
              </a:ext>
            </a:extLst>
          </p:cNvPr>
          <p:cNvSpPr/>
          <p:nvPr/>
        </p:nvSpPr>
        <p:spPr>
          <a:xfrm>
            <a:off x="4419578" y="2286149"/>
            <a:ext cx="3555981" cy="253967"/>
          </a:xfrm>
          <a:prstGeom prst="rect">
            <a:avLst/>
          </a:prstGeom>
          <a:solidFill>
            <a:srgbClr val="F5F4F4">
              <a:alpha val="100000"/>
            </a:srgbClr>
          </a:solidFill>
          <a:ln/>
        </p:spPr>
        <p:txBody>
          <a:bodyPr/>
          <a:lstStyle/>
          <a:p>
            <a:r>
              <a:rPr lang="ru-RU" sz="1000" dirty="0"/>
              <a:t>1. </a:t>
            </a:r>
            <a:r>
              <a:rPr lang="en-US" sz="1000" dirty="0"/>
              <a:t>Lorem ipsum dolor sit </a:t>
            </a:r>
            <a:r>
              <a:rPr lang="en-US" sz="1000" dirty="0" err="1"/>
              <a:t>amet</a:t>
            </a:r>
            <a:r>
              <a:rPr lang="en-US" sz="1000" dirty="0"/>
              <a:t> </a:t>
            </a:r>
            <a:endParaRPr lang="ru-RU" sz="1000" dirty="0"/>
          </a:p>
        </p:txBody>
      </p:sp>
      <p:sp>
        <p:nvSpPr>
          <p:cNvPr id="217" name="Shape 14">
            <a:extLst>
              <a:ext uri="{FF2B5EF4-FFF2-40B4-BE49-F238E27FC236}">
                <a16:creationId xmlns:a16="http://schemas.microsoft.com/office/drawing/2014/main" id="{C2C2DE1C-9E7A-F6F7-B52A-AA3A64DD7102}"/>
              </a:ext>
            </a:extLst>
          </p:cNvPr>
          <p:cNvSpPr/>
          <p:nvPr/>
        </p:nvSpPr>
        <p:spPr>
          <a:xfrm>
            <a:off x="9931349"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18" name="Shape 16">
            <a:extLst>
              <a:ext uri="{FF2B5EF4-FFF2-40B4-BE49-F238E27FC236}">
                <a16:creationId xmlns:a16="http://schemas.microsoft.com/office/drawing/2014/main" id="{72526AA7-1AEF-2009-F11A-E8B6BC35CB64}"/>
              </a:ext>
            </a:extLst>
          </p:cNvPr>
          <p:cNvSpPr/>
          <p:nvPr/>
        </p:nvSpPr>
        <p:spPr>
          <a:xfrm>
            <a:off x="8966154"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19" name="Shape 18">
            <a:extLst>
              <a:ext uri="{FF2B5EF4-FFF2-40B4-BE49-F238E27FC236}">
                <a16:creationId xmlns:a16="http://schemas.microsoft.com/office/drawing/2014/main" id="{1DC3021F-8A4D-B750-F914-385683499542}"/>
              </a:ext>
            </a:extLst>
          </p:cNvPr>
          <p:cNvSpPr/>
          <p:nvPr/>
        </p:nvSpPr>
        <p:spPr>
          <a:xfrm>
            <a:off x="10718745"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0" name="Shape 27">
            <a:extLst>
              <a:ext uri="{FF2B5EF4-FFF2-40B4-BE49-F238E27FC236}">
                <a16:creationId xmlns:a16="http://schemas.microsoft.com/office/drawing/2014/main" id="{ACF21D6D-D0A3-0290-BBC2-738FA456439C}"/>
              </a:ext>
            </a:extLst>
          </p:cNvPr>
          <p:cNvSpPr/>
          <p:nvPr/>
        </p:nvSpPr>
        <p:spPr>
          <a:xfrm>
            <a:off x="8178758"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1" name="Shape 29">
            <a:extLst>
              <a:ext uri="{FF2B5EF4-FFF2-40B4-BE49-F238E27FC236}">
                <a16:creationId xmlns:a16="http://schemas.microsoft.com/office/drawing/2014/main" id="{E870AF01-C403-84FB-ADAA-C6E21993FACA}"/>
              </a:ext>
            </a:extLst>
          </p:cNvPr>
          <p:cNvSpPr/>
          <p:nvPr/>
        </p:nvSpPr>
        <p:spPr>
          <a:xfrm>
            <a:off x="4419578" y="2565512"/>
            <a:ext cx="3555981" cy="253967"/>
          </a:xfrm>
          <a:prstGeom prst="rect">
            <a:avLst/>
          </a:prstGeom>
          <a:solidFill>
            <a:srgbClr val="F5F4F4">
              <a:alpha val="100000"/>
            </a:srgbClr>
          </a:solidFill>
          <a:ln/>
        </p:spPr>
        <p:txBody>
          <a:bodyPr/>
          <a:lstStyle/>
          <a:p>
            <a:r>
              <a:rPr lang="ru-RU" sz="1000" dirty="0"/>
              <a:t>2. </a:t>
            </a:r>
            <a:r>
              <a:rPr lang="en-US" sz="1000" dirty="0"/>
              <a:t>Lorem ipsum dolor sit </a:t>
            </a:r>
            <a:r>
              <a:rPr lang="en-US" sz="1000" dirty="0" err="1"/>
              <a:t>amet</a:t>
            </a:r>
            <a:r>
              <a:rPr lang="en-US" sz="1000" dirty="0"/>
              <a:t> </a:t>
            </a:r>
            <a:endParaRPr lang="ru-RU" sz="1000" dirty="0"/>
          </a:p>
        </p:txBody>
      </p:sp>
      <p:sp>
        <p:nvSpPr>
          <p:cNvPr id="222" name="Shape 31">
            <a:extLst>
              <a:ext uri="{FF2B5EF4-FFF2-40B4-BE49-F238E27FC236}">
                <a16:creationId xmlns:a16="http://schemas.microsoft.com/office/drawing/2014/main" id="{E08743A3-CDE1-0F47-D70D-CE0E18E9E987}"/>
              </a:ext>
            </a:extLst>
          </p:cNvPr>
          <p:cNvSpPr/>
          <p:nvPr/>
        </p:nvSpPr>
        <p:spPr>
          <a:xfrm>
            <a:off x="9931349"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3" name="Shape 40">
            <a:extLst>
              <a:ext uri="{FF2B5EF4-FFF2-40B4-BE49-F238E27FC236}">
                <a16:creationId xmlns:a16="http://schemas.microsoft.com/office/drawing/2014/main" id="{82D8E021-C469-A3C3-9761-71EB028999EB}"/>
              </a:ext>
            </a:extLst>
          </p:cNvPr>
          <p:cNvSpPr/>
          <p:nvPr/>
        </p:nvSpPr>
        <p:spPr>
          <a:xfrm>
            <a:off x="8178758" y="2844876"/>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4" name="Shape 42">
            <a:extLst>
              <a:ext uri="{FF2B5EF4-FFF2-40B4-BE49-F238E27FC236}">
                <a16:creationId xmlns:a16="http://schemas.microsoft.com/office/drawing/2014/main" id="{4DCE1DBB-E7DE-9B4F-79A9-AEB52AEEE1A8}"/>
              </a:ext>
            </a:extLst>
          </p:cNvPr>
          <p:cNvSpPr/>
          <p:nvPr/>
        </p:nvSpPr>
        <p:spPr>
          <a:xfrm>
            <a:off x="4419578" y="2844876"/>
            <a:ext cx="3555981" cy="253967"/>
          </a:xfrm>
          <a:prstGeom prst="rect">
            <a:avLst/>
          </a:prstGeom>
          <a:solidFill>
            <a:srgbClr val="F5F4F4">
              <a:alpha val="100000"/>
            </a:srgbClr>
          </a:solidFill>
          <a:ln/>
        </p:spPr>
        <p:txBody>
          <a:bodyPr/>
          <a:lstStyle/>
          <a:p>
            <a:r>
              <a:rPr lang="ru-RU" sz="1000" dirty="0"/>
              <a:t>3. </a:t>
            </a:r>
            <a:r>
              <a:rPr lang="en-US" sz="1000" dirty="0"/>
              <a:t>Lorem ipsum dolor sit </a:t>
            </a:r>
            <a:r>
              <a:rPr lang="en-US" sz="1000" dirty="0" err="1"/>
              <a:t>amet</a:t>
            </a:r>
            <a:r>
              <a:rPr lang="en-US" sz="1000" dirty="0"/>
              <a:t> </a:t>
            </a:r>
            <a:endParaRPr lang="ru-RU" sz="1000" dirty="0"/>
          </a:p>
        </p:txBody>
      </p:sp>
      <p:sp>
        <p:nvSpPr>
          <p:cNvPr id="225" name="Shape 44">
            <a:extLst>
              <a:ext uri="{FF2B5EF4-FFF2-40B4-BE49-F238E27FC236}">
                <a16:creationId xmlns:a16="http://schemas.microsoft.com/office/drawing/2014/main" id="{AF791024-D470-9038-696F-B4DDB94041B8}"/>
              </a:ext>
            </a:extLst>
          </p:cNvPr>
          <p:cNvSpPr/>
          <p:nvPr/>
        </p:nvSpPr>
        <p:spPr>
          <a:xfrm>
            <a:off x="9931349" y="2844876"/>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6" name="Shape 66">
            <a:extLst>
              <a:ext uri="{FF2B5EF4-FFF2-40B4-BE49-F238E27FC236}">
                <a16:creationId xmlns:a16="http://schemas.microsoft.com/office/drawing/2014/main" id="{612F5EC3-6AD8-5795-5AD9-25442FD773F4}"/>
              </a:ext>
            </a:extLst>
          </p:cNvPr>
          <p:cNvSpPr/>
          <p:nvPr/>
        </p:nvSpPr>
        <p:spPr>
          <a:xfrm>
            <a:off x="8966154"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7" name="Shape 68">
            <a:extLst>
              <a:ext uri="{FF2B5EF4-FFF2-40B4-BE49-F238E27FC236}">
                <a16:creationId xmlns:a16="http://schemas.microsoft.com/office/drawing/2014/main" id="{073C4108-9520-9A52-5885-B43EA2FE1733}"/>
              </a:ext>
            </a:extLst>
          </p:cNvPr>
          <p:cNvSpPr/>
          <p:nvPr/>
        </p:nvSpPr>
        <p:spPr>
          <a:xfrm>
            <a:off x="10718745"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3" name="Заголовок 2">
            <a:extLst>
              <a:ext uri="{FF2B5EF4-FFF2-40B4-BE49-F238E27FC236}">
                <a16:creationId xmlns:a16="http://schemas.microsoft.com/office/drawing/2014/main" id="{AA3FA548-B536-C769-C86F-91417311A45F}"/>
              </a:ext>
            </a:extLst>
          </p:cNvPr>
          <p:cNvSpPr>
            <a:spLocks noGrp="1"/>
          </p:cNvSpPr>
          <p:nvPr>
            <p:ph type="title"/>
          </p:nvPr>
        </p:nvSpPr>
        <p:spPr>
          <a:xfrm>
            <a:off x="360000" y="252000"/>
            <a:ext cx="9533300" cy="393698"/>
          </a:xfrm>
        </p:spPr>
        <p:txBody>
          <a:bodyPr/>
          <a:lstStyle/>
          <a:p>
            <a:r>
              <a:rPr lang="ru-RU" dirty="0"/>
              <a:t>Слайд с сегментацией</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2" name="Image 21" descr=" ">
            <a:extLst>
              <a:ext uri="{FF2B5EF4-FFF2-40B4-BE49-F238E27FC236}">
                <a16:creationId xmlns:a16="http://schemas.microsoft.com/office/drawing/2014/main" id="{40E48B08-2DB4-30B3-FCE6-5866AFF79CEE}"/>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45863" y="4165504"/>
            <a:ext cx="7190476" cy="1866657"/>
          </a:xfrm>
          <a:prstGeom prst="rect">
            <a:avLst/>
          </a:prstGeom>
        </p:spPr>
      </p:pic>
      <p:sp>
        <p:nvSpPr>
          <p:cNvPr id="15" name="Shape 2"/>
          <p:cNvSpPr/>
          <p:nvPr/>
        </p:nvSpPr>
        <p:spPr>
          <a:xfrm>
            <a:off x="355598" y="762347"/>
            <a:ext cx="3759181" cy="304760"/>
          </a:xfrm>
          <a:prstGeom prst="rect">
            <a:avLst/>
          </a:prstGeom>
          <a:solidFill>
            <a:srgbClr val="FAE6E9"/>
          </a:solidFill>
          <a:ln/>
        </p:spPr>
      </p:sp>
      <p:sp>
        <p:nvSpPr>
          <p:cNvPr id="16" name="Text 3"/>
          <p:cNvSpPr/>
          <p:nvPr/>
        </p:nvSpPr>
        <p:spPr>
          <a:xfrm>
            <a:off x="507997" y="832188"/>
            <a:ext cx="1269994"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Текущий подход</a:t>
            </a:r>
            <a:endParaRPr lang="en-US" sz="1200" dirty="0"/>
          </a:p>
        </p:txBody>
      </p:sp>
      <p:sp>
        <p:nvSpPr>
          <p:cNvPr id="17" name="Shape 4"/>
          <p:cNvSpPr/>
          <p:nvPr/>
        </p:nvSpPr>
        <p:spPr>
          <a:xfrm>
            <a:off x="355598" y="1092504"/>
            <a:ext cx="3759181" cy="304760"/>
          </a:xfrm>
          <a:prstGeom prst="rect">
            <a:avLst/>
          </a:prstGeom>
          <a:solidFill>
            <a:srgbClr val="E5E5E5"/>
          </a:solidFill>
          <a:ln/>
        </p:spPr>
      </p:sp>
      <p:sp>
        <p:nvSpPr>
          <p:cNvPr id="18" name="Text 5"/>
          <p:cNvSpPr/>
          <p:nvPr/>
        </p:nvSpPr>
        <p:spPr>
          <a:xfrm>
            <a:off x="507998" y="1162344"/>
            <a:ext cx="980560" cy="219907"/>
          </a:xfrm>
          <a:prstGeom prst="rect">
            <a:avLst/>
          </a:prstGeom>
          <a:noFill/>
          <a:ln/>
        </p:spPr>
        <p:txBody>
          <a:bodyPr wrap="square" lIns="0" tIns="0" rIns="0" bIns="0" rtlCol="0" anchor="t"/>
          <a:lstStyle/>
          <a:p>
            <a:pPr>
              <a:lnSpc>
                <a:spcPts val="1320"/>
              </a:lnSpc>
            </a:pPr>
            <a:r>
              <a:rPr lang="ru-RU" sz="1200" dirty="0">
                <a:solidFill>
                  <a:srgbClr val="000000">
                    <a:alpha val="100000"/>
                  </a:srgbClr>
                </a:solidFill>
                <a:ea typeface="Stapel" pitchFamily="34" charset="-122"/>
                <a:cs typeface="Stapel" pitchFamily="34" charset="-120"/>
              </a:rPr>
              <a:t>Компания Х</a:t>
            </a:r>
            <a:endParaRPr lang="en-US" sz="1200" dirty="0"/>
          </a:p>
        </p:txBody>
      </p:sp>
      <p:sp>
        <p:nvSpPr>
          <p:cNvPr id="19" name="Shape 6"/>
          <p:cNvSpPr/>
          <p:nvPr/>
        </p:nvSpPr>
        <p:spPr>
          <a:xfrm>
            <a:off x="355598" y="3765058"/>
            <a:ext cx="3759181" cy="355554"/>
          </a:xfrm>
          <a:prstGeom prst="rect">
            <a:avLst/>
          </a:prstGeom>
          <a:solidFill>
            <a:srgbClr val="E5E5E5"/>
          </a:solidFill>
          <a:ln/>
        </p:spPr>
      </p:sp>
      <p:sp>
        <p:nvSpPr>
          <p:cNvPr id="20" name="Text 7"/>
          <p:cNvSpPr/>
          <p:nvPr/>
        </p:nvSpPr>
        <p:spPr>
          <a:xfrm>
            <a:off x="507996" y="3866157"/>
            <a:ext cx="1129417" cy="191855"/>
          </a:xfrm>
          <a:prstGeom prst="rect">
            <a:avLst/>
          </a:prstGeom>
          <a:noFill/>
          <a:ln/>
        </p:spPr>
        <p:txBody>
          <a:bodyPr wrap="square" lIns="0" tIns="0" rIns="0" bIns="0" rtlCol="0" anchor="t"/>
          <a:lstStyle/>
          <a:p>
            <a:pPr>
              <a:lnSpc>
                <a:spcPts val="1320"/>
              </a:lnSpc>
            </a:pPr>
            <a:r>
              <a:rPr lang="ru-RU" sz="1200" dirty="0">
                <a:solidFill>
                  <a:srgbClr val="000000">
                    <a:alpha val="100000"/>
                  </a:srgbClr>
                </a:solidFill>
                <a:ea typeface="Stapel" pitchFamily="34" charset="-122"/>
                <a:cs typeface="Stapel" pitchFamily="34" charset="-120"/>
              </a:rPr>
              <a:t>Компания ХХ</a:t>
            </a:r>
            <a:endParaRPr lang="en-US" sz="1200" dirty="0"/>
          </a:p>
        </p:txBody>
      </p:sp>
      <p:sp>
        <p:nvSpPr>
          <p:cNvPr id="61" name="Text 48"/>
          <p:cNvSpPr/>
          <p:nvPr/>
        </p:nvSpPr>
        <p:spPr>
          <a:xfrm>
            <a:off x="355598" y="1498851"/>
            <a:ext cx="3801514" cy="321692"/>
          </a:xfrm>
          <a:prstGeom prst="rect">
            <a:avLst/>
          </a:prstGeom>
          <a:noFill/>
          <a:ln/>
        </p:spPr>
        <p:txBody>
          <a:bodyPr wrap="square" lIns="0" tIns="0" rIns="0" bIns="0" rtlCol="0" anchor="t"/>
          <a:lstStyle/>
          <a:p>
            <a:pPr>
              <a:lnSpc>
                <a:spcPts val="1100"/>
              </a:lnSpc>
            </a:pPr>
            <a:r>
              <a:rPr lang="en-US" sz="1000" dirty="0"/>
              <a:t>Lorem ipsum dolor sit </a:t>
            </a:r>
            <a:r>
              <a:rPr lang="en-US" sz="1000" dirty="0" err="1"/>
              <a:t>amet</a:t>
            </a:r>
            <a:r>
              <a:rPr lang="en-US" sz="1000" dirty="0"/>
              <a:t>, </a:t>
            </a:r>
            <a:r>
              <a:rPr lang="en-US" sz="1000" dirty="0" err="1"/>
              <a:t>idque</a:t>
            </a:r>
            <a:r>
              <a:rPr lang="en-US" sz="1000" dirty="0"/>
              <a:t> </a:t>
            </a:r>
            <a:r>
              <a:rPr lang="en-US" sz="1000" dirty="0" err="1"/>
              <a:t>iuvaret</a:t>
            </a:r>
            <a:r>
              <a:rPr lang="en-US" sz="1000" dirty="0"/>
              <a:t> </a:t>
            </a:r>
            <a:r>
              <a:rPr lang="en-US" sz="1000" dirty="0" err="1"/>
              <a:t>ut</a:t>
            </a:r>
            <a:r>
              <a:rPr lang="en-US" sz="1000" dirty="0"/>
              <a:t> cum.</a:t>
            </a:r>
            <a:r>
              <a:rPr lang="ru-RU" sz="1000" dirty="0"/>
              <a:t> </a:t>
            </a:r>
            <a:r>
              <a:rPr lang="en-US" sz="1000" dirty="0"/>
              <a:t>Mel </a:t>
            </a:r>
            <a:r>
              <a:rPr lang="en-US" sz="1000" dirty="0" err="1"/>
              <a:t>dolores</a:t>
            </a:r>
            <a:r>
              <a:rPr lang="en-US" sz="1000" dirty="0"/>
              <a:t> </a:t>
            </a:r>
            <a:r>
              <a:rPr lang="en-US" sz="1000" dirty="0" err="1"/>
              <a:t>senserit</a:t>
            </a:r>
            <a:r>
              <a:rPr lang="en-US" sz="1000" dirty="0"/>
              <a:t> </a:t>
            </a:r>
            <a:r>
              <a:rPr lang="en-US" sz="1000" dirty="0" err="1"/>
              <a:t>elaboraret</a:t>
            </a:r>
            <a:r>
              <a:rPr lang="en-US" sz="1000" dirty="0"/>
              <a:t> </a:t>
            </a:r>
            <a:r>
              <a:rPr lang="en-US" sz="1000" dirty="0" err="1"/>
              <a:t>eu</a:t>
            </a:r>
            <a:r>
              <a:rPr lang="en-US" sz="1000" dirty="0">
                <a:solidFill>
                  <a:srgbClr val="000000">
                    <a:alpha val="100000"/>
                  </a:srgbClr>
                </a:solidFill>
                <a:ea typeface="Stapel" pitchFamily="34" charset="-122"/>
                <a:cs typeface="Stapel" pitchFamily="34" charset="-120"/>
              </a:rPr>
              <a:t>:</a:t>
            </a:r>
            <a:endParaRPr lang="en-US" sz="1000" dirty="0"/>
          </a:p>
        </p:txBody>
      </p:sp>
      <p:sp>
        <p:nvSpPr>
          <p:cNvPr id="62" name="Text 49"/>
          <p:cNvSpPr/>
          <p:nvPr/>
        </p:nvSpPr>
        <p:spPr>
          <a:xfrm>
            <a:off x="4500876" y="1180906"/>
            <a:ext cx="7347188" cy="461373"/>
          </a:xfrm>
          <a:prstGeom prst="rect">
            <a:avLst/>
          </a:prstGeom>
          <a:noFill/>
          <a:ln/>
        </p:spPr>
        <p:txBody>
          <a:bodyPr wrap="square" lIns="0" tIns="0" rIns="0" bIns="0" rtlCol="0" anchor="t"/>
          <a:lstStyle/>
          <a:p>
            <a:pPr lvl="0" defTabSz="914400">
              <a:defRPr/>
            </a:pPr>
            <a:r>
              <a:rPr lang="en-US" sz="1100" dirty="0"/>
              <a:t>Lorem ipsum dolor sit </a:t>
            </a:r>
            <a:r>
              <a:rPr lang="en-US" sz="1100" dirty="0" err="1"/>
              <a:t>amet</a:t>
            </a:r>
            <a:r>
              <a:rPr lang="en-US" sz="1100" dirty="0"/>
              <a:t>, </a:t>
            </a:r>
            <a:r>
              <a:rPr lang="en-US" sz="1100" dirty="0" err="1"/>
              <a:t>idque</a:t>
            </a:r>
            <a:r>
              <a:rPr lang="en-US" sz="1100" dirty="0"/>
              <a:t> </a:t>
            </a:r>
            <a:r>
              <a:rPr lang="en-US" sz="1100" dirty="0" err="1"/>
              <a:t>iuvaret</a:t>
            </a:r>
            <a:r>
              <a:rPr lang="en-US" sz="1100" dirty="0"/>
              <a:t> </a:t>
            </a:r>
            <a:r>
              <a:rPr lang="en-US" sz="1100" dirty="0" err="1"/>
              <a:t>ut</a:t>
            </a:r>
            <a:r>
              <a:rPr lang="en-US" sz="1100" dirty="0"/>
              <a:t> cum. Mel </a:t>
            </a:r>
            <a:r>
              <a:rPr lang="en-US" sz="1100" dirty="0" err="1"/>
              <a:t>dolores</a:t>
            </a:r>
            <a:r>
              <a:rPr lang="en-US" sz="1100" dirty="0"/>
              <a:t> </a:t>
            </a:r>
            <a:r>
              <a:rPr lang="en-US" sz="1100" dirty="0" err="1"/>
              <a:t>senserit</a:t>
            </a:r>
            <a:r>
              <a:rPr lang="en-US" sz="1100" dirty="0"/>
              <a:t> </a:t>
            </a:r>
            <a:r>
              <a:rPr lang="en-US" sz="1100" dirty="0" err="1"/>
              <a:t>elaboraret</a:t>
            </a:r>
            <a:r>
              <a:rPr lang="en-US" sz="1100" dirty="0"/>
              <a:t> </a:t>
            </a:r>
            <a:r>
              <a:rPr lang="en-US" sz="1100" dirty="0" err="1"/>
              <a:t>eu</a:t>
            </a:r>
            <a:r>
              <a:rPr lang="en-US" sz="1100" dirty="0"/>
              <a:t>. Maecenas tempus, </a:t>
            </a:r>
            <a:r>
              <a:rPr lang="en-US" sz="1100" dirty="0" err="1"/>
              <a:t>tellus</a:t>
            </a:r>
            <a:r>
              <a:rPr lang="en-US" sz="1100" dirty="0"/>
              <a:t> </a:t>
            </a:r>
            <a:r>
              <a:rPr lang="en-US" sz="1100" dirty="0" err="1"/>
              <a:t>eget</a:t>
            </a:r>
            <a:r>
              <a:rPr lang="en-US" sz="1100" dirty="0"/>
              <a:t> </a:t>
            </a:r>
            <a:r>
              <a:rPr lang="en-US" sz="1100" dirty="0" err="1"/>
              <a:t>condimentum</a:t>
            </a:r>
            <a:r>
              <a:rPr lang="en-US" sz="1100" dirty="0"/>
              <a:t> </a:t>
            </a:r>
            <a:r>
              <a:rPr lang="en-US" sz="1100" dirty="0" err="1"/>
              <a:t>rhoncus</a:t>
            </a:r>
            <a:r>
              <a:rPr lang="en-US" sz="1100" dirty="0"/>
              <a:t>, </a:t>
            </a:r>
            <a:r>
              <a:rPr lang="en-US" sz="1100" dirty="0" err="1"/>
              <a:t>sem</a:t>
            </a:r>
            <a:r>
              <a:rPr lang="en-US" sz="1100" dirty="0"/>
              <a:t> </a:t>
            </a:r>
            <a:r>
              <a:rPr lang="en-US" sz="1100" dirty="0" err="1"/>
              <a:t>quam</a:t>
            </a:r>
            <a:r>
              <a:rPr lang="en-US" sz="1100" dirty="0"/>
              <a:t> semper libero, sit </a:t>
            </a:r>
            <a:r>
              <a:rPr lang="en-US" sz="1100" dirty="0" err="1"/>
              <a:t>amet</a:t>
            </a:r>
            <a:r>
              <a:rPr lang="en-US" sz="1100" dirty="0"/>
              <a:t> </a:t>
            </a:r>
            <a:r>
              <a:rPr lang="en-US" sz="1100" dirty="0" err="1"/>
              <a:t>adipiscing</a:t>
            </a:r>
            <a:r>
              <a:rPr lang="en-US" sz="1100" dirty="0"/>
              <a:t> </a:t>
            </a:r>
            <a:r>
              <a:rPr lang="en-US" sz="1100" dirty="0" err="1"/>
              <a:t>sem</a:t>
            </a:r>
            <a:r>
              <a:rPr lang="en-US" sz="1100" dirty="0"/>
              <a:t> </a:t>
            </a:r>
            <a:r>
              <a:rPr lang="en-US" sz="1100" dirty="0" err="1"/>
              <a:t>neque</a:t>
            </a:r>
            <a:r>
              <a:rPr lang="en-US" sz="1100" dirty="0"/>
              <a:t> sed ipsum. </a:t>
            </a:r>
          </a:p>
        </p:txBody>
      </p:sp>
      <p:sp>
        <p:nvSpPr>
          <p:cNvPr id="63" name="Text 50"/>
          <p:cNvSpPr/>
          <p:nvPr/>
        </p:nvSpPr>
        <p:spPr>
          <a:xfrm>
            <a:off x="355598" y="4228053"/>
            <a:ext cx="3801514" cy="321692"/>
          </a:xfrm>
          <a:prstGeom prst="rect">
            <a:avLst/>
          </a:prstGeom>
          <a:noFill/>
          <a:ln/>
        </p:spPr>
        <p:txBody>
          <a:bodyPr wrap="square" lIns="0" tIns="0" rIns="0" bIns="0" rtlCol="0" anchor="t"/>
          <a:lstStyle/>
          <a:p>
            <a:pPr>
              <a:lnSpc>
                <a:spcPts val="1100"/>
              </a:lnSpc>
            </a:pPr>
            <a:r>
              <a:rPr lang="en-US" sz="1000" dirty="0"/>
              <a:t>Lorem ipsum dolor sit </a:t>
            </a:r>
            <a:r>
              <a:rPr lang="en-US" sz="1000" dirty="0" err="1"/>
              <a:t>amet</a:t>
            </a:r>
            <a:r>
              <a:rPr lang="en-US" sz="1000" dirty="0"/>
              <a:t>, </a:t>
            </a:r>
            <a:r>
              <a:rPr lang="en-US" sz="1000" dirty="0" err="1"/>
              <a:t>idque</a:t>
            </a:r>
            <a:r>
              <a:rPr lang="en-US" sz="1000" dirty="0"/>
              <a:t> </a:t>
            </a:r>
            <a:r>
              <a:rPr lang="en-US" sz="1000" dirty="0" err="1"/>
              <a:t>iuvaret</a:t>
            </a:r>
            <a:r>
              <a:rPr lang="en-US" sz="1000" dirty="0"/>
              <a:t> </a:t>
            </a:r>
            <a:r>
              <a:rPr lang="en-US" sz="1000" dirty="0" err="1"/>
              <a:t>ut</a:t>
            </a:r>
            <a:r>
              <a:rPr lang="en-US" sz="1000" dirty="0"/>
              <a:t> cum.</a:t>
            </a:r>
            <a:r>
              <a:rPr lang="ru-RU" sz="1000" dirty="0"/>
              <a:t> </a:t>
            </a:r>
            <a:r>
              <a:rPr lang="en-US" sz="1000" dirty="0"/>
              <a:t>Mel </a:t>
            </a:r>
            <a:r>
              <a:rPr lang="en-US" sz="1000" dirty="0" err="1"/>
              <a:t>dolores</a:t>
            </a:r>
            <a:r>
              <a:rPr lang="en-US" sz="1000" dirty="0"/>
              <a:t> </a:t>
            </a:r>
            <a:r>
              <a:rPr lang="en-US" sz="1000" dirty="0" err="1"/>
              <a:t>senserit</a:t>
            </a:r>
            <a:r>
              <a:rPr lang="en-US" sz="1000" dirty="0"/>
              <a:t> </a:t>
            </a:r>
            <a:r>
              <a:rPr lang="en-US" sz="1000" dirty="0" err="1"/>
              <a:t>elaboraret</a:t>
            </a:r>
            <a:r>
              <a:rPr lang="en-US" sz="1000" dirty="0"/>
              <a:t> </a:t>
            </a:r>
            <a:r>
              <a:rPr lang="en-US" sz="1000" dirty="0" err="1"/>
              <a:t>eu</a:t>
            </a:r>
            <a:r>
              <a:rPr lang="en-US" sz="1000" dirty="0">
                <a:solidFill>
                  <a:srgbClr val="000000">
                    <a:alpha val="100000"/>
                  </a:srgbClr>
                </a:solidFill>
                <a:ea typeface="Stapel" pitchFamily="34" charset="-122"/>
                <a:cs typeface="Stapel" pitchFamily="34" charset="-120"/>
              </a:rPr>
              <a:t>:</a:t>
            </a:r>
            <a:endParaRPr lang="en-US" sz="1000" dirty="0"/>
          </a:p>
        </p:txBody>
      </p:sp>
      <p:sp>
        <p:nvSpPr>
          <p:cNvPr id="64" name="Text 51"/>
          <p:cNvSpPr/>
          <p:nvPr/>
        </p:nvSpPr>
        <p:spPr>
          <a:xfrm>
            <a:off x="355599" y="2094220"/>
            <a:ext cx="1871123"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Критерий</a:t>
            </a:r>
            <a:endParaRPr lang="en-US" sz="1000" dirty="0"/>
          </a:p>
        </p:txBody>
      </p:sp>
      <p:sp>
        <p:nvSpPr>
          <p:cNvPr id="65" name="Text 52"/>
          <p:cNvSpPr/>
          <p:nvPr/>
        </p:nvSpPr>
        <p:spPr>
          <a:xfrm>
            <a:off x="4438628" y="3700265"/>
            <a:ext cx="3352782"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Матрица для определения сегмента клиента</a:t>
            </a:r>
            <a:endParaRPr lang="en-US" sz="1200" dirty="0"/>
          </a:p>
        </p:txBody>
      </p:sp>
      <p:sp>
        <p:nvSpPr>
          <p:cNvPr id="66" name="Text 53"/>
          <p:cNvSpPr/>
          <p:nvPr/>
        </p:nvSpPr>
        <p:spPr>
          <a:xfrm>
            <a:off x="4419577" y="2094725"/>
            <a:ext cx="1871123"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Критерий</a:t>
            </a:r>
            <a:endParaRPr lang="en-US" sz="1000" dirty="0"/>
          </a:p>
        </p:txBody>
      </p:sp>
      <p:sp>
        <p:nvSpPr>
          <p:cNvPr id="67" name="Text 54"/>
          <p:cNvSpPr/>
          <p:nvPr/>
        </p:nvSpPr>
        <p:spPr>
          <a:xfrm>
            <a:off x="355599" y="4659795"/>
            <a:ext cx="1871123"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Критерий</a:t>
            </a:r>
            <a:endParaRPr lang="en-US" sz="1000" dirty="0"/>
          </a:p>
        </p:txBody>
      </p:sp>
      <p:sp>
        <p:nvSpPr>
          <p:cNvPr id="68" name="Text 55"/>
          <p:cNvSpPr/>
          <p:nvPr/>
        </p:nvSpPr>
        <p:spPr>
          <a:xfrm>
            <a:off x="3251183" y="2094220"/>
            <a:ext cx="905929"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Приоритет</a:t>
            </a:r>
            <a:endParaRPr lang="en-US" sz="1000" dirty="0"/>
          </a:p>
        </p:txBody>
      </p:sp>
      <p:sp>
        <p:nvSpPr>
          <p:cNvPr id="69" name="Text 56"/>
          <p:cNvSpPr/>
          <p:nvPr/>
        </p:nvSpPr>
        <p:spPr>
          <a:xfrm>
            <a:off x="8176806" y="2094725"/>
            <a:ext cx="905929"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Приоритет</a:t>
            </a:r>
            <a:endParaRPr lang="en-US" sz="1000" dirty="0"/>
          </a:p>
        </p:txBody>
      </p:sp>
      <p:sp>
        <p:nvSpPr>
          <p:cNvPr id="70" name="Text 57"/>
          <p:cNvSpPr/>
          <p:nvPr/>
        </p:nvSpPr>
        <p:spPr>
          <a:xfrm>
            <a:off x="9931347" y="2094725"/>
            <a:ext cx="1248827"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Высокий приоритет</a:t>
            </a:r>
            <a:endParaRPr lang="en-US" sz="1000" dirty="0"/>
          </a:p>
        </p:txBody>
      </p:sp>
      <p:sp>
        <p:nvSpPr>
          <p:cNvPr id="71" name="Text 58"/>
          <p:cNvSpPr/>
          <p:nvPr/>
        </p:nvSpPr>
        <p:spPr>
          <a:xfrm>
            <a:off x="3251183" y="4659795"/>
            <a:ext cx="905929"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Вес</a:t>
            </a:r>
            <a:endParaRPr lang="en-US" sz="1000" dirty="0"/>
          </a:p>
        </p:txBody>
      </p:sp>
      <p:sp>
        <p:nvSpPr>
          <p:cNvPr id="121" name="Shape 108"/>
          <p:cNvSpPr/>
          <p:nvPr/>
        </p:nvSpPr>
        <p:spPr>
          <a:xfrm>
            <a:off x="4419577" y="762347"/>
            <a:ext cx="7416761" cy="304760"/>
          </a:xfrm>
          <a:prstGeom prst="rect">
            <a:avLst/>
          </a:prstGeom>
          <a:solidFill>
            <a:srgbClr val="FAE6E9"/>
          </a:solidFill>
          <a:ln/>
        </p:spPr>
      </p:sp>
      <p:sp>
        <p:nvSpPr>
          <p:cNvPr id="122" name="Text 109"/>
          <p:cNvSpPr/>
          <p:nvPr/>
        </p:nvSpPr>
        <p:spPr>
          <a:xfrm>
            <a:off x="4571977" y="832188"/>
            <a:ext cx="3251183"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Целевой единый подход </a:t>
            </a:r>
            <a:r>
              <a:rPr lang="en-US" sz="1200" dirty="0" err="1">
                <a:solidFill>
                  <a:srgbClr val="000000">
                    <a:alpha val="100000"/>
                  </a:srgbClr>
                </a:solidFill>
                <a:ea typeface="Stapel" pitchFamily="34" charset="-122"/>
                <a:cs typeface="Stapel" pitchFamily="34" charset="-120"/>
              </a:rPr>
              <a:t>для</a:t>
            </a:r>
            <a:r>
              <a:rPr lang="en-US" sz="1200" dirty="0">
                <a:solidFill>
                  <a:srgbClr val="000000">
                    <a:alpha val="100000"/>
                  </a:srgbClr>
                </a:solidFill>
                <a:ea typeface="Stapel" pitchFamily="34" charset="-122"/>
                <a:cs typeface="Stapel" pitchFamily="34" charset="-120"/>
              </a:rPr>
              <a:t> </a:t>
            </a:r>
            <a:r>
              <a:rPr lang="ru-RU" sz="1200" dirty="0">
                <a:solidFill>
                  <a:srgbClr val="000000">
                    <a:alpha val="100000"/>
                  </a:srgbClr>
                </a:solidFill>
                <a:ea typeface="Stapel" pitchFamily="34" charset="-122"/>
                <a:cs typeface="Stapel" pitchFamily="34" charset="-120"/>
              </a:rPr>
              <a:t>Х и ХХ</a:t>
            </a:r>
            <a:endParaRPr lang="en-US" sz="1200" dirty="0"/>
          </a:p>
        </p:txBody>
      </p:sp>
      <p:sp>
        <p:nvSpPr>
          <p:cNvPr id="123" name="Shape 110"/>
          <p:cNvSpPr/>
          <p:nvPr/>
        </p:nvSpPr>
        <p:spPr>
          <a:xfrm>
            <a:off x="355598" y="2413132"/>
            <a:ext cx="3759181" cy="12698"/>
          </a:xfrm>
          <a:prstGeom prst="rect">
            <a:avLst/>
          </a:prstGeom>
          <a:solidFill>
            <a:srgbClr val="000000">
              <a:alpha val="100000"/>
            </a:srgbClr>
          </a:solidFill>
          <a:ln/>
        </p:spPr>
      </p:sp>
      <p:sp>
        <p:nvSpPr>
          <p:cNvPr id="126" name="Shape 113"/>
          <p:cNvSpPr/>
          <p:nvPr/>
        </p:nvSpPr>
        <p:spPr>
          <a:xfrm>
            <a:off x="355598" y="2730591"/>
            <a:ext cx="3759181" cy="12698"/>
          </a:xfrm>
          <a:prstGeom prst="rect">
            <a:avLst/>
          </a:prstGeom>
          <a:solidFill>
            <a:srgbClr val="F5F4F4">
              <a:alpha val="100000"/>
            </a:srgbClr>
          </a:solidFill>
          <a:ln/>
        </p:spPr>
      </p:sp>
      <p:sp>
        <p:nvSpPr>
          <p:cNvPr id="129" name="Shape 116"/>
          <p:cNvSpPr/>
          <p:nvPr/>
        </p:nvSpPr>
        <p:spPr>
          <a:xfrm>
            <a:off x="355598" y="3048050"/>
            <a:ext cx="3759181" cy="12698"/>
          </a:xfrm>
          <a:prstGeom prst="rect">
            <a:avLst/>
          </a:prstGeom>
          <a:solidFill>
            <a:srgbClr val="F5F4F4">
              <a:alpha val="100000"/>
            </a:srgbClr>
          </a:solidFill>
          <a:ln/>
        </p:spPr>
      </p:sp>
      <p:sp>
        <p:nvSpPr>
          <p:cNvPr id="131" name="Shape 118"/>
          <p:cNvSpPr/>
          <p:nvPr/>
        </p:nvSpPr>
        <p:spPr>
          <a:xfrm>
            <a:off x="4419577" y="3400680"/>
            <a:ext cx="7416761" cy="12698"/>
          </a:xfrm>
          <a:prstGeom prst="rect">
            <a:avLst/>
          </a:prstGeom>
          <a:solidFill>
            <a:srgbClr val="F5F4F4">
              <a:alpha val="100000"/>
            </a:srgbClr>
          </a:solidFill>
          <a:ln/>
        </p:spPr>
      </p:sp>
      <p:sp>
        <p:nvSpPr>
          <p:cNvPr id="134" name="Shape 121"/>
          <p:cNvSpPr/>
          <p:nvPr/>
        </p:nvSpPr>
        <p:spPr>
          <a:xfrm>
            <a:off x="355598" y="3365508"/>
            <a:ext cx="3759181" cy="12698"/>
          </a:xfrm>
          <a:prstGeom prst="rect">
            <a:avLst/>
          </a:prstGeom>
          <a:solidFill>
            <a:srgbClr val="F5F4F4">
              <a:alpha val="100000"/>
            </a:srgbClr>
          </a:solidFill>
          <a:ln/>
        </p:spPr>
      </p:sp>
      <p:sp>
        <p:nvSpPr>
          <p:cNvPr id="137" name="Shape 124"/>
          <p:cNvSpPr/>
          <p:nvPr/>
        </p:nvSpPr>
        <p:spPr>
          <a:xfrm>
            <a:off x="4253014" y="762347"/>
            <a:ext cx="12700" cy="5739653"/>
          </a:xfrm>
          <a:prstGeom prst="rect">
            <a:avLst/>
          </a:prstGeom>
          <a:solidFill>
            <a:srgbClr val="F5F4F4">
              <a:alpha val="100000"/>
            </a:srgbClr>
          </a:solidFill>
          <a:ln/>
        </p:spPr>
      </p:sp>
      <p:sp>
        <p:nvSpPr>
          <p:cNvPr id="151" name="Shape 125"/>
          <p:cNvSpPr/>
          <p:nvPr/>
        </p:nvSpPr>
        <p:spPr>
          <a:xfrm>
            <a:off x="9785299" y="6387715"/>
            <a:ext cx="152399" cy="152380"/>
          </a:xfrm>
          <a:prstGeom prst="rect">
            <a:avLst/>
          </a:prstGeom>
          <a:noFill/>
          <a:ln/>
        </p:spPr>
      </p:sp>
      <p:pic>
        <p:nvPicPr>
          <p:cNvPr id="154" name="Image 25" descr=" "/>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239339" y="3610193"/>
            <a:ext cx="114300" cy="307916"/>
          </a:xfrm>
          <a:prstGeom prst="rect">
            <a:avLst/>
          </a:prstGeom>
        </p:spPr>
      </p:pic>
      <p:pic>
        <p:nvPicPr>
          <p:cNvPr id="155" name="Image 26" descr=" "/>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973979" y="3368934"/>
            <a:ext cx="307957" cy="114285"/>
          </a:xfrm>
          <a:prstGeom prst="rect">
            <a:avLst/>
          </a:prstGeom>
        </p:spPr>
      </p:pic>
      <p:sp>
        <p:nvSpPr>
          <p:cNvPr id="159" name="Номер слайда 6">
            <a:extLst>
              <a:ext uri="{FF2B5EF4-FFF2-40B4-BE49-F238E27FC236}">
                <a16:creationId xmlns:a16="http://schemas.microsoft.com/office/drawing/2014/main" id="{A0A6C62C-FCCD-4380-FC61-2455D4254D3F}"/>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78</a:t>
            </a:fld>
            <a:endParaRPr lang="ru-RU" dirty="0"/>
          </a:p>
        </p:txBody>
      </p:sp>
      <p:sp>
        <p:nvSpPr>
          <p:cNvPr id="168" name="Text 53">
            <a:extLst>
              <a:ext uri="{FF2B5EF4-FFF2-40B4-BE49-F238E27FC236}">
                <a16:creationId xmlns:a16="http://schemas.microsoft.com/office/drawing/2014/main" id="{2814645F-C6AE-E549-B17B-8F3BDFF1B5D5}"/>
              </a:ext>
            </a:extLst>
          </p:cNvPr>
          <p:cNvSpPr/>
          <p:nvPr/>
        </p:nvSpPr>
        <p:spPr>
          <a:xfrm>
            <a:off x="4698976" y="6368889"/>
            <a:ext cx="1871123" cy="182010"/>
          </a:xfrm>
          <a:prstGeom prst="rect">
            <a:avLst/>
          </a:prstGeom>
          <a:noFill/>
          <a:ln/>
        </p:spPr>
        <p:txBody>
          <a:bodyPr wrap="square" lIns="0" tIns="0" rIns="0" bIns="0" rtlCol="0" anchor="t"/>
          <a:lstStyle/>
          <a:p>
            <a:pPr>
              <a:lnSpc>
                <a:spcPts val="1100"/>
              </a:lnSpc>
            </a:pPr>
            <a:r>
              <a:rPr lang="ru-RU" sz="800" dirty="0">
                <a:solidFill>
                  <a:srgbClr val="000000">
                    <a:alpha val="50000"/>
                  </a:srgbClr>
                </a:solidFill>
                <a:ea typeface="Stapel" pitchFamily="34" charset="-122"/>
              </a:rPr>
              <a:t>1. </a:t>
            </a:r>
            <a:r>
              <a:rPr lang="en-US" sz="800" dirty="0">
                <a:solidFill>
                  <a:srgbClr val="000000">
                    <a:alpha val="50000"/>
                  </a:srgbClr>
                </a:solidFill>
                <a:ea typeface="Stapel" pitchFamily="34" charset="-122"/>
              </a:rPr>
              <a:t>Lorem ipsum dolor sit </a:t>
            </a:r>
            <a:r>
              <a:rPr lang="en-US" sz="800" dirty="0" err="1">
                <a:solidFill>
                  <a:srgbClr val="000000">
                    <a:alpha val="50000"/>
                  </a:srgbClr>
                </a:solidFill>
                <a:ea typeface="Stapel" pitchFamily="34" charset="-122"/>
              </a:rPr>
              <a:t>amet</a:t>
            </a:r>
            <a:r>
              <a:rPr lang="en-US" sz="800" dirty="0">
                <a:solidFill>
                  <a:srgbClr val="000000">
                    <a:alpha val="50000"/>
                  </a:srgbClr>
                </a:solidFill>
                <a:ea typeface="Stapel" pitchFamily="34" charset="-122"/>
              </a:rPr>
              <a:t> </a:t>
            </a:r>
          </a:p>
        </p:txBody>
      </p:sp>
      <p:sp>
        <p:nvSpPr>
          <p:cNvPr id="170" name="Text 53">
            <a:extLst>
              <a:ext uri="{FF2B5EF4-FFF2-40B4-BE49-F238E27FC236}">
                <a16:creationId xmlns:a16="http://schemas.microsoft.com/office/drawing/2014/main" id="{3764BFD2-8EE0-D0BE-3FB1-7F566B05016D}"/>
              </a:ext>
            </a:extLst>
          </p:cNvPr>
          <p:cNvSpPr/>
          <p:nvPr/>
        </p:nvSpPr>
        <p:spPr>
          <a:xfrm>
            <a:off x="6623961" y="6385598"/>
            <a:ext cx="1871123" cy="182010"/>
          </a:xfrm>
          <a:prstGeom prst="rect">
            <a:avLst/>
          </a:prstGeom>
          <a:noFill/>
          <a:ln/>
        </p:spPr>
        <p:txBody>
          <a:bodyPr wrap="square" lIns="0" tIns="0" rIns="0" bIns="0" rtlCol="0" anchor="t"/>
          <a:lstStyle/>
          <a:p>
            <a:pPr>
              <a:lnSpc>
                <a:spcPts val="1100"/>
              </a:lnSpc>
            </a:pPr>
            <a:r>
              <a:rPr lang="ru-RU" sz="800" dirty="0">
                <a:solidFill>
                  <a:srgbClr val="000000">
                    <a:alpha val="50000"/>
                  </a:srgbClr>
                </a:solidFill>
                <a:ea typeface="Stapel" pitchFamily="34" charset="-122"/>
                <a:cs typeface="Stapel" pitchFamily="34" charset="-120"/>
              </a:rPr>
              <a:t>2. </a:t>
            </a:r>
            <a:r>
              <a:rPr lang="en-US" sz="800" dirty="0">
                <a:solidFill>
                  <a:srgbClr val="000000">
                    <a:alpha val="50000"/>
                  </a:srgbClr>
                </a:solidFill>
                <a:ea typeface="Stapel" pitchFamily="34" charset="-122"/>
              </a:rPr>
              <a:t>Lorem ipsum dolor sit </a:t>
            </a:r>
            <a:r>
              <a:rPr lang="en-US" sz="800" dirty="0" err="1">
                <a:solidFill>
                  <a:srgbClr val="000000">
                    <a:alpha val="50000"/>
                  </a:srgbClr>
                </a:solidFill>
                <a:ea typeface="Stapel" pitchFamily="34" charset="-122"/>
              </a:rPr>
              <a:t>amet</a:t>
            </a:r>
            <a:r>
              <a:rPr lang="en-US" sz="800" dirty="0">
                <a:solidFill>
                  <a:srgbClr val="000000">
                    <a:alpha val="50000"/>
                  </a:srgbClr>
                </a:solidFill>
                <a:ea typeface="Stapel" pitchFamily="34" charset="-122"/>
              </a:rPr>
              <a:t> </a:t>
            </a:r>
            <a:endParaRPr lang="ru-RU" sz="800" dirty="0">
              <a:solidFill>
                <a:srgbClr val="000000">
                  <a:alpha val="50000"/>
                </a:srgbClr>
              </a:solidFill>
              <a:ea typeface="Stapel" pitchFamily="34" charset="-122"/>
              <a:cs typeface="Stapel" pitchFamily="34" charset="-120"/>
            </a:endParaRPr>
          </a:p>
        </p:txBody>
      </p:sp>
      <p:sp>
        <p:nvSpPr>
          <p:cNvPr id="171" name="Text 53">
            <a:extLst>
              <a:ext uri="{FF2B5EF4-FFF2-40B4-BE49-F238E27FC236}">
                <a16:creationId xmlns:a16="http://schemas.microsoft.com/office/drawing/2014/main" id="{8A05C8DB-11BE-69EF-F654-9DE5B10EBC1E}"/>
              </a:ext>
            </a:extLst>
          </p:cNvPr>
          <p:cNvSpPr/>
          <p:nvPr/>
        </p:nvSpPr>
        <p:spPr>
          <a:xfrm>
            <a:off x="8710554" y="6387715"/>
            <a:ext cx="1871123" cy="182010"/>
          </a:xfrm>
          <a:prstGeom prst="rect">
            <a:avLst/>
          </a:prstGeom>
          <a:noFill/>
          <a:ln/>
        </p:spPr>
        <p:txBody>
          <a:bodyPr wrap="square" lIns="0" tIns="0" rIns="0" bIns="0" rtlCol="0" anchor="t"/>
          <a:lstStyle/>
          <a:p>
            <a:pPr>
              <a:lnSpc>
                <a:spcPts val="1100"/>
              </a:lnSpc>
            </a:pPr>
            <a:r>
              <a:rPr lang="ru-RU" sz="800" dirty="0">
                <a:solidFill>
                  <a:srgbClr val="000000">
                    <a:alpha val="50000"/>
                  </a:srgbClr>
                </a:solidFill>
                <a:ea typeface="Stapel" pitchFamily="34" charset="-122"/>
                <a:cs typeface="Stapel" pitchFamily="34" charset="-120"/>
              </a:rPr>
              <a:t>3. </a:t>
            </a:r>
            <a:r>
              <a:rPr lang="en-US" sz="800" dirty="0">
                <a:solidFill>
                  <a:srgbClr val="000000">
                    <a:alpha val="50000"/>
                  </a:srgbClr>
                </a:solidFill>
                <a:ea typeface="Stapel" pitchFamily="34" charset="-122"/>
              </a:rPr>
              <a:t>Lorem ipsum dolor sit </a:t>
            </a:r>
            <a:r>
              <a:rPr lang="en-US" sz="800" dirty="0" err="1">
                <a:solidFill>
                  <a:srgbClr val="000000">
                    <a:alpha val="50000"/>
                  </a:srgbClr>
                </a:solidFill>
                <a:ea typeface="Stapel" pitchFamily="34" charset="-122"/>
              </a:rPr>
              <a:t>amet</a:t>
            </a:r>
            <a:r>
              <a:rPr lang="en-US" sz="800" dirty="0">
                <a:solidFill>
                  <a:srgbClr val="000000">
                    <a:alpha val="50000"/>
                  </a:srgbClr>
                </a:solidFill>
                <a:ea typeface="Stapel" pitchFamily="34" charset="-122"/>
              </a:rPr>
              <a:t> </a:t>
            </a:r>
            <a:endParaRPr lang="ru-RU" sz="800" dirty="0">
              <a:solidFill>
                <a:srgbClr val="000000">
                  <a:alpha val="50000"/>
                </a:srgbClr>
              </a:solidFill>
              <a:ea typeface="Stapel" pitchFamily="34" charset="-122"/>
              <a:cs typeface="Stapel" pitchFamily="34" charset="-120"/>
            </a:endParaRPr>
          </a:p>
        </p:txBody>
      </p:sp>
      <p:sp>
        <p:nvSpPr>
          <p:cNvPr id="14" name="Shape 58">
            <a:extLst>
              <a:ext uri="{FF2B5EF4-FFF2-40B4-BE49-F238E27FC236}">
                <a16:creationId xmlns:a16="http://schemas.microsoft.com/office/drawing/2014/main" id="{D648E302-432D-09CE-81D8-3A45DA9F0A07}"/>
              </a:ext>
            </a:extLst>
          </p:cNvPr>
          <p:cNvSpPr/>
          <p:nvPr/>
        </p:nvSpPr>
        <p:spPr>
          <a:xfrm>
            <a:off x="355599" y="2286149"/>
            <a:ext cx="2870185" cy="253967"/>
          </a:xfrm>
          <a:prstGeom prst="rect">
            <a:avLst/>
          </a:prstGeom>
          <a:solidFill>
            <a:srgbClr val="F5F4F4">
              <a:alpha val="100000"/>
            </a:srgbClr>
          </a:solidFill>
          <a:ln/>
        </p:spPr>
        <p:txBody>
          <a:bodyPr/>
          <a:lstStyle/>
          <a:p>
            <a:r>
              <a:rPr lang="ru-RU" sz="1000" dirty="0">
                <a:ea typeface="Stapel" pitchFamily="34" charset="-122"/>
                <a:cs typeface="Stapel" pitchFamily="34" charset="-120"/>
              </a:rPr>
              <a:t>1. </a:t>
            </a:r>
            <a:r>
              <a:rPr lang="en-US" sz="1000" dirty="0"/>
              <a:t>Lorem ipsum dolor sit </a:t>
            </a:r>
            <a:r>
              <a:rPr lang="en-US" sz="1000" dirty="0" err="1"/>
              <a:t>amet</a:t>
            </a:r>
            <a:r>
              <a:rPr lang="en-US" sz="1000" dirty="0"/>
              <a:t> </a:t>
            </a:r>
          </a:p>
        </p:txBody>
      </p:sp>
      <p:sp>
        <p:nvSpPr>
          <p:cNvPr id="22" name="Shape 60">
            <a:extLst>
              <a:ext uri="{FF2B5EF4-FFF2-40B4-BE49-F238E27FC236}">
                <a16:creationId xmlns:a16="http://schemas.microsoft.com/office/drawing/2014/main" id="{ACC016F6-936D-5043-99E5-ABEB3E9D08D0}"/>
              </a:ext>
            </a:extLst>
          </p:cNvPr>
          <p:cNvSpPr/>
          <p:nvPr/>
        </p:nvSpPr>
        <p:spPr>
          <a:xfrm>
            <a:off x="355599" y="2603607"/>
            <a:ext cx="2870185" cy="253967"/>
          </a:xfrm>
          <a:prstGeom prst="rect">
            <a:avLst/>
          </a:prstGeom>
          <a:solidFill>
            <a:srgbClr val="F5F4F4">
              <a:alpha val="100000"/>
            </a:srgbClr>
          </a:solidFill>
          <a:ln/>
        </p:spPr>
        <p:txBody>
          <a:bodyPr/>
          <a:lstStyle/>
          <a:p>
            <a:r>
              <a:rPr lang="ru-RU" sz="1000" dirty="0">
                <a:ea typeface="Stapel" pitchFamily="34" charset="-122"/>
                <a:cs typeface="Stapel" pitchFamily="34" charset="-120"/>
              </a:rPr>
              <a:t>2. </a:t>
            </a:r>
            <a:r>
              <a:rPr lang="en-US" sz="1000" dirty="0"/>
              <a:t>Lorem ipsum dolor sit </a:t>
            </a:r>
            <a:r>
              <a:rPr lang="en-US" sz="1000" dirty="0" err="1"/>
              <a:t>amet</a:t>
            </a:r>
            <a:r>
              <a:rPr lang="ru-RU" sz="1000" dirty="0">
                <a:ea typeface="Stapel" pitchFamily="34" charset="-122"/>
                <a:cs typeface="Stapel" pitchFamily="34" charset="-120"/>
              </a:rPr>
              <a:t> </a:t>
            </a:r>
            <a:endParaRPr lang="en-US" sz="1000" dirty="0"/>
          </a:p>
        </p:txBody>
      </p:sp>
      <p:sp>
        <p:nvSpPr>
          <p:cNvPr id="24" name="Shape 62">
            <a:extLst>
              <a:ext uri="{FF2B5EF4-FFF2-40B4-BE49-F238E27FC236}">
                <a16:creationId xmlns:a16="http://schemas.microsoft.com/office/drawing/2014/main" id="{FF00A564-A6E8-00E1-8875-26A692EF48C0}"/>
              </a:ext>
            </a:extLst>
          </p:cNvPr>
          <p:cNvSpPr/>
          <p:nvPr/>
        </p:nvSpPr>
        <p:spPr>
          <a:xfrm>
            <a:off x="355599" y="2882971"/>
            <a:ext cx="2870185" cy="253967"/>
          </a:xfrm>
          <a:prstGeom prst="rect">
            <a:avLst/>
          </a:prstGeom>
          <a:solidFill>
            <a:srgbClr val="F5F4F4">
              <a:alpha val="100000"/>
            </a:srgbClr>
          </a:solidFill>
          <a:ln/>
        </p:spPr>
        <p:txBody>
          <a:bodyPr/>
          <a:lstStyle/>
          <a:p>
            <a:r>
              <a:rPr lang="ru-RU" sz="1000" dirty="0">
                <a:solidFill>
                  <a:srgbClr val="000000">
                    <a:alpha val="100000"/>
                  </a:srgbClr>
                </a:solidFill>
                <a:ea typeface="Stapel" pitchFamily="34" charset="-122"/>
                <a:cs typeface="Stapel" pitchFamily="34" charset="-120"/>
              </a:rPr>
              <a:t>3. </a:t>
            </a:r>
            <a:r>
              <a:rPr lang="en-US" sz="1000" dirty="0"/>
              <a:t>Lorem ipsum dolor sit </a:t>
            </a:r>
            <a:r>
              <a:rPr lang="en-US" sz="1000" dirty="0" err="1"/>
              <a:t>amet</a:t>
            </a:r>
            <a:r>
              <a:rPr lang="en-US" sz="1000" dirty="0"/>
              <a:t> </a:t>
            </a:r>
          </a:p>
        </p:txBody>
      </p:sp>
      <p:sp>
        <p:nvSpPr>
          <p:cNvPr id="26" name="Shape 64">
            <a:extLst>
              <a:ext uri="{FF2B5EF4-FFF2-40B4-BE49-F238E27FC236}">
                <a16:creationId xmlns:a16="http://schemas.microsoft.com/office/drawing/2014/main" id="{D95435F6-DD2E-7DC5-FA75-8F93AA560879}"/>
              </a:ext>
            </a:extLst>
          </p:cNvPr>
          <p:cNvSpPr/>
          <p:nvPr/>
        </p:nvSpPr>
        <p:spPr>
          <a:xfrm>
            <a:off x="355599" y="3162335"/>
            <a:ext cx="2870185" cy="253967"/>
          </a:xfrm>
          <a:prstGeom prst="rect">
            <a:avLst/>
          </a:prstGeom>
          <a:solidFill>
            <a:srgbClr val="F5F4F4">
              <a:alpha val="100000"/>
            </a:srgbClr>
          </a:solidFill>
          <a:ln/>
        </p:spPr>
        <p:txBody>
          <a:bodyPr/>
          <a:lstStyle/>
          <a:p>
            <a:r>
              <a:rPr lang="ru-RU" sz="1000" dirty="0">
                <a:solidFill>
                  <a:srgbClr val="000000">
                    <a:alpha val="100000"/>
                  </a:srgbClr>
                </a:solidFill>
                <a:ea typeface="Stapel" pitchFamily="34" charset="-122"/>
                <a:cs typeface="Stapel" pitchFamily="34" charset="-120"/>
              </a:rPr>
              <a:t>4. </a:t>
            </a:r>
            <a:r>
              <a:rPr lang="en-US" sz="1000" dirty="0"/>
              <a:t>Lorem ipsum dolor sit </a:t>
            </a:r>
            <a:r>
              <a:rPr lang="en-US" sz="1000" dirty="0" err="1"/>
              <a:t>amet</a:t>
            </a:r>
            <a:endParaRPr lang="en-US" sz="1000" dirty="0"/>
          </a:p>
        </p:txBody>
      </p:sp>
      <p:sp>
        <p:nvSpPr>
          <p:cNvPr id="28" name="Shape 8">
            <a:extLst>
              <a:ext uri="{FF2B5EF4-FFF2-40B4-BE49-F238E27FC236}">
                <a16:creationId xmlns:a16="http://schemas.microsoft.com/office/drawing/2014/main" id="{C7E5C52D-80B2-F08A-5B62-BA31F8ECAC8B}"/>
              </a:ext>
            </a:extLst>
          </p:cNvPr>
          <p:cNvSpPr/>
          <p:nvPr/>
        </p:nvSpPr>
        <p:spPr>
          <a:xfrm>
            <a:off x="3251183" y="2286149"/>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30" name="Shape 25">
            <a:extLst>
              <a:ext uri="{FF2B5EF4-FFF2-40B4-BE49-F238E27FC236}">
                <a16:creationId xmlns:a16="http://schemas.microsoft.com/office/drawing/2014/main" id="{90462978-035D-761E-D5BA-9988CD944D2F}"/>
              </a:ext>
            </a:extLst>
          </p:cNvPr>
          <p:cNvSpPr/>
          <p:nvPr/>
        </p:nvSpPr>
        <p:spPr>
          <a:xfrm>
            <a:off x="3251183" y="2603607"/>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32" name="Shape 38">
            <a:extLst>
              <a:ext uri="{FF2B5EF4-FFF2-40B4-BE49-F238E27FC236}">
                <a16:creationId xmlns:a16="http://schemas.microsoft.com/office/drawing/2014/main" id="{2380F1CF-3E37-91EA-E9AB-4E03FE037C46}"/>
              </a:ext>
            </a:extLst>
          </p:cNvPr>
          <p:cNvSpPr/>
          <p:nvPr/>
        </p:nvSpPr>
        <p:spPr>
          <a:xfrm>
            <a:off x="3251183" y="2882971"/>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a:p>
            <a:pPr algn="ctr"/>
            <a:endParaRPr lang="ru-RU" sz="1000" dirty="0"/>
          </a:p>
        </p:txBody>
      </p:sp>
      <p:sp>
        <p:nvSpPr>
          <p:cNvPr id="34" name="Shape 56">
            <a:extLst>
              <a:ext uri="{FF2B5EF4-FFF2-40B4-BE49-F238E27FC236}">
                <a16:creationId xmlns:a16="http://schemas.microsoft.com/office/drawing/2014/main" id="{13A4937A-479A-E66F-F185-CEEBFFE5A27F}"/>
              </a:ext>
            </a:extLst>
          </p:cNvPr>
          <p:cNvSpPr/>
          <p:nvPr/>
        </p:nvSpPr>
        <p:spPr>
          <a:xfrm>
            <a:off x="3251183" y="3162335"/>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40" name="Shape 21">
            <a:extLst>
              <a:ext uri="{FF2B5EF4-FFF2-40B4-BE49-F238E27FC236}">
                <a16:creationId xmlns:a16="http://schemas.microsoft.com/office/drawing/2014/main" id="{E350F8E8-1F68-8520-901E-F5DE916C7720}"/>
              </a:ext>
            </a:extLst>
          </p:cNvPr>
          <p:cNvSpPr/>
          <p:nvPr/>
        </p:nvSpPr>
        <p:spPr>
          <a:xfrm>
            <a:off x="355599" y="4851215"/>
            <a:ext cx="2870185" cy="253967"/>
          </a:xfrm>
          <a:prstGeom prst="rect">
            <a:avLst/>
          </a:prstGeom>
          <a:solidFill>
            <a:srgbClr val="F5F4F4">
              <a:alpha val="100000"/>
            </a:srgbClr>
          </a:solidFill>
          <a:ln/>
        </p:spPr>
        <p:txBody>
          <a:bodyPr/>
          <a:lstStyle/>
          <a:p>
            <a:r>
              <a:rPr lang="ru-RU" sz="1000" dirty="0"/>
              <a:t>1. </a:t>
            </a:r>
            <a:r>
              <a:rPr lang="en-US" sz="1000" dirty="0"/>
              <a:t>Lorem ipsum dolor sit </a:t>
            </a:r>
            <a:r>
              <a:rPr lang="en-US" sz="1000" dirty="0" err="1"/>
              <a:t>amet</a:t>
            </a:r>
            <a:endParaRPr lang="ru-RU" sz="1000" dirty="0"/>
          </a:p>
        </p:txBody>
      </p:sp>
      <p:sp>
        <p:nvSpPr>
          <p:cNvPr id="42" name="Shape 23">
            <a:extLst>
              <a:ext uri="{FF2B5EF4-FFF2-40B4-BE49-F238E27FC236}">
                <a16:creationId xmlns:a16="http://schemas.microsoft.com/office/drawing/2014/main" id="{36E63E48-63E1-A907-0170-2E215B89C98B}"/>
              </a:ext>
            </a:extLst>
          </p:cNvPr>
          <p:cNvSpPr/>
          <p:nvPr/>
        </p:nvSpPr>
        <p:spPr>
          <a:xfrm>
            <a:off x="3251183" y="4851215"/>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44" name="Shape 34">
            <a:extLst>
              <a:ext uri="{FF2B5EF4-FFF2-40B4-BE49-F238E27FC236}">
                <a16:creationId xmlns:a16="http://schemas.microsoft.com/office/drawing/2014/main" id="{08C6EC50-3B1D-BD4B-878D-80F20FA4A4E4}"/>
              </a:ext>
            </a:extLst>
          </p:cNvPr>
          <p:cNvSpPr/>
          <p:nvPr/>
        </p:nvSpPr>
        <p:spPr>
          <a:xfrm>
            <a:off x="355599" y="5130578"/>
            <a:ext cx="2870185" cy="253967"/>
          </a:xfrm>
          <a:prstGeom prst="rect">
            <a:avLst/>
          </a:prstGeom>
          <a:solidFill>
            <a:srgbClr val="F5F4F4">
              <a:alpha val="100000"/>
            </a:srgbClr>
          </a:solidFill>
          <a:ln/>
        </p:spPr>
        <p:txBody>
          <a:bodyPr/>
          <a:lstStyle/>
          <a:p>
            <a:r>
              <a:rPr lang="ru-RU" sz="1000" dirty="0"/>
              <a:t>2. </a:t>
            </a:r>
            <a:r>
              <a:rPr lang="en-US" sz="1000" dirty="0"/>
              <a:t>Lorem ipsum dolor sit </a:t>
            </a:r>
            <a:r>
              <a:rPr lang="en-US" sz="1000" dirty="0" err="1"/>
              <a:t>amet</a:t>
            </a:r>
            <a:endParaRPr lang="ru-RU" sz="1000" dirty="0"/>
          </a:p>
        </p:txBody>
      </p:sp>
      <p:sp>
        <p:nvSpPr>
          <p:cNvPr id="46" name="Shape 36">
            <a:extLst>
              <a:ext uri="{FF2B5EF4-FFF2-40B4-BE49-F238E27FC236}">
                <a16:creationId xmlns:a16="http://schemas.microsoft.com/office/drawing/2014/main" id="{F772F34B-60B5-62C1-08B6-830189B58FF9}"/>
              </a:ext>
            </a:extLst>
          </p:cNvPr>
          <p:cNvSpPr/>
          <p:nvPr/>
        </p:nvSpPr>
        <p:spPr>
          <a:xfrm>
            <a:off x="3251183" y="5130578"/>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48" name="Shape 47">
            <a:extLst>
              <a:ext uri="{FF2B5EF4-FFF2-40B4-BE49-F238E27FC236}">
                <a16:creationId xmlns:a16="http://schemas.microsoft.com/office/drawing/2014/main" id="{CA2CEF08-B17E-EA7D-6616-E4208543A364}"/>
              </a:ext>
            </a:extLst>
          </p:cNvPr>
          <p:cNvSpPr/>
          <p:nvPr/>
        </p:nvSpPr>
        <p:spPr>
          <a:xfrm>
            <a:off x="355599" y="5409942"/>
            <a:ext cx="2870185" cy="253967"/>
          </a:xfrm>
          <a:prstGeom prst="rect">
            <a:avLst/>
          </a:prstGeom>
          <a:solidFill>
            <a:srgbClr val="F5F4F4">
              <a:alpha val="100000"/>
            </a:srgbClr>
          </a:solidFill>
          <a:ln/>
        </p:spPr>
        <p:txBody>
          <a:bodyPr/>
          <a:lstStyle/>
          <a:p>
            <a:r>
              <a:rPr lang="ru-RU" sz="1000" dirty="0"/>
              <a:t>3. </a:t>
            </a:r>
            <a:r>
              <a:rPr lang="en-US" sz="1000" dirty="0"/>
              <a:t>Lorem ipsum dolor sit </a:t>
            </a:r>
            <a:r>
              <a:rPr lang="en-US" sz="1000" dirty="0" err="1"/>
              <a:t>amet</a:t>
            </a:r>
            <a:endParaRPr lang="ru-RU" sz="1000" dirty="0"/>
          </a:p>
        </p:txBody>
      </p:sp>
      <p:sp>
        <p:nvSpPr>
          <p:cNvPr id="50" name="Shape 49">
            <a:extLst>
              <a:ext uri="{FF2B5EF4-FFF2-40B4-BE49-F238E27FC236}">
                <a16:creationId xmlns:a16="http://schemas.microsoft.com/office/drawing/2014/main" id="{D3120DF9-7118-01B1-9ABA-92A3B8E41A09}"/>
              </a:ext>
            </a:extLst>
          </p:cNvPr>
          <p:cNvSpPr/>
          <p:nvPr/>
        </p:nvSpPr>
        <p:spPr>
          <a:xfrm>
            <a:off x="3251183" y="5409942"/>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52" name="Shape 52">
            <a:extLst>
              <a:ext uri="{FF2B5EF4-FFF2-40B4-BE49-F238E27FC236}">
                <a16:creationId xmlns:a16="http://schemas.microsoft.com/office/drawing/2014/main" id="{4903EDD1-4201-11B3-6200-2E4466176723}"/>
              </a:ext>
            </a:extLst>
          </p:cNvPr>
          <p:cNvSpPr/>
          <p:nvPr/>
        </p:nvSpPr>
        <p:spPr>
          <a:xfrm>
            <a:off x="355599" y="5968669"/>
            <a:ext cx="2870185" cy="253967"/>
          </a:xfrm>
          <a:prstGeom prst="rect">
            <a:avLst/>
          </a:prstGeom>
          <a:solidFill>
            <a:srgbClr val="F5F4F4">
              <a:alpha val="100000"/>
            </a:srgbClr>
          </a:solidFill>
          <a:ln/>
        </p:spPr>
        <p:txBody>
          <a:bodyPr/>
          <a:lstStyle/>
          <a:p>
            <a:r>
              <a:rPr lang="ru-RU" sz="1000" dirty="0"/>
              <a:t>5. </a:t>
            </a:r>
            <a:r>
              <a:rPr lang="en-US" sz="1000" dirty="0"/>
              <a:t>Lorem ipsum dolor sit </a:t>
            </a:r>
            <a:r>
              <a:rPr lang="en-US" sz="1000" dirty="0" err="1"/>
              <a:t>amet</a:t>
            </a:r>
            <a:endParaRPr lang="ru-RU" sz="1000" dirty="0"/>
          </a:p>
        </p:txBody>
      </p:sp>
      <p:sp>
        <p:nvSpPr>
          <p:cNvPr id="54" name="Shape 54">
            <a:extLst>
              <a:ext uri="{FF2B5EF4-FFF2-40B4-BE49-F238E27FC236}">
                <a16:creationId xmlns:a16="http://schemas.microsoft.com/office/drawing/2014/main" id="{BBFDB2AC-6A0A-384C-92C0-EA29908A481E}"/>
              </a:ext>
            </a:extLst>
          </p:cNvPr>
          <p:cNvSpPr/>
          <p:nvPr/>
        </p:nvSpPr>
        <p:spPr>
          <a:xfrm>
            <a:off x="3251183" y="5968669"/>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56" name="Shape 71">
            <a:extLst>
              <a:ext uri="{FF2B5EF4-FFF2-40B4-BE49-F238E27FC236}">
                <a16:creationId xmlns:a16="http://schemas.microsoft.com/office/drawing/2014/main" id="{1EB8097B-2EC0-8C60-7BD8-C68810D6A9E5}"/>
              </a:ext>
            </a:extLst>
          </p:cNvPr>
          <p:cNvSpPr/>
          <p:nvPr/>
        </p:nvSpPr>
        <p:spPr>
          <a:xfrm>
            <a:off x="355599" y="5689306"/>
            <a:ext cx="2870185" cy="253967"/>
          </a:xfrm>
          <a:prstGeom prst="rect">
            <a:avLst/>
          </a:prstGeom>
          <a:solidFill>
            <a:srgbClr val="F5F4F4">
              <a:alpha val="100000"/>
            </a:srgbClr>
          </a:solidFill>
          <a:ln/>
        </p:spPr>
        <p:txBody>
          <a:bodyPr/>
          <a:lstStyle/>
          <a:p>
            <a:r>
              <a:rPr lang="ru-RU" sz="1000" dirty="0"/>
              <a:t>4. </a:t>
            </a:r>
            <a:r>
              <a:rPr lang="en-US" sz="1000" dirty="0"/>
              <a:t>Lorem ipsum dolor sit </a:t>
            </a:r>
            <a:r>
              <a:rPr lang="en-US" sz="1000" dirty="0" err="1"/>
              <a:t>amet</a:t>
            </a:r>
            <a:endParaRPr lang="ru-RU" sz="1000" dirty="0"/>
          </a:p>
        </p:txBody>
      </p:sp>
      <p:sp>
        <p:nvSpPr>
          <p:cNvPr id="58" name="Shape 73">
            <a:extLst>
              <a:ext uri="{FF2B5EF4-FFF2-40B4-BE49-F238E27FC236}">
                <a16:creationId xmlns:a16="http://schemas.microsoft.com/office/drawing/2014/main" id="{191012AC-31F8-E1B8-1D21-CF47228C7764}"/>
              </a:ext>
            </a:extLst>
          </p:cNvPr>
          <p:cNvSpPr/>
          <p:nvPr/>
        </p:nvSpPr>
        <p:spPr>
          <a:xfrm>
            <a:off x="3251183" y="5689306"/>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60" name="Shape 76">
            <a:extLst>
              <a:ext uri="{FF2B5EF4-FFF2-40B4-BE49-F238E27FC236}">
                <a16:creationId xmlns:a16="http://schemas.microsoft.com/office/drawing/2014/main" id="{D6D9B569-D0D4-15BB-5093-646C228378B9}"/>
              </a:ext>
            </a:extLst>
          </p:cNvPr>
          <p:cNvSpPr/>
          <p:nvPr/>
        </p:nvSpPr>
        <p:spPr>
          <a:xfrm>
            <a:off x="355599" y="6248033"/>
            <a:ext cx="2870185" cy="253967"/>
          </a:xfrm>
          <a:prstGeom prst="rect">
            <a:avLst/>
          </a:prstGeom>
          <a:solidFill>
            <a:srgbClr val="F5F4F4">
              <a:alpha val="100000"/>
            </a:srgbClr>
          </a:solidFill>
          <a:ln/>
        </p:spPr>
        <p:txBody>
          <a:bodyPr/>
          <a:lstStyle/>
          <a:p>
            <a:r>
              <a:rPr lang="ru-RU" sz="1000" dirty="0"/>
              <a:t>6. </a:t>
            </a:r>
            <a:r>
              <a:rPr lang="en-US" sz="1000" dirty="0"/>
              <a:t>Lorem ipsum dolor sit </a:t>
            </a:r>
            <a:r>
              <a:rPr lang="en-US" sz="1000" dirty="0" err="1"/>
              <a:t>amet</a:t>
            </a:r>
            <a:endParaRPr lang="ru-RU" sz="1000" dirty="0"/>
          </a:p>
        </p:txBody>
      </p:sp>
      <p:sp>
        <p:nvSpPr>
          <p:cNvPr id="113" name="Shape 78">
            <a:extLst>
              <a:ext uri="{FF2B5EF4-FFF2-40B4-BE49-F238E27FC236}">
                <a16:creationId xmlns:a16="http://schemas.microsoft.com/office/drawing/2014/main" id="{99AE7C43-57B8-8D77-6EC3-3DEB00179C10}"/>
              </a:ext>
            </a:extLst>
          </p:cNvPr>
          <p:cNvSpPr/>
          <p:nvPr/>
        </p:nvSpPr>
        <p:spPr>
          <a:xfrm>
            <a:off x="3251183" y="6248033"/>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pic>
        <p:nvPicPr>
          <p:cNvPr id="114" name="Image 0" descr=" ">
            <a:extLst>
              <a:ext uri="{FF2B5EF4-FFF2-40B4-BE49-F238E27FC236}">
                <a16:creationId xmlns:a16="http://schemas.microsoft.com/office/drawing/2014/main" id="{C60E2043-C359-D950-7EAE-9F386B5C8689}"/>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92626" y="4254392"/>
            <a:ext cx="1777991" cy="431744"/>
          </a:xfrm>
          <a:prstGeom prst="rect">
            <a:avLst/>
          </a:prstGeom>
        </p:spPr>
      </p:pic>
      <p:pic>
        <p:nvPicPr>
          <p:cNvPr id="115" name="Image 1" descr=" ">
            <a:extLst>
              <a:ext uri="{FF2B5EF4-FFF2-40B4-BE49-F238E27FC236}">
                <a16:creationId xmlns:a16="http://schemas.microsoft.com/office/drawing/2014/main" id="{91ECDAD3-EFB7-2427-0FE7-FAD967DB4218}"/>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483317" y="4254392"/>
            <a:ext cx="1777991" cy="431744"/>
          </a:xfrm>
          <a:prstGeom prst="rect">
            <a:avLst/>
          </a:prstGeom>
        </p:spPr>
      </p:pic>
      <p:pic>
        <p:nvPicPr>
          <p:cNvPr id="156" name="Image 2" descr=" ">
            <a:extLst>
              <a:ext uri="{FF2B5EF4-FFF2-40B4-BE49-F238E27FC236}">
                <a16:creationId xmlns:a16="http://schemas.microsoft.com/office/drawing/2014/main" id="{EA0B0AE0-C748-8637-519B-C6E8668B2422}"/>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61307" y="4705184"/>
            <a:ext cx="1777991" cy="431744"/>
          </a:xfrm>
          <a:prstGeom prst="rect">
            <a:avLst/>
          </a:prstGeom>
        </p:spPr>
      </p:pic>
      <p:pic>
        <p:nvPicPr>
          <p:cNvPr id="157" name="Image 3" descr=" ">
            <a:extLst>
              <a:ext uri="{FF2B5EF4-FFF2-40B4-BE49-F238E27FC236}">
                <a16:creationId xmlns:a16="http://schemas.microsoft.com/office/drawing/2014/main" id="{F33F7E7A-D49F-96A5-9333-EEF4FAB4BB96}"/>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61307" y="5149626"/>
            <a:ext cx="1777991" cy="431744"/>
          </a:xfrm>
          <a:prstGeom prst="rect">
            <a:avLst/>
          </a:prstGeom>
        </p:spPr>
      </p:pic>
      <p:pic>
        <p:nvPicPr>
          <p:cNvPr id="158" name="Image 4" descr=" ">
            <a:extLst>
              <a:ext uri="{FF2B5EF4-FFF2-40B4-BE49-F238E27FC236}">
                <a16:creationId xmlns:a16="http://schemas.microsoft.com/office/drawing/2014/main" id="{1BB49F99-834C-01F9-8485-E1EE7458F0FC}"/>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058348" y="5155975"/>
            <a:ext cx="1777991" cy="431744"/>
          </a:xfrm>
          <a:prstGeom prst="rect">
            <a:avLst/>
          </a:prstGeom>
        </p:spPr>
      </p:pic>
      <p:pic>
        <p:nvPicPr>
          <p:cNvPr id="160" name="Image 5" descr=" ">
            <a:extLst>
              <a:ext uri="{FF2B5EF4-FFF2-40B4-BE49-F238E27FC236}">
                <a16:creationId xmlns:a16="http://schemas.microsoft.com/office/drawing/2014/main" id="{597EAB50-5ADE-C318-7A9B-DDF93269738E}"/>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045648" y="5587719"/>
            <a:ext cx="1777991" cy="431744"/>
          </a:xfrm>
          <a:prstGeom prst="rect">
            <a:avLst/>
          </a:prstGeom>
        </p:spPr>
      </p:pic>
      <p:pic>
        <p:nvPicPr>
          <p:cNvPr id="162" name="Image 6" descr=" ">
            <a:extLst>
              <a:ext uri="{FF2B5EF4-FFF2-40B4-BE49-F238E27FC236}">
                <a16:creationId xmlns:a16="http://schemas.microsoft.com/office/drawing/2014/main" id="{87905BD2-EE17-31B4-752E-3A13AFC037B4}"/>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61307" y="5587719"/>
            <a:ext cx="1777991" cy="431744"/>
          </a:xfrm>
          <a:prstGeom prst="rect">
            <a:avLst/>
          </a:prstGeom>
        </p:spPr>
      </p:pic>
      <p:pic>
        <p:nvPicPr>
          <p:cNvPr id="163" name="Image 7" descr=" ">
            <a:extLst>
              <a:ext uri="{FF2B5EF4-FFF2-40B4-BE49-F238E27FC236}">
                <a16:creationId xmlns:a16="http://schemas.microsoft.com/office/drawing/2014/main" id="{F5B439D1-9F20-8FCA-231A-55BDA3A2D2FC}"/>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483317" y="4698835"/>
            <a:ext cx="1777991" cy="438093"/>
          </a:xfrm>
          <a:prstGeom prst="rect">
            <a:avLst/>
          </a:prstGeom>
        </p:spPr>
      </p:pic>
      <p:pic>
        <p:nvPicPr>
          <p:cNvPr id="164" name="Image 8" descr=" ">
            <a:extLst>
              <a:ext uri="{FF2B5EF4-FFF2-40B4-BE49-F238E27FC236}">
                <a16:creationId xmlns:a16="http://schemas.microsoft.com/office/drawing/2014/main" id="{88345DB5-7A32-BEB4-8B64-6B88BD236018}"/>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483317" y="5149626"/>
            <a:ext cx="1777991" cy="431744"/>
          </a:xfrm>
          <a:prstGeom prst="rect">
            <a:avLst/>
          </a:prstGeom>
        </p:spPr>
      </p:pic>
      <p:pic>
        <p:nvPicPr>
          <p:cNvPr id="165" name="Image 9" descr=" ">
            <a:extLst>
              <a:ext uri="{FF2B5EF4-FFF2-40B4-BE49-F238E27FC236}">
                <a16:creationId xmlns:a16="http://schemas.microsoft.com/office/drawing/2014/main" id="{436A7F07-FEC9-AB48-0E1B-769F241D7C49}"/>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698976" y="4692485"/>
            <a:ext cx="1777991" cy="438093"/>
          </a:xfrm>
          <a:prstGeom prst="rect">
            <a:avLst/>
          </a:prstGeom>
        </p:spPr>
      </p:pic>
      <p:sp>
        <p:nvSpPr>
          <p:cNvPr id="166" name="Text 91">
            <a:extLst>
              <a:ext uri="{FF2B5EF4-FFF2-40B4-BE49-F238E27FC236}">
                <a16:creationId xmlns:a16="http://schemas.microsoft.com/office/drawing/2014/main" id="{B5C8AB02-2E52-CA82-EBE0-D8C095B29617}"/>
              </a:ext>
            </a:extLst>
          </p:cNvPr>
          <p:cNvSpPr/>
          <p:nvPr/>
        </p:nvSpPr>
        <p:spPr>
          <a:xfrm>
            <a:off x="4438627" y="5536926"/>
            <a:ext cx="1608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Q1</a:t>
            </a:r>
            <a:endParaRPr lang="en-US" sz="800" dirty="0"/>
          </a:p>
        </p:txBody>
      </p:sp>
      <p:sp>
        <p:nvSpPr>
          <p:cNvPr id="167" name="Text 92">
            <a:extLst>
              <a:ext uri="{FF2B5EF4-FFF2-40B4-BE49-F238E27FC236}">
                <a16:creationId xmlns:a16="http://schemas.microsoft.com/office/drawing/2014/main" id="{0344DC18-B612-31D9-0248-7DB08199C2F3}"/>
              </a:ext>
            </a:extLst>
          </p:cNvPr>
          <p:cNvSpPr/>
          <p:nvPr/>
        </p:nvSpPr>
        <p:spPr>
          <a:xfrm>
            <a:off x="6407117" y="6095653"/>
            <a:ext cx="1672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Q1</a:t>
            </a:r>
            <a:endParaRPr lang="en-US" sz="800" dirty="0"/>
          </a:p>
        </p:txBody>
      </p:sp>
      <p:sp>
        <p:nvSpPr>
          <p:cNvPr id="169" name="Text 93">
            <a:extLst>
              <a:ext uri="{FF2B5EF4-FFF2-40B4-BE49-F238E27FC236}">
                <a16:creationId xmlns:a16="http://schemas.microsoft.com/office/drawing/2014/main" id="{A053D28C-84F9-511C-0D33-A4428CF1174D}"/>
              </a:ext>
            </a:extLst>
          </p:cNvPr>
          <p:cNvSpPr/>
          <p:nvPr/>
        </p:nvSpPr>
        <p:spPr>
          <a:xfrm>
            <a:off x="8172408" y="6095653"/>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Q2</a:t>
            </a:r>
            <a:endParaRPr lang="en-US" sz="800" dirty="0"/>
          </a:p>
        </p:txBody>
      </p:sp>
      <p:sp>
        <p:nvSpPr>
          <p:cNvPr id="172" name="Text 94">
            <a:extLst>
              <a:ext uri="{FF2B5EF4-FFF2-40B4-BE49-F238E27FC236}">
                <a16:creationId xmlns:a16="http://schemas.microsoft.com/office/drawing/2014/main" id="{13E1654E-139A-195B-3D6A-C8682A88420B}"/>
              </a:ext>
            </a:extLst>
          </p:cNvPr>
          <p:cNvSpPr/>
          <p:nvPr/>
        </p:nvSpPr>
        <p:spPr>
          <a:xfrm>
            <a:off x="9963099" y="6095653"/>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Q3</a:t>
            </a:r>
            <a:endParaRPr lang="en-US" sz="800" dirty="0"/>
          </a:p>
        </p:txBody>
      </p:sp>
      <p:sp>
        <p:nvSpPr>
          <p:cNvPr id="173" name="Text 95">
            <a:extLst>
              <a:ext uri="{FF2B5EF4-FFF2-40B4-BE49-F238E27FC236}">
                <a16:creationId xmlns:a16="http://schemas.microsoft.com/office/drawing/2014/main" id="{262790E9-D66E-FB99-69C0-FBAA221CF813}"/>
              </a:ext>
            </a:extLst>
          </p:cNvPr>
          <p:cNvSpPr/>
          <p:nvPr/>
        </p:nvSpPr>
        <p:spPr>
          <a:xfrm>
            <a:off x="4438627" y="5092484"/>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Q2</a:t>
            </a:r>
            <a:endParaRPr lang="en-US" sz="800" dirty="0"/>
          </a:p>
        </p:txBody>
      </p:sp>
      <p:sp>
        <p:nvSpPr>
          <p:cNvPr id="174" name="Text 96">
            <a:extLst>
              <a:ext uri="{FF2B5EF4-FFF2-40B4-BE49-F238E27FC236}">
                <a16:creationId xmlns:a16="http://schemas.microsoft.com/office/drawing/2014/main" id="{1A0D409D-FBB1-8503-7B1C-3793D1A522F9}"/>
              </a:ext>
            </a:extLst>
          </p:cNvPr>
          <p:cNvSpPr/>
          <p:nvPr/>
        </p:nvSpPr>
        <p:spPr>
          <a:xfrm>
            <a:off x="4438627" y="4641692"/>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Q3</a:t>
            </a:r>
            <a:endParaRPr lang="en-US" sz="800" dirty="0"/>
          </a:p>
        </p:txBody>
      </p:sp>
      <p:sp>
        <p:nvSpPr>
          <p:cNvPr id="175" name="Text 97">
            <a:extLst>
              <a:ext uri="{FF2B5EF4-FFF2-40B4-BE49-F238E27FC236}">
                <a16:creationId xmlns:a16="http://schemas.microsoft.com/office/drawing/2014/main" id="{6904CADF-099B-3374-5DDD-DEA1C38E3843}"/>
              </a:ext>
            </a:extLst>
          </p:cNvPr>
          <p:cNvSpPr/>
          <p:nvPr/>
        </p:nvSpPr>
        <p:spPr>
          <a:xfrm>
            <a:off x="4743425" y="4546455"/>
            <a:ext cx="1799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6" name="Text 98">
            <a:extLst>
              <a:ext uri="{FF2B5EF4-FFF2-40B4-BE49-F238E27FC236}">
                <a16:creationId xmlns:a16="http://schemas.microsoft.com/office/drawing/2014/main" id="{6BDDA5DB-0389-4D67-200A-4B4BD78E88B6}"/>
              </a:ext>
            </a:extLst>
          </p:cNvPr>
          <p:cNvSpPr/>
          <p:nvPr/>
        </p:nvSpPr>
        <p:spPr>
          <a:xfrm>
            <a:off x="6534116" y="4546455"/>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7" name="Text 99">
            <a:extLst>
              <a:ext uri="{FF2B5EF4-FFF2-40B4-BE49-F238E27FC236}">
                <a16:creationId xmlns:a16="http://schemas.microsoft.com/office/drawing/2014/main" id="{41C9D7A7-9483-A04E-040E-0219CB6C9F4A}"/>
              </a:ext>
            </a:extLst>
          </p:cNvPr>
          <p:cNvSpPr/>
          <p:nvPr/>
        </p:nvSpPr>
        <p:spPr>
          <a:xfrm>
            <a:off x="8312107" y="5003595"/>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8" name="Text 100">
            <a:extLst>
              <a:ext uri="{FF2B5EF4-FFF2-40B4-BE49-F238E27FC236}">
                <a16:creationId xmlns:a16="http://schemas.microsoft.com/office/drawing/2014/main" id="{C17E44D3-5CB8-D616-3B19-D337460772B5}"/>
              </a:ext>
            </a:extLst>
          </p:cNvPr>
          <p:cNvSpPr/>
          <p:nvPr/>
        </p:nvSpPr>
        <p:spPr>
          <a:xfrm>
            <a:off x="8312107" y="5441688"/>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9" name="Text 101">
            <a:extLst>
              <a:ext uri="{FF2B5EF4-FFF2-40B4-BE49-F238E27FC236}">
                <a16:creationId xmlns:a16="http://schemas.microsoft.com/office/drawing/2014/main" id="{9EB5D751-5BB5-D479-2032-6BCCDE3E3E8B}"/>
              </a:ext>
            </a:extLst>
          </p:cNvPr>
          <p:cNvSpPr/>
          <p:nvPr/>
        </p:nvSpPr>
        <p:spPr>
          <a:xfrm>
            <a:off x="10109147" y="5448037"/>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80" name="Text 102">
            <a:extLst>
              <a:ext uri="{FF2B5EF4-FFF2-40B4-BE49-F238E27FC236}">
                <a16:creationId xmlns:a16="http://schemas.microsoft.com/office/drawing/2014/main" id="{1CEAE2D9-B8ED-766A-CCA6-A8CABD97CA47}"/>
              </a:ext>
            </a:extLst>
          </p:cNvPr>
          <p:cNvSpPr/>
          <p:nvPr/>
        </p:nvSpPr>
        <p:spPr>
          <a:xfrm>
            <a:off x="10096448" y="587978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81" name="Text 103">
            <a:extLst>
              <a:ext uri="{FF2B5EF4-FFF2-40B4-BE49-F238E27FC236}">
                <a16:creationId xmlns:a16="http://schemas.microsoft.com/office/drawing/2014/main" id="{E5DFD09D-F60E-6AC5-7AE4-EE6AAE2950E7}"/>
              </a:ext>
            </a:extLst>
          </p:cNvPr>
          <p:cNvSpPr/>
          <p:nvPr/>
        </p:nvSpPr>
        <p:spPr>
          <a:xfrm>
            <a:off x="8312107" y="587978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2" name="Text 104">
            <a:extLst>
              <a:ext uri="{FF2B5EF4-FFF2-40B4-BE49-F238E27FC236}">
                <a16:creationId xmlns:a16="http://schemas.microsoft.com/office/drawing/2014/main" id="{B93BC36C-2DC1-6686-AF83-C2B5C30393D8}"/>
              </a:ext>
            </a:extLst>
          </p:cNvPr>
          <p:cNvSpPr/>
          <p:nvPr/>
        </p:nvSpPr>
        <p:spPr>
          <a:xfrm>
            <a:off x="6534116" y="4990897"/>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83" name="Text 105">
            <a:extLst>
              <a:ext uri="{FF2B5EF4-FFF2-40B4-BE49-F238E27FC236}">
                <a16:creationId xmlns:a16="http://schemas.microsoft.com/office/drawing/2014/main" id="{305C9B02-984B-4128-AE22-220EACCD7863}"/>
              </a:ext>
            </a:extLst>
          </p:cNvPr>
          <p:cNvSpPr/>
          <p:nvPr/>
        </p:nvSpPr>
        <p:spPr>
          <a:xfrm>
            <a:off x="6534116" y="5441688"/>
            <a:ext cx="1227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4" name="Text 106">
            <a:extLst>
              <a:ext uri="{FF2B5EF4-FFF2-40B4-BE49-F238E27FC236}">
                <a16:creationId xmlns:a16="http://schemas.microsoft.com/office/drawing/2014/main" id="{2ECBA947-EC33-8DCD-09A3-D0C8133F4CEA}"/>
              </a:ext>
            </a:extLst>
          </p:cNvPr>
          <p:cNvSpPr/>
          <p:nvPr/>
        </p:nvSpPr>
        <p:spPr>
          <a:xfrm>
            <a:off x="4743426" y="4990897"/>
            <a:ext cx="1227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5" name="Text 107">
            <a:extLst>
              <a:ext uri="{FF2B5EF4-FFF2-40B4-BE49-F238E27FC236}">
                <a16:creationId xmlns:a16="http://schemas.microsoft.com/office/drawing/2014/main" id="{1B2DA597-3179-8AE1-43AA-FA6499A9F4F7}"/>
              </a:ext>
            </a:extLst>
          </p:cNvPr>
          <p:cNvSpPr/>
          <p:nvPr/>
        </p:nvSpPr>
        <p:spPr>
          <a:xfrm>
            <a:off x="5537171" y="5314705"/>
            <a:ext cx="1227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6" name="Text 108">
            <a:extLst>
              <a:ext uri="{FF2B5EF4-FFF2-40B4-BE49-F238E27FC236}">
                <a16:creationId xmlns:a16="http://schemas.microsoft.com/office/drawing/2014/main" id="{0247266A-B838-C8D4-4939-4767DC6CD3CC}"/>
              </a:ext>
            </a:extLst>
          </p:cNvPr>
          <p:cNvSpPr/>
          <p:nvPr/>
        </p:nvSpPr>
        <p:spPr>
          <a:xfrm>
            <a:off x="5530822" y="5759147"/>
            <a:ext cx="12276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7" name="Text 109">
            <a:extLst>
              <a:ext uri="{FF2B5EF4-FFF2-40B4-BE49-F238E27FC236}">
                <a16:creationId xmlns:a16="http://schemas.microsoft.com/office/drawing/2014/main" id="{BE15EB8B-EC8F-9397-AF75-1C8CE0D0E11F}"/>
              </a:ext>
            </a:extLst>
          </p:cNvPr>
          <p:cNvSpPr/>
          <p:nvPr/>
        </p:nvSpPr>
        <p:spPr>
          <a:xfrm>
            <a:off x="7321512" y="5759147"/>
            <a:ext cx="12276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8" name="Text 110">
            <a:extLst>
              <a:ext uri="{FF2B5EF4-FFF2-40B4-BE49-F238E27FC236}">
                <a16:creationId xmlns:a16="http://schemas.microsoft.com/office/drawing/2014/main" id="{2B9B8F3E-A70D-EF9B-D9BA-979570DBDC04}"/>
              </a:ext>
            </a:extLst>
          </p:cNvPr>
          <p:cNvSpPr/>
          <p:nvPr/>
        </p:nvSpPr>
        <p:spPr>
          <a:xfrm>
            <a:off x="9118553" y="4419471"/>
            <a:ext cx="1100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89" name="Text 111">
            <a:extLst>
              <a:ext uri="{FF2B5EF4-FFF2-40B4-BE49-F238E27FC236}">
                <a16:creationId xmlns:a16="http://schemas.microsoft.com/office/drawing/2014/main" id="{889CF124-102C-A1FB-6758-553D792FA0C2}"/>
              </a:ext>
            </a:extLst>
          </p:cNvPr>
          <p:cNvSpPr/>
          <p:nvPr/>
        </p:nvSpPr>
        <p:spPr>
          <a:xfrm>
            <a:off x="10896543" y="4482963"/>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0" name="Text 112">
            <a:extLst>
              <a:ext uri="{FF2B5EF4-FFF2-40B4-BE49-F238E27FC236}">
                <a16:creationId xmlns:a16="http://schemas.microsoft.com/office/drawing/2014/main" id="{73E9841E-C5C9-EA42-BF02-C58D1B0D198A}"/>
              </a:ext>
            </a:extLst>
          </p:cNvPr>
          <p:cNvSpPr/>
          <p:nvPr/>
        </p:nvSpPr>
        <p:spPr>
          <a:xfrm>
            <a:off x="10896543" y="4844866"/>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1" name="Text 113">
            <a:extLst>
              <a:ext uri="{FF2B5EF4-FFF2-40B4-BE49-F238E27FC236}">
                <a16:creationId xmlns:a16="http://schemas.microsoft.com/office/drawing/2014/main" id="{0C5C42E7-EBDC-6BBD-943E-382C20265448}"/>
              </a:ext>
            </a:extLst>
          </p:cNvPr>
          <p:cNvSpPr/>
          <p:nvPr/>
        </p:nvSpPr>
        <p:spPr>
          <a:xfrm>
            <a:off x="6280118" y="4292488"/>
            <a:ext cx="1735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2" name="Text 114">
            <a:extLst>
              <a:ext uri="{FF2B5EF4-FFF2-40B4-BE49-F238E27FC236}">
                <a16:creationId xmlns:a16="http://schemas.microsoft.com/office/drawing/2014/main" id="{949BCA38-10B9-730D-CC31-72978625D1B7}"/>
              </a:ext>
            </a:extLst>
          </p:cNvPr>
          <p:cNvSpPr/>
          <p:nvPr/>
        </p:nvSpPr>
        <p:spPr>
          <a:xfrm>
            <a:off x="8121608" y="4292488"/>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3" name="Text 115">
            <a:extLst>
              <a:ext uri="{FF2B5EF4-FFF2-40B4-BE49-F238E27FC236}">
                <a16:creationId xmlns:a16="http://schemas.microsoft.com/office/drawing/2014/main" id="{53BB970D-89E9-A3F6-1942-BE287FAE9D56}"/>
              </a:ext>
            </a:extLst>
          </p:cNvPr>
          <p:cNvSpPr/>
          <p:nvPr/>
        </p:nvSpPr>
        <p:spPr>
          <a:xfrm>
            <a:off x="9899599" y="4743279"/>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4" name="Text 116">
            <a:extLst>
              <a:ext uri="{FF2B5EF4-FFF2-40B4-BE49-F238E27FC236}">
                <a16:creationId xmlns:a16="http://schemas.microsoft.com/office/drawing/2014/main" id="{7E9A91FC-CAA0-2095-CC67-9C7C618CACAA}"/>
              </a:ext>
            </a:extLst>
          </p:cNvPr>
          <p:cNvSpPr/>
          <p:nvPr/>
        </p:nvSpPr>
        <p:spPr>
          <a:xfrm>
            <a:off x="9899599" y="518772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5" name="Text 117">
            <a:extLst>
              <a:ext uri="{FF2B5EF4-FFF2-40B4-BE49-F238E27FC236}">
                <a16:creationId xmlns:a16="http://schemas.microsoft.com/office/drawing/2014/main" id="{8B10947F-B494-E998-C856-8EF3F05F8ABA}"/>
              </a:ext>
            </a:extLst>
          </p:cNvPr>
          <p:cNvSpPr/>
          <p:nvPr/>
        </p:nvSpPr>
        <p:spPr>
          <a:xfrm>
            <a:off x="11696639" y="5257562"/>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6" name="Text 118">
            <a:extLst>
              <a:ext uri="{FF2B5EF4-FFF2-40B4-BE49-F238E27FC236}">
                <a16:creationId xmlns:a16="http://schemas.microsoft.com/office/drawing/2014/main" id="{77E297DA-7CAB-CF78-FEB5-FBA14026346A}"/>
              </a:ext>
            </a:extLst>
          </p:cNvPr>
          <p:cNvSpPr/>
          <p:nvPr/>
        </p:nvSpPr>
        <p:spPr>
          <a:xfrm>
            <a:off x="11683939" y="5689306"/>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7" name="Text 119">
            <a:extLst>
              <a:ext uri="{FF2B5EF4-FFF2-40B4-BE49-F238E27FC236}">
                <a16:creationId xmlns:a16="http://schemas.microsoft.com/office/drawing/2014/main" id="{4D1AAFC6-7DED-57F0-3BA6-09A7B449CCF2}"/>
              </a:ext>
            </a:extLst>
          </p:cNvPr>
          <p:cNvSpPr/>
          <p:nvPr/>
        </p:nvSpPr>
        <p:spPr>
          <a:xfrm>
            <a:off x="9899599" y="5625814"/>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98" name="Text 120">
            <a:extLst>
              <a:ext uri="{FF2B5EF4-FFF2-40B4-BE49-F238E27FC236}">
                <a16:creationId xmlns:a16="http://schemas.microsoft.com/office/drawing/2014/main" id="{2AC82F23-8B0F-38B6-0238-05464DD8C998}"/>
              </a:ext>
            </a:extLst>
          </p:cNvPr>
          <p:cNvSpPr/>
          <p:nvPr/>
        </p:nvSpPr>
        <p:spPr>
          <a:xfrm>
            <a:off x="8121608" y="4736930"/>
            <a:ext cx="11641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9" name="Text 121">
            <a:extLst>
              <a:ext uri="{FF2B5EF4-FFF2-40B4-BE49-F238E27FC236}">
                <a16:creationId xmlns:a16="http://schemas.microsoft.com/office/drawing/2014/main" id="{ABA9DAB6-C7D9-3204-93F6-9D3F55EE476D}"/>
              </a:ext>
            </a:extLst>
          </p:cNvPr>
          <p:cNvSpPr/>
          <p:nvPr/>
        </p:nvSpPr>
        <p:spPr>
          <a:xfrm>
            <a:off x="8121608" y="518772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200" name="Text 122">
            <a:extLst>
              <a:ext uri="{FF2B5EF4-FFF2-40B4-BE49-F238E27FC236}">
                <a16:creationId xmlns:a16="http://schemas.microsoft.com/office/drawing/2014/main" id="{CC457471-BEDE-59E8-B9E3-0381F27574AF}"/>
              </a:ext>
            </a:extLst>
          </p:cNvPr>
          <p:cNvSpPr/>
          <p:nvPr/>
        </p:nvSpPr>
        <p:spPr>
          <a:xfrm>
            <a:off x="6343618" y="4736930"/>
            <a:ext cx="11006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201" name="Text 123">
            <a:extLst>
              <a:ext uri="{FF2B5EF4-FFF2-40B4-BE49-F238E27FC236}">
                <a16:creationId xmlns:a16="http://schemas.microsoft.com/office/drawing/2014/main" id="{88D311B2-3D19-4CBF-BDAE-EF5C70E4903B}"/>
              </a:ext>
            </a:extLst>
          </p:cNvPr>
          <p:cNvSpPr/>
          <p:nvPr/>
        </p:nvSpPr>
        <p:spPr>
          <a:xfrm>
            <a:off x="4438627" y="4203599"/>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Q4</a:t>
            </a:r>
            <a:endParaRPr lang="en-US" sz="800" dirty="0"/>
          </a:p>
        </p:txBody>
      </p:sp>
      <p:pic>
        <p:nvPicPr>
          <p:cNvPr id="202" name="Image 11" descr=" ">
            <a:extLst>
              <a:ext uri="{FF2B5EF4-FFF2-40B4-BE49-F238E27FC236}">
                <a16:creationId xmlns:a16="http://schemas.microsoft.com/office/drawing/2014/main" id="{6FB32608-AC13-28C2-5A7E-C5685A52AF7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70617" y="4248043"/>
            <a:ext cx="12700" cy="1777769"/>
          </a:xfrm>
          <a:prstGeom prst="rect">
            <a:avLst/>
          </a:prstGeom>
        </p:spPr>
      </p:pic>
      <p:pic>
        <p:nvPicPr>
          <p:cNvPr id="203" name="Image 12" descr=" ">
            <a:extLst>
              <a:ext uri="{FF2B5EF4-FFF2-40B4-BE49-F238E27FC236}">
                <a16:creationId xmlns:a16="http://schemas.microsoft.com/office/drawing/2014/main" id="{9E51DEA5-5C9D-EFCD-6064-53BAC9EFF51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4241694"/>
            <a:ext cx="7143713" cy="12698"/>
          </a:xfrm>
          <a:prstGeom prst="rect">
            <a:avLst/>
          </a:prstGeom>
        </p:spPr>
      </p:pic>
      <p:pic>
        <p:nvPicPr>
          <p:cNvPr id="204" name="Image 13" descr=" ">
            <a:extLst>
              <a:ext uri="{FF2B5EF4-FFF2-40B4-BE49-F238E27FC236}">
                <a16:creationId xmlns:a16="http://schemas.microsoft.com/office/drawing/2014/main" id="{9CD0BAF2-8F8A-7A69-F330-33ACE100FF8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692626" y="4241694"/>
            <a:ext cx="3568681" cy="12698"/>
          </a:xfrm>
          <a:prstGeom prst="rect">
            <a:avLst/>
          </a:prstGeom>
        </p:spPr>
      </p:pic>
      <p:pic>
        <p:nvPicPr>
          <p:cNvPr id="205" name="Image 14" descr=" ">
            <a:extLst>
              <a:ext uri="{FF2B5EF4-FFF2-40B4-BE49-F238E27FC236}">
                <a16:creationId xmlns:a16="http://schemas.microsoft.com/office/drawing/2014/main" id="{C5D137D0-906E-0835-25E8-871BBDF7145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4686136"/>
            <a:ext cx="7143713" cy="12698"/>
          </a:xfrm>
          <a:prstGeom prst="rect">
            <a:avLst/>
          </a:prstGeom>
        </p:spPr>
      </p:pic>
      <p:pic>
        <p:nvPicPr>
          <p:cNvPr id="206" name="Image 15" descr=" ">
            <a:extLst>
              <a:ext uri="{FF2B5EF4-FFF2-40B4-BE49-F238E27FC236}">
                <a16:creationId xmlns:a16="http://schemas.microsoft.com/office/drawing/2014/main" id="{0BB6FD75-A453-84F6-AF8B-14A193A6CF1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5136928"/>
            <a:ext cx="7143713" cy="12698"/>
          </a:xfrm>
          <a:prstGeom prst="rect">
            <a:avLst/>
          </a:prstGeom>
        </p:spPr>
      </p:pic>
      <p:pic>
        <p:nvPicPr>
          <p:cNvPr id="207" name="Image 16" descr=" ">
            <a:extLst>
              <a:ext uri="{FF2B5EF4-FFF2-40B4-BE49-F238E27FC236}">
                <a16:creationId xmlns:a16="http://schemas.microsoft.com/office/drawing/2014/main" id="{068932B3-5F92-334E-E0C7-EC6767D4BB2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5581370"/>
            <a:ext cx="7143713" cy="12698"/>
          </a:xfrm>
          <a:prstGeom prst="rect">
            <a:avLst/>
          </a:prstGeom>
        </p:spPr>
      </p:pic>
      <p:pic>
        <p:nvPicPr>
          <p:cNvPr id="208" name="Image 17" descr=" ">
            <a:extLst>
              <a:ext uri="{FF2B5EF4-FFF2-40B4-BE49-F238E27FC236}">
                <a16:creationId xmlns:a16="http://schemas.microsoft.com/office/drawing/2014/main" id="{275E2A06-8447-9EFD-A023-CAB31F1266F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6032161"/>
            <a:ext cx="7143713" cy="12698"/>
          </a:xfrm>
          <a:prstGeom prst="rect">
            <a:avLst/>
          </a:prstGeom>
        </p:spPr>
      </p:pic>
      <p:pic>
        <p:nvPicPr>
          <p:cNvPr id="209" name="Image 18" descr=" ">
            <a:extLst>
              <a:ext uri="{FF2B5EF4-FFF2-40B4-BE49-F238E27FC236}">
                <a16:creationId xmlns:a16="http://schemas.microsoft.com/office/drawing/2014/main" id="{403CC276-070A-891F-BAFF-C5C8EE97276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54958" y="4248043"/>
            <a:ext cx="12700" cy="1777769"/>
          </a:xfrm>
          <a:prstGeom prst="rect">
            <a:avLst/>
          </a:prstGeom>
        </p:spPr>
      </p:pic>
      <p:pic>
        <p:nvPicPr>
          <p:cNvPr id="210" name="Image 19" descr=" ">
            <a:extLst>
              <a:ext uri="{FF2B5EF4-FFF2-40B4-BE49-F238E27FC236}">
                <a16:creationId xmlns:a16="http://schemas.microsoft.com/office/drawing/2014/main" id="{E8DF3C5B-83F3-6398-D021-D821460EA59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045648" y="4248043"/>
            <a:ext cx="12700" cy="1777769"/>
          </a:xfrm>
          <a:prstGeom prst="rect">
            <a:avLst/>
          </a:prstGeom>
        </p:spPr>
      </p:pic>
      <p:pic>
        <p:nvPicPr>
          <p:cNvPr id="211" name="Image 20" descr=" ">
            <a:extLst>
              <a:ext uri="{FF2B5EF4-FFF2-40B4-BE49-F238E27FC236}">
                <a16:creationId xmlns:a16="http://schemas.microsoft.com/office/drawing/2014/main" id="{513155CE-3CDF-B08C-AD61-193275C8F90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823639" y="4305186"/>
            <a:ext cx="12700" cy="1784118"/>
          </a:xfrm>
          <a:prstGeom prst="rect">
            <a:avLst/>
          </a:prstGeom>
        </p:spPr>
      </p:pic>
      <p:pic>
        <p:nvPicPr>
          <p:cNvPr id="213" name="Image 22" descr=" ">
            <a:extLst>
              <a:ext uri="{FF2B5EF4-FFF2-40B4-BE49-F238E27FC236}">
                <a16:creationId xmlns:a16="http://schemas.microsoft.com/office/drawing/2014/main" id="{77EF98B2-350D-3D44-2B6C-6529A7174EC1}"/>
              </a:ext>
            </a:extLst>
          </p:cNvPr>
          <p:cNvPicPr>
            <a:picLocks noChangeAspect="1"/>
          </p:cNvPicPr>
          <p:nvPr/>
        </p:nvPicPr>
        <p:blipFill>
          <a:blip r:embed="rId19" cstate="email">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8267657" y="4686136"/>
            <a:ext cx="3562332" cy="469839"/>
          </a:xfrm>
          <a:prstGeom prst="rect">
            <a:avLst/>
          </a:prstGeom>
        </p:spPr>
      </p:pic>
      <p:pic>
        <p:nvPicPr>
          <p:cNvPr id="214" name="Image 23" descr=" ">
            <a:extLst>
              <a:ext uri="{FF2B5EF4-FFF2-40B4-BE49-F238E27FC236}">
                <a16:creationId xmlns:a16="http://schemas.microsoft.com/office/drawing/2014/main" id="{8DC72FD3-395D-48DA-2E1C-74A6E3553453}"/>
              </a:ext>
            </a:extLst>
          </p:cNvPr>
          <p:cNvPicPr>
            <a:picLocks noChangeAspect="1"/>
          </p:cNvPicPr>
          <p:nvPr/>
        </p:nvPicPr>
        <p:blipFill>
          <a:blip r:embed="rId21" cstate="email">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4692626" y="5136927"/>
            <a:ext cx="3562332" cy="463490"/>
          </a:xfrm>
          <a:prstGeom prst="rect">
            <a:avLst/>
          </a:prstGeom>
        </p:spPr>
      </p:pic>
      <p:sp>
        <p:nvSpPr>
          <p:cNvPr id="215" name="Shape 10">
            <a:extLst>
              <a:ext uri="{FF2B5EF4-FFF2-40B4-BE49-F238E27FC236}">
                <a16:creationId xmlns:a16="http://schemas.microsoft.com/office/drawing/2014/main" id="{2E9EBD0D-8218-4D1B-F3A2-B4C4D07A301E}"/>
              </a:ext>
            </a:extLst>
          </p:cNvPr>
          <p:cNvSpPr/>
          <p:nvPr/>
        </p:nvSpPr>
        <p:spPr>
          <a:xfrm>
            <a:off x="8178758"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16" name="Shape 12">
            <a:extLst>
              <a:ext uri="{FF2B5EF4-FFF2-40B4-BE49-F238E27FC236}">
                <a16:creationId xmlns:a16="http://schemas.microsoft.com/office/drawing/2014/main" id="{AB5DB325-EF85-D7C9-2748-D91D05B5E92D}"/>
              </a:ext>
            </a:extLst>
          </p:cNvPr>
          <p:cNvSpPr/>
          <p:nvPr/>
        </p:nvSpPr>
        <p:spPr>
          <a:xfrm>
            <a:off x="4419578" y="2286149"/>
            <a:ext cx="3555981" cy="253967"/>
          </a:xfrm>
          <a:prstGeom prst="rect">
            <a:avLst/>
          </a:prstGeom>
          <a:solidFill>
            <a:srgbClr val="F5F4F4">
              <a:alpha val="100000"/>
            </a:srgbClr>
          </a:solidFill>
          <a:ln/>
        </p:spPr>
        <p:txBody>
          <a:bodyPr/>
          <a:lstStyle/>
          <a:p>
            <a:r>
              <a:rPr lang="ru-RU" sz="1000" dirty="0"/>
              <a:t>1. </a:t>
            </a:r>
            <a:r>
              <a:rPr lang="en-US" sz="1000" dirty="0"/>
              <a:t>Lorem ipsum dolor sit </a:t>
            </a:r>
            <a:r>
              <a:rPr lang="en-US" sz="1000" dirty="0" err="1"/>
              <a:t>amet</a:t>
            </a:r>
            <a:r>
              <a:rPr lang="en-US" sz="1000" dirty="0"/>
              <a:t> </a:t>
            </a:r>
            <a:endParaRPr lang="ru-RU" sz="1000" dirty="0"/>
          </a:p>
        </p:txBody>
      </p:sp>
      <p:sp>
        <p:nvSpPr>
          <p:cNvPr id="217" name="Shape 14">
            <a:extLst>
              <a:ext uri="{FF2B5EF4-FFF2-40B4-BE49-F238E27FC236}">
                <a16:creationId xmlns:a16="http://schemas.microsoft.com/office/drawing/2014/main" id="{C2C2DE1C-9E7A-F6F7-B52A-AA3A64DD7102}"/>
              </a:ext>
            </a:extLst>
          </p:cNvPr>
          <p:cNvSpPr/>
          <p:nvPr/>
        </p:nvSpPr>
        <p:spPr>
          <a:xfrm>
            <a:off x="9931349"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18" name="Shape 16">
            <a:extLst>
              <a:ext uri="{FF2B5EF4-FFF2-40B4-BE49-F238E27FC236}">
                <a16:creationId xmlns:a16="http://schemas.microsoft.com/office/drawing/2014/main" id="{72526AA7-1AEF-2009-F11A-E8B6BC35CB64}"/>
              </a:ext>
            </a:extLst>
          </p:cNvPr>
          <p:cNvSpPr/>
          <p:nvPr/>
        </p:nvSpPr>
        <p:spPr>
          <a:xfrm>
            <a:off x="8966154"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19" name="Shape 18">
            <a:extLst>
              <a:ext uri="{FF2B5EF4-FFF2-40B4-BE49-F238E27FC236}">
                <a16:creationId xmlns:a16="http://schemas.microsoft.com/office/drawing/2014/main" id="{1DC3021F-8A4D-B750-F914-385683499542}"/>
              </a:ext>
            </a:extLst>
          </p:cNvPr>
          <p:cNvSpPr/>
          <p:nvPr/>
        </p:nvSpPr>
        <p:spPr>
          <a:xfrm>
            <a:off x="10718745"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0" name="Shape 27">
            <a:extLst>
              <a:ext uri="{FF2B5EF4-FFF2-40B4-BE49-F238E27FC236}">
                <a16:creationId xmlns:a16="http://schemas.microsoft.com/office/drawing/2014/main" id="{ACF21D6D-D0A3-0290-BBC2-738FA456439C}"/>
              </a:ext>
            </a:extLst>
          </p:cNvPr>
          <p:cNvSpPr/>
          <p:nvPr/>
        </p:nvSpPr>
        <p:spPr>
          <a:xfrm>
            <a:off x="8178758"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1" name="Shape 29">
            <a:extLst>
              <a:ext uri="{FF2B5EF4-FFF2-40B4-BE49-F238E27FC236}">
                <a16:creationId xmlns:a16="http://schemas.microsoft.com/office/drawing/2014/main" id="{E870AF01-C403-84FB-ADAA-C6E21993FACA}"/>
              </a:ext>
            </a:extLst>
          </p:cNvPr>
          <p:cNvSpPr/>
          <p:nvPr/>
        </p:nvSpPr>
        <p:spPr>
          <a:xfrm>
            <a:off x="4419578" y="2565512"/>
            <a:ext cx="3555981" cy="253967"/>
          </a:xfrm>
          <a:prstGeom prst="rect">
            <a:avLst/>
          </a:prstGeom>
          <a:solidFill>
            <a:srgbClr val="F5F4F4">
              <a:alpha val="100000"/>
            </a:srgbClr>
          </a:solidFill>
          <a:ln/>
        </p:spPr>
        <p:txBody>
          <a:bodyPr/>
          <a:lstStyle/>
          <a:p>
            <a:r>
              <a:rPr lang="ru-RU" sz="1000" dirty="0"/>
              <a:t>2. </a:t>
            </a:r>
            <a:r>
              <a:rPr lang="en-US" sz="1000" dirty="0"/>
              <a:t>Lorem ipsum dolor sit </a:t>
            </a:r>
            <a:r>
              <a:rPr lang="en-US" sz="1000" dirty="0" err="1"/>
              <a:t>amet</a:t>
            </a:r>
            <a:r>
              <a:rPr lang="en-US" sz="1000" dirty="0"/>
              <a:t> </a:t>
            </a:r>
            <a:endParaRPr lang="ru-RU" sz="1000" dirty="0"/>
          </a:p>
        </p:txBody>
      </p:sp>
      <p:sp>
        <p:nvSpPr>
          <p:cNvPr id="222" name="Shape 31">
            <a:extLst>
              <a:ext uri="{FF2B5EF4-FFF2-40B4-BE49-F238E27FC236}">
                <a16:creationId xmlns:a16="http://schemas.microsoft.com/office/drawing/2014/main" id="{E08743A3-CDE1-0F47-D70D-CE0E18E9E987}"/>
              </a:ext>
            </a:extLst>
          </p:cNvPr>
          <p:cNvSpPr/>
          <p:nvPr/>
        </p:nvSpPr>
        <p:spPr>
          <a:xfrm>
            <a:off x="9931349"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3" name="Shape 40">
            <a:extLst>
              <a:ext uri="{FF2B5EF4-FFF2-40B4-BE49-F238E27FC236}">
                <a16:creationId xmlns:a16="http://schemas.microsoft.com/office/drawing/2014/main" id="{82D8E021-C469-A3C3-9761-71EB028999EB}"/>
              </a:ext>
            </a:extLst>
          </p:cNvPr>
          <p:cNvSpPr/>
          <p:nvPr/>
        </p:nvSpPr>
        <p:spPr>
          <a:xfrm>
            <a:off x="8178758" y="2844876"/>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4" name="Shape 42">
            <a:extLst>
              <a:ext uri="{FF2B5EF4-FFF2-40B4-BE49-F238E27FC236}">
                <a16:creationId xmlns:a16="http://schemas.microsoft.com/office/drawing/2014/main" id="{4DCE1DBB-E7DE-9B4F-79A9-AEB52AEEE1A8}"/>
              </a:ext>
            </a:extLst>
          </p:cNvPr>
          <p:cNvSpPr/>
          <p:nvPr/>
        </p:nvSpPr>
        <p:spPr>
          <a:xfrm>
            <a:off x="4419578" y="2844876"/>
            <a:ext cx="3555981" cy="253967"/>
          </a:xfrm>
          <a:prstGeom prst="rect">
            <a:avLst/>
          </a:prstGeom>
          <a:solidFill>
            <a:srgbClr val="F5F4F4">
              <a:alpha val="100000"/>
            </a:srgbClr>
          </a:solidFill>
          <a:ln/>
        </p:spPr>
        <p:txBody>
          <a:bodyPr/>
          <a:lstStyle/>
          <a:p>
            <a:r>
              <a:rPr lang="ru-RU" sz="1000" dirty="0"/>
              <a:t>3. </a:t>
            </a:r>
            <a:r>
              <a:rPr lang="en-US" sz="1000" dirty="0"/>
              <a:t>Lorem ipsum dolor sit </a:t>
            </a:r>
            <a:r>
              <a:rPr lang="en-US" sz="1000" dirty="0" err="1"/>
              <a:t>amet</a:t>
            </a:r>
            <a:r>
              <a:rPr lang="en-US" sz="1000" dirty="0"/>
              <a:t> </a:t>
            </a:r>
            <a:endParaRPr lang="ru-RU" sz="1000" dirty="0"/>
          </a:p>
        </p:txBody>
      </p:sp>
      <p:sp>
        <p:nvSpPr>
          <p:cNvPr id="225" name="Shape 44">
            <a:extLst>
              <a:ext uri="{FF2B5EF4-FFF2-40B4-BE49-F238E27FC236}">
                <a16:creationId xmlns:a16="http://schemas.microsoft.com/office/drawing/2014/main" id="{AF791024-D470-9038-696F-B4DDB94041B8}"/>
              </a:ext>
            </a:extLst>
          </p:cNvPr>
          <p:cNvSpPr/>
          <p:nvPr/>
        </p:nvSpPr>
        <p:spPr>
          <a:xfrm>
            <a:off x="9931349" y="2844876"/>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6" name="Shape 66">
            <a:extLst>
              <a:ext uri="{FF2B5EF4-FFF2-40B4-BE49-F238E27FC236}">
                <a16:creationId xmlns:a16="http://schemas.microsoft.com/office/drawing/2014/main" id="{612F5EC3-6AD8-5795-5AD9-25442FD773F4}"/>
              </a:ext>
            </a:extLst>
          </p:cNvPr>
          <p:cNvSpPr/>
          <p:nvPr/>
        </p:nvSpPr>
        <p:spPr>
          <a:xfrm>
            <a:off x="8966154"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7" name="Shape 68">
            <a:extLst>
              <a:ext uri="{FF2B5EF4-FFF2-40B4-BE49-F238E27FC236}">
                <a16:creationId xmlns:a16="http://schemas.microsoft.com/office/drawing/2014/main" id="{073C4108-9520-9A52-5885-B43EA2FE1733}"/>
              </a:ext>
            </a:extLst>
          </p:cNvPr>
          <p:cNvSpPr/>
          <p:nvPr/>
        </p:nvSpPr>
        <p:spPr>
          <a:xfrm>
            <a:off x="10718745"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3" name="Заголовок 2">
            <a:extLst>
              <a:ext uri="{FF2B5EF4-FFF2-40B4-BE49-F238E27FC236}">
                <a16:creationId xmlns:a16="http://schemas.microsoft.com/office/drawing/2014/main" id="{AA3FA548-B536-C769-C86F-91417311A45F}"/>
              </a:ext>
            </a:extLst>
          </p:cNvPr>
          <p:cNvSpPr>
            <a:spLocks noGrp="1"/>
          </p:cNvSpPr>
          <p:nvPr>
            <p:ph type="title"/>
          </p:nvPr>
        </p:nvSpPr>
        <p:spPr>
          <a:xfrm>
            <a:off x="360000" y="252000"/>
            <a:ext cx="9533300" cy="393698"/>
          </a:xfrm>
        </p:spPr>
        <p:txBody>
          <a:bodyPr/>
          <a:lstStyle/>
          <a:p>
            <a:r>
              <a:rPr lang="ru-RU" dirty="0"/>
              <a:t>Слайд с сегментацией</a:t>
            </a:r>
          </a:p>
        </p:txBody>
      </p:sp>
      <p:sp>
        <p:nvSpPr>
          <p:cNvPr id="128" name="Прямоугольный треугольник 33">
            <a:extLst>
              <a:ext uri="{FF2B5EF4-FFF2-40B4-BE49-F238E27FC236}">
                <a16:creationId xmlns:a16="http://schemas.microsoft.com/office/drawing/2014/main" id="{53D0AFDA-2685-5A45-A5F6-65A375D07597}"/>
              </a:ext>
            </a:extLst>
          </p:cNvPr>
          <p:cNvSpPr/>
          <p:nvPr/>
        </p:nvSpPr>
        <p:spPr>
          <a:xfrm rot="5400000" flipV="1">
            <a:off x="8456436" y="6368659"/>
            <a:ext cx="170113" cy="170093"/>
          </a:xfrm>
          <a:prstGeom prst="rtTriangle">
            <a:avLst/>
          </a:prstGeom>
          <a:solidFill>
            <a:srgbClr val="FBCE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dirty="0"/>
          </a:p>
        </p:txBody>
      </p:sp>
    </p:spTree>
    <p:extLst>
      <p:ext uri="{BB962C8B-B14F-4D97-AF65-F5344CB8AC3E}">
        <p14:creationId xmlns:p14="http://schemas.microsoft.com/office/powerpoint/2010/main" val="9948959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2" name="Image 21" descr=" ">
            <a:extLst>
              <a:ext uri="{FF2B5EF4-FFF2-40B4-BE49-F238E27FC236}">
                <a16:creationId xmlns:a16="http://schemas.microsoft.com/office/drawing/2014/main" id="{40E48B08-2DB4-30B3-FCE6-5866AFF79CEE}"/>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45863" y="4165504"/>
            <a:ext cx="7190476" cy="1866657"/>
          </a:xfrm>
          <a:prstGeom prst="rect">
            <a:avLst/>
          </a:prstGeom>
        </p:spPr>
      </p:pic>
      <p:sp>
        <p:nvSpPr>
          <p:cNvPr id="15" name="Shape 2"/>
          <p:cNvSpPr/>
          <p:nvPr/>
        </p:nvSpPr>
        <p:spPr>
          <a:xfrm>
            <a:off x="355598" y="762347"/>
            <a:ext cx="3759181" cy="304760"/>
          </a:xfrm>
          <a:prstGeom prst="rect">
            <a:avLst/>
          </a:prstGeom>
          <a:solidFill>
            <a:srgbClr val="FAE6E9"/>
          </a:solidFill>
          <a:ln/>
        </p:spPr>
      </p:sp>
      <p:sp>
        <p:nvSpPr>
          <p:cNvPr id="16" name="Text 3"/>
          <p:cNvSpPr/>
          <p:nvPr/>
        </p:nvSpPr>
        <p:spPr>
          <a:xfrm>
            <a:off x="507997" y="832188"/>
            <a:ext cx="1269994"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Текущий подход</a:t>
            </a:r>
            <a:endParaRPr lang="en-US" sz="1200" dirty="0"/>
          </a:p>
        </p:txBody>
      </p:sp>
      <p:sp>
        <p:nvSpPr>
          <p:cNvPr id="17" name="Shape 4"/>
          <p:cNvSpPr/>
          <p:nvPr/>
        </p:nvSpPr>
        <p:spPr>
          <a:xfrm>
            <a:off x="355598" y="1092504"/>
            <a:ext cx="3759181" cy="304760"/>
          </a:xfrm>
          <a:prstGeom prst="rect">
            <a:avLst/>
          </a:prstGeom>
          <a:solidFill>
            <a:srgbClr val="E5E5E5"/>
          </a:solidFill>
          <a:ln/>
        </p:spPr>
      </p:sp>
      <p:sp>
        <p:nvSpPr>
          <p:cNvPr id="18" name="Text 5"/>
          <p:cNvSpPr/>
          <p:nvPr/>
        </p:nvSpPr>
        <p:spPr>
          <a:xfrm>
            <a:off x="507998" y="1162344"/>
            <a:ext cx="980560" cy="219907"/>
          </a:xfrm>
          <a:prstGeom prst="rect">
            <a:avLst/>
          </a:prstGeom>
          <a:noFill/>
          <a:ln/>
        </p:spPr>
        <p:txBody>
          <a:bodyPr wrap="square" lIns="0" tIns="0" rIns="0" bIns="0" rtlCol="0" anchor="t"/>
          <a:lstStyle/>
          <a:p>
            <a:pPr>
              <a:lnSpc>
                <a:spcPts val="1320"/>
              </a:lnSpc>
            </a:pPr>
            <a:r>
              <a:rPr lang="ru-RU" sz="1200" dirty="0">
                <a:solidFill>
                  <a:srgbClr val="000000">
                    <a:alpha val="100000"/>
                  </a:srgbClr>
                </a:solidFill>
                <a:ea typeface="Stapel" pitchFamily="34" charset="-122"/>
                <a:cs typeface="Stapel" pitchFamily="34" charset="-120"/>
              </a:rPr>
              <a:t>Компания Х</a:t>
            </a:r>
            <a:endParaRPr lang="en-US" sz="1200" dirty="0"/>
          </a:p>
        </p:txBody>
      </p:sp>
      <p:sp>
        <p:nvSpPr>
          <p:cNvPr id="19" name="Shape 6"/>
          <p:cNvSpPr/>
          <p:nvPr/>
        </p:nvSpPr>
        <p:spPr>
          <a:xfrm>
            <a:off x="355598" y="3765058"/>
            <a:ext cx="3759181" cy="355554"/>
          </a:xfrm>
          <a:prstGeom prst="rect">
            <a:avLst/>
          </a:prstGeom>
          <a:solidFill>
            <a:srgbClr val="E5E5E5"/>
          </a:solidFill>
          <a:ln/>
        </p:spPr>
      </p:sp>
      <p:sp>
        <p:nvSpPr>
          <p:cNvPr id="20" name="Text 7"/>
          <p:cNvSpPr/>
          <p:nvPr/>
        </p:nvSpPr>
        <p:spPr>
          <a:xfrm>
            <a:off x="507996" y="3866157"/>
            <a:ext cx="1129417" cy="191855"/>
          </a:xfrm>
          <a:prstGeom prst="rect">
            <a:avLst/>
          </a:prstGeom>
          <a:noFill/>
          <a:ln/>
        </p:spPr>
        <p:txBody>
          <a:bodyPr wrap="square" lIns="0" tIns="0" rIns="0" bIns="0" rtlCol="0" anchor="t"/>
          <a:lstStyle/>
          <a:p>
            <a:pPr>
              <a:lnSpc>
                <a:spcPts val="1320"/>
              </a:lnSpc>
            </a:pPr>
            <a:r>
              <a:rPr lang="ru-RU" sz="1200" dirty="0">
                <a:solidFill>
                  <a:srgbClr val="000000">
                    <a:alpha val="100000"/>
                  </a:srgbClr>
                </a:solidFill>
                <a:ea typeface="Stapel" pitchFamily="34" charset="-122"/>
                <a:cs typeface="Stapel" pitchFamily="34" charset="-120"/>
              </a:rPr>
              <a:t>Компания ХХ</a:t>
            </a:r>
            <a:endParaRPr lang="en-US" sz="1200" dirty="0"/>
          </a:p>
        </p:txBody>
      </p:sp>
      <p:sp>
        <p:nvSpPr>
          <p:cNvPr id="61" name="Text 48"/>
          <p:cNvSpPr/>
          <p:nvPr/>
        </p:nvSpPr>
        <p:spPr>
          <a:xfrm>
            <a:off x="355598" y="1498851"/>
            <a:ext cx="3801514" cy="321692"/>
          </a:xfrm>
          <a:prstGeom prst="rect">
            <a:avLst/>
          </a:prstGeom>
          <a:noFill/>
          <a:ln/>
        </p:spPr>
        <p:txBody>
          <a:bodyPr wrap="square" lIns="0" tIns="0" rIns="0" bIns="0" rtlCol="0" anchor="t"/>
          <a:lstStyle/>
          <a:p>
            <a:pPr>
              <a:lnSpc>
                <a:spcPts val="1100"/>
              </a:lnSpc>
            </a:pPr>
            <a:r>
              <a:rPr lang="en-US" sz="1000" dirty="0"/>
              <a:t>Lorem ipsum dolor sit </a:t>
            </a:r>
            <a:r>
              <a:rPr lang="en-US" sz="1000" dirty="0" err="1"/>
              <a:t>amet</a:t>
            </a:r>
            <a:r>
              <a:rPr lang="en-US" sz="1000" dirty="0"/>
              <a:t>, </a:t>
            </a:r>
            <a:r>
              <a:rPr lang="en-US" sz="1000" dirty="0" err="1"/>
              <a:t>idque</a:t>
            </a:r>
            <a:r>
              <a:rPr lang="en-US" sz="1000" dirty="0"/>
              <a:t> </a:t>
            </a:r>
            <a:r>
              <a:rPr lang="en-US" sz="1000" dirty="0" err="1"/>
              <a:t>iuvaret</a:t>
            </a:r>
            <a:r>
              <a:rPr lang="en-US" sz="1000" dirty="0"/>
              <a:t> </a:t>
            </a:r>
            <a:r>
              <a:rPr lang="en-US" sz="1000" dirty="0" err="1"/>
              <a:t>ut</a:t>
            </a:r>
            <a:r>
              <a:rPr lang="en-US" sz="1000" dirty="0"/>
              <a:t> cum.</a:t>
            </a:r>
            <a:r>
              <a:rPr lang="ru-RU" sz="1000" dirty="0"/>
              <a:t> </a:t>
            </a:r>
            <a:r>
              <a:rPr lang="en-US" sz="1000" dirty="0"/>
              <a:t>Mel </a:t>
            </a:r>
            <a:r>
              <a:rPr lang="en-US" sz="1000" dirty="0" err="1"/>
              <a:t>dolores</a:t>
            </a:r>
            <a:r>
              <a:rPr lang="en-US" sz="1000" dirty="0"/>
              <a:t> </a:t>
            </a:r>
            <a:r>
              <a:rPr lang="en-US" sz="1000" dirty="0" err="1"/>
              <a:t>senserit</a:t>
            </a:r>
            <a:r>
              <a:rPr lang="en-US" sz="1000" dirty="0"/>
              <a:t> </a:t>
            </a:r>
            <a:r>
              <a:rPr lang="en-US" sz="1000" dirty="0" err="1"/>
              <a:t>elaboraret</a:t>
            </a:r>
            <a:r>
              <a:rPr lang="en-US" sz="1000" dirty="0"/>
              <a:t> </a:t>
            </a:r>
            <a:r>
              <a:rPr lang="en-US" sz="1000" dirty="0" err="1"/>
              <a:t>eu</a:t>
            </a:r>
            <a:r>
              <a:rPr lang="en-US" sz="1000" dirty="0">
                <a:solidFill>
                  <a:srgbClr val="000000">
                    <a:alpha val="100000"/>
                  </a:srgbClr>
                </a:solidFill>
                <a:ea typeface="Stapel" pitchFamily="34" charset="-122"/>
                <a:cs typeface="Stapel" pitchFamily="34" charset="-120"/>
              </a:rPr>
              <a:t>:</a:t>
            </a:r>
            <a:endParaRPr lang="en-US" sz="1000" dirty="0"/>
          </a:p>
        </p:txBody>
      </p:sp>
      <p:sp>
        <p:nvSpPr>
          <p:cNvPr id="62" name="Text 49"/>
          <p:cNvSpPr/>
          <p:nvPr/>
        </p:nvSpPr>
        <p:spPr>
          <a:xfrm>
            <a:off x="4500876" y="1180906"/>
            <a:ext cx="7347188" cy="461373"/>
          </a:xfrm>
          <a:prstGeom prst="rect">
            <a:avLst/>
          </a:prstGeom>
          <a:noFill/>
          <a:ln/>
        </p:spPr>
        <p:txBody>
          <a:bodyPr wrap="square" lIns="0" tIns="0" rIns="0" bIns="0" rtlCol="0" anchor="t"/>
          <a:lstStyle/>
          <a:p>
            <a:pPr lvl="0" defTabSz="914400">
              <a:defRPr/>
            </a:pPr>
            <a:r>
              <a:rPr lang="en-US" sz="1100" dirty="0"/>
              <a:t>Lorem ipsum dolor sit </a:t>
            </a:r>
            <a:r>
              <a:rPr lang="en-US" sz="1100" dirty="0" err="1"/>
              <a:t>amet</a:t>
            </a:r>
            <a:r>
              <a:rPr lang="en-US" sz="1100" dirty="0"/>
              <a:t>, </a:t>
            </a:r>
            <a:r>
              <a:rPr lang="en-US" sz="1100" dirty="0" err="1"/>
              <a:t>idque</a:t>
            </a:r>
            <a:r>
              <a:rPr lang="en-US" sz="1100" dirty="0"/>
              <a:t> </a:t>
            </a:r>
            <a:r>
              <a:rPr lang="en-US" sz="1100" dirty="0" err="1"/>
              <a:t>iuvaret</a:t>
            </a:r>
            <a:r>
              <a:rPr lang="en-US" sz="1100" dirty="0"/>
              <a:t> </a:t>
            </a:r>
            <a:r>
              <a:rPr lang="en-US" sz="1100" dirty="0" err="1"/>
              <a:t>ut</a:t>
            </a:r>
            <a:r>
              <a:rPr lang="en-US" sz="1100" dirty="0"/>
              <a:t> cum. Mel </a:t>
            </a:r>
            <a:r>
              <a:rPr lang="en-US" sz="1100" dirty="0" err="1"/>
              <a:t>dolores</a:t>
            </a:r>
            <a:r>
              <a:rPr lang="en-US" sz="1100" dirty="0"/>
              <a:t> </a:t>
            </a:r>
            <a:r>
              <a:rPr lang="en-US" sz="1100" dirty="0" err="1"/>
              <a:t>senserit</a:t>
            </a:r>
            <a:r>
              <a:rPr lang="en-US" sz="1100" dirty="0"/>
              <a:t> </a:t>
            </a:r>
            <a:r>
              <a:rPr lang="en-US" sz="1100" dirty="0" err="1"/>
              <a:t>elaboraret</a:t>
            </a:r>
            <a:r>
              <a:rPr lang="en-US" sz="1100" dirty="0"/>
              <a:t> </a:t>
            </a:r>
            <a:r>
              <a:rPr lang="en-US" sz="1100" dirty="0" err="1"/>
              <a:t>eu</a:t>
            </a:r>
            <a:r>
              <a:rPr lang="en-US" sz="1100" dirty="0"/>
              <a:t>. Maecenas tempus, </a:t>
            </a:r>
            <a:r>
              <a:rPr lang="en-US" sz="1100" dirty="0" err="1"/>
              <a:t>tellus</a:t>
            </a:r>
            <a:r>
              <a:rPr lang="en-US" sz="1100" dirty="0"/>
              <a:t> </a:t>
            </a:r>
            <a:r>
              <a:rPr lang="en-US" sz="1100" dirty="0" err="1"/>
              <a:t>eget</a:t>
            </a:r>
            <a:r>
              <a:rPr lang="en-US" sz="1100" dirty="0"/>
              <a:t> </a:t>
            </a:r>
            <a:r>
              <a:rPr lang="en-US" sz="1100" dirty="0" err="1"/>
              <a:t>condimentum</a:t>
            </a:r>
            <a:r>
              <a:rPr lang="en-US" sz="1100" dirty="0"/>
              <a:t> </a:t>
            </a:r>
            <a:r>
              <a:rPr lang="en-US" sz="1100" dirty="0" err="1"/>
              <a:t>rhoncus</a:t>
            </a:r>
            <a:r>
              <a:rPr lang="en-US" sz="1100" dirty="0"/>
              <a:t>, </a:t>
            </a:r>
            <a:r>
              <a:rPr lang="en-US" sz="1100" dirty="0" err="1"/>
              <a:t>sem</a:t>
            </a:r>
            <a:r>
              <a:rPr lang="en-US" sz="1100" dirty="0"/>
              <a:t> </a:t>
            </a:r>
            <a:r>
              <a:rPr lang="en-US" sz="1100" dirty="0" err="1"/>
              <a:t>quam</a:t>
            </a:r>
            <a:r>
              <a:rPr lang="en-US" sz="1100" dirty="0"/>
              <a:t> semper libero, sit </a:t>
            </a:r>
            <a:r>
              <a:rPr lang="en-US" sz="1100" dirty="0" err="1"/>
              <a:t>amet</a:t>
            </a:r>
            <a:r>
              <a:rPr lang="en-US" sz="1100" dirty="0"/>
              <a:t> </a:t>
            </a:r>
            <a:r>
              <a:rPr lang="en-US" sz="1100" dirty="0" err="1"/>
              <a:t>adipiscing</a:t>
            </a:r>
            <a:r>
              <a:rPr lang="en-US" sz="1100" dirty="0"/>
              <a:t> </a:t>
            </a:r>
            <a:r>
              <a:rPr lang="en-US" sz="1100" dirty="0" err="1"/>
              <a:t>sem</a:t>
            </a:r>
            <a:r>
              <a:rPr lang="en-US" sz="1100" dirty="0"/>
              <a:t> </a:t>
            </a:r>
            <a:r>
              <a:rPr lang="en-US" sz="1100" dirty="0" err="1"/>
              <a:t>neque</a:t>
            </a:r>
            <a:r>
              <a:rPr lang="en-US" sz="1100" dirty="0"/>
              <a:t> sed ipsum. </a:t>
            </a:r>
          </a:p>
        </p:txBody>
      </p:sp>
      <p:sp>
        <p:nvSpPr>
          <p:cNvPr id="63" name="Text 50"/>
          <p:cNvSpPr/>
          <p:nvPr/>
        </p:nvSpPr>
        <p:spPr>
          <a:xfrm>
            <a:off x="355598" y="4228053"/>
            <a:ext cx="3801514" cy="321692"/>
          </a:xfrm>
          <a:prstGeom prst="rect">
            <a:avLst/>
          </a:prstGeom>
          <a:noFill/>
          <a:ln/>
        </p:spPr>
        <p:txBody>
          <a:bodyPr wrap="square" lIns="0" tIns="0" rIns="0" bIns="0" rtlCol="0" anchor="t"/>
          <a:lstStyle/>
          <a:p>
            <a:pPr>
              <a:lnSpc>
                <a:spcPts val="1100"/>
              </a:lnSpc>
            </a:pPr>
            <a:r>
              <a:rPr lang="en-US" sz="1000" dirty="0"/>
              <a:t>Lorem ipsum dolor sit </a:t>
            </a:r>
            <a:r>
              <a:rPr lang="en-US" sz="1000" dirty="0" err="1"/>
              <a:t>amet</a:t>
            </a:r>
            <a:r>
              <a:rPr lang="en-US" sz="1000" dirty="0"/>
              <a:t>, </a:t>
            </a:r>
            <a:r>
              <a:rPr lang="en-US" sz="1000" dirty="0" err="1"/>
              <a:t>idque</a:t>
            </a:r>
            <a:r>
              <a:rPr lang="en-US" sz="1000" dirty="0"/>
              <a:t> </a:t>
            </a:r>
            <a:r>
              <a:rPr lang="en-US" sz="1000" dirty="0" err="1"/>
              <a:t>iuvaret</a:t>
            </a:r>
            <a:r>
              <a:rPr lang="en-US" sz="1000" dirty="0"/>
              <a:t> </a:t>
            </a:r>
            <a:r>
              <a:rPr lang="en-US" sz="1000" dirty="0" err="1"/>
              <a:t>ut</a:t>
            </a:r>
            <a:r>
              <a:rPr lang="en-US" sz="1000" dirty="0"/>
              <a:t> cum.</a:t>
            </a:r>
            <a:r>
              <a:rPr lang="ru-RU" sz="1000" dirty="0"/>
              <a:t> </a:t>
            </a:r>
            <a:r>
              <a:rPr lang="en-US" sz="1000" dirty="0"/>
              <a:t>Mel </a:t>
            </a:r>
            <a:r>
              <a:rPr lang="en-US" sz="1000" dirty="0" err="1"/>
              <a:t>dolores</a:t>
            </a:r>
            <a:r>
              <a:rPr lang="en-US" sz="1000" dirty="0"/>
              <a:t> </a:t>
            </a:r>
            <a:r>
              <a:rPr lang="en-US" sz="1000" dirty="0" err="1"/>
              <a:t>senserit</a:t>
            </a:r>
            <a:r>
              <a:rPr lang="en-US" sz="1000" dirty="0"/>
              <a:t> </a:t>
            </a:r>
            <a:r>
              <a:rPr lang="en-US" sz="1000" dirty="0" err="1"/>
              <a:t>elaboraret</a:t>
            </a:r>
            <a:r>
              <a:rPr lang="en-US" sz="1000" dirty="0"/>
              <a:t> </a:t>
            </a:r>
            <a:r>
              <a:rPr lang="en-US" sz="1000" dirty="0" err="1"/>
              <a:t>eu</a:t>
            </a:r>
            <a:r>
              <a:rPr lang="en-US" sz="1000" dirty="0">
                <a:solidFill>
                  <a:srgbClr val="000000">
                    <a:alpha val="100000"/>
                  </a:srgbClr>
                </a:solidFill>
                <a:ea typeface="Stapel" pitchFamily="34" charset="-122"/>
                <a:cs typeface="Stapel" pitchFamily="34" charset="-120"/>
              </a:rPr>
              <a:t>:</a:t>
            </a:r>
            <a:endParaRPr lang="en-US" sz="1000" dirty="0"/>
          </a:p>
        </p:txBody>
      </p:sp>
      <p:sp>
        <p:nvSpPr>
          <p:cNvPr id="64" name="Text 51"/>
          <p:cNvSpPr/>
          <p:nvPr/>
        </p:nvSpPr>
        <p:spPr>
          <a:xfrm>
            <a:off x="355599" y="2094220"/>
            <a:ext cx="1871123"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Критерий</a:t>
            </a:r>
            <a:endParaRPr lang="en-US" sz="1000" dirty="0"/>
          </a:p>
        </p:txBody>
      </p:sp>
      <p:sp>
        <p:nvSpPr>
          <p:cNvPr id="65" name="Text 52"/>
          <p:cNvSpPr/>
          <p:nvPr/>
        </p:nvSpPr>
        <p:spPr>
          <a:xfrm>
            <a:off x="4438628" y="3700265"/>
            <a:ext cx="3352782"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Матрица для определения сегмента клиента</a:t>
            </a:r>
            <a:endParaRPr lang="en-US" sz="1200" dirty="0"/>
          </a:p>
        </p:txBody>
      </p:sp>
      <p:sp>
        <p:nvSpPr>
          <p:cNvPr id="66" name="Text 53"/>
          <p:cNvSpPr/>
          <p:nvPr/>
        </p:nvSpPr>
        <p:spPr>
          <a:xfrm>
            <a:off x="4419577" y="2094725"/>
            <a:ext cx="1871123"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Критерий</a:t>
            </a:r>
            <a:endParaRPr lang="en-US" sz="1000" dirty="0"/>
          </a:p>
        </p:txBody>
      </p:sp>
      <p:sp>
        <p:nvSpPr>
          <p:cNvPr id="67" name="Text 54"/>
          <p:cNvSpPr/>
          <p:nvPr/>
        </p:nvSpPr>
        <p:spPr>
          <a:xfrm>
            <a:off x="355599" y="4659795"/>
            <a:ext cx="1871123"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Критерий</a:t>
            </a:r>
            <a:endParaRPr lang="en-US" sz="1000" dirty="0"/>
          </a:p>
        </p:txBody>
      </p:sp>
      <p:sp>
        <p:nvSpPr>
          <p:cNvPr id="68" name="Text 55"/>
          <p:cNvSpPr/>
          <p:nvPr/>
        </p:nvSpPr>
        <p:spPr>
          <a:xfrm>
            <a:off x="3251183" y="2094220"/>
            <a:ext cx="905929"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Приоритет</a:t>
            </a:r>
            <a:endParaRPr lang="en-US" sz="1000" dirty="0"/>
          </a:p>
        </p:txBody>
      </p:sp>
      <p:sp>
        <p:nvSpPr>
          <p:cNvPr id="69" name="Text 56"/>
          <p:cNvSpPr/>
          <p:nvPr/>
        </p:nvSpPr>
        <p:spPr>
          <a:xfrm>
            <a:off x="8176806" y="2094725"/>
            <a:ext cx="905929"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Приоритет</a:t>
            </a:r>
            <a:endParaRPr lang="en-US" sz="1000" dirty="0"/>
          </a:p>
        </p:txBody>
      </p:sp>
      <p:sp>
        <p:nvSpPr>
          <p:cNvPr id="70" name="Text 57"/>
          <p:cNvSpPr/>
          <p:nvPr/>
        </p:nvSpPr>
        <p:spPr>
          <a:xfrm>
            <a:off x="9931347" y="2094725"/>
            <a:ext cx="1248827"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Высокий приоритет</a:t>
            </a:r>
            <a:endParaRPr lang="en-US" sz="1000" dirty="0"/>
          </a:p>
        </p:txBody>
      </p:sp>
      <p:sp>
        <p:nvSpPr>
          <p:cNvPr id="71" name="Text 58"/>
          <p:cNvSpPr/>
          <p:nvPr/>
        </p:nvSpPr>
        <p:spPr>
          <a:xfrm>
            <a:off x="3251183" y="4659795"/>
            <a:ext cx="905929"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Вес</a:t>
            </a:r>
            <a:endParaRPr lang="en-US" sz="1000" dirty="0"/>
          </a:p>
        </p:txBody>
      </p:sp>
      <p:sp>
        <p:nvSpPr>
          <p:cNvPr id="121" name="Shape 108"/>
          <p:cNvSpPr/>
          <p:nvPr/>
        </p:nvSpPr>
        <p:spPr>
          <a:xfrm>
            <a:off x="4419577" y="762347"/>
            <a:ext cx="7416761" cy="304760"/>
          </a:xfrm>
          <a:prstGeom prst="rect">
            <a:avLst/>
          </a:prstGeom>
          <a:solidFill>
            <a:srgbClr val="FAE6E9"/>
          </a:solidFill>
          <a:ln/>
        </p:spPr>
      </p:sp>
      <p:sp>
        <p:nvSpPr>
          <p:cNvPr id="122" name="Text 109"/>
          <p:cNvSpPr/>
          <p:nvPr/>
        </p:nvSpPr>
        <p:spPr>
          <a:xfrm>
            <a:off x="4571977" y="832188"/>
            <a:ext cx="3251183"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Целевой единый подход </a:t>
            </a:r>
            <a:r>
              <a:rPr lang="en-US" sz="1200" dirty="0" err="1">
                <a:solidFill>
                  <a:srgbClr val="000000">
                    <a:alpha val="100000"/>
                  </a:srgbClr>
                </a:solidFill>
                <a:ea typeface="Stapel" pitchFamily="34" charset="-122"/>
                <a:cs typeface="Stapel" pitchFamily="34" charset="-120"/>
              </a:rPr>
              <a:t>для</a:t>
            </a:r>
            <a:r>
              <a:rPr lang="en-US" sz="1200" dirty="0">
                <a:solidFill>
                  <a:srgbClr val="000000">
                    <a:alpha val="100000"/>
                  </a:srgbClr>
                </a:solidFill>
                <a:ea typeface="Stapel" pitchFamily="34" charset="-122"/>
                <a:cs typeface="Stapel" pitchFamily="34" charset="-120"/>
              </a:rPr>
              <a:t> </a:t>
            </a:r>
            <a:r>
              <a:rPr lang="ru-RU" sz="1200" dirty="0">
                <a:solidFill>
                  <a:srgbClr val="000000">
                    <a:alpha val="100000"/>
                  </a:srgbClr>
                </a:solidFill>
                <a:ea typeface="Stapel" pitchFamily="34" charset="-122"/>
                <a:cs typeface="Stapel" pitchFamily="34" charset="-120"/>
              </a:rPr>
              <a:t>Х и ХХ</a:t>
            </a:r>
            <a:endParaRPr lang="en-US" sz="1200" dirty="0"/>
          </a:p>
        </p:txBody>
      </p:sp>
      <p:sp>
        <p:nvSpPr>
          <p:cNvPr id="123" name="Shape 110"/>
          <p:cNvSpPr/>
          <p:nvPr/>
        </p:nvSpPr>
        <p:spPr>
          <a:xfrm>
            <a:off x="355598" y="2413132"/>
            <a:ext cx="3759181" cy="12698"/>
          </a:xfrm>
          <a:prstGeom prst="rect">
            <a:avLst/>
          </a:prstGeom>
          <a:solidFill>
            <a:srgbClr val="000000">
              <a:alpha val="100000"/>
            </a:srgbClr>
          </a:solidFill>
          <a:ln/>
        </p:spPr>
      </p:sp>
      <p:sp>
        <p:nvSpPr>
          <p:cNvPr id="126" name="Shape 113"/>
          <p:cNvSpPr/>
          <p:nvPr/>
        </p:nvSpPr>
        <p:spPr>
          <a:xfrm>
            <a:off x="355598" y="2730591"/>
            <a:ext cx="3759181" cy="12698"/>
          </a:xfrm>
          <a:prstGeom prst="rect">
            <a:avLst/>
          </a:prstGeom>
          <a:solidFill>
            <a:srgbClr val="F5F4F4">
              <a:alpha val="100000"/>
            </a:srgbClr>
          </a:solidFill>
          <a:ln/>
        </p:spPr>
      </p:sp>
      <p:sp>
        <p:nvSpPr>
          <p:cNvPr id="129" name="Shape 116"/>
          <p:cNvSpPr/>
          <p:nvPr/>
        </p:nvSpPr>
        <p:spPr>
          <a:xfrm>
            <a:off x="355598" y="3048050"/>
            <a:ext cx="3759181" cy="12698"/>
          </a:xfrm>
          <a:prstGeom prst="rect">
            <a:avLst/>
          </a:prstGeom>
          <a:solidFill>
            <a:srgbClr val="F5F4F4">
              <a:alpha val="100000"/>
            </a:srgbClr>
          </a:solidFill>
          <a:ln/>
        </p:spPr>
      </p:sp>
      <p:sp>
        <p:nvSpPr>
          <p:cNvPr id="131" name="Shape 118"/>
          <p:cNvSpPr/>
          <p:nvPr/>
        </p:nvSpPr>
        <p:spPr>
          <a:xfrm>
            <a:off x="4419577" y="3400680"/>
            <a:ext cx="7416761" cy="12698"/>
          </a:xfrm>
          <a:prstGeom prst="rect">
            <a:avLst/>
          </a:prstGeom>
          <a:solidFill>
            <a:srgbClr val="F5F4F4">
              <a:alpha val="100000"/>
            </a:srgbClr>
          </a:solidFill>
          <a:ln/>
        </p:spPr>
      </p:sp>
      <p:sp>
        <p:nvSpPr>
          <p:cNvPr id="134" name="Shape 121"/>
          <p:cNvSpPr/>
          <p:nvPr/>
        </p:nvSpPr>
        <p:spPr>
          <a:xfrm>
            <a:off x="355598" y="3365508"/>
            <a:ext cx="3759181" cy="12698"/>
          </a:xfrm>
          <a:prstGeom prst="rect">
            <a:avLst/>
          </a:prstGeom>
          <a:solidFill>
            <a:srgbClr val="F5F4F4">
              <a:alpha val="100000"/>
            </a:srgbClr>
          </a:solidFill>
          <a:ln/>
        </p:spPr>
      </p:sp>
      <p:sp>
        <p:nvSpPr>
          <p:cNvPr id="137" name="Shape 124"/>
          <p:cNvSpPr/>
          <p:nvPr/>
        </p:nvSpPr>
        <p:spPr>
          <a:xfrm>
            <a:off x="4253014" y="762347"/>
            <a:ext cx="12700" cy="5739653"/>
          </a:xfrm>
          <a:prstGeom prst="rect">
            <a:avLst/>
          </a:prstGeom>
          <a:solidFill>
            <a:srgbClr val="F5F4F4">
              <a:alpha val="100000"/>
            </a:srgbClr>
          </a:solidFill>
          <a:ln/>
        </p:spPr>
      </p:sp>
      <p:sp>
        <p:nvSpPr>
          <p:cNvPr id="151" name="Shape 125"/>
          <p:cNvSpPr/>
          <p:nvPr/>
        </p:nvSpPr>
        <p:spPr>
          <a:xfrm>
            <a:off x="9785299" y="6387715"/>
            <a:ext cx="152399" cy="152380"/>
          </a:xfrm>
          <a:prstGeom prst="rect">
            <a:avLst/>
          </a:prstGeom>
          <a:noFill/>
          <a:ln/>
        </p:spPr>
      </p:sp>
      <p:pic>
        <p:nvPicPr>
          <p:cNvPr id="154" name="Image 25" descr=" "/>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239339" y="3610193"/>
            <a:ext cx="114300" cy="307916"/>
          </a:xfrm>
          <a:prstGeom prst="rect">
            <a:avLst/>
          </a:prstGeom>
        </p:spPr>
      </p:pic>
      <p:pic>
        <p:nvPicPr>
          <p:cNvPr id="155" name="Image 26" descr=" "/>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973979" y="3368934"/>
            <a:ext cx="307957" cy="114285"/>
          </a:xfrm>
          <a:prstGeom prst="rect">
            <a:avLst/>
          </a:prstGeom>
        </p:spPr>
      </p:pic>
      <p:sp>
        <p:nvSpPr>
          <p:cNvPr id="159" name="Номер слайда 6">
            <a:extLst>
              <a:ext uri="{FF2B5EF4-FFF2-40B4-BE49-F238E27FC236}">
                <a16:creationId xmlns:a16="http://schemas.microsoft.com/office/drawing/2014/main" id="{A0A6C62C-FCCD-4380-FC61-2455D4254D3F}"/>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79</a:t>
            </a:fld>
            <a:endParaRPr lang="ru-RU" dirty="0"/>
          </a:p>
        </p:txBody>
      </p:sp>
      <p:sp>
        <p:nvSpPr>
          <p:cNvPr id="168" name="Text 53">
            <a:extLst>
              <a:ext uri="{FF2B5EF4-FFF2-40B4-BE49-F238E27FC236}">
                <a16:creationId xmlns:a16="http://schemas.microsoft.com/office/drawing/2014/main" id="{2814645F-C6AE-E549-B17B-8F3BDFF1B5D5}"/>
              </a:ext>
            </a:extLst>
          </p:cNvPr>
          <p:cNvSpPr/>
          <p:nvPr/>
        </p:nvSpPr>
        <p:spPr>
          <a:xfrm>
            <a:off x="4698976" y="6368889"/>
            <a:ext cx="1871123" cy="182010"/>
          </a:xfrm>
          <a:prstGeom prst="rect">
            <a:avLst/>
          </a:prstGeom>
          <a:noFill/>
          <a:ln/>
        </p:spPr>
        <p:txBody>
          <a:bodyPr wrap="square" lIns="0" tIns="0" rIns="0" bIns="0" rtlCol="0" anchor="t"/>
          <a:lstStyle/>
          <a:p>
            <a:pPr>
              <a:lnSpc>
                <a:spcPts val="1100"/>
              </a:lnSpc>
            </a:pPr>
            <a:r>
              <a:rPr lang="ru-RU" sz="800" dirty="0">
                <a:solidFill>
                  <a:srgbClr val="000000">
                    <a:alpha val="50000"/>
                  </a:srgbClr>
                </a:solidFill>
                <a:ea typeface="Stapel" pitchFamily="34" charset="-122"/>
              </a:rPr>
              <a:t>1. </a:t>
            </a:r>
            <a:r>
              <a:rPr lang="en-US" sz="800" dirty="0">
                <a:solidFill>
                  <a:srgbClr val="000000">
                    <a:alpha val="50000"/>
                  </a:srgbClr>
                </a:solidFill>
                <a:ea typeface="Stapel" pitchFamily="34" charset="-122"/>
              </a:rPr>
              <a:t>Lorem ipsum dolor sit </a:t>
            </a:r>
            <a:r>
              <a:rPr lang="en-US" sz="800" dirty="0" err="1">
                <a:solidFill>
                  <a:srgbClr val="000000">
                    <a:alpha val="50000"/>
                  </a:srgbClr>
                </a:solidFill>
                <a:ea typeface="Stapel" pitchFamily="34" charset="-122"/>
              </a:rPr>
              <a:t>amet</a:t>
            </a:r>
            <a:r>
              <a:rPr lang="en-US" sz="800" dirty="0">
                <a:solidFill>
                  <a:srgbClr val="000000">
                    <a:alpha val="50000"/>
                  </a:srgbClr>
                </a:solidFill>
                <a:ea typeface="Stapel" pitchFamily="34" charset="-122"/>
              </a:rPr>
              <a:t> </a:t>
            </a:r>
          </a:p>
        </p:txBody>
      </p:sp>
      <p:sp>
        <p:nvSpPr>
          <p:cNvPr id="170" name="Text 53">
            <a:extLst>
              <a:ext uri="{FF2B5EF4-FFF2-40B4-BE49-F238E27FC236}">
                <a16:creationId xmlns:a16="http://schemas.microsoft.com/office/drawing/2014/main" id="{3764BFD2-8EE0-D0BE-3FB1-7F566B05016D}"/>
              </a:ext>
            </a:extLst>
          </p:cNvPr>
          <p:cNvSpPr/>
          <p:nvPr/>
        </p:nvSpPr>
        <p:spPr>
          <a:xfrm>
            <a:off x="6623961" y="6385598"/>
            <a:ext cx="1871123" cy="182010"/>
          </a:xfrm>
          <a:prstGeom prst="rect">
            <a:avLst/>
          </a:prstGeom>
          <a:noFill/>
          <a:ln/>
        </p:spPr>
        <p:txBody>
          <a:bodyPr wrap="square" lIns="0" tIns="0" rIns="0" bIns="0" rtlCol="0" anchor="t"/>
          <a:lstStyle/>
          <a:p>
            <a:pPr>
              <a:lnSpc>
                <a:spcPts val="1100"/>
              </a:lnSpc>
            </a:pPr>
            <a:r>
              <a:rPr lang="ru-RU" sz="800" dirty="0">
                <a:solidFill>
                  <a:srgbClr val="000000">
                    <a:alpha val="50000"/>
                  </a:srgbClr>
                </a:solidFill>
                <a:ea typeface="Stapel" pitchFamily="34" charset="-122"/>
                <a:cs typeface="Stapel" pitchFamily="34" charset="-120"/>
              </a:rPr>
              <a:t>2. </a:t>
            </a:r>
            <a:r>
              <a:rPr lang="en-US" sz="800" dirty="0">
                <a:solidFill>
                  <a:srgbClr val="000000">
                    <a:alpha val="50000"/>
                  </a:srgbClr>
                </a:solidFill>
                <a:ea typeface="Stapel" pitchFamily="34" charset="-122"/>
              </a:rPr>
              <a:t>Lorem ipsum dolor sit </a:t>
            </a:r>
            <a:r>
              <a:rPr lang="en-US" sz="800" dirty="0" err="1">
                <a:solidFill>
                  <a:srgbClr val="000000">
                    <a:alpha val="50000"/>
                  </a:srgbClr>
                </a:solidFill>
                <a:ea typeface="Stapel" pitchFamily="34" charset="-122"/>
              </a:rPr>
              <a:t>amet</a:t>
            </a:r>
            <a:r>
              <a:rPr lang="en-US" sz="800" dirty="0">
                <a:solidFill>
                  <a:srgbClr val="000000">
                    <a:alpha val="50000"/>
                  </a:srgbClr>
                </a:solidFill>
                <a:ea typeface="Stapel" pitchFamily="34" charset="-122"/>
              </a:rPr>
              <a:t> </a:t>
            </a:r>
            <a:endParaRPr lang="ru-RU" sz="800" dirty="0">
              <a:solidFill>
                <a:srgbClr val="000000">
                  <a:alpha val="50000"/>
                </a:srgbClr>
              </a:solidFill>
              <a:ea typeface="Stapel" pitchFamily="34" charset="-122"/>
              <a:cs typeface="Stapel" pitchFamily="34" charset="-120"/>
            </a:endParaRPr>
          </a:p>
        </p:txBody>
      </p:sp>
      <p:sp>
        <p:nvSpPr>
          <p:cNvPr id="171" name="Text 53">
            <a:extLst>
              <a:ext uri="{FF2B5EF4-FFF2-40B4-BE49-F238E27FC236}">
                <a16:creationId xmlns:a16="http://schemas.microsoft.com/office/drawing/2014/main" id="{8A05C8DB-11BE-69EF-F654-9DE5B10EBC1E}"/>
              </a:ext>
            </a:extLst>
          </p:cNvPr>
          <p:cNvSpPr/>
          <p:nvPr/>
        </p:nvSpPr>
        <p:spPr>
          <a:xfrm>
            <a:off x="8710554" y="6387715"/>
            <a:ext cx="1871123" cy="182010"/>
          </a:xfrm>
          <a:prstGeom prst="rect">
            <a:avLst/>
          </a:prstGeom>
          <a:noFill/>
          <a:ln/>
        </p:spPr>
        <p:txBody>
          <a:bodyPr wrap="square" lIns="0" tIns="0" rIns="0" bIns="0" rtlCol="0" anchor="t"/>
          <a:lstStyle/>
          <a:p>
            <a:pPr>
              <a:lnSpc>
                <a:spcPts val="1100"/>
              </a:lnSpc>
            </a:pPr>
            <a:r>
              <a:rPr lang="ru-RU" sz="800" dirty="0">
                <a:solidFill>
                  <a:srgbClr val="000000">
                    <a:alpha val="50000"/>
                  </a:srgbClr>
                </a:solidFill>
                <a:ea typeface="Stapel" pitchFamily="34" charset="-122"/>
                <a:cs typeface="Stapel" pitchFamily="34" charset="-120"/>
              </a:rPr>
              <a:t>3. </a:t>
            </a:r>
            <a:r>
              <a:rPr lang="en-US" sz="800" dirty="0">
                <a:solidFill>
                  <a:srgbClr val="000000">
                    <a:alpha val="50000"/>
                  </a:srgbClr>
                </a:solidFill>
                <a:ea typeface="Stapel" pitchFamily="34" charset="-122"/>
              </a:rPr>
              <a:t>Lorem ipsum dolor sit </a:t>
            </a:r>
            <a:r>
              <a:rPr lang="en-US" sz="800" dirty="0" err="1">
                <a:solidFill>
                  <a:srgbClr val="000000">
                    <a:alpha val="50000"/>
                  </a:srgbClr>
                </a:solidFill>
                <a:ea typeface="Stapel" pitchFamily="34" charset="-122"/>
              </a:rPr>
              <a:t>amet</a:t>
            </a:r>
            <a:r>
              <a:rPr lang="en-US" sz="800" dirty="0">
                <a:solidFill>
                  <a:srgbClr val="000000">
                    <a:alpha val="50000"/>
                  </a:srgbClr>
                </a:solidFill>
                <a:ea typeface="Stapel" pitchFamily="34" charset="-122"/>
              </a:rPr>
              <a:t> </a:t>
            </a:r>
            <a:endParaRPr lang="ru-RU" sz="800" dirty="0">
              <a:solidFill>
                <a:srgbClr val="000000">
                  <a:alpha val="50000"/>
                </a:srgbClr>
              </a:solidFill>
              <a:ea typeface="Stapel" pitchFamily="34" charset="-122"/>
              <a:cs typeface="Stapel" pitchFamily="34" charset="-120"/>
            </a:endParaRPr>
          </a:p>
        </p:txBody>
      </p:sp>
      <p:sp>
        <p:nvSpPr>
          <p:cNvPr id="14" name="Shape 58">
            <a:extLst>
              <a:ext uri="{FF2B5EF4-FFF2-40B4-BE49-F238E27FC236}">
                <a16:creationId xmlns:a16="http://schemas.microsoft.com/office/drawing/2014/main" id="{D648E302-432D-09CE-81D8-3A45DA9F0A07}"/>
              </a:ext>
            </a:extLst>
          </p:cNvPr>
          <p:cNvSpPr/>
          <p:nvPr/>
        </p:nvSpPr>
        <p:spPr>
          <a:xfrm>
            <a:off x="355599" y="2286149"/>
            <a:ext cx="2870185" cy="253967"/>
          </a:xfrm>
          <a:prstGeom prst="rect">
            <a:avLst/>
          </a:prstGeom>
          <a:solidFill>
            <a:srgbClr val="F5F4F4">
              <a:alpha val="100000"/>
            </a:srgbClr>
          </a:solidFill>
          <a:ln/>
        </p:spPr>
        <p:txBody>
          <a:bodyPr/>
          <a:lstStyle/>
          <a:p>
            <a:r>
              <a:rPr lang="ru-RU" sz="1000" dirty="0">
                <a:ea typeface="Stapel" pitchFamily="34" charset="-122"/>
                <a:cs typeface="Stapel" pitchFamily="34" charset="-120"/>
              </a:rPr>
              <a:t>1. </a:t>
            </a:r>
            <a:r>
              <a:rPr lang="en-US" sz="1000" dirty="0"/>
              <a:t>Lorem ipsum dolor sit </a:t>
            </a:r>
            <a:r>
              <a:rPr lang="en-US" sz="1000" dirty="0" err="1"/>
              <a:t>amet</a:t>
            </a:r>
            <a:r>
              <a:rPr lang="en-US" sz="1000" dirty="0"/>
              <a:t> </a:t>
            </a:r>
          </a:p>
        </p:txBody>
      </p:sp>
      <p:sp>
        <p:nvSpPr>
          <p:cNvPr id="22" name="Shape 60">
            <a:extLst>
              <a:ext uri="{FF2B5EF4-FFF2-40B4-BE49-F238E27FC236}">
                <a16:creationId xmlns:a16="http://schemas.microsoft.com/office/drawing/2014/main" id="{ACC016F6-936D-5043-99E5-ABEB3E9D08D0}"/>
              </a:ext>
            </a:extLst>
          </p:cNvPr>
          <p:cNvSpPr/>
          <p:nvPr/>
        </p:nvSpPr>
        <p:spPr>
          <a:xfrm>
            <a:off x="355599" y="2603607"/>
            <a:ext cx="2870185" cy="253967"/>
          </a:xfrm>
          <a:prstGeom prst="rect">
            <a:avLst/>
          </a:prstGeom>
          <a:solidFill>
            <a:srgbClr val="F5F4F4">
              <a:alpha val="100000"/>
            </a:srgbClr>
          </a:solidFill>
          <a:ln/>
        </p:spPr>
        <p:txBody>
          <a:bodyPr/>
          <a:lstStyle/>
          <a:p>
            <a:r>
              <a:rPr lang="ru-RU" sz="1000" dirty="0">
                <a:ea typeface="Stapel" pitchFamily="34" charset="-122"/>
                <a:cs typeface="Stapel" pitchFamily="34" charset="-120"/>
              </a:rPr>
              <a:t>2. </a:t>
            </a:r>
            <a:r>
              <a:rPr lang="en-US" sz="1000" dirty="0"/>
              <a:t>Lorem ipsum dolor sit </a:t>
            </a:r>
            <a:r>
              <a:rPr lang="en-US" sz="1000" dirty="0" err="1"/>
              <a:t>amet</a:t>
            </a:r>
            <a:r>
              <a:rPr lang="ru-RU" sz="1000" dirty="0">
                <a:ea typeface="Stapel" pitchFamily="34" charset="-122"/>
                <a:cs typeface="Stapel" pitchFamily="34" charset="-120"/>
              </a:rPr>
              <a:t> </a:t>
            </a:r>
            <a:endParaRPr lang="en-US" sz="1000" dirty="0"/>
          </a:p>
        </p:txBody>
      </p:sp>
      <p:sp>
        <p:nvSpPr>
          <p:cNvPr id="24" name="Shape 62">
            <a:extLst>
              <a:ext uri="{FF2B5EF4-FFF2-40B4-BE49-F238E27FC236}">
                <a16:creationId xmlns:a16="http://schemas.microsoft.com/office/drawing/2014/main" id="{FF00A564-A6E8-00E1-8875-26A692EF48C0}"/>
              </a:ext>
            </a:extLst>
          </p:cNvPr>
          <p:cNvSpPr/>
          <p:nvPr/>
        </p:nvSpPr>
        <p:spPr>
          <a:xfrm>
            <a:off x="355599" y="2882971"/>
            <a:ext cx="2870185" cy="253967"/>
          </a:xfrm>
          <a:prstGeom prst="rect">
            <a:avLst/>
          </a:prstGeom>
          <a:solidFill>
            <a:srgbClr val="F5F4F4">
              <a:alpha val="100000"/>
            </a:srgbClr>
          </a:solidFill>
          <a:ln/>
        </p:spPr>
        <p:txBody>
          <a:bodyPr/>
          <a:lstStyle/>
          <a:p>
            <a:r>
              <a:rPr lang="ru-RU" sz="1000" dirty="0">
                <a:solidFill>
                  <a:srgbClr val="000000">
                    <a:alpha val="100000"/>
                  </a:srgbClr>
                </a:solidFill>
                <a:ea typeface="Stapel" pitchFamily="34" charset="-122"/>
                <a:cs typeface="Stapel" pitchFamily="34" charset="-120"/>
              </a:rPr>
              <a:t>3. </a:t>
            </a:r>
            <a:r>
              <a:rPr lang="en-US" sz="1000" dirty="0"/>
              <a:t>Lorem ipsum dolor sit </a:t>
            </a:r>
            <a:r>
              <a:rPr lang="en-US" sz="1000" dirty="0" err="1"/>
              <a:t>amet</a:t>
            </a:r>
            <a:r>
              <a:rPr lang="en-US" sz="1000" dirty="0"/>
              <a:t> </a:t>
            </a:r>
          </a:p>
        </p:txBody>
      </p:sp>
      <p:sp>
        <p:nvSpPr>
          <p:cNvPr id="26" name="Shape 64">
            <a:extLst>
              <a:ext uri="{FF2B5EF4-FFF2-40B4-BE49-F238E27FC236}">
                <a16:creationId xmlns:a16="http://schemas.microsoft.com/office/drawing/2014/main" id="{D95435F6-DD2E-7DC5-FA75-8F93AA560879}"/>
              </a:ext>
            </a:extLst>
          </p:cNvPr>
          <p:cNvSpPr/>
          <p:nvPr/>
        </p:nvSpPr>
        <p:spPr>
          <a:xfrm>
            <a:off x="355599" y="3162335"/>
            <a:ext cx="2870185" cy="253967"/>
          </a:xfrm>
          <a:prstGeom prst="rect">
            <a:avLst/>
          </a:prstGeom>
          <a:solidFill>
            <a:srgbClr val="F5F4F4">
              <a:alpha val="100000"/>
            </a:srgbClr>
          </a:solidFill>
          <a:ln/>
        </p:spPr>
        <p:txBody>
          <a:bodyPr/>
          <a:lstStyle/>
          <a:p>
            <a:r>
              <a:rPr lang="ru-RU" sz="1000" dirty="0">
                <a:solidFill>
                  <a:srgbClr val="000000">
                    <a:alpha val="100000"/>
                  </a:srgbClr>
                </a:solidFill>
                <a:ea typeface="Stapel" pitchFamily="34" charset="-122"/>
                <a:cs typeface="Stapel" pitchFamily="34" charset="-120"/>
              </a:rPr>
              <a:t>4. </a:t>
            </a:r>
            <a:r>
              <a:rPr lang="en-US" sz="1000" dirty="0"/>
              <a:t>Lorem ipsum dolor sit </a:t>
            </a:r>
            <a:r>
              <a:rPr lang="en-US" sz="1000" dirty="0" err="1"/>
              <a:t>amet</a:t>
            </a:r>
            <a:endParaRPr lang="en-US" sz="1000" dirty="0"/>
          </a:p>
        </p:txBody>
      </p:sp>
      <p:sp>
        <p:nvSpPr>
          <p:cNvPr id="28" name="Shape 8">
            <a:extLst>
              <a:ext uri="{FF2B5EF4-FFF2-40B4-BE49-F238E27FC236}">
                <a16:creationId xmlns:a16="http://schemas.microsoft.com/office/drawing/2014/main" id="{C7E5C52D-80B2-F08A-5B62-BA31F8ECAC8B}"/>
              </a:ext>
            </a:extLst>
          </p:cNvPr>
          <p:cNvSpPr/>
          <p:nvPr/>
        </p:nvSpPr>
        <p:spPr>
          <a:xfrm>
            <a:off x="3251183" y="2286149"/>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30" name="Shape 25">
            <a:extLst>
              <a:ext uri="{FF2B5EF4-FFF2-40B4-BE49-F238E27FC236}">
                <a16:creationId xmlns:a16="http://schemas.microsoft.com/office/drawing/2014/main" id="{90462978-035D-761E-D5BA-9988CD944D2F}"/>
              </a:ext>
            </a:extLst>
          </p:cNvPr>
          <p:cNvSpPr/>
          <p:nvPr/>
        </p:nvSpPr>
        <p:spPr>
          <a:xfrm>
            <a:off x="3251183" y="2603607"/>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32" name="Shape 38">
            <a:extLst>
              <a:ext uri="{FF2B5EF4-FFF2-40B4-BE49-F238E27FC236}">
                <a16:creationId xmlns:a16="http://schemas.microsoft.com/office/drawing/2014/main" id="{2380F1CF-3E37-91EA-E9AB-4E03FE037C46}"/>
              </a:ext>
            </a:extLst>
          </p:cNvPr>
          <p:cNvSpPr/>
          <p:nvPr/>
        </p:nvSpPr>
        <p:spPr>
          <a:xfrm>
            <a:off x="3251183" y="2882971"/>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a:p>
            <a:pPr algn="ctr"/>
            <a:endParaRPr lang="ru-RU" sz="1000" dirty="0"/>
          </a:p>
        </p:txBody>
      </p:sp>
      <p:sp>
        <p:nvSpPr>
          <p:cNvPr id="34" name="Shape 56">
            <a:extLst>
              <a:ext uri="{FF2B5EF4-FFF2-40B4-BE49-F238E27FC236}">
                <a16:creationId xmlns:a16="http://schemas.microsoft.com/office/drawing/2014/main" id="{13A4937A-479A-E66F-F185-CEEBFFE5A27F}"/>
              </a:ext>
            </a:extLst>
          </p:cNvPr>
          <p:cNvSpPr/>
          <p:nvPr/>
        </p:nvSpPr>
        <p:spPr>
          <a:xfrm>
            <a:off x="3251183" y="3162335"/>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40" name="Shape 21">
            <a:extLst>
              <a:ext uri="{FF2B5EF4-FFF2-40B4-BE49-F238E27FC236}">
                <a16:creationId xmlns:a16="http://schemas.microsoft.com/office/drawing/2014/main" id="{E350F8E8-1F68-8520-901E-F5DE916C7720}"/>
              </a:ext>
            </a:extLst>
          </p:cNvPr>
          <p:cNvSpPr/>
          <p:nvPr/>
        </p:nvSpPr>
        <p:spPr>
          <a:xfrm>
            <a:off x="355599" y="4851215"/>
            <a:ext cx="2870185" cy="253967"/>
          </a:xfrm>
          <a:prstGeom prst="rect">
            <a:avLst/>
          </a:prstGeom>
          <a:solidFill>
            <a:srgbClr val="F5F4F4">
              <a:alpha val="100000"/>
            </a:srgbClr>
          </a:solidFill>
          <a:ln/>
        </p:spPr>
        <p:txBody>
          <a:bodyPr/>
          <a:lstStyle/>
          <a:p>
            <a:r>
              <a:rPr lang="ru-RU" sz="1000" dirty="0"/>
              <a:t>1. </a:t>
            </a:r>
            <a:r>
              <a:rPr lang="en-US" sz="1000" dirty="0"/>
              <a:t>Lorem ipsum dolor sit </a:t>
            </a:r>
            <a:r>
              <a:rPr lang="en-US" sz="1000" dirty="0" err="1"/>
              <a:t>amet</a:t>
            </a:r>
            <a:endParaRPr lang="ru-RU" sz="1000" dirty="0"/>
          </a:p>
        </p:txBody>
      </p:sp>
      <p:sp>
        <p:nvSpPr>
          <p:cNvPr id="42" name="Shape 23">
            <a:extLst>
              <a:ext uri="{FF2B5EF4-FFF2-40B4-BE49-F238E27FC236}">
                <a16:creationId xmlns:a16="http://schemas.microsoft.com/office/drawing/2014/main" id="{36E63E48-63E1-A907-0170-2E215B89C98B}"/>
              </a:ext>
            </a:extLst>
          </p:cNvPr>
          <p:cNvSpPr/>
          <p:nvPr/>
        </p:nvSpPr>
        <p:spPr>
          <a:xfrm>
            <a:off x="3251183" y="4851215"/>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44" name="Shape 34">
            <a:extLst>
              <a:ext uri="{FF2B5EF4-FFF2-40B4-BE49-F238E27FC236}">
                <a16:creationId xmlns:a16="http://schemas.microsoft.com/office/drawing/2014/main" id="{08C6EC50-3B1D-BD4B-878D-80F20FA4A4E4}"/>
              </a:ext>
            </a:extLst>
          </p:cNvPr>
          <p:cNvSpPr/>
          <p:nvPr/>
        </p:nvSpPr>
        <p:spPr>
          <a:xfrm>
            <a:off x="355599" y="5130578"/>
            <a:ext cx="2870185" cy="253967"/>
          </a:xfrm>
          <a:prstGeom prst="rect">
            <a:avLst/>
          </a:prstGeom>
          <a:solidFill>
            <a:srgbClr val="F5F4F4">
              <a:alpha val="100000"/>
            </a:srgbClr>
          </a:solidFill>
          <a:ln/>
        </p:spPr>
        <p:txBody>
          <a:bodyPr/>
          <a:lstStyle/>
          <a:p>
            <a:r>
              <a:rPr lang="ru-RU" sz="1000" dirty="0"/>
              <a:t>2. </a:t>
            </a:r>
            <a:r>
              <a:rPr lang="en-US" sz="1000" dirty="0"/>
              <a:t>Lorem ipsum dolor sit </a:t>
            </a:r>
            <a:r>
              <a:rPr lang="en-US" sz="1000" dirty="0" err="1"/>
              <a:t>amet</a:t>
            </a:r>
            <a:endParaRPr lang="ru-RU" sz="1000" dirty="0"/>
          </a:p>
        </p:txBody>
      </p:sp>
      <p:sp>
        <p:nvSpPr>
          <p:cNvPr id="46" name="Shape 36">
            <a:extLst>
              <a:ext uri="{FF2B5EF4-FFF2-40B4-BE49-F238E27FC236}">
                <a16:creationId xmlns:a16="http://schemas.microsoft.com/office/drawing/2014/main" id="{F772F34B-60B5-62C1-08B6-830189B58FF9}"/>
              </a:ext>
            </a:extLst>
          </p:cNvPr>
          <p:cNvSpPr/>
          <p:nvPr/>
        </p:nvSpPr>
        <p:spPr>
          <a:xfrm>
            <a:off x="3251183" y="5130578"/>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48" name="Shape 47">
            <a:extLst>
              <a:ext uri="{FF2B5EF4-FFF2-40B4-BE49-F238E27FC236}">
                <a16:creationId xmlns:a16="http://schemas.microsoft.com/office/drawing/2014/main" id="{CA2CEF08-B17E-EA7D-6616-E4208543A364}"/>
              </a:ext>
            </a:extLst>
          </p:cNvPr>
          <p:cNvSpPr/>
          <p:nvPr/>
        </p:nvSpPr>
        <p:spPr>
          <a:xfrm>
            <a:off x="355599" y="5409942"/>
            <a:ext cx="2870185" cy="253967"/>
          </a:xfrm>
          <a:prstGeom prst="rect">
            <a:avLst/>
          </a:prstGeom>
          <a:solidFill>
            <a:srgbClr val="F5F4F4">
              <a:alpha val="100000"/>
            </a:srgbClr>
          </a:solidFill>
          <a:ln/>
        </p:spPr>
        <p:txBody>
          <a:bodyPr/>
          <a:lstStyle/>
          <a:p>
            <a:r>
              <a:rPr lang="ru-RU" sz="1000" dirty="0"/>
              <a:t>3. </a:t>
            </a:r>
            <a:r>
              <a:rPr lang="en-US" sz="1000" dirty="0"/>
              <a:t>Lorem ipsum dolor sit </a:t>
            </a:r>
            <a:r>
              <a:rPr lang="en-US" sz="1000" dirty="0" err="1"/>
              <a:t>amet</a:t>
            </a:r>
            <a:endParaRPr lang="ru-RU" sz="1000" dirty="0"/>
          </a:p>
        </p:txBody>
      </p:sp>
      <p:sp>
        <p:nvSpPr>
          <p:cNvPr id="50" name="Shape 49">
            <a:extLst>
              <a:ext uri="{FF2B5EF4-FFF2-40B4-BE49-F238E27FC236}">
                <a16:creationId xmlns:a16="http://schemas.microsoft.com/office/drawing/2014/main" id="{D3120DF9-7118-01B1-9ABA-92A3B8E41A09}"/>
              </a:ext>
            </a:extLst>
          </p:cNvPr>
          <p:cNvSpPr/>
          <p:nvPr/>
        </p:nvSpPr>
        <p:spPr>
          <a:xfrm>
            <a:off x="3251183" y="5409942"/>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52" name="Shape 52">
            <a:extLst>
              <a:ext uri="{FF2B5EF4-FFF2-40B4-BE49-F238E27FC236}">
                <a16:creationId xmlns:a16="http://schemas.microsoft.com/office/drawing/2014/main" id="{4903EDD1-4201-11B3-6200-2E4466176723}"/>
              </a:ext>
            </a:extLst>
          </p:cNvPr>
          <p:cNvSpPr/>
          <p:nvPr/>
        </p:nvSpPr>
        <p:spPr>
          <a:xfrm>
            <a:off x="355599" y="5968669"/>
            <a:ext cx="2870185" cy="253967"/>
          </a:xfrm>
          <a:prstGeom prst="rect">
            <a:avLst/>
          </a:prstGeom>
          <a:solidFill>
            <a:srgbClr val="F5F4F4">
              <a:alpha val="100000"/>
            </a:srgbClr>
          </a:solidFill>
          <a:ln/>
        </p:spPr>
        <p:txBody>
          <a:bodyPr/>
          <a:lstStyle/>
          <a:p>
            <a:r>
              <a:rPr lang="ru-RU" sz="1000" dirty="0"/>
              <a:t>5. </a:t>
            </a:r>
            <a:r>
              <a:rPr lang="en-US" sz="1000" dirty="0"/>
              <a:t>Lorem ipsum dolor sit </a:t>
            </a:r>
            <a:r>
              <a:rPr lang="en-US" sz="1000" dirty="0" err="1"/>
              <a:t>amet</a:t>
            </a:r>
            <a:endParaRPr lang="ru-RU" sz="1000" dirty="0"/>
          </a:p>
        </p:txBody>
      </p:sp>
      <p:sp>
        <p:nvSpPr>
          <p:cNvPr id="54" name="Shape 54">
            <a:extLst>
              <a:ext uri="{FF2B5EF4-FFF2-40B4-BE49-F238E27FC236}">
                <a16:creationId xmlns:a16="http://schemas.microsoft.com/office/drawing/2014/main" id="{BBFDB2AC-6A0A-384C-92C0-EA29908A481E}"/>
              </a:ext>
            </a:extLst>
          </p:cNvPr>
          <p:cNvSpPr/>
          <p:nvPr/>
        </p:nvSpPr>
        <p:spPr>
          <a:xfrm>
            <a:off x="3251183" y="5968669"/>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56" name="Shape 71">
            <a:extLst>
              <a:ext uri="{FF2B5EF4-FFF2-40B4-BE49-F238E27FC236}">
                <a16:creationId xmlns:a16="http://schemas.microsoft.com/office/drawing/2014/main" id="{1EB8097B-2EC0-8C60-7BD8-C68810D6A9E5}"/>
              </a:ext>
            </a:extLst>
          </p:cNvPr>
          <p:cNvSpPr/>
          <p:nvPr/>
        </p:nvSpPr>
        <p:spPr>
          <a:xfrm>
            <a:off x="355599" y="5689306"/>
            <a:ext cx="2870185" cy="253967"/>
          </a:xfrm>
          <a:prstGeom prst="rect">
            <a:avLst/>
          </a:prstGeom>
          <a:solidFill>
            <a:srgbClr val="F5F4F4">
              <a:alpha val="100000"/>
            </a:srgbClr>
          </a:solidFill>
          <a:ln/>
        </p:spPr>
        <p:txBody>
          <a:bodyPr/>
          <a:lstStyle/>
          <a:p>
            <a:r>
              <a:rPr lang="ru-RU" sz="1000" dirty="0"/>
              <a:t>4. </a:t>
            </a:r>
            <a:r>
              <a:rPr lang="en-US" sz="1000" dirty="0"/>
              <a:t>Lorem ipsum dolor sit </a:t>
            </a:r>
            <a:r>
              <a:rPr lang="en-US" sz="1000" dirty="0" err="1"/>
              <a:t>amet</a:t>
            </a:r>
            <a:endParaRPr lang="ru-RU" sz="1000" dirty="0"/>
          </a:p>
        </p:txBody>
      </p:sp>
      <p:sp>
        <p:nvSpPr>
          <p:cNvPr id="58" name="Shape 73">
            <a:extLst>
              <a:ext uri="{FF2B5EF4-FFF2-40B4-BE49-F238E27FC236}">
                <a16:creationId xmlns:a16="http://schemas.microsoft.com/office/drawing/2014/main" id="{191012AC-31F8-E1B8-1D21-CF47228C7764}"/>
              </a:ext>
            </a:extLst>
          </p:cNvPr>
          <p:cNvSpPr/>
          <p:nvPr/>
        </p:nvSpPr>
        <p:spPr>
          <a:xfrm>
            <a:off x="3251183" y="5689306"/>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60" name="Shape 76">
            <a:extLst>
              <a:ext uri="{FF2B5EF4-FFF2-40B4-BE49-F238E27FC236}">
                <a16:creationId xmlns:a16="http://schemas.microsoft.com/office/drawing/2014/main" id="{D6D9B569-D0D4-15BB-5093-646C228378B9}"/>
              </a:ext>
            </a:extLst>
          </p:cNvPr>
          <p:cNvSpPr/>
          <p:nvPr/>
        </p:nvSpPr>
        <p:spPr>
          <a:xfrm>
            <a:off x="355599" y="6248033"/>
            <a:ext cx="2870185" cy="253967"/>
          </a:xfrm>
          <a:prstGeom prst="rect">
            <a:avLst/>
          </a:prstGeom>
          <a:solidFill>
            <a:srgbClr val="F5F4F4">
              <a:alpha val="100000"/>
            </a:srgbClr>
          </a:solidFill>
          <a:ln/>
        </p:spPr>
        <p:txBody>
          <a:bodyPr/>
          <a:lstStyle/>
          <a:p>
            <a:r>
              <a:rPr lang="ru-RU" sz="1000" dirty="0"/>
              <a:t>6. </a:t>
            </a:r>
            <a:r>
              <a:rPr lang="en-US" sz="1000" dirty="0"/>
              <a:t>Lorem ipsum dolor sit </a:t>
            </a:r>
            <a:r>
              <a:rPr lang="en-US" sz="1000" dirty="0" err="1"/>
              <a:t>amet</a:t>
            </a:r>
            <a:endParaRPr lang="ru-RU" sz="1000" dirty="0"/>
          </a:p>
        </p:txBody>
      </p:sp>
      <p:sp>
        <p:nvSpPr>
          <p:cNvPr id="113" name="Shape 78">
            <a:extLst>
              <a:ext uri="{FF2B5EF4-FFF2-40B4-BE49-F238E27FC236}">
                <a16:creationId xmlns:a16="http://schemas.microsoft.com/office/drawing/2014/main" id="{99AE7C43-57B8-8D77-6EC3-3DEB00179C10}"/>
              </a:ext>
            </a:extLst>
          </p:cNvPr>
          <p:cNvSpPr/>
          <p:nvPr/>
        </p:nvSpPr>
        <p:spPr>
          <a:xfrm>
            <a:off x="3251183" y="6248033"/>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pic>
        <p:nvPicPr>
          <p:cNvPr id="114" name="Image 0" descr=" ">
            <a:extLst>
              <a:ext uri="{FF2B5EF4-FFF2-40B4-BE49-F238E27FC236}">
                <a16:creationId xmlns:a16="http://schemas.microsoft.com/office/drawing/2014/main" id="{C60E2043-C359-D950-7EAE-9F386B5C8689}"/>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92626" y="4254392"/>
            <a:ext cx="1777991" cy="431744"/>
          </a:xfrm>
          <a:prstGeom prst="rect">
            <a:avLst/>
          </a:prstGeom>
        </p:spPr>
      </p:pic>
      <p:pic>
        <p:nvPicPr>
          <p:cNvPr id="115" name="Image 1" descr=" ">
            <a:extLst>
              <a:ext uri="{FF2B5EF4-FFF2-40B4-BE49-F238E27FC236}">
                <a16:creationId xmlns:a16="http://schemas.microsoft.com/office/drawing/2014/main" id="{91ECDAD3-EFB7-2427-0FE7-FAD967DB4218}"/>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483317" y="4254392"/>
            <a:ext cx="1777991" cy="431744"/>
          </a:xfrm>
          <a:prstGeom prst="rect">
            <a:avLst/>
          </a:prstGeom>
        </p:spPr>
      </p:pic>
      <p:pic>
        <p:nvPicPr>
          <p:cNvPr id="156" name="Image 2" descr=" ">
            <a:extLst>
              <a:ext uri="{FF2B5EF4-FFF2-40B4-BE49-F238E27FC236}">
                <a16:creationId xmlns:a16="http://schemas.microsoft.com/office/drawing/2014/main" id="{EA0B0AE0-C748-8637-519B-C6E8668B2422}"/>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61307" y="4705184"/>
            <a:ext cx="1777991" cy="431744"/>
          </a:xfrm>
          <a:prstGeom prst="rect">
            <a:avLst/>
          </a:prstGeom>
        </p:spPr>
      </p:pic>
      <p:pic>
        <p:nvPicPr>
          <p:cNvPr id="157" name="Image 3" descr=" ">
            <a:extLst>
              <a:ext uri="{FF2B5EF4-FFF2-40B4-BE49-F238E27FC236}">
                <a16:creationId xmlns:a16="http://schemas.microsoft.com/office/drawing/2014/main" id="{F33F7E7A-D49F-96A5-9333-EEF4FAB4BB96}"/>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61307" y="5149626"/>
            <a:ext cx="1777991" cy="431744"/>
          </a:xfrm>
          <a:prstGeom prst="rect">
            <a:avLst/>
          </a:prstGeom>
        </p:spPr>
      </p:pic>
      <p:pic>
        <p:nvPicPr>
          <p:cNvPr id="158" name="Image 4" descr=" ">
            <a:extLst>
              <a:ext uri="{FF2B5EF4-FFF2-40B4-BE49-F238E27FC236}">
                <a16:creationId xmlns:a16="http://schemas.microsoft.com/office/drawing/2014/main" id="{1BB49F99-834C-01F9-8485-E1EE7458F0FC}"/>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058348" y="5155975"/>
            <a:ext cx="1777991" cy="431744"/>
          </a:xfrm>
          <a:prstGeom prst="rect">
            <a:avLst/>
          </a:prstGeom>
        </p:spPr>
      </p:pic>
      <p:pic>
        <p:nvPicPr>
          <p:cNvPr id="160" name="Image 5" descr=" ">
            <a:extLst>
              <a:ext uri="{FF2B5EF4-FFF2-40B4-BE49-F238E27FC236}">
                <a16:creationId xmlns:a16="http://schemas.microsoft.com/office/drawing/2014/main" id="{597EAB50-5ADE-C318-7A9B-DDF93269738E}"/>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045648" y="5587719"/>
            <a:ext cx="1777991" cy="431744"/>
          </a:xfrm>
          <a:prstGeom prst="rect">
            <a:avLst/>
          </a:prstGeom>
        </p:spPr>
      </p:pic>
      <p:pic>
        <p:nvPicPr>
          <p:cNvPr id="162" name="Image 6" descr=" ">
            <a:extLst>
              <a:ext uri="{FF2B5EF4-FFF2-40B4-BE49-F238E27FC236}">
                <a16:creationId xmlns:a16="http://schemas.microsoft.com/office/drawing/2014/main" id="{87905BD2-EE17-31B4-752E-3A13AFC037B4}"/>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61307" y="5587719"/>
            <a:ext cx="1777991" cy="431744"/>
          </a:xfrm>
          <a:prstGeom prst="rect">
            <a:avLst/>
          </a:prstGeom>
        </p:spPr>
      </p:pic>
      <p:pic>
        <p:nvPicPr>
          <p:cNvPr id="163" name="Image 7" descr=" ">
            <a:extLst>
              <a:ext uri="{FF2B5EF4-FFF2-40B4-BE49-F238E27FC236}">
                <a16:creationId xmlns:a16="http://schemas.microsoft.com/office/drawing/2014/main" id="{F5B439D1-9F20-8FCA-231A-55BDA3A2D2FC}"/>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483317" y="4698835"/>
            <a:ext cx="1777991" cy="438093"/>
          </a:xfrm>
          <a:prstGeom prst="rect">
            <a:avLst/>
          </a:prstGeom>
        </p:spPr>
      </p:pic>
      <p:pic>
        <p:nvPicPr>
          <p:cNvPr id="164" name="Image 8" descr=" ">
            <a:extLst>
              <a:ext uri="{FF2B5EF4-FFF2-40B4-BE49-F238E27FC236}">
                <a16:creationId xmlns:a16="http://schemas.microsoft.com/office/drawing/2014/main" id="{88345DB5-7A32-BEB4-8B64-6B88BD236018}"/>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483317" y="5149626"/>
            <a:ext cx="1777991" cy="431744"/>
          </a:xfrm>
          <a:prstGeom prst="rect">
            <a:avLst/>
          </a:prstGeom>
        </p:spPr>
      </p:pic>
      <p:pic>
        <p:nvPicPr>
          <p:cNvPr id="165" name="Image 9" descr=" ">
            <a:extLst>
              <a:ext uri="{FF2B5EF4-FFF2-40B4-BE49-F238E27FC236}">
                <a16:creationId xmlns:a16="http://schemas.microsoft.com/office/drawing/2014/main" id="{436A7F07-FEC9-AB48-0E1B-769F241D7C49}"/>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698976" y="4692485"/>
            <a:ext cx="1777991" cy="438093"/>
          </a:xfrm>
          <a:prstGeom prst="rect">
            <a:avLst/>
          </a:prstGeom>
        </p:spPr>
      </p:pic>
      <p:sp>
        <p:nvSpPr>
          <p:cNvPr id="166" name="Text 91">
            <a:extLst>
              <a:ext uri="{FF2B5EF4-FFF2-40B4-BE49-F238E27FC236}">
                <a16:creationId xmlns:a16="http://schemas.microsoft.com/office/drawing/2014/main" id="{B5C8AB02-2E52-CA82-EBE0-D8C095B29617}"/>
              </a:ext>
            </a:extLst>
          </p:cNvPr>
          <p:cNvSpPr/>
          <p:nvPr/>
        </p:nvSpPr>
        <p:spPr>
          <a:xfrm>
            <a:off x="4438627" y="5536926"/>
            <a:ext cx="1608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Q1</a:t>
            </a:r>
            <a:endParaRPr lang="en-US" sz="800" dirty="0"/>
          </a:p>
        </p:txBody>
      </p:sp>
      <p:sp>
        <p:nvSpPr>
          <p:cNvPr id="167" name="Text 92">
            <a:extLst>
              <a:ext uri="{FF2B5EF4-FFF2-40B4-BE49-F238E27FC236}">
                <a16:creationId xmlns:a16="http://schemas.microsoft.com/office/drawing/2014/main" id="{0344DC18-B612-31D9-0248-7DB08199C2F3}"/>
              </a:ext>
            </a:extLst>
          </p:cNvPr>
          <p:cNvSpPr/>
          <p:nvPr/>
        </p:nvSpPr>
        <p:spPr>
          <a:xfrm>
            <a:off x="6407117" y="6095653"/>
            <a:ext cx="1672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Q1</a:t>
            </a:r>
            <a:endParaRPr lang="en-US" sz="800" dirty="0"/>
          </a:p>
        </p:txBody>
      </p:sp>
      <p:sp>
        <p:nvSpPr>
          <p:cNvPr id="169" name="Text 93">
            <a:extLst>
              <a:ext uri="{FF2B5EF4-FFF2-40B4-BE49-F238E27FC236}">
                <a16:creationId xmlns:a16="http://schemas.microsoft.com/office/drawing/2014/main" id="{A053D28C-84F9-511C-0D33-A4428CF1174D}"/>
              </a:ext>
            </a:extLst>
          </p:cNvPr>
          <p:cNvSpPr/>
          <p:nvPr/>
        </p:nvSpPr>
        <p:spPr>
          <a:xfrm>
            <a:off x="8172408" y="6095653"/>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Q2</a:t>
            </a:r>
            <a:endParaRPr lang="en-US" sz="800" dirty="0"/>
          </a:p>
        </p:txBody>
      </p:sp>
      <p:sp>
        <p:nvSpPr>
          <p:cNvPr id="172" name="Text 94">
            <a:extLst>
              <a:ext uri="{FF2B5EF4-FFF2-40B4-BE49-F238E27FC236}">
                <a16:creationId xmlns:a16="http://schemas.microsoft.com/office/drawing/2014/main" id="{13E1654E-139A-195B-3D6A-C8682A88420B}"/>
              </a:ext>
            </a:extLst>
          </p:cNvPr>
          <p:cNvSpPr/>
          <p:nvPr/>
        </p:nvSpPr>
        <p:spPr>
          <a:xfrm>
            <a:off x="9963099" y="6095653"/>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Q3</a:t>
            </a:r>
            <a:endParaRPr lang="en-US" sz="800" dirty="0"/>
          </a:p>
        </p:txBody>
      </p:sp>
      <p:sp>
        <p:nvSpPr>
          <p:cNvPr id="173" name="Text 95">
            <a:extLst>
              <a:ext uri="{FF2B5EF4-FFF2-40B4-BE49-F238E27FC236}">
                <a16:creationId xmlns:a16="http://schemas.microsoft.com/office/drawing/2014/main" id="{262790E9-D66E-FB99-69C0-FBAA221CF813}"/>
              </a:ext>
            </a:extLst>
          </p:cNvPr>
          <p:cNvSpPr/>
          <p:nvPr/>
        </p:nvSpPr>
        <p:spPr>
          <a:xfrm>
            <a:off x="4438627" y="5092484"/>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Q2</a:t>
            </a:r>
            <a:endParaRPr lang="en-US" sz="800" dirty="0"/>
          </a:p>
        </p:txBody>
      </p:sp>
      <p:sp>
        <p:nvSpPr>
          <p:cNvPr id="174" name="Text 96">
            <a:extLst>
              <a:ext uri="{FF2B5EF4-FFF2-40B4-BE49-F238E27FC236}">
                <a16:creationId xmlns:a16="http://schemas.microsoft.com/office/drawing/2014/main" id="{1A0D409D-FBB1-8503-7B1C-3793D1A522F9}"/>
              </a:ext>
            </a:extLst>
          </p:cNvPr>
          <p:cNvSpPr/>
          <p:nvPr/>
        </p:nvSpPr>
        <p:spPr>
          <a:xfrm>
            <a:off x="4438627" y="4641692"/>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Q3</a:t>
            </a:r>
            <a:endParaRPr lang="en-US" sz="800" dirty="0"/>
          </a:p>
        </p:txBody>
      </p:sp>
      <p:sp>
        <p:nvSpPr>
          <p:cNvPr id="175" name="Text 97">
            <a:extLst>
              <a:ext uri="{FF2B5EF4-FFF2-40B4-BE49-F238E27FC236}">
                <a16:creationId xmlns:a16="http://schemas.microsoft.com/office/drawing/2014/main" id="{6904CADF-099B-3374-5DDD-DEA1C38E3843}"/>
              </a:ext>
            </a:extLst>
          </p:cNvPr>
          <p:cNvSpPr/>
          <p:nvPr/>
        </p:nvSpPr>
        <p:spPr>
          <a:xfrm>
            <a:off x="4743425" y="4546455"/>
            <a:ext cx="1799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6" name="Text 98">
            <a:extLst>
              <a:ext uri="{FF2B5EF4-FFF2-40B4-BE49-F238E27FC236}">
                <a16:creationId xmlns:a16="http://schemas.microsoft.com/office/drawing/2014/main" id="{6BDDA5DB-0389-4D67-200A-4B4BD78E88B6}"/>
              </a:ext>
            </a:extLst>
          </p:cNvPr>
          <p:cNvSpPr/>
          <p:nvPr/>
        </p:nvSpPr>
        <p:spPr>
          <a:xfrm>
            <a:off x="6534116" y="4546455"/>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7" name="Text 99">
            <a:extLst>
              <a:ext uri="{FF2B5EF4-FFF2-40B4-BE49-F238E27FC236}">
                <a16:creationId xmlns:a16="http://schemas.microsoft.com/office/drawing/2014/main" id="{41C9D7A7-9483-A04E-040E-0219CB6C9F4A}"/>
              </a:ext>
            </a:extLst>
          </p:cNvPr>
          <p:cNvSpPr/>
          <p:nvPr/>
        </p:nvSpPr>
        <p:spPr>
          <a:xfrm>
            <a:off x="8312107" y="5003595"/>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8" name="Text 100">
            <a:extLst>
              <a:ext uri="{FF2B5EF4-FFF2-40B4-BE49-F238E27FC236}">
                <a16:creationId xmlns:a16="http://schemas.microsoft.com/office/drawing/2014/main" id="{C17E44D3-5CB8-D616-3B19-D337460772B5}"/>
              </a:ext>
            </a:extLst>
          </p:cNvPr>
          <p:cNvSpPr/>
          <p:nvPr/>
        </p:nvSpPr>
        <p:spPr>
          <a:xfrm>
            <a:off x="8312107" y="5441688"/>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9" name="Text 101">
            <a:extLst>
              <a:ext uri="{FF2B5EF4-FFF2-40B4-BE49-F238E27FC236}">
                <a16:creationId xmlns:a16="http://schemas.microsoft.com/office/drawing/2014/main" id="{9EB5D751-5BB5-D479-2032-6BCCDE3E3E8B}"/>
              </a:ext>
            </a:extLst>
          </p:cNvPr>
          <p:cNvSpPr/>
          <p:nvPr/>
        </p:nvSpPr>
        <p:spPr>
          <a:xfrm>
            <a:off x="10109147" y="5448037"/>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80" name="Text 102">
            <a:extLst>
              <a:ext uri="{FF2B5EF4-FFF2-40B4-BE49-F238E27FC236}">
                <a16:creationId xmlns:a16="http://schemas.microsoft.com/office/drawing/2014/main" id="{1CEAE2D9-B8ED-766A-CCA6-A8CABD97CA47}"/>
              </a:ext>
            </a:extLst>
          </p:cNvPr>
          <p:cNvSpPr/>
          <p:nvPr/>
        </p:nvSpPr>
        <p:spPr>
          <a:xfrm>
            <a:off x="10096448" y="587978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81" name="Text 103">
            <a:extLst>
              <a:ext uri="{FF2B5EF4-FFF2-40B4-BE49-F238E27FC236}">
                <a16:creationId xmlns:a16="http://schemas.microsoft.com/office/drawing/2014/main" id="{E5DFD09D-F60E-6AC5-7AE4-EE6AAE2950E7}"/>
              </a:ext>
            </a:extLst>
          </p:cNvPr>
          <p:cNvSpPr/>
          <p:nvPr/>
        </p:nvSpPr>
        <p:spPr>
          <a:xfrm>
            <a:off x="8312107" y="587978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2" name="Text 104">
            <a:extLst>
              <a:ext uri="{FF2B5EF4-FFF2-40B4-BE49-F238E27FC236}">
                <a16:creationId xmlns:a16="http://schemas.microsoft.com/office/drawing/2014/main" id="{B93BC36C-2DC1-6686-AF83-C2B5C30393D8}"/>
              </a:ext>
            </a:extLst>
          </p:cNvPr>
          <p:cNvSpPr/>
          <p:nvPr/>
        </p:nvSpPr>
        <p:spPr>
          <a:xfrm>
            <a:off x="6534116" y="4990897"/>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83" name="Text 105">
            <a:extLst>
              <a:ext uri="{FF2B5EF4-FFF2-40B4-BE49-F238E27FC236}">
                <a16:creationId xmlns:a16="http://schemas.microsoft.com/office/drawing/2014/main" id="{305C9B02-984B-4128-AE22-220EACCD7863}"/>
              </a:ext>
            </a:extLst>
          </p:cNvPr>
          <p:cNvSpPr/>
          <p:nvPr/>
        </p:nvSpPr>
        <p:spPr>
          <a:xfrm>
            <a:off x="6534116" y="5441688"/>
            <a:ext cx="1227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4" name="Text 106">
            <a:extLst>
              <a:ext uri="{FF2B5EF4-FFF2-40B4-BE49-F238E27FC236}">
                <a16:creationId xmlns:a16="http://schemas.microsoft.com/office/drawing/2014/main" id="{2ECBA947-EC33-8DCD-09A3-D0C8133F4CEA}"/>
              </a:ext>
            </a:extLst>
          </p:cNvPr>
          <p:cNvSpPr/>
          <p:nvPr/>
        </p:nvSpPr>
        <p:spPr>
          <a:xfrm>
            <a:off x="4743426" y="4990897"/>
            <a:ext cx="1227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5" name="Text 107">
            <a:extLst>
              <a:ext uri="{FF2B5EF4-FFF2-40B4-BE49-F238E27FC236}">
                <a16:creationId xmlns:a16="http://schemas.microsoft.com/office/drawing/2014/main" id="{1B2DA597-3179-8AE1-43AA-FA6499A9F4F7}"/>
              </a:ext>
            </a:extLst>
          </p:cNvPr>
          <p:cNvSpPr/>
          <p:nvPr/>
        </p:nvSpPr>
        <p:spPr>
          <a:xfrm>
            <a:off x="5537171" y="5314705"/>
            <a:ext cx="1227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6" name="Text 108">
            <a:extLst>
              <a:ext uri="{FF2B5EF4-FFF2-40B4-BE49-F238E27FC236}">
                <a16:creationId xmlns:a16="http://schemas.microsoft.com/office/drawing/2014/main" id="{0247266A-B838-C8D4-4939-4767DC6CD3CC}"/>
              </a:ext>
            </a:extLst>
          </p:cNvPr>
          <p:cNvSpPr/>
          <p:nvPr/>
        </p:nvSpPr>
        <p:spPr>
          <a:xfrm>
            <a:off x="5530822" y="5759147"/>
            <a:ext cx="12276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7" name="Text 109">
            <a:extLst>
              <a:ext uri="{FF2B5EF4-FFF2-40B4-BE49-F238E27FC236}">
                <a16:creationId xmlns:a16="http://schemas.microsoft.com/office/drawing/2014/main" id="{BE15EB8B-EC8F-9397-AF75-1C8CE0D0E11F}"/>
              </a:ext>
            </a:extLst>
          </p:cNvPr>
          <p:cNvSpPr/>
          <p:nvPr/>
        </p:nvSpPr>
        <p:spPr>
          <a:xfrm>
            <a:off x="7321512" y="5759147"/>
            <a:ext cx="12276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8" name="Text 110">
            <a:extLst>
              <a:ext uri="{FF2B5EF4-FFF2-40B4-BE49-F238E27FC236}">
                <a16:creationId xmlns:a16="http://schemas.microsoft.com/office/drawing/2014/main" id="{2B9B8F3E-A70D-EF9B-D9BA-979570DBDC04}"/>
              </a:ext>
            </a:extLst>
          </p:cNvPr>
          <p:cNvSpPr/>
          <p:nvPr/>
        </p:nvSpPr>
        <p:spPr>
          <a:xfrm>
            <a:off x="9118553" y="4419471"/>
            <a:ext cx="1100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89" name="Text 111">
            <a:extLst>
              <a:ext uri="{FF2B5EF4-FFF2-40B4-BE49-F238E27FC236}">
                <a16:creationId xmlns:a16="http://schemas.microsoft.com/office/drawing/2014/main" id="{889CF124-102C-A1FB-6758-553D792FA0C2}"/>
              </a:ext>
            </a:extLst>
          </p:cNvPr>
          <p:cNvSpPr/>
          <p:nvPr/>
        </p:nvSpPr>
        <p:spPr>
          <a:xfrm>
            <a:off x="10896543" y="4482963"/>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0" name="Text 112">
            <a:extLst>
              <a:ext uri="{FF2B5EF4-FFF2-40B4-BE49-F238E27FC236}">
                <a16:creationId xmlns:a16="http://schemas.microsoft.com/office/drawing/2014/main" id="{73E9841E-C5C9-EA42-BF02-C58D1B0D198A}"/>
              </a:ext>
            </a:extLst>
          </p:cNvPr>
          <p:cNvSpPr/>
          <p:nvPr/>
        </p:nvSpPr>
        <p:spPr>
          <a:xfrm>
            <a:off x="10896543" y="4844866"/>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1" name="Text 113">
            <a:extLst>
              <a:ext uri="{FF2B5EF4-FFF2-40B4-BE49-F238E27FC236}">
                <a16:creationId xmlns:a16="http://schemas.microsoft.com/office/drawing/2014/main" id="{0C5C42E7-EBDC-6BBD-943E-382C20265448}"/>
              </a:ext>
            </a:extLst>
          </p:cNvPr>
          <p:cNvSpPr/>
          <p:nvPr/>
        </p:nvSpPr>
        <p:spPr>
          <a:xfrm>
            <a:off x="6280118" y="4292488"/>
            <a:ext cx="1735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2" name="Text 114">
            <a:extLst>
              <a:ext uri="{FF2B5EF4-FFF2-40B4-BE49-F238E27FC236}">
                <a16:creationId xmlns:a16="http://schemas.microsoft.com/office/drawing/2014/main" id="{949BCA38-10B9-730D-CC31-72978625D1B7}"/>
              </a:ext>
            </a:extLst>
          </p:cNvPr>
          <p:cNvSpPr/>
          <p:nvPr/>
        </p:nvSpPr>
        <p:spPr>
          <a:xfrm>
            <a:off x="8121608" y="4292488"/>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3" name="Text 115">
            <a:extLst>
              <a:ext uri="{FF2B5EF4-FFF2-40B4-BE49-F238E27FC236}">
                <a16:creationId xmlns:a16="http://schemas.microsoft.com/office/drawing/2014/main" id="{53BB970D-89E9-A3F6-1942-BE287FAE9D56}"/>
              </a:ext>
            </a:extLst>
          </p:cNvPr>
          <p:cNvSpPr/>
          <p:nvPr/>
        </p:nvSpPr>
        <p:spPr>
          <a:xfrm>
            <a:off x="9899599" y="4743279"/>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4" name="Text 116">
            <a:extLst>
              <a:ext uri="{FF2B5EF4-FFF2-40B4-BE49-F238E27FC236}">
                <a16:creationId xmlns:a16="http://schemas.microsoft.com/office/drawing/2014/main" id="{7E9A91FC-CAA0-2095-CC67-9C7C618CACAA}"/>
              </a:ext>
            </a:extLst>
          </p:cNvPr>
          <p:cNvSpPr/>
          <p:nvPr/>
        </p:nvSpPr>
        <p:spPr>
          <a:xfrm>
            <a:off x="9899599" y="518772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5" name="Text 117">
            <a:extLst>
              <a:ext uri="{FF2B5EF4-FFF2-40B4-BE49-F238E27FC236}">
                <a16:creationId xmlns:a16="http://schemas.microsoft.com/office/drawing/2014/main" id="{8B10947F-B494-E998-C856-8EF3F05F8ABA}"/>
              </a:ext>
            </a:extLst>
          </p:cNvPr>
          <p:cNvSpPr/>
          <p:nvPr/>
        </p:nvSpPr>
        <p:spPr>
          <a:xfrm>
            <a:off x="11696639" y="5257562"/>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6" name="Text 118">
            <a:extLst>
              <a:ext uri="{FF2B5EF4-FFF2-40B4-BE49-F238E27FC236}">
                <a16:creationId xmlns:a16="http://schemas.microsoft.com/office/drawing/2014/main" id="{77E297DA-7CAB-CF78-FEB5-FBA14026346A}"/>
              </a:ext>
            </a:extLst>
          </p:cNvPr>
          <p:cNvSpPr/>
          <p:nvPr/>
        </p:nvSpPr>
        <p:spPr>
          <a:xfrm>
            <a:off x="11683939" y="5689306"/>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7" name="Text 119">
            <a:extLst>
              <a:ext uri="{FF2B5EF4-FFF2-40B4-BE49-F238E27FC236}">
                <a16:creationId xmlns:a16="http://schemas.microsoft.com/office/drawing/2014/main" id="{4D1AAFC6-7DED-57F0-3BA6-09A7B449CCF2}"/>
              </a:ext>
            </a:extLst>
          </p:cNvPr>
          <p:cNvSpPr/>
          <p:nvPr/>
        </p:nvSpPr>
        <p:spPr>
          <a:xfrm>
            <a:off x="9899599" y="5625814"/>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98" name="Text 120">
            <a:extLst>
              <a:ext uri="{FF2B5EF4-FFF2-40B4-BE49-F238E27FC236}">
                <a16:creationId xmlns:a16="http://schemas.microsoft.com/office/drawing/2014/main" id="{2AC82F23-8B0F-38B6-0238-05464DD8C998}"/>
              </a:ext>
            </a:extLst>
          </p:cNvPr>
          <p:cNvSpPr/>
          <p:nvPr/>
        </p:nvSpPr>
        <p:spPr>
          <a:xfrm>
            <a:off x="8121608" y="4736930"/>
            <a:ext cx="11641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9" name="Text 121">
            <a:extLst>
              <a:ext uri="{FF2B5EF4-FFF2-40B4-BE49-F238E27FC236}">
                <a16:creationId xmlns:a16="http://schemas.microsoft.com/office/drawing/2014/main" id="{ABA9DAB6-C7D9-3204-93F6-9D3F55EE476D}"/>
              </a:ext>
            </a:extLst>
          </p:cNvPr>
          <p:cNvSpPr/>
          <p:nvPr/>
        </p:nvSpPr>
        <p:spPr>
          <a:xfrm>
            <a:off x="8121608" y="518772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200" name="Text 122">
            <a:extLst>
              <a:ext uri="{FF2B5EF4-FFF2-40B4-BE49-F238E27FC236}">
                <a16:creationId xmlns:a16="http://schemas.microsoft.com/office/drawing/2014/main" id="{CC457471-BEDE-59E8-B9E3-0381F27574AF}"/>
              </a:ext>
            </a:extLst>
          </p:cNvPr>
          <p:cNvSpPr/>
          <p:nvPr/>
        </p:nvSpPr>
        <p:spPr>
          <a:xfrm>
            <a:off x="6343618" y="4736930"/>
            <a:ext cx="11006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201" name="Text 123">
            <a:extLst>
              <a:ext uri="{FF2B5EF4-FFF2-40B4-BE49-F238E27FC236}">
                <a16:creationId xmlns:a16="http://schemas.microsoft.com/office/drawing/2014/main" id="{88D311B2-3D19-4CBF-BDAE-EF5C70E4903B}"/>
              </a:ext>
            </a:extLst>
          </p:cNvPr>
          <p:cNvSpPr/>
          <p:nvPr/>
        </p:nvSpPr>
        <p:spPr>
          <a:xfrm>
            <a:off x="4438627" y="4203599"/>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Q4</a:t>
            </a:r>
            <a:endParaRPr lang="en-US" sz="800" dirty="0"/>
          </a:p>
        </p:txBody>
      </p:sp>
      <p:pic>
        <p:nvPicPr>
          <p:cNvPr id="202" name="Image 11" descr=" ">
            <a:extLst>
              <a:ext uri="{FF2B5EF4-FFF2-40B4-BE49-F238E27FC236}">
                <a16:creationId xmlns:a16="http://schemas.microsoft.com/office/drawing/2014/main" id="{6FB32608-AC13-28C2-5A7E-C5685A52AF7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70617" y="4248043"/>
            <a:ext cx="12700" cy="1777769"/>
          </a:xfrm>
          <a:prstGeom prst="rect">
            <a:avLst/>
          </a:prstGeom>
        </p:spPr>
      </p:pic>
      <p:pic>
        <p:nvPicPr>
          <p:cNvPr id="203" name="Image 12" descr=" ">
            <a:extLst>
              <a:ext uri="{FF2B5EF4-FFF2-40B4-BE49-F238E27FC236}">
                <a16:creationId xmlns:a16="http://schemas.microsoft.com/office/drawing/2014/main" id="{9E51DEA5-5C9D-EFCD-6064-53BAC9EFF51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4241694"/>
            <a:ext cx="7143713" cy="12698"/>
          </a:xfrm>
          <a:prstGeom prst="rect">
            <a:avLst/>
          </a:prstGeom>
        </p:spPr>
      </p:pic>
      <p:pic>
        <p:nvPicPr>
          <p:cNvPr id="204" name="Image 13" descr=" ">
            <a:extLst>
              <a:ext uri="{FF2B5EF4-FFF2-40B4-BE49-F238E27FC236}">
                <a16:creationId xmlns:a16="http://schemas.microsoft.com/office/drawing/2014/main" id="{9CD0BAF2-8F8A-7A69-F330-33ACE100FF8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692626" y="4241694"/>
            <a:ext cx="3568681" cy="12698"/>
          </a:xfrm>
          <a:prstGeom prst="rect">
            <a:avLst/>
          </a:prstGeom>
        </p:spPr>
      </p:pic>
      <p:pic>
        <p:nvPicPr>
          <p:cNvPr id="205" name="Image 14" descr=" ">
            <a:extLst>
              <a:ext uri="{FF2B5EF4-FFF2-40B4-BE49-F238E27FC236}">
                <a16:creationId xmlns:a16="http://schemas.microsoft.com/office/drawing/2014/main" id="{C5D137D0-906E-0835-25E8-871BBDF7145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4686136"/>
            <a:ext cx="7143713" cy="12698"/>
          </a:xfrm>
          <a:prstGeom prst="rect">
            <a:avLst/>
          </a:prstGeom>
        </p:spPr>
      </p:pic>
      <p:pic>
        <p:nvPicPr>
          <p:cNvPr id="206" name="Image 15" descr=" ">
            <a:extLst>
              <a:ext uri="{FF2B5EF4-FFF2-40B4-BE49-F238E27FC236}">
                <a16:creationId xmlns:a16="http://schemas.microsoft.com/office/drawing/2014/main" id="{0BB6FD75-A453-84F6-AF8B-14A193A6CF1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5136928"/>
            <a:ext cx="7143713" cy="12698"/>
          </a:xfrm>
          <a:prstGeom prst="rect">
            <a:avLst/>
          </a:prstGeom>
        </p:spPr>
      </p:pic>
      <p:pic>
        <p:nvPicPr>
          <p:cNvPr id="207" name="Image 16" descr=" ">
            <a:extLst>
              <a:ext uri="{FF2B5EF4-FFF2-40B4-BE49-F238E27FC236}">
                <a16:creationId xmlns:a16="http://schemas.microsoft.com/office/drawing/2014/main" id="{068932B3-5F92-334E-E0C7-EC6767D4BB2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5581370"/>
            <a:ext cx="7143713" cy="12698"/>
          </a:xfrm>
          <a:prstGeom prst="rect">
            <a:avLst/>
          </a:prstGeom>
        </p:spPr>
      </p:pic>
      <p:pic>
        <p:nvPicPr>
          <p:cNvPr id="208" name="Image 17" descr=" ">
            <a:extLst>
              <a:ext uri="{FF2B5EF4-FFF2-40B4-BE49-F238E27FC236}">
                <a16:creationId xmlns:a16="http://schemas.microsoft.com/office/drawing/2014/main" id="{275E2A06-8447-9EFD-A023-CAB31F1266F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6032161"/>
            <a:ext cx="7143713" cy="12698"/>
          </a:xfrm>
          <a:prstGeom prst="rect">
            <a:avLst/>
          </a:prstGeom>
        </p:spPr>
      </p:pic>
      <p:pic>
        <p:nvPicPr>
          <p:cNvPr id="209" name="Image 18" descr=" ">
            <a:extLst>
              <a:ext uri="{FF2B5EF4-FFF2-40B4-BE49-F238E27FC236}">
                <a16:creationId xmlns:a16="http://schemas.microsoft.com/office/drawing/2014/main" id="{403CC276-070A-891F-BAFF-C5C8EE97276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54958" y="4248043"/>
            <a:ext cx="12700" cy="1777769"/>
          </a:xfrm>
          <a:prstGeom prst="rect">
            <a:avLst/>
          </a:prstGeom>
        </p:spPr>
      </p:pic>
      <p:pic>
        <p:nvPicPr>
          <p:cNvPr id="210" name="Image 19" descr=" ">
            <a:extLst>
              <a:ext uri="{FF2B5EF4-FFF2-40B4-BE49-F238E27FC236}">
                <a16:creationId xmlns:a16="http://schemas.microsoft.com/office/drawing/2014/main" id="{E8DF3C5B-83F3-6398-D021-D821460EA59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045648" y="4248043"/>
            <a:ext cx="12700" cy="1777769"/>
          </a:xfrm>
          <a:prstGeom prst="rect">
            <a:avLst/>
          </a:prstGeom>
        </p:spPr>
      </p:pic>
      <p:pic>
        <p:nvPicPr>
          <p:cNvPr id="211" name="Image 20" descr=" ">
            <a:extLst>
              <a:ext uri="{FF2B5EF4-FFF2-40B4-BE49-F238E27FC236}">
                <a16:creationId xmlns:a16="http://schemas.microsoft.com/office/drawing/2014/main" id="{513155CE-3CDF-B08C-AD61-193275C8F90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823639" y="4305186"/>
            <a:ext cx="12700" cy="1784118"/>
          </a:xfrm>
          <a:prstGeom prst="rect">
            <a:avLst/>
          </a:prstGeom>
        </p:spPr>
      </p:pic>
      <p:pic>
        <p:nvPicPr>
          <p:cNvPr id="213" name="Image 22" descr=" ">
            <a:extLst>
              <a:ext uri="{FF2B5EF4-FFF2-40B4-BE49-F238E27FC236}">
                <a16:creationId xmlns:a16="http://schemas.microsoft.com/office/drawing/2014/main" id="{77EF98B2-350D-3D44-2B6C-6529A7174EC1}"/>
              </a:ext>
            </a:extLst>
          </p:cNvPr>
          <p:cNvPicPr>
            <a:picLocks noChangeAspect="1"/>
          </p:cNvPicPr>
          <p:nvPr/>
        </p:nvPicPr>
        <p:blipFill>
          <a:blip r:embed="rId19" cstate="email">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8267657" y="4686136"/>
            <a:ext cx="3562332" cy="469839"/>
          </a:xfrm>
          <a:prstGeom prst="rect">
            <a:avLst/>
          </a:prstGeom>
        </p:spPr>
      </p:pic>
      <p:pic>
        <p:nvPicPr>
          <p:cNvPr id="214" name="Image 23" descr=" ">
            <a:extLst>
              <a:ext uri="{FF2B5EF4-FFF2-40B4-BE49-F238E27FC236}">
                <a16:creationId xmlns:a16="http://schemas.microsoft.com/office/drawing/2014/main" id="{8DC72FD3-395D-48DA-2E1C-74A6E3553453}"/>
              </a:ext>
            </a:extLst>
          </p:cNvPr>
          <p:cNvPicPr>
            <a:picLocks noChangeAspect="1"/>
          </p:cNvPicPr>
          <p:nvPr/>
        </p:nvPicPr>
        <p:blipFill>
          <a:blip r:embed="rId21" cstate="email">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4692626" y="5136927"/>
            <a:ext cx="3562332" cy="463490"/>
          </a:xfrm>
          <a:prstGeom prst="rect">
            <a:avLst/>
          </a:prstGeom>
        </p:spPr>
      </p:pic>
      <p:sp>
        <p:nvSpPr>
          <p:cNvPr id="215" name="Shape 10">
            <a:extLst>
              <a:ext uri="{FF2B5EF4-FFF2-40B4-BE49-F238E27FC236}">
                <a16:creationId xmlns:a16="http://schemas.microsoft.com/office/drawing/2014/main" id="{2E9EBD0D-8218-4D1B-F3A2-B4C4D07A301E}"/>
              </a:ext>
            </a:extLst>
          </p:cNvPr>
          <p:cNvSpPr/>
          <p:nvPr/>
        </p:nvSpPr>
        <p:spPr>
          <a:xfrm>
            <a:off x="8178758"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16" name="Shape 12">
            <a:extLst>
              <a:ext uri="{FF2B5EF4-FFF2-40B4-BE49-F238E27FC236}">
                <a16:creationId xmlns:a16="http://schemas.microsoft.com/office/drawing/2014/main" id="{AB5DB325-EF85-D7C9-2748-D91D05B5E92D}"/>
              </a:ext>
            </a:extLst>
          </p:cNvPr>
          <p:cNvSpPr/>
          <p:nvPr/>
        </p:nvSpPr>
        <p:spPr>
          <a:xfrm>
            <a:off x="4419578" y="2286149"/>
            <a:ext cx="3555981" cy="253967"/>
          </a:xfrm>
          <a:prstGeom prst="rect">
            <a:avLst/>
          </a:prstGeom>
          <a:solidFill>
            <a:srgbClr val="F5F4F4">
              <a:alpha val="100000"/>
            </a:srgbClr>
          </a:solidFill>
          <a:ln/>
        </p:spPr>
        <p:txBody>
          <a:bodyPr/>
          <a:lstStyle/>
          <a:p>
            <a:r>
              <a:rPr lang="ru-RU" sz="1000" dirty="0"/>
              <a:t>1. </a:t>
            </a:r>
            <a:r>
              <a:rPr lang="en-US" sz="1000" dirty="0"/>
              <a:t>Lorem ipsum dolor sit </a:t>
            </a:r>
            <a:r>
              <a:rPr lang="en-US" sz="1000" dirty="0" err="1"/>
              <a:t>amet</a:t>
            </a:r>
            <a:r>
              <a:rPr lang="en-US" sz="1000" dirty="0"/>
              <a:t> </a:t>
            </a:r>
            <a:endParaRPr lang="ru-RU" sz="1000" dirty="0"/>
          </a:p>
        </p:txBody>
      </p:sp>
      <p:sp>
        <p:nvSpPr>
          <p:cNvPr id="217" name="Shape 14">
            <a:extLst>
              <a:ext uri="{FF2B5EF4-FFF2-40B4-BE49-F238E27FC236}">
                <a16:creationId xmlns:a16="http://schemas.microsoft.com/office/drawing/2014/main" id="{C2C2DE1C-9E7A-F6F7-B52A-AA3A64DD7102}"/>
              </a:ext>
            </a:extLst>
          </p:cNvPr>
          <p:cNvSpPr/>
          <p:nvPr/>
        </p:nvSpPr>
        <p:spPr>
          <a:xfrm>
            <a:off x="9931349"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18" name="Shape 16">
            <a:extLst>
              <a:ext uri="{FF2B5EF4-FFF2-40B4-BE49-F238E27FC236}">
                <a16:creationId xmlns:a16="http://schemas.microsoft.com/office/drawing/2014/main" id="{72526AA7-1AEF-2009-F11A-E8B6BC35CB64}"/>
              </a:ext>
            </a:extLst>
          </p:cNvPr>
          <p:cNvSpPr/>
          <p:nvPr/>
        </p:nvSpPr>
        <p:spPr>
          <a:xfrm>
            <a:off x="8966154"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19" name="Shape 18">
            <a:extLst>
              <a:ext uri="{FF2B5EF4-FFF2-40B4-BE49-F238E27FC236}">
                <a16:creationId xmlns:a16="http://schemas.microsoft.com/office/drawing/2014/main" id="{1DC3021F-8A4D-B750-F914-385683499542}"/>
              </a:ext>
            </a:extLst>
          </p:cNvPr>
          <p:cNvSpPr/>
          <p:nvPr/>
        </p:nvSpPr>
        <p:spPr>
          <a:xfrm>
            <a:off x="10718745"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0" name="Shape 27">
            <a:extLst>
              <a:ext uri="{FF2B5EF4-FFF2-40B4-BE49-F238E27FC236}">
                <a16:creationId xmlns:a16="http://schemas.microsoft.com/office/drawing/2014/main" id="{ACF21D6D-D0A3-0290-BBC2-738FA456439C}"/>
              </a:ext>
            </a:extLst>
          </p:cNvPr>
          <p:cNvSpPr/>
          <p:nvPr/>
        </p:nvSpPr>
        <p:spPr>
          <a:xfrm>
            <a:off x="8178758"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1" name="Shape 29">
            <a:extLst>
              <a:ext uri="{FF2B5EF4-FFF2-40B4-BE49-F238E27FC236}">
                <a16:creationId xmlns:a16="http://schemas.microsoft.com/office/drawing/2014/main" id="{E870AF01-C403-84FB-ADAA-C6E21993FACA}"/>
              </a:ext>
            </a:extLst>
          </p:cNvPr>
          <p:cNvSpPr/>
          <p:nvPr/>
        </p:nvSpPr>
        <p:spPr>
          <a:xfrm>
            <a:off x="4419578" y="2565512"/>
            <a:ext cx="3555981" cy="253967"/>
          </a:xfrm>
          <a:prstGeom prst="rect">
            <a:avLst/>
          </a:prstGeom>
          <a:solidFill>
            <a:srgbClr val="F5F4F4">
              <a:alpha val="100000"/>
            </a:srgbClr>
          </a:solidFill>
          <a:ln/>
        </p:spPr>
        <p:txBody>
          <a:bodyPr/>
          <a:lstStyle/>
          <a:p>
            <a:r>
              <a:rPr lang="ru-RU" sz="1000" dirty="0"/>
              <a:t>2. </a:t>
            </a:r>
            <a:r>
              <a:rPr lang="en-US" sz="1000" dirty="0"/>
              <a:t>Lorem ipsum dolor sit </a:t>
            </a:r>
            <a:r>
              <a:rPr lang="en-US" sz="1000" dirty="0" err="1"/>
              <a:t>amet</a:t>
            </a:r>
            <a:r>
              <a:rPr lang="en-US" sz="1000" dirty="0"/>
              <a:t> </a:t>
            </a:r>
            <a:endParaRPr lang="ru-RU" sz="1000" dirty="0"/>
          </a:p>
        </p:txBody>
      </p:sp>
      <p:sp>
        <p:nvSpPr>
          <p:cNvPr id="222" name="Shape 31">
            <a:extLst>
              <a:ext uri="{FF2B5EF4-FFF2-40B4-BE49-F238E27FC236}">
                <a16:creationId xmlns:a16="http://schemas.microsoft.com/office/drawing/2014/main" id="{E08743A3-CDE1-0F47-D70D-CE0E18E9E987}"/>
              </a:ext>
            </a:extLst>
          </p:cNvPr>
          <p:cNvSpPr/>
          <p:nvPr/>
        </p:nvSpPr>
        <p:spPr>
          <a:xfrm>
            <a:off x="9931349"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3" name="Shape 40">
            <a:extLst>
              <a:ext uri="{FF2B5EF4-FFF2-40B4-BE49-F238E27FC236}">
                <a16:creationId xmlns:a16="http://schemas.microsoft.com/office/drawing/2014/main" id="{82D8E021-C469-A3C3-9761-71EB028999EB}"/>
              </a:ext>
            </a:extLst>
          </p:cNvPr>
          <p:cNvSpPr/>
          <p:nvPr/>
        </p:nvSpPr>
        <p:spPr>
          <a:xfrm>
            <a:off x="8178758" y="2844876"/>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4" name="Shape 42">
            <a:extLst>
              <a:ext uri="{FF2B5EF4-FFF2-40B4-BE49-F238E27FC236}">
                <a16:creationId xmlns:a16="http://schemas.microsoft.com/office/drawing/2014/main" id="{4DCE1DBB-E7DE-9B4F-79A9-AEB52AEEE1A8}"/>
              </a:ext>
            </a:extLst>
          </p:cNvPr>
          <p:cNvSpPr/>
          <p:nvPr/>
        </p:nvSpPr>
        <p:spPr>
          <a:xfrm>
            <a:off x="4419578" y="2844876"/>
            <a:ext cx="3555981" cy="253967"/>
          </a:xfrm>
          <a:prstGeom prst="rect">
            <a:avLst/>
          </a:prstGeom>
          <a:solidFill>
            <a:srgbClr val="F5F4F4">
              <a:alpha val="100000"/>
            </a:srgbClr>
          </a:solidFill>
          <a:ln/>
        </p:spPr>
        <p:txBody>
          <a:bodyPr/>
          <a:lstStyle/>
          <a:p>
            <a:r>
              <a:rPr lang="ru-RU" sz="1000" dirty="0"/>
              <a:t>3. </a:t>
            </a:r>
            <a:r>
              <a:rPr lang="en-US" sz="1000" dirty="0"/>
              <a:t>Lorem ipsum dolor sit </a:t>
            </a:r>
            <a:r>
              <a:rPr lang="en-US" sz="1000" dirty="0" err="1"/>
              <a:t>amet</a:t>
            </a:r>
            <a:r>
              <a:rPr lang="en-US" sz="1000" dirty="0"/>
              <a:t> </a:t>
            </a:r>
            <a:endParaRPr lang="ru-RU" sz="1000" dirty="0"/>
          </a:p>
        </p:txBody>
      </p:sp>
      <p:sp>
        <p:nvSpPr>
          <p:cNvPr id="225" name="Shape 44">
            <a:extLst>
              <a:ext uri="{FF2B5EF4-FFF2-40B4-BE49-F238E27FC236}">
                <a16:creationId xmlns:a16="http://schemas.microsoft.com/office/drawing/2014/main" id="{AF791024-D470-9038-696F-B4DDB94041B8}"/>
              </a:ext>
            </a:extLst>
          </p:cNvPr>
          <p:cNvSpPr/>
          <p:nvPr/>
        </p:nvSpPr>
        <p:spPr>
          <a:xfrm>
            <a:off x="9931349" y="2844876"/>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6" name="Shape 66">
            <a:extLst>
              <a:ext uri="{FF2B5EF4-FFF2-40B4-BE49-F238E27FC236}">
                <a16:creationId xmlns:a16="http://schemas.microsoft.com/office/drawing/2014/main" id="{612F5EC3-6AD8-5795-5AD9-25442FD773F4}"/>
              </a:ext>
            </a:extLst>
          </p:cNvPr>
          <p:cNvSpPr/>
          <p:nvPr/>
        </p:nvSpPr>
        <p:spPr>
          <a:xfrm>
            <a:off x="8966154"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7" name="Shape 68">
            <a:extLst>
              <a:ext uri="{FF2B5EF4-FFF2-40B4-BE49-F238E27FC236}">
                <a16:creationId xmlns:a16="http://schemas.microsoft.com/office/drawing/2014/main" id="{073C4108-9520-9A52-5885-B43EA2FE1733}"/>
              </a:ext>
            </a:extLst>
          </p:cNvPr>
          <p:cNvSpPr/>
          <p:nvPr/>
        </p:nvSpPr>
        <p:spPr>
          <a:xfrm>
            <a:off x="10718745"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3" name="Заголовок 2">
            <a:extLst>
              <a:ext uri="{FF2B5EF4-FFF2-40B4-BE49-F238E27FC236}">
                <a16:creationId xmlns:a16="http://schemas.microsoft.com/office/drawing/2014/main" id="{AA3FA548-B536-C769-C86F-91417311A45F}"/>
              </a:ext>
            </a:extLst>
          </p:cNvPr>
          <p:cNvSpPr>
            <a:spLocks noGrp="1"/>
          </p:cNvSpPr>
          <p:nvPr>
            <p:ph type="title"/>
          </p:nvPr>
        </p:nvSpPr>
        <p:spPr>
          <a:xfrm>
            <a:off x="360000" y="252000"/>
            <a:ext cx="9533300" cy="393698"/>
          </a:xfrm>
        </p:spPr>
        <p:txBody>
          <a:bodyPr/>
          <a:lstStyle/>
          <a:p>
            <a:r>
              <a:rPr lang="ru-RU" dirty="0"/>
              <a:t>Слайд с сегментацией</a:t>
            </a:r>
          </a:p>
        </p:txBody>
      </p:sp>
      <p:sp>
        <p:nvSpPr>
          <p:cNvPr id="128" name="Прямоугольный треугольник 33">
            <a:extLst>
              <a:ext uri="{FF2B5EF4-FFF2-40B4-BE49-F238E27FC236}">
                <a16:creationId xmlns:a16="http://schemas.microsoft.com/office/drawing/2014/main" id="{53D0AFDA-2685-5A45-A5F6-65A375D07597}"/>
              </a:ext>
            </a:extLst>
          </p:cNvPr>
          <p:cNvSpPr/>
          <p:nvPr/>
        </p:nvSpPr>
        <p:spPr>
          <a:xfrm rot="5400000" flipV="1">
            <a:off x="8456436" y="6368659"/>
            <a:ext cx="170113" cy="170093"/>
          </a:xfrm>
          <a:prstGeom prst="rtTriangle">
            <a:avLst/>
          </a:prstGeom>
          <a:solidFill>
            <a:srgbClr val="DEB7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dirty="0"/>
          </a:p>
        </p:txBody>
      </p:sp>
    </p:spTree>
    <p:extLst>
      <p:ext uri="{BB962C8B-B14F-4D97-AF65-F5344CB8AC3E}">
        <p14:creationId xmlns:p14="http://schemas.microsoft.com/office/powerpoint/2010/main" val="268812139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2" name="Image 21" descr=" ">
            <a:extLst>
              <a:ext uri="{FF2B5EF4-FFF2-40B4-BE49-F238E27FC236}">
                <a16:creationId xmlns:a16="http://schemas.microsoft.com/office/drawing/2014/main" id="{40E48B08-2DB4-30B3-FCE6-5866AFF79CEE}"/>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45863" y="4165504"/>
            <a:ext cx="7190476" cy="1866657"/>
          </a:xfrm>
          <a:prstGeom prst="rect">
            <a:avLst/>
          </a:prstGeom>
        </p:spPr>
      </p:pic>
      <p:sp>
        <p:nvSpPr>
          <p:cNvPr id="15" name="Shape 2"/>
          <p:cNvSpPr/>
          <p:nvPr/>
        </p:nvSpPr>
        <p:spPr>
          <a:xfrm>
            <a:off x="355598" y="762347"/>
            <a:ext cx="3759181" cy="304760"/>
          </a:xfrm>
          <a:prstGeom prst="rect">
            <a:avLst/>
          </a:prstGeom>
          <a:solidFill>
            <a:srgbClr val="FAE6E9"/>
          </a:solidFill>
          <a:ln/>
        </p:spPr>
      </p:sp>
      <p:sp>
        <p:nvSpPr>
          <p:cNvPr id="16" name="Text 3"/>
          <p:cNvSpPr/>
          <p:nvPr/>
        </p:nvSpPr>
        <p:spPr>
          <a:xfrm>
            <a:off x="507997" y="832188"/>
            <a:ext cx="1269994"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Текущий подход</a:t>
            </a:r>
            <a:endParaRPr lang="en-US" sz="1200" dirty="0"/>
          </a:p>
        </p:txBody>
      </p:sp>
      <p:sp>
        <p:nvSpPr>
          <p:cNvPr id="17" name="Shape 4"/>
          <p:cNvSpPr/>
          <p:nvPr/>
        </p:nvSpPr>
        <p:spPr>
          <a:xfrm>
            <a:off x="355598" y="1092504"/>
            <a:ext cx="3759181" cy="304760"/>
          </a:xfrm>
          <a:prstGeom prst="rect">
            <a:avLst/>
          </a:prstGeom>
          <a:solidFill>
            <a:srgbClr val="E5E5E5"/>
          </a:solidFill>
          <a:ln/>
        </p:spPr>
      </p:sp>
      <p:sp>
        <p:nvSpPr>
          <p:cNvPr id="18" name="Text 5"/>
          <p:cNvSpPr/>
          <p:nvPr/>
        </p:nvSpPr>
        <p:spPr>
          <a:xfrm>
            <a:off x="507998" y="1162344"/>
            <a:ext cx="980560" cy="219907"/>
          </a:xfrm>
          <a:prstGeom prst="rect">
            <a:avLst/>
          </a:prstGeom>
          <a:noFill/>
          <a:ln/>
        </p:spPr>
        <p:txBody>
          <a:bodyPr wrap="square" lIns="0" tIns="0" rIns="0" bIns="0" rtlCol="0" anchor="t"/>
          <a:lstStyle/>
          <a:p>
            <a:pPr>
              <a:lnSpc>
                <a:spcPts val="1320"/>
              </a:lnSpc>
            </a:pPr>
            <a:r>
              <a:rPr lang="ru-RU" sz="1200" dirty="0">
                <a:solidFill>
                  <a:srgbClr val="000000">
                    <a:alpha val="100000"/>
                  </a:srgbClr>
                </a:solidFill>
                <a:ea typeface="Stapel" pitchFamily="34" charset="-122"/>
                <a:cs typeface="Stapel" pitchFamily="34" charset="-120"/>
              </a:rPr>
              <a:t>Компания Х</a:t>
            </a:r>
            <a:endParaRPr lang="en-US" sz="1200" dirty="0"/>
          </a:p>
        </p:txBody>
      </p:sp>
      <p:sp>
        <p:nvSpPr>
          <p:cNvPr id="19" name="Shape 6"/>
          <p:cNvSpPr/>
          <p:nvPr/>
        </p:nvSpPr>
        <p:spPr>
          <a:xfrm>
            <a:off x="355598" y="3765058"/>
            <a:ext cx="3759181" cy="355554"/>
          </a:xfrm>
          <a:prstGeom prst="rect">
            <a:avLst/>
          </a:prstGeom>
          <a:solidFill>
            <a:srgbClr val="E5E5E5"/>
          </a:solidFill>
          <a:ln/>
        </p:spPr>
      </p:sp>
      <p:sp>
        <p:nvSpPr>
          <p:cNvPr id="20" name="Text 7"/>
          <p:cNvSpPr/>
          <p:nvPr/>
        </p:nvSpPr>
        <p:spPr>
          <a:xfrm>
            <a:off x="507996" y="3866157"/>
            <a:ext cx="1129417" cy="191855"/>
          </a:xfrm>
          <a:prstGeom prst="rect">
            <a:avLst/>
          </a:prstGeom>
          <a:noFill/>
          <a:ln/>
        </p:spPr>
        <p:txBody>
          <a:bodyPr wrap="square" lIns="0" tIns="0" rIns="0" bIns="0" rtlCol="0" anchor="t"/>
          <a:lstStyle/>
          <a:p>
            <a:pPr>
              <a:lnSpc>
                <a:spcPts val="1320"/>
              </a:lnSpc>
            </a:pPr>
            <a:r>
              <a:rPr lang="ru-RU" sz="1200" dirty="0">
                <a:solidFill>
                  <a:srgbClr val="000000">
                    <a:alpha val="100000"/>
                  </a:srgbClr>
                </a:solidFill>
                <a:ea typeface="Stapel" pitchFamily="34" charset="-122"/>
                <a:cs typeface="Stapel" pitchFamily="34" charset="-120"/>
              </a:rPr>
              <a:t>Компания ХХ</a:t>
            </a:r>
            <a:endParaRPr lang="en-US" sz="1200" dirty="0"/>
          </a:p>
        </p:txBody>
      </p:sp>
      <p:sp>
        <p:nvSpPr>
          <p:cNvPr id="61" name="Text 48"/>
          <p:cNvSpPr/>
          <p:nvPr/>
        </p:nvSpPr>
        <p:spPr>
          <a:xfrm>
            <a:off x="355598" y="1498851"/>
            <a:ext cx="3801514" cy="321692"/>
          </a:xfrm>
          <a:prstGeom prst="rect">
            <a:avLst/>
          </a:prstGeom>
          <a:noFill/>
          <a:ln/>
        </p:spPr>
        <p:txBody>
          <a:bodyPr wrap="square" lIns="0" tIns="0" rIns="0" bIns="0" rtlCol="0" anchor="t"/>
          <a:lstStyle/>
          <a:p>
            <a:pPr>
              <a:lnSpc>
                <a:spcPts val="1100"/>
              </a:lnSpc>
            </a:pPr>
            <a:r>
              <a:rPr lang="en-US" sz="1000" dirty="0"/>
              <a:t>Lorem ipsum dolor sit </a:t>
            </a:r>
            <a:r>
              <a:rPr lang="en-US" sz="1000" dirty="0" err="1"/>
              <a:t>amet</a:t>
            </a:r>
            <a:r>
              <a:rPr lang="en-US" sz="1000" dirty="0"/>
              <a:t>, </a:t>
            </a:r>
            <a:r>
              <a:rPr lang="en-US" sz="1000" dirty="0" err="1"/>
              <a:t>idque</a:t>
            </a:r>
            <a:r>
              <a:rPr lang="en-US" sz="1000" dirty="0"/>
              <a:t> </a:t>
            </a:r>
            <a:r>
              <a:rPr lang="en-US" sz="1000" dirty="0" err="1"/>
              <a:t>iuvaret</a:t>
            </a:r>
            <a:r>
              <a:rPr lang="en-US" sz="1000" dirty="0"/>
              <a:t> </a:t>
            </a:r>
            <a:r>
              <a:rPr lang="en-US" sz="1000" dirty="0" err="1"/>
              <a:t>ut</a:t>
            </a:r>
            <a:r>
              <a:rPr lang="en-US" sz="1000" dirty="0"/>
              <a:t> cum.</a:t>
            </a:r>
            <a:r>
              <a:rPr lang="ru-RU" sz="1000" dirty="0"/>
              <a:t> </a:t>
            </a:r>
            <a:r>
              <a:rPr lang="en-US" sz="1000" dirty="0"/>
              <a:t>Mel </a:t>
            </a:r>
            <a:r>
              <a:rPr lang="en-US" sz="1000" dirty="0" err="1"/>
              <a:t>dolores</a:t>
            </a:r>
            <a:r>
              <a:rPr lang="en-US" sz="1000" dirty="0"/>
              <a:t> </a:t>
            </a:r>
            <a:r>
              <a:rPr lang="en-US" sz="1000" dirty="0" err="1"/>
              <a:t>senserit</a:t>
            </a:r>
            <a:r>
              <a:rPr lang="en-US" sz="1000" dirty="0"/>
              <a:t> </a:t>
            </a:r>
            <a:r>
              <a:rPr lang="en-US" sz="1000" dirty="0" err="1"/>
              <a:t>elaboraret</a:t>
            </a:r>
            <a:r>
              <a:rPr lang="en-US" sz="1000" dirty="0"/>
              <a:t> </a:t>
            </a:r>
            <a:r>
              <a:rPr lang="en-US" sz="1000" dirty="0" err="1"/>
              <a:t>eu</a:t>
            </a:r>
            <a:r>
              <a:rPr lang="en-US" sz="1000" dirty="0">
                <a:solidFill>
                  <a:srgbClr val="000000">
                    <a:alpha val="100000"/>
                  </a:srgbClr>
                </a:solidFill>
                <a:ea typeface="Stapel" pitchFamily="34" charset="-122"/>
                <a:cs typeface="Stapel" pitchFamily="34" charset="-120"/>
              </a:rPr>
              <a:t>:</a:t>
            </a:r>
            <a:endParaRPr lang="en-US" sz="1000" dirty="0"/>
          </a:p>
        </p:txBody>
      </p:sp>
      <p:sp>
        <p:nvSpPr>
          <p:cNvPr id="62" name="Text 49"/>
          <p:cNvSpPr/>
          <p:nvPr/>
        </p:nvSpPr>
        <p:spPr>
          <a:xfrm>
            <a:off x="4500876" y="1180906"/>
            <a:ext cx="7347188" cy="461373"/>
          </a:xfrm>
          <a:prstGeom prst="rect">
            <a:avLst/>
          </a:prstGeom>
          <a:noFill/>
          <a:ln/>
        </p:spPr>
        <p:txBody>
          <a:bodyPr wrap="square" lIns="0" tIns="0" rIns="0" bIns="0" rtlCol="0" anchor="t"/>
          <a:lstStyle/>
          <a:p>
            <a:pPr lvl="0" defTabSz="914400">
              <a:defRPr/>
            </a:pPr>
            <a:r>
              <a:rPr lang="en-US" sz="1100" dirty="0"/>
              <a:t>Lorem ipsum dolor sit </a:t>
            </a:r>
            <a:r>
              <a:rPr lang="en-US" sz="1100" dirty="0" err="1"/>
              <a:t>amet</a:t>
            </a:r>
            <a:r>
              <a:rPr lang="en-US" sz="1100" dirty="0"/>
              <a:t>, </a:t>
            </a:r>
            <a:r>
              <a:rPr lang="en-US" sz="1100" dirty="0" err="1"/>
              <a:t>idque</a:t>
            </a:r>
            <a:r>
              <a:rPr lang="en-US" sz="1100" dirty="0"/>
              <a:t> </a:t>
            </a:r>
            <a:r>
              <a:rPr lang="en-US" sz="1100" dirty="0" err="1"/>
              <a:t>iuvaret</a:t>
            </a:r>
            <a:r>
              <a:rPr lang="en-US" sz="1100" dirty="0"/>
              <a:t> </a:t>
            </a:r>
            <a:r>
              <a:rPr lang="en-US" sz="1100" dirty="0" err="1"/>
              <a:t>ut</a:t>
            </a:r>
            <a:r>
              <a:rPr lang="en-US" sz="1100" dirty="0"/>
              <a:t> cum. Mel </a:t>
            </a:r>
            <a:r>
              <a:rPr lang="en-US" sz="1100" dirty="0" err="1"/>
              <a:t>dolores</a:t>
            </a:r>
            <a:r>
              <a:rPr lang="en-US" sz="1100" dirty="0"/>
              <a:t> </a:t>
            </a:r>
            <a:r>
              <a:rPr lang="en-US" sz="1100" dirty="0" err="1"/>
              <a:t>senserit</a:t>
            </a:r>
            <a:r>
              <a:rPr lang="en-US" sz="1100" dirty="0"/>
              <a:t> </a:t>
            </a:r>
            <a:r>
              <a:rPr lang="en-US" sz="1100" dirty="0" err="1"/>
              <a:t>elaboraret</a:t>
            </a:r>
            <a:r>
              <a:rPr lang="en-US" sz="1100" dirty="0"/>
              <a:t> </a:t>
            </a:r>
            <a:r>
              <a:rPr lang="en-US" sz="1100" dirty="0" err="1"/>
              <a:t>eu</a:t>
            </a:r>
            <a:r>
              <a:rPr lang="en-US" sz="1100" dirty="0"/>
              <a:t>. Maecenas tempus, </a:t>
            </a:r>
            <a:r>
              <a:rPr lang="en-US" sz="1100" dirty="0" err="1"/>
              <a:t>tellus</a:t>
            </a:r>
            <a:r>
              <a:rPr lang="en-US" sz="1100" dirty="0"/>
              <a:t> </a:t>
            </a:r>
            <a:r>
              <a:rPr lang="en-US" sz="1100" dirty="0" err="1"/>
              <a:t>eget</a:t>
            </a:r>
            <a:r>
              <a:rPr lang="en-US" sz="1100" dirty="0"/>
              <a:t> </a:t>
            </a:r>
            <a:r>
              <a:rPr lang="en-US" sz="1100" dirty="0" err="1"/>
              <a:t>condimentum</a:t>
            </a:r>
            <a:r>
              <a:rPr lang="en-US" sz="1100" dirty="0"/>
              <a:t> </a:t>
            </a:r>
            <a:r>
              <a:rPr lang="en-US" sz="1100" dirty="0" err="1"/>
              <a:t>rhoncus</a:t>
            </a:r>
            <a:r>
              <a:rPr lang="en-US" sz="1100" dirty="0"/>
              <a:t>, </a:t>
            </a:r>
            <a:r>
              <a:rPr lang="en-US" sz="1100" dirty="0" err="1"/>
              <a:t>sem</a:t>
            </a:r>
            <a:r>
              <a:rPr lang="en-US" sz="1100" dirty="0"/>
              <a:t> </a:t>
            </a:r>
            <a:r>
              <a:rPr lang="en-US" sz="1100" dirty="0" err="1"/>
              <a:t>quam</a:t>
            </a:r>
            <a:r>
              <a:rPr lang="en-US" sz="1100" dirty="0"/>
              <a:t> semper libero, sit </a:t>
            </a:r>
            <a:r>
              <a:rPr lang="en-US" sz="1100" dirty="0" err="1"/>
              <a:t>amet</a:t>
            </a:r>
            <a:r>
              <a:rPr lang="en-US" sz="1100" dirty="0"/>
              <a:t> </a:t>
            </a:r>
            <a:r>
              <a:rPr lang="en-US" sz="1100" dirty="0" err="1"/>
              <a:t>adipiscing</a:t>
            </a:r>
            <a:r>
              <a:rPr lang="en-US" sz="1100" dirty="0"/>
              <a:t> </a:t>
            </a:r>
            <a:r>
              <a:rPr lang="en-US" sz="1100" dirty="0" err="1"/>
              <a:t>sem</a:t>
            </a:r>
            <a:r>
              <a:rPr lang="en-US" sz="1100" dirty="0"/>
              <a:t> </a:t>
            </a:r>
            <a:r>
              <a:rPr lang="en-US" sz="1100" dirty="0" err="1"/>
              <a:t>neque</a:t>
            </a:r>
            <a:r>
              <a:rPr lang="en-US" sz="1100" dirty="0"/>
              <a:t> sed ipsum. </a:t>
            </a:r>
          </a:p>
        </p:txBody>
      </p:sp>
      <p:sp>
        <p:nvSpPr>
          <p:cNvPr id="63" name="Text 50"/>
          <p:cNvSpPr/>
          <p:nvPr/>
        </p:nvSpPr>
        <p:spPr>
          <a:xfrm>
            <a:off x="355598" y="4228053"/>
            <a:ext cx="3801514" cy="321692"/>
          </a:xfrm>
          <a:prstGeom prst="rect">
            <a:avLst/>
          </a:prstGeom>
          <a:noFill/>
          <a:ln/>
        </p:spPr>
        <p:txBody>
          <a:bodyPr wrap="square" lIns="0" tIns="0" rIns="0" bIns="0" rtlCol="0" anchor="t"/>
          <a:lstStyle/>
          <a:p>
            <a:pPr>
              <a:lnSpc>
                <a:spcPts val="1100"/>
              </a:lnSpc>
            </a:pPr>
            <a:r>
              <a:rPr lang="en-US" sz="1000" dirty="0"/>
              <a:t>Lorem ipsum dolor sit </a:t>
            </a:r>
            <a:r>
              <a:rPr lang="en-US" sz="1000" dirty="0" err="1"/>
              <a:t>amet</a:t>
            </a:r>
            <a:r>
              <a:rPr lang="en-US" sz="1000" dirty="0"/>
              <a:t>, </a:t>
            </a:r>
            <a:r>
              <a:rPr lang="en-US" sz="1000" dirty="0" err="1"/>
              <a:t>idque</a:t>
            </a:r>
            <a:r>
              <a:rPr lang="en-US" sz="1000" dirty="0"/>
              <a:t> </a:t>
            </a:r>
            <a:r>
              <a:rPr lang="en-US" sz="1000" dirty="0" err="1"/>
              <a:t>iuvaret</a:t>
            </a:r>
            <a:r>
              <a:rPr lang="en-US" sz="1000" dirty="0"/>
              <a:t> </a:t>
            </a:r>
            <a:r>
              <a:rPr lang="en-US" sz="1000" dirty="0" err="1"/>
              <a:t>ut</a:t>
            </a:r>
            <a:r>
              <a:rPr lang="en-US" sz="1000" dirty="0"/>
              <a:t> cum.</a:t>
            </a:r>
            <a:r>
              <a:rPr lang="ru-RU" sz="1000" dirty="0"/>
              <a:t> </a:t>
            </a:r>
            <a:r>
              <a:rPr lang="en-US" sz="1000" dirty="0"/>
              <a:t>Mel </a:t>
            </a:r>
            <a:r>
              <a:rPr lang="en-US" sz="1000" dirty="0" err="1"/>
              <a:t>dolores</a:t>
            </a:r>
            <a:r>
              <a:rPr lang="en-US" sz="1000" dirty="0"/>
              <a:t> </a:t>
            </a:r>
            <a:r>
              <a:rPr lang="en-US" sz="1000" dirty="0" err="1"/>
              <a:t>senserit</a:t>
            </a:r>
            <a:r>
              <a:rPr lang="en-US" sz="1000" dirty="0"/>
              <a:t> </a:t>
            </a:r>
            <a:r>
              <a:rPr lang="en-US" sz="1000" dirty="0" err="1"/>
              <a:t>elaboraret</a:t>
            </a:r>
            <a:r>
              <a:rPr lang="en-US" sz="1000" dirty="0"/>
              <a:t> </a:t>
            </a:r>
            <a:r>
              <a:rPr lang="en-US" sz="1000" dirty="0" err="1"/>
              <a:t>eu</a:t>
            </a:r>
            <a:r>
              <a:rPr lang="en-US" sz="1000" dirty="0">
                <a:solidFill>
                  <a:srgbClr val="000000">
                    <a:alpha val="100000"/>
                  </a:srgbClr>
                </a:solidFill>
                <a:ea typeface="Stapel" pitchFamily="34" charset="-122"/>
                <a:cs typeface="Stapel" pitchFamily="34" charset="-120"/>
              </a:rPr>
              <a:t>:</a:t>
            </a:r>
            <a:endParaRPr lang="en-US" sz="1000" dirty="0"/>
          </a:p>
        </p:txBody>
      </p:sp>
      <p:sp>
        <p:nvSpPr>
          <p:cNvPr id="64" name="Text 51"/>
          <p:cNvSpPr/>
          <p:nvPr/>
        </p:nvSpPr>
        <p:spPr>
          <a:xfrm>
            <a:off x="355599" y="2094220"/>
            <a:ext cx="1871123"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Критерий</a:t>
            </a:r>
            <a:endParaRPr lang="en-US" sz="1000" dirty="0"/>
          </a:p>
        </p:txBody>
      </p:sp>
      <p:sp>
        <p:nvSpPr>
          <p:cNvPr id="65" name="Text 52"/>
          <p:cNvSpPr/>
          <p:nvPr/>
        </p:nvSpPr>
        <p:spPr>
          <a:xfrm>
            <a:off x="4438628" y="3700265"/>
            <a:ext cx="3352782"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Матрица для определения сегмента клиента</a:t>
            </a:r>
            <a:endParaRPr lang="en-US" sz="1200" dirty="0"/>
          </a:p>
        </p:txBody>
      </p:sp>
      <p:sp>
        <p:nvSpPr>
          <p:cNvPr id="66" name="Text 53"/>
          <p:cNvSpPr/>
          <p:nvPr/>
        </p:nvSpPr>
        <p:spPr>
          <a:xfrm>
            <a:off x="4419577" y="2094725"/>
            <a:ext cx="1871123"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Критерий</a:t>
            </a:r>
            <a:endParaRPr lang="en-US" sz="1000" dirty="0"/>
          </a:p>
        </p:txBody>
      </p:sp>
      <p:sp>
        <p:nvSpPr>
          <p:cNvPr id="67" name="Text 54"/>
          <p:cNvSpPr/>
          <p:nvPr/>
        </p:nvSpPr>
        <p:spPr>
          <a:xfrm>
            <a:off x="355599" y="4659795"/>
            <a:ext cx="1871123"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Критерий</a:t>
            </a:r>
            <a:endParaRPr lang="en-US" sz="1000" dirty="0"/>
          </a:p>
        </p:txBody>
      </p:sp>
      <p:sp>
        <p:nvSpPr>
          <p:cNvPr id="68" name="Text 55"/>
          <p:cNvSpPr/>
          <p:nvPr/>
        </p:nvSpPr>
        <p:spPr>
          <a:xfrm>
            <a:off x="3251183" y="2094220"/>
            <a:ext cx="905929"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Приоритет</a:t>
            </a:r>
            <a:endParaRPr lang="en-US" sz="1000" dirty="0"/>
          </a:p>
        </p:txBody>
      </p:sp>
      <p:sp>
        <p:nvSpPr>
          <p:cNvPr id="69" name="Text 56"/>
          <p:cNvSpPr/>
          <p:nvPr/>
        </p:nvSpPr>
        <p:spPr>
          <a:xfrm>
            <a:off x="8176806" y="2094725"/>
            <a:ext cx="905929"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Приоритет</a:t>
            </a:r>
            <a:endParaRPr lang="en-US" sz="1000" dirty="0"/>
          </a:p>
        </p:txBody>
      </p:sp>
      <p:sp>
        <p:nvSpPr>
          <p:cNvPr id="70" name="Text 57"/>
          <p:cNvSpPr/>
          <p:nvPr/>
        </p:nvSpPr>
        <p:spPr>
          <a:xfrm>
            <a:off x="9931347" y="2094725"/>
            <a:ext cx="1248827"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Высокий приоритет</a:t>
            </a:r>
            <a:endParaRPr lang="en-US" sz="1000" dirty="0"/>
          </a:p>
        </p:txBody>
      </p:sp>
      <p:sp>
        <p:nvSpPr>
          <p:cNvPr id="71" name="Text 58"/>
          <p:cNvSpPr/>
          <p:nvPr/>
        </p:nvSpPr>
        <p:spPr>
          <a:xfrm>
            <a:off x="3251183" y="4659795"/>
            <a:ext cx="905929" cy="182010"/>
          </a:xfrm>
          <a:prstGeom prst="rect">
            <a:avLst/>
          </a:prstGeom>
          <a:noFill/>
          <a:ln/>
        </p:spPr>
        <p:txBody>
          <a:bodyPr wrap="square" lIns="0" tIns="0" rIns="0" bIns="0" rtlCol="0" anchor="t"/>
          <a:lstStyle/>
          <a:p>
            <a:pPr>
              <a:lnSpc>
                <a:spcPts val="1100"/>
              </a:lnSpc>
            </a:pPr>
            <a:r>
              <a:rPr lang="en-US" sz="1000" dirty="0">
                <a:ea typeface="Stapel" pitchFamily="34" charset="-122"/>
                <a:cs typeface="Stapel" pitchFamily="34" charset="-120"/>
              </a:rPr>
              <a:t>Вес</a:t>
            </a:r>
            <a:endParaRPr lang="en-US" sz="1000" dirty="0"/>
          </a:p>
        </p:txBody>
      </p:sp>
      <p:sp>
        <p:nvSpPr>
          <p:cNvPr id="121" name="Shape 108"/>
          <p:cNvSpPr/>
          <p:nvPr/>
        </p:nvSpPr>
        <p:spPr>
          <a:xfrm>
            <a:off x="4419577" y="762347"/>
            <a:ext cx="7416761" cy="304760"/>
          </a:xfrm>
          <a:prstGeom prst="rect">
            <a:avLst/>
          </a:prstGeom>
          <a:solidFill>
            <a:srgbClr val="FAE6E9"/>
          </a:solidFill>
          <a:ln/>
        </p:spPr>
      </p:sp>
      <p:sp>
        <p:nvSpPr>
          <p:cNvPr id="122" name="Text 109"/>
          <p:cNvSpPr/>
          <p:nvPr/>
        </p:nvSpPr>
        <p:spPr>
          <a:xfrm>
            <a:off x="4571977" y="832188"/>
            <a:ext cx="3251183"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Целевой единый подход </a:t>
            </a:r>
            <a:r>
              <a:rPr lang="en-US" sz="1200" dirty="0" err="1">
                <a:solidFill>
                  <a:srgbClr val="000000">
                    <a:alpha val="100000"/>
                  </a:srgbClr>
                </a:solidFill>
                <a:ea typeface="Stapel" pitchFamily="34" charset="-122"/>
                <a:cs typeface="Stapel" pitchFamily="34" charset="-120"/>
              </a:rPr>
              <a:t>для</a:t>
            </a:r>
            <a:r>
              <a:rPr lang="en-US" sz="1200" dirty="0">
                <a:solidFill>
                  <a:srgbClr val="000000">
                    <a:alpha val="100000"/>
                  </a:srgbClr>
                </a:solidFill>
                <a:ea typeface="Stapel" pitchFamily="34" charset="-122"/>
                <a:cs typeface="Stapel" pitchFamily="34" charset="-120"/>
              </a:rPr>
              <a:t> </a:t>
            </a:r>
            <a:r>
              <a:rPr lang="ru-RU" sz="1200" dirty="0">
                <a:solidFill>
                  <a:srgbClr val="000000">
                    <a:alpha val="100000"/>
                  </a:srgbClr>
                </a:solidFill>
                <a:ea typeface="Stapel" pitchFamily="34" charset="-122"/>
                <a:cs typeface="Stapel" pitchFamily="34" charset="-120"/>
              </a:rPr>
              <a:t>Х и ХХ</a:t>
            </a:r>
            <a:endParaRPr lang="en-US" sz="1200" dirty="0"/>
          </a:p>
        </p:txBody>
      </p:sp>
      <p:sp>
        <p:nvSpPr>
          <p:cNvPr id="123" name="Shape 110"/>
          <p:cNvSpPr/>
          <p:nvPr/>
        </p:nvSpPr>
        <p:spPr>
          <a:xfrm>
            <a:off x="355598" y="2413132"/>
            <a:ext cx="3759181" cy="12698"/>
          </a:xfrm>
          <a:prstGeom prst="rect">
            <a:avLst/>
          </a:prstGeom>
          <a:solidFill>
            <a:srgbClr val="000000">
              <a:alpha val="100000"/>
            </a:srgbClr>
          </a:solidFill>
          <a:ln/>
        </p:spPr>
      </p:sp>
      <p:sp>
        <p:nvSpPr>
          <p:cNvPr id="126" name="Shape 113"/>
          <p:cNvSpPr/>
          <p:nvPr/>
        </p:nvSpPr>
        <p:spPr>
          <a:xfrm>
            <a:off x="355598" y="2730591"/>
            <a:ext cx="3759181" cy="12698"/>
          </a:xfrm>
          <a:prstGeom prst="rect">
            <a:avLst/>
          </a:prstGeom>
          <a:solidFill>
            <a:srgbClr val="F5F4F4">
              <a:alpha val="100000"/>
            </a:srgbClr>
          </a:solidFill>
          <a:ln/>
        </p:spPr>
      </p:sp>
      <p:sp>
        <p:nvSpPr>
          <p:cNvPr id="129" name="Shape 116"/>
          <p:cNvSpPr/>
          <p:nvPr/>
        </p:nvSpPr>
        <p:spPr>
          <a:xfrm>
            <a:off x="355598" y="3048050"/>
            <a:ext cx="3759181" cy="12698"/>
          </a:xfrm>
          <a:prstGeom prst="rect">
            <a:avLst/>
          </a:prstGeom>
          <a:solidFill>
            <a:srgbClr val="F5F4F4">
              <a:alpha val="100000"/>
            </a:srgbClr>
          </a:solidFill>
          <a:ln/>
        </p:spPr>
      </p:sp>
      <p:sp>
        <p:nvSpPr>
          <p:cNvPr id="131" name="Shape 118"/>
          <p:cNvSpPr/>
          <p:nvPr/>
        </p:nvSpPr>
        <p:spPr>
          <a:xfrm>
            <a:off x="4419577" y="3400680"/>
            <a:ext cx="7416761" cy="12698"/>
          </a:xfrm>
          <a:prstGeom prst="rect">
            <a:avLst/>
          </a:prstGeom>
          <a:solidFill>
            <a:srgbClr val="F5F4F4">
              <a:alpha val="100000"/>
            </a:srgbClr>
          </a:solidFill>
          <a:ln/>
        </p:spPr>
      </p:sp>
      <p:sp>
        <p:nvSpPr>
          <p:cNvPr id="134" name="Shape 121"/>
          <p:cNvSpPr/>
          <p:nvPr/>
        </p:nvSpPr>
        <p:spPr>
          <a:xfrm>
            <a:off x="355598" y="3365508"/>
            <a:ext cx="3759181" cy="12698"/>
          </a:xfrm>
          <a:prstGeom prst="rect">
            <a:avLst/>
          </a:prstGeom>
          <a:solidFill>
            <a:srgbClr val="F5F4F4">
              <a:alpha val="100000"/>
            </a:srgbClr>
          </a:solidFill>
          <a:ln/>
        </p:spPr>
      </p:sp>
      <p:sp>
        <p:nvSpPr>
          <p:cNvPr id="137" name="Shape 124"/>
          <p:cNvSpPr/>
          <p:nvPr/>
        </p:nvSpPr>
        <p:spPr>
          <a:xfrm>
            <a:off x="4253014" y="762347"/>
            <a:ext cx="12700" cy="5739653"/>
          </a:xfrm>
          <a:prstGeom prst="rect">
            <a:avLst/>
          </a:prstGeom>
          <a:solidFill>
            <a:srgbClr val="F5F4F4">
              <a:alpha val="100000"/>
            </a:srgbClr>
          </a:solidFill>
          <a:ln/>
        </p:spPr>
      </p:sp>
      <p:sp>
        <p:nvSpPr>
          <p:cNvPr id="151" name="Shape 125"/>
          <p:cNvSpPr/>
          <p:nvPr/>
        </p:nvSpPr>
        <p:spPr>
          <a:xfrm>
            <a:off x="9785299" y="6387715"/>
            <a:ext cx="152399" cy="152380"/>
          </a:xfrm>
          <a:prstGeom prst="rect">
            <a:avLst/>
          </a:prstGeom>
          <a:noFill/>
          <a:ln/>
        </p:spPr>
      </p:sp>
      <p:pic>
        <p:nvPicPr>
          <p:cNvPr id="154" name="Image 25" descr=" "/>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239339" y="3610193"/>
            <a:ext cx="114300" cy="307916"/>
          </a:xfrm>
          <a:prstGeom prst="rect">
            <a:avLst/>
          </a:prstGeom>
        </p:spPr>
      </p:pic>
      <p:pic>
        <p:nvPicPr>
          <p:cNvPr id="155" name="Image 26" descr=" "/>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973979" y="3368934"/>
            <a:ext cx="307957" cy="114285"/>
          </a:xfrm>
          <a:prstGeom prst="rect">
            <a:avLst/>
          </a:prstGeom>
        </p:spPr>
      </p:pic>
      <p:sp>
        <p:nvSpPr>
          <p:cNvPr id="159" name="Номер слайда 6">
            <a:extLst>
              <a:ext uri="{FF2B5EF4-FFF2-40B4-BE49-F238E27FC236}">
                <a16:creationId xmlns:a16="http://schemas.microsoft.com/office/drawing/2014/main" id="{A0A6C62C-FCCD-4380-FC61-2455D4254D3F}"/>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80</a:t>
            </a:fld>
            <a:endParaRPr lang="ru-RU" dirty="0"/>
          </a:p>
        </p:txBody>
      </p:sp>
      <p:sp>
        <p:nvSpPr>
          <p:cNvPr id="168" name="Text 53">
            <a:extLst>
              <a:ext uri="{FF2B5EF4-FFF2-40B4-BE49-F238E27FC236}">
                <a16:creationId xmlns:a16="http://schemas.microsoft.com/office/drawing/2014/main" id="{2814645F-C6AE-E549-B17B-8F3BDFF1B5D5}"/>
              </a:ext>
            </a:extLst>
          </p:cNvPr>
          <p:cNvSpPr/>
          <p:nvPr/>
        </p:nvSpPr>
        <p:spPr>
          <a:xfrm>
            <a:off x="4698976" y="6368889"/>
            <a:ext cx="1871123" cy="182010"/>
          </a:xfrm>
          <a:prstGeom prst="rect">
            <a:avLst/>
          </a:prstGeom>
          <a:noFill/>
          <a:ln/>
        </p:spPr>
        <p:txBody>
          <a:bodyPr wrap="square" lIns="0" tIns="0" rIns="0" bIns="0" rtlCol="0" anchor="t"/>
          <a:lstStyle/>
          <a:p>
            <a:pPr>
              <a:lnSpc>
                <a:spcPts val="1100"/>
              </a:lnSpc>
            </a:pPr>
            <a:r>
              <a:rPr lang="ru-RU" sz="800" dirty="0">
                <a:solidFill>
                  <a:srgbClr val="000000">
                    <a:alpha val="50000"/>
                  </a:srgbClr>
                </a:solidFill>
                <a:ea typeface="Stapel" pitchFamily="34" charset="-122"/>
              </a:rPr>
              <a:t>1. </a:t>
            </a:r>
            <a:r>
              <a:rPr lang="en-US" sz="800" dirty="0">
                <a:solidFill>
                  <a:srgbClr val="000000">
                    <a:alpha val="50000"/>
                  </a:srgbClr>
                </a:solidFill>
                <a:ea typeface="Stapel" pitchFamily="34" charset="-122"/>
              </a:rPr>
              <a:t>Lorem ipsum dolor sit </a:t>
            </a:r>
            <a:r>
              <a:rPr lang="en-US" sz="800" dirty="0" err="1">
                <a:solidFill>
                  <a:srgbClr val="000000">
                    <a:alpha val="50000"/>
                  </a:srgbClr>
                </a:solidFill>
                <a:ea typeface="Stapel" pitchFamily="34" charset="-122"/>
              </a:rPr>
              <a:t>amet</a:t>
            </a:r>
            <a:r>
              <a:rPr lang="en-US" sz="800" dirty="0">
                <a:solidFill>
                  <a:srgbClr val="000000">
                    <a:alpha val="50000"/>
                  </a:srgbClr>
                </a:solidFill>
                <a:ea typeface="Stapel" pitchFamily="34" charset="-122"/>
              </a:rPr>
              <a:t> </a:t>
            </a:r>
          </a:p>
        </p:txBody>
      </p:sp>
      <p:sp>
        <p:nvSpPr>
          <p:cNvPr id="170" name="Text 53">
            <a:extLst>
              <a:ext uri="{FF2B5EF4-FFF2-40B4-BE49-F238E27FC236}">
                <a16:creationId xmlns:a16="http://schemas.microsoft.com/office/drawing/2014/main" id="{3764BFD2-8EE0-D0BE-3FB1-7F566B05016D}"/>
              </a:ext>
            </a:extLst>
          </p:cNvPr>
          <p:cNvSpPr/>
          <p:nvPr/>
        </p:nvSpPr>
        <p:spPr>
          <a:xfrm>
            <a:off x="6623961" y="6385598"/>
            <a:ext cx="1871123" cy="182010"/>
          </a:xfrm>
          <a:prstGeom prst="rect">
            <a:avLst/>
          </a:prstGeom>
          <a:noFill/>
          <a:ln/>
        </p:spPr>
        <p:txBody>
          <a:bodyPr wrap="square" lIns="0" tIns="0" rIns="0" bIns="0" rtlCol="0" anchor="t"/>
          <a:lstStyle/>
          <a:p>
            <a:pPr>
              <a:lnSpc>
                <a:spcPts val="1100"/>
              </a:lnSpc>
            </a:pPr>
            <a:r>
              <a:rPr lang="ru-RU" sz="800" dirty="0">
                <a:solidFill>
                  <a:srgbClr val="000000">
                    <a:alpha val="50000"/>
                  </a:srgbClr>
                </a:solidFill>
                <a:ea typeface="Stapel" pitchFamily="34" charset="-122"/>
                <a:cs typeface="Stapel" pitchFamily="34" charset="-120"/>
              </a:rPr>
              <a:t>2. </a:t>
            </a:r>
            <a:r>
              <a:rPr lang="en-US" sz="800" dirty="0">
                <a:solidFill>
                  <a:srgbClr val="000000">
                    <a:alpha val="50000"/>
                  </a:srgbClr>
                </a:solidFill>
                <a:ea typeface="Stapel" pitchFamily="34" charset="-122"/>
              </a:rPr>
              <a:t>Lorem ipsum dolor sit </a:t>
            </a:r>
            <a:r>
              <a:rPr lang="en-US" sz="800" dirty="0" err="1">
                <a:solidFill>
                  <a:srgbClr val="000000">
                    <a:alpha val="50000"/>
                  </a:srgbClr>
                </a:solidFill>
                <a:ea typeface="Stapel" pitchFamily="34" charset="-122"/>
              </a:rPr>
              <a:t>amet</a:t>
            </a:r>
            <a:r>
              <a:rPr lang="en-US" sz="800" dirty="0">
                <a:solidFill>
                  <a:srgbClr val="000000">
                    <a:alpha val="50000"/>
                  </a:srgbClr>
                </a:solidFill>
                <a:ea typeface="Stapel" pitchFamily="34" charset="-122"/>
              </a:rPr>
              <a:t> </a:t>
            </a:r>
            <a:endParaRPr lang="ru-RU" sz="800" dirty="0">
              <a:solidFill>
                <a:srgbClr val="000000">
                  <a:alpha val="50000"/>
                </a:srgbClr>
              </a:solidFill>
              <a:ea typeface="Stapel" pitchFamily="34" charset="-122"/>
              <a:cs typeface="Stapel" pitchFamily="34" charset="-120"/>
            </a:endParaRPr>
          </a:p>
        </p:txBody>
      </p:sp>
      <p:sp>
        <p:nvSpPr>
          <p:cNvPr id="171" name="Text 53">
            <a:extLst>
              <a:ext uri="{FF2B5EF4-FFF2-40B4-BE49-F238E27FC236}">
                <a16:creationId xmlns:a16="http://schemas.microsoft.com/office/drawing/2014/main" id="{8A05C8DB-11BE-69EF-F654-9DE5B10EBC1E}"/>
              </a:ext>
            </a:extLst>
          </p:cNvPr>
          <p:cNvSpPr/>
          <p:nvPr/>
        </p:nvSpPr>
        <p:spPr>
          <a:xfrm>
            <a:off x="8710554" y="6387715"/>
            <a:ext cx="1871123" cy="182010"/>
          </a:xfrm>
          <a:prstGeom prst="rect">
            <a:avLst/>
          </a:prstGeom>
          <a:noFill/>
          <a:ln/>
        </p:spPr>
        <p:txBody>
          <a:bodyPr wrap="square" lIns="0" tIns="0" rIns="0" bIns="0" rtlCol="0" anchor="t"/>
          <a:lstStyle/>
          <a:p>
            <a:pPr>
              <a:lnSpc>
                <a:spcPts val="1100"/>
              </a:lnSpc>
            </a:pPr>
            <a:r>
              <a:rPr lang="ru-RU" sz="800" dirty="0">
                <a:solidFill>
                  <a:srgbClr val="000000">
                    <a:alpha val="50000"/>
                  </a:srgbClr>
                </a:solidFill>
                <a:ea typeface="Stapel" pitchFamily="34" charset="-122"/>
                <a:cs typeface="Stapel" pitchFamily="34" charset="-120"/>
              </a:rPr>
              <a:t>3. </a:t>
            </a:r>
            <a:r>
              <a:rPr lang="en-US" sz="800" dirty="0">
                <a:solidFill>
                  <a:srgbClr val="000000">
                    <a:alpha val="50000"/>
                  </a:srgbClr>
                </a:solidFill>
                <a:ea typeface="Stapel" pitchFamily="34" charset="-122"/>
              </a:rPr>
              <a:t>Lorem ipsum dolor sit </a:t>
            </a:r>
            <a:r>
              <a:rPr lang="en-US" sz="800" dirty="0" err="1">
                <a:solidFill>
                  <a:srgbClr val="000000">
                    <a:alpha val="50000"/>
                  </a:srgbClr>
                </a:solidFill>
                <a:ea typeface="Stapel" pitchFamily="34" charset="-122"/>
              </a:rPr>
              <a:t>amet</a:t>
            </a:r>
            <a:r>
              <a:rPr lang="en-US" sz="800" dirty="0">
                <a:solidFill>
                  <a:srgbClr val="000000">
                    <a:alpha val="50000"/>
                  </a:srgbClr>
                </a:solidFill>
                <a:ea typeface="Stapel" pitchFamily="34" charset="-122"/>
              </a:rPr>
              <a:t> </a:t>
            </a:r>
            <a:endParaRPr lang="ru-RU" sz="800" dirty="0">
              <a:solidFill>
                <a:srgbClr val="000000">
                  <a:alpha val="50000"/>
                </a:srgbClr>
              </a:solidFill>
              <a:ea typeface="Stapel" pitchFamily="34" charset="-122"/>
              <a:cs typeface="Stapel" pitchFamily="34" charset="-120"/>
            </a:endParaRPr>
          </a:p>
        </p:txBody>
      </p:sp>
      <p:sp>
        <p:nvSpPr>
          <p:cNvPr id="14" name="Shape 58">
            <a:extLst>
              <a:ext uri="{FF2B5EF4-FFF2-40B4-BE49-F238E27FC236}">
                <a16:creationId xmlns:a16="http://schemas.microsoft.com/office/drawing/2014/main" id="{D648E302-432D-09CE-81D8-3A45DA9F0A07}"/>
              </a:ext>
            </a:extLst>
          </p:cNvPr>
          <p:cNvSpPr/>
          <p:nvPr/>
        </p:nvSpPr>
        <p:spPr>
          <a:xfrm>
            <a:off x="355599" y="2286149"/>
            <a:ext cx="2870185" cy="253967"/>
          </a:xfrm>
          <a:prstGeom prst="rect">
            <a:avLst/>
          </a:prstGeom>
          <a:solidFill>
            <a:srgbClr val="F5F4F4">
              <a:alpha val="100000"/>
            </a:srgbClr>
          </a:solidFill>
          <a:ln/>
        </p:spPr>
        <p:txBody>
          <a:bodyPr/>
          <a:lstStyle/>
          <a:p>
            <a:r>
              <a:rPr lang="ru-RU" sz="1000" dirty="0">
                <a:ea typeface="Stapel" pitchFamily="34" charset="-122"/>
                <a:cs typeface="Stapel" pitchFamily="34" charset="-120"/>
              </a:rPr>
              <a:t>1. </a:t>
            </a:r>
            <a:r>
              <a:rPr lang="en-US" sz="1000" dirty="0"/>
              <a:t>Lorem ipsum dolor sit </a:t>
            </a:r>
            <a:r>
              <a:rPr lang="en-US" sz="1000" dirty="0" err="1"/>
              <a:t>amet</a:t>
            </a:r>
            <a:r>
              <a:rPr lang="en-US" sz="1000" dirty="0"/>
              <a:t> </a:t>
            </a:r>
          </a:p>
        </p:txBody>
      </p:sp>
      <p:sp>
        <p:nvSpPr>
          <p:cNvPr id="22" name="Shape 60">
            <a:extLst>
              <a:ext uri="{FF2B5EF4-FFF2-40B4-BE49-F238E27FC236}">
                <a16:creationId xmlns:a16="http://schemas.microsoft.com/office/drawing/2014/main" id="{ACC016F6-936D-5043-99E5-ABEB3E9D08D0}"/>
              </a:ext>
            </a:extLst>
          </p:cNvPr>
          <p:cNvSpPr/>
          <p:nvPr/>
        </p:nvSpPr>
        <p:spPr>
          <a:xfrm>
            <a:off x="355599" y="2603607"/>
            <a:ext cx="2870185" cy="253967"/>
          </a:xfrm>
          <a:prstGeom prst="rect">
            <a:avLst/>
          </a:prstGeom>
          <a:solidFill>
            <a:srgbClr val="F5F4F4">
              <a:alpha val="100000"/>
            </a:srgbClr>
          </a:solidFill>
          <a:ln/>
        </p:spPr>
        <p:txBody>
          <a:bodyPr/>
          <a:lstStyle/>
          <a:p>
            <a:r>
              <a:rPr lang="ru-RU" sz="1000" dirty="0">
                <a:ea typeface="Stapel" pitchFamily="34" charset="-122"/>
                <a:cs typeface="Stapel" pitchFamily="34" charset="-120"/>
              </a:rPr>
              <a:t>2. </a:t>
            </a:r>
            <a:r>
              <a:rPr lang="en-US" sz="1000" dirty="0"/>
              <a:t>Lorem ipsum dolor sit </a:t>
            </a:r>
            <a:r>
              <a:rPr lang="en-US" sz="1000" dirty="0" err="1"/>
              <a:t>amet</a:t>
            </a:r>
            <a:r>
              <a:rPr lang="ru-RU" sz="1000" dirty="0">
                <a:ea typeface="Stapel" pitchFamily="34" charset="-122"/>
                <a:cs typeface="Stapel" pitchFamily="34" charset="-120"/>
              </a:rPr>
              <a:t> </a:t>
            </a:r>
            <a:endParaRPr lang="en-US" sz="1000" dirty="0"/>
          </a:p>
        </p:txBody>
      </p:sp>
      <p:sp>
        <p:nvSpPr>
          <p:cNvPr id="24" name="Shape 62">
            <a:extLst>
              <a:ext uri="{FF2B5EF4-FFF2-40B4-BE49-F238E27FC236}">
                <a16:creationId xmlns:a16="http://schemas.microsoft.com/office/drawing/2014/main" id="{FF00A564-A6E8-00E1-8875-26A692EF48C0}"/>
              </a:ext>
            </a:extLst>
          </p:cNvPr>
          <p:cNvSpPr/>
          <p:nvPr/>
        </p:nvSpPr>
        <p:spPr>
          <a:xfrm>
            <a:off x="355599" y="2882971"/>
            <a:ext cx="2870185" cy="253967"/>
          </a:xfrm>
          <a:prstGeom prst="rect">
            <a:avLst/>
          </a:prstGeom>
          <a:solidFill>
            <a:srgbClr val="F5F4F4">
              <a:alpha val="100000"/>
            </a:srgbClr>
          </a:solidFill>
          <a:ln/>
        </p:spPr>
        <p:txBody>
          <a:bodyPr/>
          <a:lstStyle/>
          <a:p>
            <a:r>
              <a:rPr lang="ru-RU" sz="1000" dirty="0">
                <a:solidFill>
                  <a:srgbClr val="000000">
                    <a:alpha val="100000"/>
                  </a:srgbClr>
                </a:solidFill>
                <a:ea typeface="Stapel" pitchFamily="34" charset="-122"/>
                <a:cs typeface="Stapel" pitchFamily="34" charset="-120"/>
              </a:rPr>
              <a:t>3. </a:t>
            </a:r>
            <a:r>
              <a:rPr lang="en-US" sz="1000" dirty="0"/>
              <a:t>Lorem ipsum dolor sit </a:t>
            </a:r>
            <a:r>
              <a:rPr lang="en-US" sz="1000" dirty="0" err="1"/>
              <a:t>amet</a:t>
            </a:r>
            <a:r>
              <a:rPr lang="en-US" sz="1000" dirty="0"/>
              <a:t> </a:t>
            </a:r>
          </a:p>
        </p:txBody>
      </p:sp>
      <p:sp>
        <p:nvSpPr>
          <p:cNvPr id="26" name="Shape 64">
            <a:extLst>
              <a:ext uri="{FF2B5EF4-FFF2-40B4-BE49-F238E27FC236}">
                <a16:creationId xmlns:a16="http://schemas.microsoft.com/office/drawing/2014/main" id="{D95435F6-DD2E-7DC5-FA75-8F93AA560879}"/>
              </a:ext>
            </a:extLst>
          </p:cNvPr>
          <p:cNvSpPr/>
          <p:nvPr/>
        </p:nvSpPr>
        <p:spPr>
          <a:xfrm>
            <a:off x="355599" y="3162335"/>
            <a:ext cx="2870185" cy="253967"/>
          </a:xfrm>
          <a:prstGeom prst="rect">
            <a:avLst/>
          </a:prstGeom>
          <a:solidFill>
            <a:srgbClr val="F5F4F4">
              <a:alpha val="100000"/>
            </a:srgbClr>
          </a:solidFill>
          <a:ln/>
        </p:spPr>
        <p:txBody>
          <a:bodyPr/>
          <a:lstStyle/>
          <a:p>
            <a:r>
              <a:rPr lang="ru-RU" sz="1000" dirty="0">
                <a:solidFill>
                  <a:srgbClr val="000000">
                    <a:alpha val="100000"/>
                  </a:srgbClr>
                </a:solidFill>
                <a:ea typeface="Stapel" pitchFamily="34" charset="-122"/>
                <a:cs typeface="Stapel" pitchFamily="34" charset="-120"/>
              </a:rPr>
              <a:t>4. </a:t>
            </a:r>
            <a:r>
              <a:rPr lang="en-US" sz="1000" dirty="0"/>
              <a:t>Lorem ipsum dolor sit </a:t>
            </a:r>
            <a:r>
              <a:rPr lang="en-US" sz="1000" dirty="0" err="1"/>
              <a:t>amet</a:t>
            </a:r>
            <a:endParaRPr lang="en-US" sz="1000" dirty="0"/>
          </a:p>
        </p:txBody>
      </p:sp>
      <p:sp>
        <p:nvSpPr>
          <p:cNvPr id="28" name="Shape 8">
            <a:extLst>
              <a:ext uri="{FF2B5EF4-FFF2-40B4-BE49-F238E27FC236}">
                <a16:creationId xmlns:a16="http://schemas.microsoft.com/office/drawing/2014/main" id="{C7E5C52D-80B2-F08A-5B62-BA31F8ECAC8B}"/>
              </a:ext>
            </a:extLst>
          </p:cNvPr>
          <p:cNvSpPr/>
          <p:nvPr/>
        </p:nvSpPr>
        <p:spPr>
          <a:xfrm>
            <a:off x="3251183" y="2286149"/>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30" name="Shape 25">
            <a:extLst>
              <a:ext uri="{FF2B5EF4-FFF2-40B4-BE49-F238E27FC236}">
                <a16:creationId xmlns:a16="http://schemas.microsoft.com/office/drawing/2014/main" id="{90462978-035D-761E-D5BA-9988CD944D2F}"/>
              </a:ext>
            </a:extLst>
          </p:cNvPr>
          <p:cNvSpPr/>
          <p:nvPr/>
        </p:nvSpPr>
        <p:spPr>
          <a:xfrm>
            <a:off x="3251183" y="2603607"/>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32" name="Shape 38">
            <a:extLst>
              <a:ext uri="{FF2B5EF4-FFF2-40B4-BE49-F238E27FC236}">
                <a16:creationId xmlns:a16="http://schemas.microsoft.com/office/drawing/2014/main" id="{2380F1CF-3E37-91EA-E9AB-4E03FE037C46}"/>
              </a:ext>
            </a:extLst>
          </p:cNvPr>
          <p:cNvSpPr/>
          <p:nvPr/>
        </p:nvSpPr>
        <p:spPr>
          <a:xfrm>
            <a:off x="3251183" y="2882971"/>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a:p>
            <a:pPr algn="ctr"/>
            <a:endParaRPr lang="ru-RU" sz="1000" dirty="0"/>
          </a:p>
        </p:txBody>
      </p:sp>
      <p:sp>
        <p:nvSpPr>
          <p:cNvPr id="34" name="Shape 56">
            <a:extLst>
              <a:ext uri="{FF2B5EF4-FFF2-40B4-BE49-F238E27FC236}">
                <a16:creationId xmlns:a16="http://schemas.microsoft.com/office/drawing/2014/main" id="{13A4937A-479A-E66F-F185-CEEBFFE5A27F}"/>
              </a:ext>
            </a:extLst>
          </p:cNvPr>
          <p:cNvSpPr/>
          <p:nvPr/>
        </p:nvSpPr>
        <p:spPr>
          <a:xfrm>
            <a:off x="3251183" y="3162335"/>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40" name="Shape 21">
            <a:extLst>
              <a:ext uri="{FF2B5EF4-FFF2-40B4-BE49-F238E27FC236}">
                <a16:creationId xmlns:a16="http://schemas.microsoft.com/office/drawing/2014/main" id="{E350F8E8-1F68-8520-901E-F5DE916C7720}"/>
              </a:ext>
            </a:extLst>
          </p:cNvPr>
          <p:cNvSpPr/>
          <p:nvPr/>
        </p:nvSpPr>
        <p:spPr>
          <a:xfrm>
            <a:off x="355599" y="4851215"/>
            <a:ext cx="2870185" cy="253967"/>
          </a:xfrm>
          <a:prstGeom prst="rect">
            <a:avLst/>
          </a:prstGeom>
          <a:solidFill>
            <a:srgbClr val="F5F4F4">
              <a:alpha val="100000"/>
            </a:srgbClr>
          </a:solidFill>
          <a:ln/>
        </p:spPr>
        <p:txBody>
          <a:bodyPr/>
          <a:lstStyle/>
          <a:p>
            <a:r>
              <a:rPr lang="ru-RU" sz="1000" dirty="0"/>
              <a:t>1. </a:t>
            </a:r>
            <a:r>
              <a:rPr lang="en-US" sz="1000" dirty="0"/>
              <a:t>Lorem ipsum dolor sit </a:t>
            </a:r>
            <a:r>
              <a:rPr lang="en-US" sz="1000" dirty="0" err="1"/>
              <a:t>amet</a:t>
            </a:r>
            <a:endParaRPr lang="ru-RU" sz="1000" dirty="0"/>
          </a:p>
        </p:txBody>
      </p:sp>
      <p:sp>
        <p:nvSpPr>
          <p:cNvPr id="42" name="Shape 23">
            <a:extLst>
              <a:ext uri="{FF2B5EF4-FFF2-40B4-BE49-F238E27FC236}">
                <a16:creationId xmlns:a16="http://schemas.microsoft.com/office/drawing/2014/main" id="{36E63E48-63E1-A907-0170-2E215B89C98B}"/>
              </a:ext>
            </a:extLst>
          </p:cNvPr>
          <p:cNvSpPr/>
          <p:nvPr/>
        </p:nvSpPr>
        <p:spPr>
          <a:xfrm>
            <a:off x="3251183" y="4851215"/>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44" name="Shape 34">
            <a:extLst>
              <a:ext uri="{FF2B5EF4-FFF2-40B4-BE49-F238E27FC236}">
                <a16:creationId xmlns:a16="http://schemas.microsoft.com/office/drawing/2014/main" id="{08C6EC50-3B1D-BD4B-878D-80F20FA4A4E4}"/>
              </a:ext>
            </a:extLst>
          </p:cNvPr>
          <p:cNvSpPr/>
          <p:nvPr/>
        </p:nvSpPr>
        <p:spPr>
          <a:xfrm>
            <a:off x="355599" y="5130578"/>
            <a:ext cx="2870185" cy="253967"/>
          </a:xfrm>
          <a:prstGeom prst="rect">
            <a:avLst/>
          </a:prstGeom>
          <a:solidFill>
            <a:srgbClr val="F5F4F4">
              <a:alpha val="100000"/>
            </a:srgbClr>
          </a:solidFill>
          <a:ln/>
        </p:spPr>
        <p:txBody>
          <a:bodyPr/>
          <a:lstStyle/>
          <a:p>
            <a:r>
              <a:rPr lang="ru-RU" sz="1000" dirty="0"/>
              <a:t>2. </a:t>
            </a:r>
            <a:r>
              <a:rPr lang="en-US" sz="1000" dirty="0"/>
              <a:t>Lorem ipsum dolor sit </a:t>
            </a:r>
            <a:r>
              <a:rPr lang="en-US" sz="1000" dirty="0" err="1"/>
              <a:t>amet</a:t>
            </a:r>
            <a:endParaRPr lang="ru-RU" sz="1000" dirty="0"/>
          </a:p>
        </p:txBody>
      </p:sp>
      <p:sp>
        <p:nvSpPr>
          <p:cNvPr id="46" name="Shape 36">
            <a:extLst>
              <a:ext uri="{FF2B5EF4-FFF2-40B4-BE49-F238E27FC236}">
                <a16:creationId xmlns:a16="http://schemas.microsoft.com/office/drawing/2014/main" id="{F772F34B-60B5-62C1-08B6-830189B58FF9}"/>
              </a:ext>
            </a:extLst>
          </p:cNvPr>
          <p:cNvSpPr/>
          <p:nvPr/>
        </p:nvSpPr>
        <p:spPr>
          <a:xfrm>
            <a:off x="3251183" y="5130578"/>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48" name="Shape 47">
            <a:extLst>
              <a:ext uri="{FF2B5EF4-FFF2-40B4-BE49-F238E27FC236}">
                <a16:creationId xmlns:a16="http://schemas.microsoft.com/office/drawing/2014/main" id="{CA2CEF08-B17E-EA7D-6616-E4208543A364}"/>
              </a:ext>
            </a:extLst>
          </p:cNvPr>
          <p:cNvSpPr/>
          <p:nvPr/>
        </p:nvSpPr>
        <p:spPr>
          <a:xfrm>
            <a:off x="355599" y="5409942"/>
            <a:ext cx="2870185" cy="253967"/>
          </a:xfrm>
          <a:prstGeom prst="rect">
            <a:avLst/>
          </a:prstGeom>
          <a:solidFill>
            <a:srgbClr val="F5F4F4">
              <a:alpha val="100000"/>
            </a:srgbClr>
          </a:solidFill>
          <a:ln/>
        </p:spPr>
        <p:txBody>
          <a:bodyPr/>
          <a:lstStyle/>
          <a:p>
            <a:r>
              <a:rPr lang="ru-RU" sz="1000" dirty="0"/>
              <a:t>3. </a:t>
            </a:r>
            <a:r>
              <a:rPr lang="en-US" sz="1000" dirty="0"/>
              <a:t>Lorem ipsum dolor sit </a:t>
            </a:r>
            <a:r>
              <a:rPr lang="en-US" sz="1000" dirty="0" err="1"/>
              <a:t>amet</a:t>
            </a:r>
            <a:endParaRPr lang="ru-RU" sz="1000" dirty="0"/>
          </a:p>
        </p:txBody>
      </p:sp>
      <p:sp>
        <p:nvSpPr>
          <p:cNvPr id="50" name="Shape 49">
            <a:extLst>
              <a:ext uri="{FF2B5EF4-FFF2-40B4-BE49-F238E27FC236}">
                <a16:creationId xmlns:a16="http://schemas.microsoft.com/office/drawing/2014/main" id="{D3120DF9-7118-01B1-9ABA-92A3B8E41A09}"/>
              </a:ext>
            </a:extLst>
          </p:cNvPr>
          <p:cNvSpPr/>
          <p:nvPr/>
        </p:nvSpPr>
        <p:spPr>
          <a:xfrm>
            <a:off x="3251183" y="5409942"/>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52" name="Shape 52">
            <a:extLst>
              <a:ext uri="{FF2B5EF4-FFF2-40B4-BE49-F238E27FC236}">
                <a16:creationId xmlns:a16="http://schemas.microsoft.com/office/drawing/2014/main" id="{4903EDD1-4201-11B3-6200-2E4466176723}"/>
              </a:ext>
            </a:extLst>
          </p:cNvPr>
          <p:cNvSpPr/>
          <p:nvPr/>
        </p:nvSpPr>
        <p:spPr>
          <a:xfrm>
            <a:off x="355599" y="5968669"/>
            <a:ext cx="2870185" cy="253967"/>
          </a:xfrm>
          <a:prstGeom prst="rect">
            <a:avLst/>
          </a:prstGeom>
          <a:solidFill>
            <a:srgbClr val="F5F4F4">
              <a:alpha val="100000"/>
            </a:srgbClr>
          </a:solidFill>
          <a:ln/>
        </p:spPr>
        <p:txBody>
          <a:bodyPr/>
          <a:lstStyle/>
          <a:p>
            <a:r>
              <a:rPr lang="ru-RU" sz="1000" dirty="0"/>
              <a:t>5. </a:t>
            </a:r>
            <a:r>
              <a:rPr lang="en-US" sz="1000" dirty="0"/>
              <a:t>Lorem ipsum dolor sit </a:t>
            </a:r>
            <a:r>
              <a:rPr lang="en-US" sz="1000" dirty="0" err="1"/>
              <a:t>amet</a:t>
            </a:r>
            <a:endParaRPr lang="ru-RU" sz="1000" dirty="0"/>
          </a:p>
        </p:txBody>
      </p:sp>
      <p:sp>
        <p:nvSpPr>
          <p:cNvPr id="54" name="Shape 54">
            <a:extLst>
              <a:ext uri="{FF2B5EF4-FFF2-40B4-BE49-F238E27FC236}">
                <a16:creationId xmlns:a16="http://schemas.microsoft.com/office/drawing/2014/main" id="{BBFDB2AC-6A0A-384C-92C0-EA29908A481E}"/>
              </a:ext>
            </a:extLst>
          </p:cNvPr>
          <p:cNvSpPr/>
          <p:nvPr/>
        </p:nvSpPr>
        <p:spPr>
          <a:xfrm>
            <a:off x="3251183" y="5968669"/>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56" name="Shape 71">
            <a:extLst>
              <a:ext uri="{FF2B5EF4-FFF2-40B4-BE49-F238E27FC236}">
                <a16:creationId xmlns:a16="http://schemas.microsoft.com/office/drawing/2014/main" id="{1EB8097B-2EC0-8C60-7BD8-C68810D6A9E5}"/>
              </a:ext>
            </a:extLst>
          </p:cNvPr>
          <p:cNvSpPr/>
          <p:nvPr/>
        </p:nvSpPr>
        <p:spPr>
          <a:xfrm>
            <a:off x="355599" y="5689306"/>
            <a:ext cx="2870185" cy="253967"/>
          </a:xfrm>
          <a:prstGeom prst="rect">
            <a:avLst/>
          </a:prstGeom>
          <a:solidFill>
            <a:srgbClr val="F5F4F4">
              <a:alpha val="100000"/>
            </a:srgbClr>
          </a:solidFill>
          <a:ln/>
        </p:spPr>
        <p:txBody>
          <a:bodyPr/>
          <a:lstStyle/>
          <a:p>
            <a:r>
              <a:rPr lang="ru-RU" sz="1000" dirty="0"/>
              <a:t>4. </a:t>
            </a:r>
            <a:r>
              <a:rPr lang="en-US" sz="1000" dirty="0"/>
              <a:t>Lorem ipsum dolor sit </a:t>
            </a:r>
            <a:r>
              <a:rPr lang="en-US" sz="1000" dirty="0" err="1"/>
              <a:t>amet</a:t>
            </a:r>
            <a:endParaRPr lang="ru-RU" sz="1000" dirty="0"/>
          </a:p>
        </p:txBody>
      </p:sp>
      <p:sp>
        <p:nvSpPr>
          <p:cNvPr id="58" name="Shape 73">
            <a:extLst>
              <a:ext uri="{FF2B5EF4-FFF2-40B4-BE49-F238E27FC236}">
                <a16:creationId xmlns:a16="http://schemas.microsoft.com/office/drawing/2014/main" id="{191012AC-31F8-E1B8-1D21-CF47228C7764}"/>
              </a:ext>
            </a:extLst>
          </p:cNvPr>
          <p:cNvSpPr/>
          <p:nvPr/>
        </p:nvSpPr>
        <p:spPr>
          <a:xfrm>
            <a:off x="3251183" y="5689306"/>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60" name="Shape 76">
            <a:extLst>
              <a:ext uri="{FF2B5EF4-FFF2-40B4-BE49-F238E27FC236}">
                <a16:creationId xmlns:a16="http://schemas.microsoft.com/office/drawing/2014/main" id="{D6D9B569-D0D4-15BB-5093-646C228378B9}"/>
              </a:ext>
            </a:extLst>
          </p:cNvPr>
          <p:cNvSpPr/>
          <p:nvPr/>
        </p:nvSpPr>
        <p:spPr>
          <a:xfrm>
            <a:off x="355599" y="6248033"/>
            <a:ext cx="2870185" cy="253967"/>
          </a:xfrm>
          <a:prstGeom prst="rect">
            <a:avLst/>
          </a:prstGeom>
          <a:solidFill>
            <a:srgbClr val="F5F4F4">
              <a:alpha val="100000"/>
            </a:srgbClr>
          </a:solidFill>
          <a:ln/>
        </p:spPr>
        <p:txBody>
          <a:bodyPr/>
          <a:lstStyle/>
          <a:p>
            <a:r>
              <a:rPr lang="ru-RU" sz="1000" dirty="0"/>
              <a:t>6. </a:t>
            </a:r>
            <a:r>
              <a:rPr lang="en-US" sz="1000" dirty="0"/>
              <a:t>Lorem ipsum dolor sit </a:t>
            </a:r>
            <a:r>
              <a:rPr lang="en-US" sz="1000" dirty="0" err="1"/>
              <a:t>amet</a:t>
            </a:r>
            <a:endParaRPr lang="ru-RU" sz="1000" dirty="0"/>
          </a:p>
        </p:txBody>
      </p:sp>
      <p:sp>
        <p:nvSpPr>
          <p:cNvPr id="113" name="Shape 78">
            <a:extLst>
              <a:ext uri="{FF2B5EF4-FFF2-40B4-BE49-F238E27FC236}">
                <a16:creationId xmlns:a16="http://schemas.microsoft.com/office/drawing/2014/main" id="{99AE7C43-57B8-8D77-6EC3-3DEB00179C10}"/>
              </a:ext>
            </a:extLst>
          </p:cNvPr>
          <p:cNvSpPr/>
          <p:nvPr/>
        </p:nvSpPr>
        <p:spPr>
          <a:xfrm>
            <a:off x="3251183" y="6248033"/>
            <a:ext cx="8635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pic>
        <p:nvPicPr>
          <p:cNvPr id="114" name="Image 0" descr=" ">
            <a:extLst>
              <a:ext uri="{FF2B5EF4-FFF2-40B4-BE49-F238E27FC236}">
                <a16:creationId xmlns:a16="http://schemas.microsoft.com/office/drawing/2014/main" id="{C60E2043-C359-D950-7EAE-9F386B5C8689}"/>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92626" y="4254392"/>
            <a:ext cx="1777991" cy="431744"/>
          </a:xfrm>
          <a:prstGeom prst="rect">
            <a:avLst/>
          </a:prstGeom>
        </p:spPr>
      </p:pic>
      <p:pic>
        <p:nvPicPr>
          <p:cNvPr id="115" name="Image 1" descr=" ">
            <a:extLst>
              <a:ext uri="{FF2B5EF4-FFF2-40B4-BE49-F238E27FC236}">
                <a16:creationId xmlns:a16="http://schemas.microsoft.com/office/drawing/2014/main" id="{91ECDAD3-EFB7-2427-0FE7-FAD967DB4218}"/>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483317" y="4254392"/>
            <a:ext cx="1777991" cy="431744"/>
          </a:xfrm>
          <a:prstGeom prst="rect">
            <a:avLst/>
          </a:prstGeom>
        </p:spPr>
      </p:pic>
      <p:pic>
        <p:nvPicPr>
          <p:cNvPr id="156" name="Image 2" descr=" ">
            <a:extLst>
              <a:ext uri="{FF2B5EF4-FFF2-40B4-BE49-F238E27FC236}">
                <a16:creationId xmlns:a16="http://schemas.microsoft.com/office/drawing/2014/main" id="{EA0B0AE0-C748-8637-519B-C6E8668B2422}"/>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61307" y="4705184"/>
            <a:ext cx="1777991" cy="431744"/>
          </a:xfrm>
          <a:prstGeom prst="rect">
            <a:avLst/>
          </a:prstGeom>
        </p:spPr>
      </p:pic>
      <p:pic>
        <p:nvPicPr>
          <p:cNvPr id="157" name="Image 3" descr=" ">
            <a:extLst>
              <a:ext uri="{FF2B5EF4-FFF2-40B4-BE49-F238E27FC236}">
                <a16:creationId xmlns:a16="http://schemas.microsoft.com/office/drawing/2014/main" id="{F33F7E7A-D49F-96A5-9333-EEF4FAB4BB96}"/>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61307" y="5149626"/>
            <a:ext cx="1777991" cy="431744"/>
          </a:xfrm>
          <a:prstGeom prst="rect">
            <a:avLst/>
          </a:prstGeom>
        </p:spPr>
      </p:pic>
      <p:pic>
        <p:nvPicPr>
          <p:cNvPr id="158" name="Image 4" descr=" ">
            <a:extLst>
              <a:ext uri="{FF2B5EF4-FFF2-40B4-BE49-F238E27FC236}">
                <a16:creationId xmlns:a16="http://schemas.microsoft.com/office/drawing/2014/main" id="{1BB49F99-834C-01F9-8485-E1EE7458F0FC}"/>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058348" y="5155975"/>
            <a:ext cx="1777991" cy="431744"/>
          </a:xfrm>
          <a:prstGeom prst="rect">
            <a:avLst/>
          </a:prstGeom>
        </p:spPr>
      </p:pic>
      <p:pic>
        <p:nvPicPr>
          <p:cNvPr id="160" name="Image 5" descr=" ">
            <a:extLst>
              <a:ext uri="{FF2B5EF4-FFF2-40B4-BE49-F238E27FC236}">
                <a16:creationId xmlns:a16="http://schemas.microsoft.com/office/drawing/2014/main" id="{597EAB50-5ADE-C318-7A9B-DDF93269738E}"/>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045648" y="5587719"/>
            <a:ext cx="1777991" cy="431744"/>
          </a:xfrm>
          <a:prstGeom prst="rect">
            <a:avLst/>
          </a:prstGeom>
        </p:spPr>
      </p:pic>
      <p:pic>
        <p:nvPicPr>
          <p:cNvPr id="162" name="Image 6" descr=" ">
            <a:extLst>
              <a:ext uri="{FF2B5EF4-FFF2-40B4-BE49-F238E27FC236}">
                <a16:creationId xmlns:a16="http://schemas.microsoft.com/office/drawing/2014/main" id="{87905BD2-EE17-31B4-752E-3A13AFC037B4}"/>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61307" y="5587719"/>
            <a:ext cx="1777991" cy="431744"/>
          </a:xfrm>
          <a:prstGeom prst="rect">
            <a:avLst/>
          </a:prstGeom>
        </p:spPr>
      </p:pic>
      <p:pic>
        <p:nvPicPr>
          <p:cNvPr id="163" name="Image 7" descr=" ">
            <a:extLst>
              <a:ext uri="{FF2B5EF4-FFF2-40B4-BE49-F238E27FC236}">
                <a16:creationId xmlns:a16="http://schemas.microsoft.com/office/drawing/2014/main" id="{F5B439D1-9F20-8FCA-231A-55BDA3A2D2FC}"/>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483317" y="4698835"/>
            <a:ext cx="1777991" cy="438093"/>
          </a:xfrm>
          <a:prstGeom prst="rect">
            <a:avLst/>
          </a:prstGeom>
        </p:spPr>
      </p:pic>
      <p:pic>
        <p:nvPicPr>
          <p:cNvPr id="164" name="Image 8" descr=" ">
            <a:extLst>
              <a:ext uri="{FF2B5EF4-FFF2-40B4-BE49-F238E27FC236}">
                <a16:creationId xmlns:a16="http://schemas.microsoft.com/office/drawing/2014/main" id="{88345DB5-7A32-BEB4-8B64-6B88BD236018}"/>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483317" y="5149626"/>
            <a:ext cx="1777991" cy="431744"/>
          </a:xfrm>
          <a:prstGeom prst="rect">
            <a:avLst/>
          </a:prstGeom>
        </p:spPr>
      </p:pic>
      <p:pic>
        <p:nvPicPr>
          <p:cNvPr id="165" name="Image 9" descr=" ">
            <a:extLst>
              <a:ext uri="{FF2B5EF4-FFF2-40B4-BE49-F238E27FC236}">
                <a16:creationId xmlns:a16="http://schemas.microsoft.com/office/drawing/2014/main" id="{436A7F07-FEC9-AB48-0E1B-769F241D7C49}"/>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698976" y="4692485"/>
            <a:ext cx="1777991" cy="438093"/>
          </a:xfrm>
          <a:prstGeom prst="rect">
            <a:avLst/>
          </a:prstGeom>
        </p:spPr>
      </p:pic>
      <p:sp>
        <p:nvSpPr>
          <p:cNvPr id="166" name="Text 91">
            <a:extLst>
              <a:ext uri="{FF2B5EF4-FFF2-40B4-BE49-F238E27FC236}">
                <a16:creationId xmlns:a16="http://schemas.microsoft.com/office/drawing/2014/main" id="{B5C8AB02-2E52-CA82-EBE0-D8C095B29617}"/>
              </a:ext>
            </a:extLst>
          </p:cNvPr>
          <p:cNvSpPr/>
          <p:nvPr/>
        </p:nvSpPr>
        <p:spPr>
          <a:xfrm>
            <a:off x="4438627" y="5536926"/>
            <a:ext cx="1608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Q1</a:t>
            </a:r>
            <a:endParaRPr lang="en-US" sz="800" dirty="0"/>
          </a:p>
        </p:txBody>
      </p:sp>
      <p:sp>
        <p:nvSpPr>
          <p:cNvPr id="167" name="Text 92">
            <a:extLst>
              <a:ext uri="{FF2B5EF4-FFF2-40B4-BE49-F238E27FC236}">
                <a16:creationId xmlns:a16="http://schemas.microsoft.com/office/drawing/2014/main" id="{0344DC18-B612-31D9-0248-7DB08199C2F3}"/>
              </a:ext>
            </a:extLst>
          </p:cNvPr>
          <p:cNvSpPr/>
          <p:nvPr/>
        </p:nvSpPr>
        <p:spPr>
          <a:xfrm>
            <a:off x="6407117" y="6095653"/>
            <a:ext cx="1672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Q1</a:t>
            </a:r>
            <a:endParaRPr lang="en-US" sz="800" dirty="0"/>
          </a:p>
        </p:txBody>
      </p:sp>
      <p:sp>
        <p:nvSpPr>
          <p:cNvPr id="169" name="Text 93">
            <a:extLst>
              <a:ext uri="{FF2B5EF4-FFF2-40B4-BE49-F238E27FC236}">
                <a16:creationId xmlns:a16="http://schemas.microsoft.com/office/drawing/2014/main" id="{A053D28C-84F9-511C-0D33-A4428CF1174D}"/>
              </a:ext>
            </a:extLst>
          </p:cNvPr>
          <p:cNvSpPr/>
          <p:nvPr/>
        </p:nvSpPr>
        <p:spPr>
          <a:xfrm>
            <a:off x="8172408" y="6095653"/>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Q2</a:t>
            </a:r>
            <a:endParaRPr lang="en-US" sz="800" dirty="0"/>
          </a:p>
        </p:txBody>
      </p:sp>
      <p:sp>
        <p:nvSpPr>
          <p:cNvPr id="172" name="Text 94">
            <a:extLst>
              <a:ext uri="{FF2B5EF4-FFF2-40B4-BE49-F238E27FC236}">
                <a16:creationId xmlns:a16="http://schemas.microsoft.com/office/drawing/2014/main" id="{13E1654E-139A-195B-3D6A-C8682A88420B}"/>
              </a:ext>
            </a:extLst>
          </p:cNvPr>
          <p:cNvSpPr/>
          <p:nvPr/>
        </p:nvSpPr>
        <p:spPr>
          <a:xfrm>
            <a:off x="9963099" y="6095653"/>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Q3</a:t>
            </a:r>
            <a:endParaRPr lang="en-US" sz="800" dirty="0"/>
          </a:p>
        </p:txBody>
      </p:sp>
      <p:sp>
        <p:nvSpPr>
          <p:cNvPr id="173" name="Text 95">
            <a:extLst>
              <a:ext uri="{FF2B5EF4-FFF2-40B4-BE49-F238E27FC236}">
                <a16:creationId xmlns:a16="http://schemas.microsoft.com/office/drawing/2014/main" id="{262790E9-D66E-FB99-69C0-FBAA221CF813}"/>
              </a:ext>
            </a:extLst>
          </p:cNvPr>
          <p:cNvSpPr/>
          <p:nvPr/>
        </p:nvSpPr>
        <p:spPr>
          <a:xfrm>
            <a:off x="4438627" y="5092484"/>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Q2</a:t>
            </a:r>
            <a:endParaRPr lang="en-US" sz="800" dirty="0"/>
          </a:p>
        </p:txBody>
      </p:sp>
      <p:sp>
        <p:nvSpPr>
          <p:cNvPr id="174" name="Text 96">
            <a:extLst>
              <a:ext uri="{FF2B5EF4-FFF2-40B4-BE49-F238E27FC236}">
                <a16:creationId xmlns:a16="http://schemas.microsoft.com/office/drawing/2014/main" id="{1A0D409D-FBB1-8503-7B1C-3793D1A522F9}"/>
              </a:ext>
            </a:extLst>
          </p:cNvPr>
          <p:cNvSpPr/>
          <p:nvPr/>
        </p:nvSpPr>
        <p:spPr>
          <a:xfrm>
            <a:off x="4438627" y="4641692"/>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Q3</a:t>
            </a:r>
            <a:endParaRPr lang="en-US" sz="800" dirty="0"/>
          </a:p>
        </p:txBody>
      </p:sp>
      <p:sp>
        <p:nvSpPr>
          <p:cNvPr id="175" name="Text 97">
            <a:extLst>
              <a:ext uri="{FF2B5EF4-FFF2-40B4-BE49-F238E27FC236}">
                <a16:creationId xmlns:a16="http://schemas.microsoft.com/office/drawing/2014/main" id="{6904CADF-099B-3374-5DDD-DEA1C38E3843}"/>
              </a:ext>
            </a:extLst>
          </p:cNvPr>
          <p:cNvSpPr/>
          <p:nvPr/>
        </p:nvSpPr>
        <p:spPr>
          <a:xfrm>
            <a:off x="4743425" y="4546455"/>
            <a:ext cx="1799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6" name="Text 98">
            <a:extLst>
              <a:ext uri="{FF2B5EF4-FFF2-40B4-BE49-F238E27FC236}">
                <a16:creationId xmlns:a16="http://schemas.microsoft.com/office/drawing/2014/main" id="{6BDDA5DB-0389-4D67-200A-4B4BD78E88B6}"/>
              </a:ext>
            </a:extLst>
          </p:cNvPr>
          <p:cNvSpPr/>
          <p:nvPr/>
        </p:nvSpPr>
        <p:spPr>
          <a:xfrm>
            <a:off x="6534116" y="4546455"/>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7" name="Text 99">
            <a:extLst>
              <a:ext uri="{FF2B5EF4-FFF2-40B4-BE49-F238E27FC236}">
                <a16:creationId xmlns:a16="http://schemas.microsoft.com/office/drawing/2014/main" id="{41C9D7A7-9483-A04E-040E-0219CB6C9F4A}"/>
              </a:ext>
            </a:extLst>
          </p:cNvPr>
          <p:cNvSpPr/>
          <p:nvPr/>
        </p:nvSpPr>
        <p:spPr>
          <a:xfrm>
            <a:off x="8312107" y="5003595"/>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8" name="Text 100">
            <a:extLst>
              <a:ext uri="{FF2B5EF4-FFF2-40B4-BE49-F238E27FC236}">
                <a16:creationId xmlns:a16="http://schemas.microsoft.com/office/drawing/2014/main" id="{C17E44D3-5CB8-D616-3B19-D337460772B5}"/>
              </a:ext>
            </a:extLst>
          </p:cNvPr>
          <p:cNvSpPr/>
          <p:nvPr/>
        </p:nvSpPr>
        <p:spPr>
          <a:xfrm>
            <a:off x="8312107" y="5441688"/>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79" name="Text 101">
            <a:extLst>
              <a:ext uri="{FF2B5EF4-FFF2-40B4-BE49-F238E27FC236}">
                <a16:creationId xmlns:a16="http://schemas.microsoft.com/office/drawing/2014/main" id="{9EB5D751-5BB5-D479-2032-6BCCDE3E3E8B}"/>
              </a:ext>
            </a:extLst>
          </p:cNvPr>
          <p:cNvSpPr/>
          <p:nvPr/>
        </p:nvSpPr>
        <p:spPr>
          <a:xfrm>
            <a:off x="10109147" y="5448037"/>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80" name="Text 102">
            <a:extLst>
              <a:ext uri="{FF2B5EF4-FFF2-40B4-BE49-F238E27FC236}">
                <a16:creationId xmlns:a16="http://schemas.microsoft.com/office/drawing/2014/main" id="{1CEAE2D9-B8ED-766A-CCA6-A8CABD97CA47}"/>
              </a:ext>
            </a:extLst>
          </p:cNvPr>
          <p:cNvSpPr/>
          <p:nvPr/>
        </p:nvSpPr>
        <p:spPr>
          <a:xfrm>
            <a:off x="10096448" y="587978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81" name="Text 103">
            <a:extLst>
              <a:ext uri="{FF2B5EF4-FFF2-40B4-BE49-F238E27FC236}">
                <a16:creationId xmlns:a16="http://schemas.microsoft.com/office/drawing/2014/main" id="{E5DFD09D-F60E-6AC5-7AE4-EE6AAE2950E7}"/>
              </a:ext>
            </a:extLst>
          </p:cNvPr>
          <p:cNvSpPr/>
          <p:nvPr/>
        </p:nvSpPr>
        <p:spPr>
          <a:xfrm>
            <a:off x="8312107" y="587978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2" name="Text 104">
            <a:extLst>
              <a:ext uri="{FF2B5EF4-FFF2-40B4-BE49-F238E27FC236}">
                <a16:creationId xmlns:a16="http://schemas.microsoft.com/office/drawing/2014/main" id="{B93BC36C-2DC1-6686-AF83-C2B5C30393D8}"/>
              </a:ext>
            </a:extLst>
          </p:cNvPr>
          <p:cNvSpPr/>
          <p:nvPr/>
        </p:nvSpPr>
        <p:spPr>
          <a:xfrm>
            <a:off x="6534116" y="4990897"/>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83" name="Text 105">
            <a:extLst>
              <a:ext uri="{FF2B5EF4-FFF2-40B4-BE49-F238E27FC236}">
                <a16:creationId xmlns:a16="http://schemas.microsoft.com/office/drawing/2014/main" id="{305C9B02-984B-4128-AE22-220EACCD7863}"/>
              </a:ext>
            </a:extLst>
          </p:cNvPr>
          <p:cNvSpPr/>
          <p:nvPr/>
        </p:nvSpPr>
        <p:spPr>
          <a:xfrm>
            <a:off x="6534116" y="5441688"/>
            <a:ext cx="1227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4" name="Text 106">
            <a:extLst>
              <a:ext uri="{FF2B5EF4-FFF2-40B4-BE49-F238E27FC236}">
                <a16:creationId xmlns:a16="http://schemas.microsoft.com/office/drawing/2014/main" id="{2ECBA947-EC33-8DCD-09A3-D0C8133F4CEA}"/>
              </a:ext>
            </a:extLst>
          </p:cNvPr>
          <p:cNvSpPr/>
          <p:nvPr/>
        </p:nvSpPr>
        <p:spPr>
          <a:xfrm>
            <a:off x="4743426" y="4990897"/>
            <a:ext cx="1227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5" name="Text 107">
            <a:extLst>
              <a:ext uri="{FF2B5EF4-FFF2-40B4-BE49-F238E27FC236}">
                <a16:creationId xmlns:a16="http://schemas.microsoft.com/office/drawing/2014/main" id="{1B2DA597-3179-8AE1-43AA-FA6499A9F4F7}"/>
              </a:ext>
            </a:extLst>
          </p:cNvPr>
          <p:cNvSpPr/>
          <p:nvPr/>
        </p:nvSpPr>
        <p:spPr>
          <a:xfrm>
            <a:off x="5537171" y="5314705"/>
            <a:ext cx="1227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6" name="Text 108">
            <a:extLst>
              <a:ext uri="{FF2B5EF4-FFF2-40B4-BE49-F238E27FC236}">
                <a16:creationId xmlns:a16="http://schemas.microsoft.com/office/drawing/2014/main" id="{0247266A-B838-C8D4-4939-4767DC6CD3CC}"/>
              </a:ext>
            </a:extLst>
          </p:cNvPr>
          <p:cNvSpPr/>
          <p:nvPr/>
        </p:nvSpPr>
        <p:spPr>
          <a:xfrm>
            <a:off x="5530822" y="5759147"/>
            <a:ext cx="12276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7" name="Text 109">
            <a:extLst>
              <a:ext uri="{FF2B5EF4-FFF2-40B4-BE49-F238E27FC236}">
                <a16:creationId xmlns:a16="http://schemas.microsoft.com/office/drawing/2014/main" id="{BE15EB8B-EC8F-9397-AF75-1C8CE0D0E11F}"/>
              </a:ext>
            </a:extLst>
          </p:cNvPr>
          <p:cNvSpPr/>
          <p:nvPr/>
        </p:nvSpPr>
        <p:spPr>
          <a:xfrm>
            <a:off x="7321512" y="5759147"/>
            <a:ext cx="12276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C</a:t>
            </a:r>
            <a:endParaRPr lang="en-US" sz="800" dirty="0"/>
          </a:p>
        </p:txBody>
      </p:sp>
      <p:sp>
        <p:nvSpPr>
          <p:cNvPr id="188" name="Text 110">
            <a:extLst>
              <a:ext uri="{FF2B5EF4-FFF2-40B4-BE49-F238E27FC236}">
                <a16:creationId xmlns:a16="http://schemas.microsoft.com/office/drawing/2014/main" id="{2B9B8F3E-A70D-EF9B-D9BA-979570DBDC04}"/>
              </a:ext>
            </a:extLst>
          </p:cNvPr>
          <p:cNvSpPr/>
          <p:nvPr/>
        </p:nvSpPr>
        <p:spPr>
          <a:xfrm>
            <a:off x="9118553" y="4419471"/>
            <a:ext cx="1100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89" name="Text 111">
            <a:extLst>
              <a:ext uri="{FF2B5EF4-FFF2-40B4-BE49-F238E27FC236}">
                <a16:creationId xmlns:a16="http://schemas.microsoft.com/office/drawing/2014/main" id="{889CF124-102C-A1FB-6758-553D792FA0C2}"/>
              </a:ext>
            </a:extLst>
          </p:cNvPr>
          <p:cNvSpPr/>
          <p:nvPr/>
        </p:nvSpPr>
        <p:spPr>
          <a:xfrm>
            <a:off x="10896543" y="4482963"/>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0" name="Text 112">
            <a:extLst>
              <a:ext uri="{FF2B5EF4-FFF2-40B4-BE49-F238E27FC236}">
                <a16:creationId xmlns:a16="http://schemas.microsoft.com/office/drawing/2014/main" id="{73E9841E-C5C9-EA42-BF02-C58D1B0D198A}"/>
              </a:ext>
            </a:extLst>
          </p:cNvPr>
          <p:cNvSpPr/>
          <p:nvPr/>
        </p:nvSpPr>
        <p:spPr>
          <a:xfrm>
            <a:off x="10896543" y="4844866"/>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1" name="Text 113">
            <a:extLst>
              <a:ext uri="{FF2B5EF4-FFF2-40B4-BE49-F238E27FC236}">
                <a16:creationId xmlns:a16="http://schemas.microsoft.com/office/drawing/2014/main" id="{0C5C42E7-EBDC-6BBD-943E-382C20265448}"/>
              </a:ext>
            </a:extLst>
          </p:cNvPr>
          <p:cNvSpPr/>
          <p:nvPr/>
        </p:nvSpPr>
        <p:spPr>
          <a:xfrm>
            <a:off x="6280118" y="4292488"/>
            <a:ext cx="17356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2" name="Text 114">
            <a:extLst>
              <a:ext uri="{FF2B5EF4-FFF2-40B4-BE49-F238E27FC236}">
                <a16:creationId xmlns:a16="http://schemas.microsoft.com/office/drawing/2014/main" id="{949BCA38-10B9-730D-CC31-72978625D1B7}"/>
              </a:ext>
            </a:extLst>
          </p:cNvPr>
          <p:cNvSpPr/>
          <p:nvPr/>
        </p:nvSpPr>
        <p:spPr>
          <a:xfrm>
            <a:off x="8121608" y="4292488"/>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3" name="Text 115">
            <a:extLst>
              <a:ext uri="{FF2B5EF4-FFF2-40B4-BE49-F238E27FC236}">
                <a16:creationId xmlns:a16="http://schemas.microsoft.com/office/drawing/2014/main" id="{53BB970D-89E9-A3F6-1942-BE287FAE9D56}"/>
              </a:ext>
            </a:extLst>
          </p:cNvPr>
          <p:cNvSpPr/>
          <p:nvPr/>
        </p:nvSpPr>
        <p:spPr>
          <a:xfrm>
            <a:off x="9899599" y="4743279"/>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4" name="Text 116">
            <a:extLst>
              <a:ext uri="{FF2B5EF4-FFF2-40B4-BE49-F238E27FC236}">
                <a16:creationId xmlns:a16="http://schemas.microsoft.com/office/drawing/2014/main" id="{7E9A91FC-CAA0-2095-CC67-9C7C618CACAA}"/>
              </a:ext>
            </a:extLst>
          </p:cNvPr>
          <p:cNvSpPr/>
          <p:nvPr/>
        </p:nvSpPr>
        <p:spPr>
          <a:xfrm>
            <a:off x="9899599" y="518772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5" name="Text 117">
            <a:extLst>
              <a:ext uri="{FF2B5EF4-FFF2-40B4-BE49-F238E27FC236}">
                <a16:creationId xmlns:a16="http://schemas.microsoft.com/office/drawing/2014/main" id="{8B10947F-B494-E998-C856-8EF3F05F8ABA}"/>
              </a:ext>
            </a:extLst>
          </p:cNvPr>
          <p:cNvSpPr/>
          <p:nvPr/>
        </p:nvSpPr>
        <p:spPr>
          <a:xfrm>
            <a:off x="11696639" y="5257562"/>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6" name="Text 118">
            <a:extLst>
              <a:ext uri="{FF2B5EF4-FFF2-40B4-BE49-F238E27FC236}">
                <a16:creationId xmlns:a16="http://schemas.microsoft.com/office/drawing/2014/main" id="{77E297DA-7CAB-CF78-FEB5-FBA14026346A}"/>
              </a:ext>
            </a:extLst>
          </p:cNvPr>
          <p:cNvSpPr/>
          <p:nvPr/>
        </p:nvSpPr>
        <p:spPr>
          <a:xfrm>
            <a:off x="11683939" y="5689306"/>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7" name="Text 119">
            <a:extLst>
              <a:ext uri="{FF2B5EF4-FFF2-40B4-BE49-F238E27FC236}">
                <a16:creationId xmlns:a16="http://schemas.microsoft.com/office/drawing/2014/main" id="{4D1AAFC6-7DED-57F0-3BA6-09A7B449CCF2}"/>
              </a:ext>
            </a:extLst>
          </p:cNvPr>
          <p:cNvSpPr/>
          <p:nvPr/>
        </p:nvSpPr>
        <p:spPr>
          <a:xfrm>
            <a:off x="9899599" y="5625814"/>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198" name="Text 120">
            <a:extLst>
              <a:ext uri="{FF2B5EF4-FFF2-40B4-BE49-F238E27FC236}">
                <a16:creationId xmlns:a16="http://schemas.microsoft.com/office/drawing/2014/main" id="{2AC82F23-8B0F-38B6-0238-05464DD8C998}"/>
              </a:ext>
            </a:extLst>
          </p:cNvPr>
          <p:cNvSpPr/>
          <p:nvPr/>
        </p:nvSpPr>
        <p:spPr>
          <a:xfrm>
            <a:off x="8121608" y="4736930"/>
            <a:ext cx="11641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A</a:t>
            </a:r>
            <a:endParaRPr lang="en-US" sz="800" dirty="0"/>
          </a:p>
        </p:txBody>
      </p:sp>
      <p:sp>
        <p:nvSpPr>
          <p:cNvPr id="199" name="Text 121">
            <a:extLst>
              <a:ext uri="{FF2B5EF4-FFF2-40B4-BE49-F238E27FC236}">
                <a16:creationId xmlns:a16="http://schemas.microsoft.com/office/drawing/2014/main" id="{ABA9DAB6-C7D9-3204-93F6-9D3F55EE476D}"/>
              </a:ext>
            </a:extLst>
          </p:cNvPr>
          <p:cNvSpPr/>
          <p:nvPr/>
        </p:nvSpPr>
        <p:spPr>
          <a:xfrm>
            <a:off x="8121608" y="5187721"/>
            <a:ext cx="1164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200" name="Text 122">
            <a:extLst>
              <a:ext uri="{FF2B5EF4-FFF2-40B4-BE49-F238E27FC236}">
                <a16:creationId xmlns:a16="http://schemas.microsoft.com/office/drawing/2014/main" id="{CC457471-BEDE-59E8-B9E3-0381F27574AF}"/>
              </a:ext>
            </a:extLst>
          </p:cNvPr>
          <p:cNvSpPr/>
          <p:nvPr/>
        </p:nvSpPr>
        <p:spPr>
          <a:xfrm>
            <a:off x="6343618" y="4736930"/>
            <a:ext cx="110066" cy="141798"/>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B</a:t>
            </a:r>
            <a:endParaRPr lang="en-US" sz="800" dirty="0"/>
          </a:p>
        </p:txBody>
      </p:sp>
      <p:sp>
        <p:nvSpPr>
          <p:cNvPr id="201" name="Text 123">
            <a:extLst>
              <a:ext uri="{FF2B5EF4-FFF2-40B4-BE49-F238E27FC236}">
                <a16:creationId xmlns:a16="http://schemas.microsoft.com/office/drawing/2014/main" id="{88D311B2-3D19-4CBF-BDAE-EF5C70E4903B}"/>
              </a:ext>
            </a:extLst>
          </p:cNvPr>
          <p:cNvSpPr/>
          <p:nvPr/>
        </p:nvSpPr>
        <p:spPr>
          <a:xfrm>
            <a:off x="4438627" y="4203599"/>
            <a:ext cx="205316" cy="135449"/>
          </a:xfrm>
          <a:prstGeom prst="rect">
            <a:avLst/>
          </a:prstGeom>
          <a:noFill/>
          <a:ln/>
        </p:spPr>
        <p:txBody>
          <a:bodyPr wrap="square" lIns="0" tIns="0" rIns="0" bIns="0" rtlCol="0" anchor="t"/>
          <a:lstStyle/>
          <a:p>
            <a:pPr>
              <a:lnSpc>
                <a:spcPts val="880"/>
              </a:lnSpc>
            </a:pPr>
            <a:r>
              <a:rPr lang="en-US" sz="800" dirty="0">
                <a:solidFill>
                  <a:srgbClr val="000000">
                    <a:alpha val="100000"/>
                  </a:srgbClr>
                </a:solidFill>
                <a:ea typeface="Stapel" pitchFamily="34" charset="-122"/>
                <a:cs typeface="Stapel" pitchFamily="34" charset="-120"/>
              </a:rPr>
              <a:t>Q4</a:t>
            </a:r>
            <a:endParaRPr lang="en-US" sz="800" dirty="0"/>
          </a:p>
        </p:txBody>
      </p:sp>
      <p:pic>
        <p:nvPicPr>
          <p:cNvPr id="202" name="Image 11" descr=" ">
            <a:extLst>
              <a:ext uri="{FF2B5EF4-FFF2-40B4-BE49-F238E27FC236}">
                <a16:creationId xmlns:a16="http://schemas.microsoft.com/office/drawing/2014/main" id="{6FB32608-AC13-28C2-5A7E-C5685A52AF7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70617" y="4248043"/>
            <a:ext cx="12700" cy="1777769"/>
          </a:xfrm>
          <a:prstGeom prst="rect">
            <a:avLst/>
          </a:prstGeom>
        </p:spPr>
      </p:pic>
      <p:pic>
        <p:nvPicPr>
          <p:cNvPr id="203" name="Image 12" descr=" ">
            <a:extLst>
              <a:ext uri="{FF2B5EF4-FFF2-40B4-BE49-F238E27FC236}">
                <a16:creationId xmlns:a16="http://schemas.microsoft.com/office/drawing/2014/main" id="{9E51DEA5-5C9D-EFCD-6064-53BAC9EFF51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4241694"/>
            <a:ext cx="7143713" cy="12698"/>
          </a:xfrm>
          <a:prstGeom prst="rect">
            <a:avLst/>
          </a:prstGeom>
        </p:spPr>
      </p:pic>
      <p:pic>
        <p:nvPicPr>
          <p:cNvPr id="204" name="Image 13" descr=" ">
            <a:extLst>
              <a:ext uri="{FF2B5EF4-FFF2-40B4-BE49-F238E27FC236}">
                <a16:creationId xmlns:a16="http://schemas.microsoft.com/office/drawing/2014/main" id="{9CD0BAF2-8F8A-7A69-F330-33ACE100FF8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692626" y="4241694"/>
            <a:ext cx="3568681" cy="12698"/>
          </a:xfrm>
          <a:prstGeom prst="rect">
            <a:avLst/>
          </a:prstGeom>
        </p:spPr>
      </p:pic>
      <p:pic>
        <p:nvPicPr>
          <p:cNvPr id="205" name="Image 14" descr=" ">
            <a:extLst>
              <a:ext uri="{FF2B5EF4-FFF2-40B4-BE49-F238E27FC236}">
                <a16:creationId xmlns:a16="http://schemas.microsoft.com/office/drawing/2014/main" id="{C5D137D0-906E-0835-25E8-871BBDF7145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4686136"/>
            <a:ext cx="7143713" cy="12698"/>
          </a:xfrm>
          <a:prstGeom prst="rect">
            <a:avLst/>
          </a:prstGeom>
        </p:spPr>
      </p:pic>
      <p:pic>
        <p:nvPicPr>
          <p:cNvPr id="206" name="Image 15" descr=" ">
            <a:extLst>
              <a:ext uri="{FF2B5EF4-FFF2-40B4-BE49-F238E27FC236}">
                <a16:creationId xmlns:a16="http://schemas.microsoft.com/office/drawing/2014/main" id="{0BB6FD75-A453-84F6-AF8B-14A193A6CF1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5136928"/>
            <a:ext cx="7143713" cy="12698"/>
          </a:xfrm>
          <a:prstGeom prst="rect">
            <a:avLst/>
          </a:prstGeom>
        </p:spPr>
      </p:pic>
      <p:pic>
        <p:nvPicPr>
          <p:cNvPr id="207" name="Image 16" descr=" ">
            <a:extLst>
              <a:ext uri="{FF2B5EF4-FFF2-40B4-BE49-F238E27FC236}">
                <a16:creationId xmlns:a16="http://schemas.microsoft.com/office/drawing/2014/main" id="{068932B3-5F92-334E-E0C7-EC6767D4BB2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5581370"/>
            <a:ext cx="7143713" cy="12698"/>
          </a:xfrm>
          <a:prstGeom prst="rect">
            <a:avLst/>
          </a:prstGeom>
        </p:spPr>
      </p:pic>
      <p:pic>
        <p:nvPicPr>
          <p:cNvPr id="208" name="Image 17" descr=" ">
            <a:extLst>
              <a:ext uri="{FF2B5EF4-FFF2-40B4-BE49-F238E27FC236}">
                <a16:creationId xmlns:a16="http://schemas.microsoft.com/office/drawing/2014/main" id="{275E2A06-8447-9EFD-A023-CAB31F1266F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2626" y="6032161"/>
            <a:ext cx="7143713" cy="12698"/>
          </a:xfrm>
          <a:prstGeom prst="rect">
            <a:avLst/>
          </a:prstGeom>
        </p:spPr>
      </p:pic>
      <p:pic>
        <p:nvPicPr>
          <p:cNvPr id="209" name="Image 18" descr=" ">
            <a:extLst>
              <a:ext uri="{FF2B5EF4-FFF2-40B4-BE49-F238E27FC236}">
                <a16:creationId xmlns:a16="http://schemas.microsoft.com/office/drawing/2014/main" id="{403CC276-070A-891F-BAFF-C5C8EE97276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54958" y="4248043"/>
            <a:ext cx="12700" cy="1777769"/>
          </a:xfrm>
          <a:prstGeom prst="rect">
            <a:avLst/>
          </a:prstGeom>
        </p:spPr>
      </p:pic>
      <p:pic>
        <p:nvPicPr>
          <p:cNvPr id="210" name="Image 19" descr=" ">
            <a:extLst>
              <a:ext uri="{FF2B5EF4-FFF2-40B4-BE49-F238E27FC236}">
                <a16:creationId xmlns:a16="http://schemas.microsoft.com/office/drawing/2014/main" id="{E8DF3C5B-83F3-6398-D021-D821460EA59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045648" y="4248043"/>
            <a:ext cx="12700" cy="1777769"/>
          </a:xfrm>
          <a:prstGeom prst="rect">
            <a:avLst/>
          </a:prstGeom>
        </p:spPr>
      </p:pic>
      <p:pic>
        <p:nvPicPr>
          <p:cNvPr id="211" name="Image 20" descr=" ">
            <a:extLst>
              <a:ext uri="{FF2B5EF4-FFF2-40B4-BE49-F238E27FC236}">
                <a16:creationId xmlns:a16="http://schemas.microsoft.com/office/drawing/2014/main" id="{513155CE-3CDF-B08C-AD61-193275C8F90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823639" y="4305186"/>
            <a:ext cx="12700" cy="1784118"/>
          </a:xfrm>
          <a:prstGeom prst="rect">
            <a:avLst/>
          </a:prstGeom>
        </p:spPr>
      </p:pic>
      <p:pic>
        <p:nvPicPr>
          <p:cNvPr id="213" name="Image 22" descr=" ">
            <a:extLst>
              <a:ext uri="{FF2B5EF4-FFF2-40B4-BE49-F238E27FC236}">
                <a16:creationId xmlns:a16="http://schemas.microsoft.com/office/drawing/2014/main" id="{77EF98B2-350D-3D44-2B6C-6529A7174EC1}"/>
              </a:ext>
            </a:extLst>
          </p:cNvPr>
          <p:cNvPicPr>
            <a:picLocks noChangeAspect="1"/>
          </p:cNvPicPr>
          <p:nvPr/>
        </p:nvPicPr>
        <p:blipFill>
          <a:blip r:embed="rId19" cstate="email">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8267657" y="4686136"/>
            <a:ext cx="3562332" cy="469839"/>
          </a:xfrm>
          <a:prstGeom prst="rect">
            <a:avLst/>
          </a:prstGeom>
        </p:spPr>
      </p:pic>
      <p:pic>
        <p:nvPicPr>
          <p:cNvPr id="214" name="Image 23" descr=" ">
            <a:extLst>
              <a:ext uri="{FF2B5EF4-FFF2-40B4-BE49-F238E27FC236}">
                <a16:creationId xmlns:a16="http://schemas.microsoft.com/office/drawing/2014/main" id="{8DC72FD3-395D-48DA-2E1C-74A6E3553453}"/>
              </a:ext>
            </a:extLst>
          </p:cNvPr>
          <p:cNvPicPr>
            <a:picLocks noChangeAspect="1"/>
          </p:cNvPicPr>
          <p:nvPr/>
        </p:nvPicPr>
        <p:blipFill>
          <a:blip r:embed="rId21" cstate="email">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4692626" y="5136927"/>
            <a:ext cx="3562332" cy="463490"/>
          </a:xfrm>
          <a:prstGeom prst="rect">
            <a:avLst/>
          </a:prstGeom>
        </p:spPr>
      </p:pic>
      <p:sp>
        <p:nvSpPr>
          <p:cNvPr id="215" name="Shape 10">
            <a:extLst>
              <a:ext uri="{FF2B5EF4-FFF2-40B4-BE49-F238E27FC236}">
                <a16:creationId xmlns:a16="http://schemas.microsoft.com/office/drawing/2014/main" id="{2E9EBD0D-8218-4D1B-F3A2-B4C4D07A301E}"/>
              </a:ext>
            </a:extLst>
          </p:cNvPr>
          <p:cNvSpPr/>
          <p:nvPr/>
        </p:nvSpPr>
        <p:spPr>
          <a:xfrm>
            <a:off x="8178758"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16" name="Shape 12">
            <a:extLst>
              <a:ext uri="{FF2B5EF4-FFF2-40B4-BE49-F238E27FC236}">
                <a16:creationId xmlns:a16="http://schemas.microsoft.com/office/drawing/2014/main" id="{AB5DB325-EF85-D7C9-2748-D91D05B5E92D}"/>
              </a:ext>
            </a:extLst>
          </p:cNvPr>
          <p:cNvSpPr/>
          <p:nvPr/>
        </p:nvSpPr>
        <p:spPr>
          <a:xfrm>
            <a:off x="4419578" y="2286149"/>
            <a:ext cx="3555981" cy="253967"/>
          </a:xfrm>
          <a:prstGeom prst="rect">
            <a:avLst/>
          </a:prstGeom>
          <a:solidFill>
            <a:srgbClr val="F5F4F4">
              <a:alpha val="100000"/>
            </a:srgbClr>
          </a:solidFill>
          <a:ln/>
        </p:spPr>
        <p:txBody>
          <a:bodyPr/>
          <a:lstStyle/>
          <a:p>
            <a:r>
              <a:rPr lang="ru-RU" sz="1000" dirty="0"/>
              <a:t>1. </a:t>
            </a:r>
            <a:r>
              <a:rPr lang="en-US" sz="1000" dirty="0"/>
              <a:t>Lorem ipsum dolor sit </a:t>
            </a:r>
            <a:r>
              <a:rPr lang="en-US" sz="1000" dirty="0" err="1"/>
              <a:t>amet</a:t>
            </a:r>
            <a:r>
              <a:rPr lang="en-US" sz="1000" dirty="0"/>
              <a:t> </a:t>
            </a:r>
            <a:endParaRPr lang="ru-RU" sz="1000" dirty="0"/>
          </a:p>
        </p:txBody>
      </p:sp>
      <p:sp>
        <p:nvSpPr>
          <p:cNvPr id="217" name="Shape 14">
            <a:extLst>
              <a:ext uri="{FF2B5EF4-FFF2-40B4-BE49-F238E27FC236}">
                <a16:creationId xmlns:a16="http://schemas.microsoft.com/office/drawing/2014/main" id="{C2C2DE1C-9E7A-F6F7-B52A-AA3A64DD7102}"/>
              </a:ext>
            </a:extLst>
          </p:cNvPr>
          <p:cNvSpPr/>
          <p:nvPr/>
        </p:nvSpPr>
        <p:spPr>
          <a:xfrm>
            <a:off x="9931349"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18" name="Shape 16">
            <a:extLst>
              <a:ext uri="{FF2B5EF4-FFF2-40B4-BE49-F238E27FC236}">
                <a16:creationId xmlns:a16="http://schemas.microsoft.com/office/drawing/2014/main" id="{72526AA7-1AEF-2009-F11A-E8B6BC35CB64}"/>
              </a:ext>
            </a:extLst>
          </p:cNvPr>
          <p:cNvSpPr/>
          <p:nvPr/>
        </p:nvSpPr>
        <p:spPr>
          <a:xfrm>
            <a:off x="8966154"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19" name="Shape 18">
            <a:extLst>
              <a:ext uri="{FF2B5EF4-FFF2-40B4-BE49-F238E27FC236}">
                <a16:creationId xmlns:a16="http://schemas.microsoft.com/office/drawing/2014/main" id="{1DC3021F-8A4D-B750-F914-385683499542}"/>
              </a:ext>
            </a:extLst>
          </p:cNvPr>
          <p:cNvSpPr/>
          <p:nvPr/>
        </p:nvSpPr>
        <p:spPr>
          <a:xfrm>
            <a:off x="10718745" y="2286149"/>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0" name="Shape 27">
            <a:extLst>
              <a:ext uri="{FF2B5EF4-FFF2-40B4-BE49-F238E27FC236}">
                <a16:creationId xmlns:a16="http://schemas.microsoft.com/office/drawing/2014/main" id="{ACF21D6D-D0A3-0290-BBC2-738FA456439C}"/>
              </a:ext>
            </a:extLst>
          </p:cNvPr>
          <p:cNvSpPr/>
          <p:nvPr/>
        </p:nvSpPr>
        <p:spPr>
          <a:xfrm>
            <a:off x="8178758"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1" name="Shape 29">
            <a:extLst>
              <a:ext uri="{FF2B5EF4-FFF2-40B4-BE49-F238E27FC236}">
                <a16:creationId xmlns:a16="http://schemas.microsoft.com/office/drawing/2014/main" id="{E870AF01-C403-84FB-ADAA-C6E21993FACA}"/>
              </a:ext>
            </a:extLst>
          </p:cNvPr>
          <p:cNvSpPr/>
          <p:nvPr/>
        </p:nvSpPr>
        <p:spPr>
          <a:xfrm>
            <a:off x="4419578" y="2565512"/>
            <a:ext cx="3555981" cy="253967"/>
          </a:xfrm>
          <a:prstGeom prst="rect">
            <a:avLst/>
          </a:prstGeom>
          <a:solidFill>
            <a:srgbClr val="F5F4F4">
              <a:alpha val="100000"/>
            </a:srgbClr>
          </a:solidFill>
          <a:ln/>
        </p:spPr>
        <p:txBody>
          <a:bodyPr/>
          <a:lstStyle/>
          <a:p>
            <a:r>
              <a:rPr lang="ru-RU" sz="1000" dirty="0"/>
              <a:t>2. </a:t>
            </a:r>
            <a:r>
              <a:rPr lang="en-US" sz="1000" dirty="0"/>
              <a:t>Lorem ipsum dolor sit </a:t>
            </a:r>
            <a:r>
              <a:rPr lang="en-US" sz="1000" dirty="0" err="1"/>
              <a:t>amet</a:t>
            </a:r>
            <a:r>
              <a:rPr lang="en-US" sz="1000" dirty="0"/>
              <a:t> </a:t>
            </a:r>
            <a:endParaRPr lang="ru-RU" sz="1000" dirty="0"/>
          </a:p>
        </p:txBody>
      </p:sp>
      <p:sp>
        <p:nvSpPr>
          <p:cNvPr id="222" name="Shape 31">
            <a:extLst>
              <a:ext uri="{FF2B5EF4-FFF2-40B4-BE49-F238E27FC236}">
                <a16:creationId xmlns:a16="http://schemas.microsoft.com/office/drawing/2014/main" id="{E08743A3-CDE1-0F47-D70D-CE0E18E9E987}"/>
              </a:ext>
            </a:extLst>
          </p:cNvPr>
          <p:cNvSpPr/>
          <p:nvPr/>
        </p:nvSpPr>
        <p:spPr>
          <a:xfrm>
            <a:off x="9931349"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3" name="Shape 40">
            <a:extLst>
              <a:ext uri="{FF2B5EF4-FFF2-40B4-BE49-F238E27FC236}">
                <a16:creationId xmlns:a16="http://schemas.microsoft.com/office/drawing/2014/main" id="{82D8E021-C469-A3C3-9761-71EB028999EB}"/>
              </a:ext>
            </a:extLst>
          </p:cNvPr>
          <p:cNvSpPr/>
          <p:nvPr/>
        </p:nvSpPr>
        <p:spPr>
          <a:xfrm>
            <a:off x="8178758" y="2844876"/>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4" name="Shape 42">
            <a:extLst>
              <a:ext uri="{FF2B5EF4-FFF2-40B4-BE49-F238E27FC236}">
                <a16:creationId xmlns:a16="http://schemas.microsoft.com/office/drawing/2014/main" id="{4DCE1DBB-E7DE-9B4F-79A9-AEB52AEEE1A8}"/>
              </a:ext>
            </a:extLst>
          </p:cNvPr>
          <p:cNvSpPr/>
          <p:nvPr/>
        </p:nvSpPr>
        <p:spPr>
          <a:xfrm>
            <a:off x="4419578" y="2844876"/>
            <a:ext cx="3555981" cy="253967"/>
          </a:xfrm>
          <a:prstGeom prst="rect">
            <a:avLst/>
          </a:prstGeom>
          <a:solidFill>
            <a:srgbClr val="F5F4F4">
              <a:alpha val="100000"/>
            </a:srgbClr>
          </a:solidFill>
          <a:ln/>
        </p:spPr>
        <p:txBody>
          <a:bodyPr/>
          <a:lstStyle/>
          <a:p>
            <a:r>
              <a:rPr lang="ru-RU" sz="1000" dirty="0"/>
              <a:t>3. </a:t>
            </a:r>
            <a:r>
              <a:rPr lang="en-US" sz="1000" dirty="0"/>
              <a:t>Lorem ipsum dolor sit </a:t>
            </a:r>
            <a:r>
              <a:rPr lang="en-US" sz="1000" dirty="0" err="1"/>
              <a:t>amet</a:t>
            </a:r>
            <a:r>
              <a:rPr lang="en-US" sz="1000" dirty="0"/>
              <a:t> </a:t>
            </a:r>
            <a:endParaRPr lang="ru-RU" sz="1000" dirty="0"/>
          </a:p>
        </p:txBody>
      </p:sp>
      <p:sp>
        <p:nvSpPr>
          <p:cNvPr id="225" name="Shape 44">
            <a:extLst>
              <a:ext uri="{FF2B5EF4-FFF2-40B4-BE49-F238E27FC236}">
                <a16:creationId xmlns:a16="http://schemas.microsoft.com/office/drawing/2014/main" id="{AF791024-D470-9038-696F-B4DDB94041B8}"/>
              </a:ext>
            </a:extLst>
          </p:cNvPr>
          <p:cNvSpPr/>
          <p:nvPr/>
        </p:nvSpPr>
        <p:spPr>
          <a:xfrm>
            <a:off x="9931349" y="2844876"/>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6" name="Shape 66">
            <a:extLst>
              <a:ext uri="{FF2B5EF4-FFF2-40B4-BE49-F238E27FC236}">
                <a16:creationId xmlns:a16="http://schemas.microsoft.com/office/drawing/2014/main" id="{612F5EC3-6AD8-5795-5AD9-25442FD773F4}"/>
              </a:ext>
            </a:extLst>
          </p:cNvPr>
          <p:cNvSpPr/>
          <p:nvPr/>
        </p:nvSpPr>
        <p:spPr>
          <a:xfrm>
            <a:off x="8966154"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227" name="Shape 68">
            <a:extLst>
              <a:ext uri="{FF2B5EF4-FFF2-40B4-BE49-F238E27FC236}">
                <a16:creationId xmlns:a16="http://schemas.microsoft.com/office/drawing/2014/main" id="{073C4108-9520-9A52-5885-B43EA2FE1733}"/>
              </a:ext>
            </a:extLst>
          </p:cNvPr>
          <p:cNvSpPr/>
          <p:nvPr/>
        </p:nvSpPr>
        <p:spPr>
          <a:xfrm>
            <a:off x="10718745" y="2565512"/>
            <a:ext cx="761996" cy="253967"/>
          </a:xfrm>
          <a:prstGeom prst="rect">
            <a:avLst/>
          </a:prstGeom>
          <a:solidFill>
            <a:srgbClr val="FFFFFF">
              <a:alpha val="100000"/>
            </a:srgbClr>
          </a:solidFill>
          <a:ln w="25400">
            <a:solidFill>
              <a:srgbClr val="F5F4F4"/>
            </a:solidFill>
            <a:prstDash val="solid"/>
          </a:ln>
        </p:spPr>
        <p:txBody>
          <a:bodyPr/>
          <a:lstStyle/>
          <a:p>
            <a:pPr algn="ctr"/>
            <a:r>
              <a:rPr lang="ru-RU" sz="1000" dirty="0"/>
              <a:t>Х</a:t>
            </a:r>
          </a:p>
        </p:txBody>
      </p:sp>
      <p:sp>
        <p:nvSpPr>
          <p:cNvPr id="3" name="Заголовок 2">
            <a:extLst>
              <a:ext uri="{FF2B5EF4-FFF2-40B4-BE49-F238E27FC236}">
                <a16:creationId xmlns:a16="http://schemas.microsoft.com/office/drawing/2014/main" id="{AA3FA548-B536-C769-C86F-91417311A45F}"/>
              </a:ext>
            </a:extLst>
          </p:cNvPr>
          <p:cNvSpPr>
            <a:spLocks noGrp="1"/>
          </p:cNvSpPr>
          <p:nvPr>
            <p:ph type="title"/>
          </p:nvPr>
        </p:nvSpPr>
        <p:spPr>
          <a:xfrm>
            <a:off x="360000" y="252000"/>
            <a:ext cx="9533300" cy="393698"/>
          </a:xfrm>
        </p:spPr>
        <p:txBody>
          <a:bodyPr/>
          <a:lstStyle/>
          <a:p>
            <a:r>
              <a:rPr lang="ru-RU" dirty="0"/>
              <a:t>Слайд с сегментацией</a:t>
            </a:r>
          </a:p>
        </p:txBody>
      </p:sp>
      <p:sp>
        <p:nvSpPr>
          <p:cNvPr id="128" name="Прямоугольный треугольник 33">
            <a:extLst>
              <a:ext uri="{FF2B5EF4-FFF2-40B4-BE49-F238E27FC236}">
                <a16:creationId xmlns:a16="http://schemas.microsoft.com/office/drawing/2014/main" id="{53D0AFDA-2685-5A45-A5F6-65A375D07597}"/>
              </a:ext>
            </a:extLst>
          </p:cNvPr>
          <p:cNvSpPr/>
          <p:nvPr/>
        </p:nvSpPr>
        <p:spPr>
          <a:xfrm rot="5400000" flipV="1">
            <a:off x="8456436" y="6368659"/>
            <a:ext cx="170113" cy="170093"/>
          </a:xfrm>
          <a:prstGeom prst="rtTriangle">
            <a:avLst/>
          </a:prstGeom>
          <a:solidFill>
            <a:srgbClr val="D5BF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450" dirty="0"/>
          </a:p>
        </p:txBody>
      </p:sp>
    </p:spTree>
    <p:extLst>
      <p:ext uri="{BB962C8B-B14F-4D97-AF65-F5344CB8AC3E}">
        <p14:creationId xmlns:p14="http://schemas.microsoft.com/office/powerpoint/2010/main" val="73532013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16F451-24B8-474B-B1C0-0FA88B78EB90}"/>
              </a:ext>
            </a:extLst>
          </p:cNvPr>
          <p:cNvSpPr>
            <a:spLocks noGrp="1"/>
          </p:cNvSpPr>
          <p:nvPr>
            <p:ph type="title"/>
          </p:nvPr>
        </p:nvSpPr>
        <p:spPr>
          <a:xfrm>
            <a:off x="360000" y="698400"/>
            <a:ext cx="9533300" cy="1169294"/>
          </a:xfrm>
        </p:spPr>
        <p:txBody>
          <a:bodyPr/>
          <a:lstStyle/>
          <a:p>
            <a:r>
              <a:rPr lang="ru-RU" dirty="0"/>
              <a:t>Деятельность центра управления операциями направлена на повышение операционной эффективности</a:t>
            </a:r>
          </a:p>
        </p:txBody>
      </p:sp>
      <p:sp>
        <p:nvSpPr>
          <p:cNvPr id="5" name="Slide Number Placeholder 4">
            <a:extLst>
              <a:ext uri="{FF2B5EF4-FFF2-40B4-BE49-F238E27FC236}">
                <a16:creationId xmlns:a16="http://schemas.microsoft.com/office/drawing/2014/main" id="{5D22F302-C3E1-394E-A77B-11F6B942E433}"/>
              </a:ext>
            </a:extLst>
          </p:cNvPr>
          <p:cNvSpPr>
            <a:spLocks noGrp="1"/>
          </p:cNvSpPr>
          <p:nvPr>
            <p:ph type="sldNum" sz="quarter" idx="4"/>
          </p:nvPr>
        </p:nvSpPr>
        <p:spPr/>
        <p:txBody>
          <a:bodyPr/>
          <a:lstStyle/>
          <a:p>
            <a:fld id="{13FB4C0F-BB20-4298-B11D-AEB97E17A107}" type="slidenum">
              <a:rPr lang="ru-RU" smtClean="0"/>
              <a:pPr/>
              <a:t>81</a:t>
            </a:fld>
            <a:endParaRPr lang="ru-RU" dirty="0"/>
          </a:p>
        </p:txBody>
      </p:sp>
      <p:graphicFrame>
        <p:nvGraphicFramePr>
          <p:cNvPr id="6" name="Таблица 45">
            <a:extLst>
              <a:ext uri="{FF2B5EF4-FFF2-40B4-BE49-F238E27FC236}">
                <a16:creationId xmlns:a16="http://schemas.microsoft.com/office/drawing/2014/main" id="{F679738C-925A-D546-ABBE-0B43FECC7F86}"/>
              </a:ext>
            </a:extLst>
          </p:cNvPr>
          <p:cNvGraphicFramePr>
            <a:graphicFrameLocks noGrp="1"/>
          </p:cNvGraphicFramePr>
          <p:nvPr/>
        </p:nvGraphicFramePr>
        <p:xfrm>
          <a:off x="351838" y="1990800"/>
          <a:ext cx="11480742" cy="360000"/>
        </p:xfrm>
        <a:graphic>
          <a:graphicData uri="http://schemas.openxmlformats.org/drawingml/2006/table">
            <a:tbl>
              <a:tblPr firstRow="1" bandRow="1">
                <a:tableStyleId>{5C22544A-7EE6-4342-B048-85BDC9FD1C3A}</a:tableStyleId>
              </a:tblPr>
              <a:tblGrid>
                <a:gridCol w="1913457">
                  <a:extLst>
                    <a:ext uri="{9D8B030D-6E8A-4147-A177-3AD203B41FA5}">
                      <a16:colId xmlns:a16="http://schemas.microsoft.com/office/drawing/2014/main" val="703013879"/>
                    </a:ext>
                  </a:extLst>
                </a:gridCol>
                <a:gridCol w="1913457">
                  <a:extLst>
                    <a:ext uri="{9D8B030D-6E8A-4147-A177-3AD203B41FA5}">
                      <a16:colId xmlns:a16="http://schemas.microsoft.com/office/drawing/2014/main" val="3578337866"/>
                    </a:ext>
                  </a:extLst>
                </a:gridCol>
                <a:gridCol w="1913457">
                  <a:extLst>
                    <a:ext uri="{9D8B030D-6E8A-4147-A177-3AD203B41FA5}">
                      <a16:colId xmlns:a16="http://schemas.microsoft.com/office/drawing/2014/main" val="3361557832"/>
                    </a:ext>
                  </a:extLst>
                </a:gridCol>
                <a:gridCol w="1913457">
                  <a:extLst>
                    <a:ext uri="{9D8B030D-6E8A-4147-A177-3AD203B41FA5}">
                      <a16:colId xmlns:a16="http://schemas.microsoft.com/office/drawing/2014/main" val="2976666941"/>
                    </a:ext>
                  </a:extLst>
                </a:gridCol>
                <a:gridCol w="1913457">
                  <a:extLst>
                    <a:ext uri="{9D8B030D-6E8A-4147-A177-3AD203B41FA5}">
                      <a16:colId xmlns:a16="http://schemas.microsoft.com/office/drawing/2014/main" val="84570180"/>
                    </a:ext>
                  </a:extLst>
                </a:gridCol>
                <a:gridCol w="1913457">
                  <a:extLst>
                    <a:ext uri="{9D8B030D-6E8A-4147-A177-3AD203B41FA5}">
                      <a16:colId xmlns:a16="http://schemas.microsoft.com/office/drawing/2014/main" val="2859185102"/>
                    </a:ext>
                  </a:extLst>
                </a:gridCol>
              </a:tblGrid>
              <a:tr h="360000">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i="0" dirty="0">
                          <a:solidFill>
                            <a:schemeClr val="tx1"/>
                          </a:solidFill>
                          <a:latin typeface="Stapel" panose="020B0504020202020204" pitchFamily="34" charset="77"/>
                          <a:ea typeface="Stapel" pitchFamily="34" charset="-122"/>
                          <a:cs typeface="Stapel" pitchFamily="34" charset="-120"/>
                        </a:rPr>
                        <a:t>Добыча</a:t>
                      </a:r>
                      <a:endParaRPr lang="en-US" sz="1200" b="0" i="0" dirty="0">
                        <a:solidFill>
                          <a:schemeClr val="tx1"/>
                        </a:solidFill>
                        <a:latin typeface="Stapel" panose="020B0504020202020204" pitchFamily="34" charset="77"/>
                      </a:endParaRPr>
                    </a:p>
                  </a:txBody>
                  <a:tcPr anchor="ctr">
                    <a:solidFill>
                      <a:srgbClr val="FACDE5"/>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Переработка</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Первичная логистика</a:t>
                      </a:r>
                      <a:endParaRPr lang="en-US" sz="1200" b="0" dirty="0">
                        <a:solidFill>
                          <a:schemeClr val="tx1"/>
                        </a:solidFill>
                      </a:endParaRP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Производство ПБЕ</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Вторичная логистика</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Сбыт</a:t>
                      </a:r>
                    </a:p>
                  </a:txBody>
                  <a:tcPr anchor="ctr">
                    <a:solidFill>
                      <a:schemeClr val="bg2"/>
                    </a:solidFill>
                  </a:tcPr>
                </a:tc>
                <a:extLst>
                  <a:ext uri="{0D108BD9-81ED-4DB2-BD59-A6C34878D82A}">
                    <a16:rowId xmlns:a16="http://schemas.microsoft.com/office/drawing/2014/main" val="2302291900"/>
                  </a:ext>
                </a:extLst>
              </a:tr>
            </a:tbl>
          </a:graphicData>
        </a:graphic>
      </p:graphicFrame>
      <p:sp>
        <p:nvSpPr>
          <p:cNvPr id="9" name="Snip Single Corner of Rectangle 8">
            <a:extLst>
              <a:ext uri="{FF2B5EF4-FFF2-40B4-BE49-F238E27FC236}">
                <a16:creationId xmlns:a16="http://schemas.microsoft.com/office/drawing/2014/main" id="{2FE42DAD-9787-EA41-8E23-3204CB558C09}"/>
              </a:ext>
            </a:extLst>
          </p:cNvPr>
          <p:cNvSpPr/>
          <p:nvPr/>
        </p:nvSpPr>
        <p:spPr>
          <a:xfrm rot="5400000">
            <a:off x="1494190" y="2840391"/>
            <a:ext cx="1488003"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563AC39F-4E67-6F41-A1A0-A8C610E4A561}"/>
              </a:ext>
            </a:extLst>
          </p:cNvPr>
          <p:cNvSpPr txBox="1"/>
          <p:nvPr/>
        </p:nvSpPr>
        <p:spPr>
          <a:xfrm>
            <a:off x="504372" y="4096931"/>
            <a:ext cx="2064668"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Совершенствование</a:t>
            </a:r>
            <a:endParaRPr lang="en-US" sz="1600" dirty="0">
              <a:latin typeface="Stapel" panose="020B0504020202020204" pitchFamily="34" charset="-52"/>
            </a:endParaRPr>
          </a:p>
        </p:txBody>
      </p:sp>
      <p:sp>
        <p:nvSpPr>
          <p:cNvPr id="11" name="TextBox 10">
            <a:extLst>
              <a:ext uri="{FF2B5EF4-FFF2-40B4-BE49-F238E27FC236}">
                <a16:creationId xmlns:a16="http://schemas.microsoft.com/office/drawing/2014/main" id="{4FF60405-0155-634C-9FD6-415F4C02FCFB}"/>
              </a:ext>
            </a:extLst>
          </p:cNvPr>
          <p:cNvSpPr txBox="1"/>
          <p:nvPr/>
        </p:nvSpPr>
        <p:spPr>
          <a:xfrm>
            <a:off x="504372" y="5032482"/>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12" name="TextBox 11">
            <a:extLst>
              <a:ext uri="{FF2B5EF4-FFF2-40B4-BE49-F238E27FC236}">
                <a16:creationId xmlns:a16="http://schemas.microsoft.com/office/drawing/2014/main" id="{0DE231E0-8D88-C645-8499-226DFA6EBE44}"/>
              </a:ext>
            </a:extLst>
          </p:cNvPr>
          <p:cNvSpPr txBox="1"/>
          <p:nvPr/>
        </p:nvSpPr>
        <p:spPr>
          <a:xfrm>
            <a:off x="3756808" y="4096931"/>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3</a:t>
            </a:r>
          </a:p>
        </p:txBody>
      </p:sp>
      <p:sp>
        <p:nvSpPr>
          <p:cNvPr id="16" name="Oval 15">
            <a:extLst>
              <a:ext uri="{FF2B5EF4-FFF2-40B4-BE49-F238E27FC236}">
                <a16:creationId xmlns:a16="http://schemas.microsoft.com/office/drawing/2014/main" id="{3448F412-0AC3-C748-B0E0-5CCCE16152A0}"/>
              </a:ext>
            </a:extLst>
          </p:cNvPr>
          <p:cNvSpPr>
            <a:spLocks noChangeAspect="1"/>
          </p:cNvSpPr>
          <p:nvPr/>
        </p:nvSpPr>
        <p:spPr>
          <a:xfrm>
            <a:off x="4602000" y="2444362"/>
            <a:ext cx="2988000" cy="2988000"/>
          </a:xfrm>
          <a:prstGeom prst="ellipse">
            <a:avLst/>
          </a:prstGeom>
          <a:solidFill>
            <a:srgbClr val="FAC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A9211C43-91A0-8748-A3EB-6243FCBD82DD}"/>
              </a:ext>
            </a:extLst>
          </p:cNvPr>
          <p:cNvSpPr>
            <a:spLocks noChangeAspect="1"/>
          </p:cNvSpPr>
          <p:nvPr/>
        </p:nvSpPr>
        <p:spPr>
          <a:xfrm>
            <a:off x="4800000" y="2642362"/>
            <a:ext cx="2592000" cy="25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9C70F828-DA3C-AB49-95E1-5492A51B336B}"/>
              </a:ext>
            </a:extLst>
          </p:cNvPr>
          <p:cNvSpPr txBox="1"/>
          <p:nvPr/>
        </p:nvSpPr>
        <p:spPr>
          <a:xfrm>
            <a:off x="351838" y="5691499"/>
            <a:ext cx="4454508" cy="184666"/>
          </a:xfrm>
          <a:prstGeom prst="rect">
            <a:avLst/>
          </a:prstGeom>
          <a:noFill/>
          <a:ln/>
        </p:spPr>
        <p:txBody>
          <a:bodyPr vert="horz" wrap="square" lIns="0" tIns="0" rIns="0" bIns="0" rtlCol="0" anchor="t">
            <a:spAutoFit/>
          </a:bodyPr>
          <a:lstStyle/>
          <a:p>
            <a:pPr algn="l"/>
            <a:r>
              <a:rPr lang="ru-RU" sz="1200" dirty="0">
                <a:latin typeface="Stapel" panose="020B0504020202020204" pitchFamily="34" charset="77"/>
              </a:rPr>
              <a:t>Эффекты от внедрения центра управление операциями</a:t>
            </a:r>
          </a:p>
        </p:txBody>
      </p:sp>
      <p:sp>
        <p:nvSpPr>
          <p:cNvPr id="26" name="TextBox 25">
            <a:extLst>
              <a:ext uri="{FF2B5EF4-FFF2-40B4-BE49-F238E27FC236}">
                <a16:creationId xmlns:a16="http://schemas.microsoft.com/office/drawing/2014/main" id="{581F4C4E-FA81-2D4B-A123-4019627DE254}"/>
              </a:ext>
            </a:extLst>
          </p:cNvPr>
          <p:cNvSpPr txBox="1"/>
          <p:nvPr/>
        </p:nvSpPr>
        <p:spPr>
          <a:xfrm>
            <a:off x="719364" y="6031212"/>
            <a:ext cx="3397024"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31" name="Рисунок 231">
            <a:extLst>
              <a:ext uri="{FF2B5EF4-FFF2-40B4-BE49-F238E27FC236}">
                <a16:creationId xmlns:a16="http://schemas.microsoft.com/office/drawing/2014/main" id="{0A171579-907D-8441-AACC-E30189BBCE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360" y="6027497"/>
            <a:ext cx="228600" cy="228600"/>
          </a:xfrm>
          <a:prstGeom prst="rect">
            <a:avLst/>
          </a:prstGeom>
        </p:spPr>
      </p:pic>
      <p:sp>
        <p:nvSpPr>
          <p:cNvPr id="46" name="TextBox 45">
            <a:extLst>
              <a:ext uri="{FF2B5EF4-FFF2-40B4-BE49-F238E27FC236}">
                <a16:creationId xmlns:a16="http://schemas.microsoft.com/office/drawing/2014/main" id="{AA3AD632-1E12-EB45-A023-4BF6EC45DF04}"/>
              </a:ext>
            </a:extLst>
          </p:cNvPr>
          <p:cNvSpPr txBox="1"/>
          <p:nvPr/>
        </p:nvSpPr>
        <p:spPr>
          <a:xfrm>
            <a:off x="4913220" y="2965220"/>
            <a:ext cx="194452" cy="184666"/>
          </a:xfrm>
          <a:prstGeom prst="rect">
            <a:avLst/>
          </a:prstGeom>
          <a:noFill/>
          <a:ln/>
        </p:spPr>
        <p:txBody>
          <a:bodyPr vert="horz" wrap="none" lIns="0" tIns="0" rIns="0" bIns="0" rtlCol="0" anchor="ctr">
            <a:noAutofit/>
          </a:bodyPr>
          <a:lstStyle/>
          <a:p>
            <a:pPr algn="ctr"/>
            <a:r>
              <a:rPr lang="ru-RU" sz="800" dirty="0">
                <a:solidFill>
                  <a:srgbClr val="EF80BC"/>
                </a:solidFill>
                <a:latin typeface="Stapel" panose="020B0504020202020204" pitchFamily="34" charset="-52"/>
              </a:rPr>
              <a:t>1</a:t>
            </a:r>
            <a:endParaRPr lang="en-US" sz="800" dirty="0">
              <a:solidFill>
                <a:srgbClr val="EF80BC"/>
              </a:solidFill>
              <a:latin typeface="Stapel" panose="020B0504020202020204" pitchFamily="34" charset="-52"/>
            </a:endParaRPr>
          </a:p>
        </p:txBody>
      </p:sp>
      <p:sp>
        <p:nvSpPr>
          <p:cNvPr id="47" name="TextBox 46">
            <a:extLst>
              <a:ext uri="{FF2B5EF4-FFF2-40B4-BE49-F238E27FC236}">
                <a16:creationId xmlns:a16="http://schemas.microsoft.com/office/drawing/2014/main" id="{0B7C0CE0-737F-5747-B49B-1FC9F9B44AED}"/>
              </a:ext>
            </a:extLst>
          </p:cNvPr>
          <p:cNvSpPr txBox="1"/>
          <p:nvPr/>
        </p:nvSpPr>
        <p:spPr>
          <a:xfrm>
            <a:off x="7071765" y="2965220"/>
            <a:ext cx="194452" cy="184666"/>
          </a:xfrm>
          <a:prstGeom prst="rect">
            <a:avLst/>
          </a:prstGeom>
          <a:noFill/>
          <a:ln/>
        </p:spPr>
        <p:txBody>
          <a:bodyPr vert="horz" wrap="none" lIns="0" tIns="0" rIns="0" bIns="0" rtlCol="0" anchor="ctr">
            <a:noAutofit/>
          </a:bodyPr>
          <a:lstStyle/>
          <a:p>
            <a:pPr algn="ctr"/>
            <a:r>
              <a:rPr lang="en-US" sz="800" dirty="0">
                <a:solidFill>
                  <a:srgbClr val="EF80BC"/>
                </a:solidFill>
                <a:latin typeface="Stapel" panose="020B0504020202020204" pitchFamily="34" charset="-52"/>
              </a:rPr>
              <a:t>2</a:t>
            </a:r>
          </a:p>
        </p:txBody>
      </p:sp>
      <p:sp>
        <p:nvSpPr>
          <p:cNvPr id="48" name="TextBox 47">
            <a:extLst>
              <a:ext uri="{FF2B5EF4-FFF2-40B4-BE49-F238E27FC236}">
                <a16:creationId xmlns:a16="http://schemas.microsoft.com/office/drawing/2014/main" id="{89DF410A-46D9-704D-803C-A358D602B1ED}"/>
              </a:ext>
            </a:extLst>
          </p:cNvPr>
          <p:cNvSpPr txBox="1"/>
          <p:nvPr/>
        </p:nvSpPr>
        <p:spPr>
          <a:xfrm>
            <a:off x="4913220" y="4735171"/>
            <a:ext cx="194452" cy="184666"/>
          </a:xfrm>
          <a:prstGeom prst="rect">
            <a:avLst/>
          </a:prstGeom>
          <a:noFill/>
          <a:ln/>
        </p:spPr>
        <p:txBody>
          <a:bodyPr vert="horz" wrap="none" lIns="0" tIns="0" rIns="0" bIns="0" rtlCol="0" anchor="ctr">
            <a:noAutofit/>
          </a:bodyPr>
          <a:lstStyle/>
          <a:p>
            <a:pPr algn="ctr"/>
            <a:r>
              <a:rPr lang="en-US" sz="800" dirty="0">
                <a:solidFill>
                  <a:srgbClr val="EF80BC"/>
                </a:solidFill>
                <a:latin typeface="Stapel" panose="020B0504020202020204" pitchFamily="34" charset="-52"/>
              </a:rPr>
              <a:t>4</a:t>
            </a:r>
          </a:p>
        </p:txBody>
      </p:sp>
      <p:sp>
        <p:nvSpPr>
          <p:cNvPr id="49" name="TextBox 48">
            <a:extLst>
              <a:ext uri="{FF2B5EF4-FFF2-40B4-BE49-F238E27FC236}">
                <a16:creationId xmlns:a16="http://schemas.microsoft.com/office/drawing/2014/main" id="{C1A9EC4E-1A34-2A46-8371-747C1494A354}"/>
              </a:ext>
            </a:extLst>
          </p:cNvPr>
          <p:cNvSpPr txBox="1"/>
          <p:nvPr/>
        </p:nvSpPr>
        <p:spPr>
          <a:xfrm>
            <a:off x="7071765" y="4735171"/>
            <a:ext cx="194452" cy="184666"/>
          </a:xfrm>
          <a:prstGeom prst="rect">
            <a:avLst/>
          </a:prstGeom>
          <a:noFill/>
          <a:ln/>
        </p:spPr>
        <p:txBody>
          <a:bodyPr vert="horz" wrap="none" lIns="0" tIns="0" rIns="0" bIns="0" rtlCol="0" anchor="ctr">
            <a:noAutofit/>
          </a:bodyPr>
          <a:lstStyle/>
          <a:p>
            <a:pPr algn="ctr"/>
            <a:r>
              <a:rPr lang="en-US" sz="800" dirty="0">
                <a:solidFill>
                  <a:srgbClr val="EF80BC"/>
                </a:solidFill>
                <a:latin typeface="Stapel" panose="020B0504020202020204" pitchFamily="34" charset="-52"/>
              </a:rPr>
              <a:t>3</a:t>
            </a:r>
          </a:p>
        </p:txBody>
      </p:sp>
      <p:sp>
        <p:nvSpPr>
          <p:cNvPr id="50" name="Snip Single Corner of Rectangle 49">
            <a:extLst>
              <a:ext uri="{FF2B5EF4-FFF2-40B4-BE49-F238E27FC236}">
                <a16:creationId xmlns:a16="http://schemas.microsoft.com/office/drawing/2014/main" id="{4BE2A79B-FFAC-7A48-9970-DABDC7207B66}"/>
              </a:ext>
            </a:extLst>
          </p:cNvPr>
          <p:cNvSpPr/>
          <p:nvPr/>
        </p:nvSpPr>
        <p:spPr>
          <a:xfrm rot="5400000">
            <a:off x="1496299" y="1303686"/>
            <a:ext cx="1483786"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TextBox 50">
            <a:extLst>
              <a:ext uri="{FF2B5EF4-FFF2-40B4-BE49-F238E27FC236}">
                <a16:creationId xmlns:a16="http://schemas.microsoft.com/office/drawing/2014/main" id="{4B96B1F2-D23C-A549-8BED-AC2D20C9BF28}"/>
              </a:ext>
            </a:extLst>
          </p:cNvPr>
          <p:cNvSpPr txBox="1"/>
          <p:nvPr/>
        </p:nvSpPr>
        <p:spPr>
          <a:xfrm>
            <a:off x="504372" y="2582724"/>
            <a:ext cx="1442703"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Планирование</a:t>
            </a:r>
            <a:endParaRPr lang="en-US" sz="1600" dirty="0">
              <a:latin typeface="Stapel" panose="020B0504020202020204" pitchFamily="34" charset="-52"/>
            </a:endParaRPr>
          </a:p>
        </p:txBody>
      </p:sp>
      <p:sp>
        <p:nvSpPr>
          <p:cNvPr id="52" name="TextBox 51">
            <a:extLst>
              <a:ext uri="{FF2B5EF4-FFF2-40B4-BE49-F238E27FC236}">
                <a16:creationId xmlns:a16="http://schemas.microsoft.com/office/drawing/2014/main" id="{FEE523C9-EF4D-7842-A4F5-7369D1C2D969}"/>
              </a:ext>
            </a:extLst>
          </p:cNvPr>
          <p:cNvSpPr txBox="1"/>
          <p:nvPr/>
        </p:nvSpPr>
        <p:spPr>
          <a:xfrm>
            <a:off x="504372" y="3518275"/>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53" name="TextBox 52">
            <a:extLst>
              <a:ext uri="{FF2B5EF4-FFF2-40B4-BE49-F238E27FC236}">
                <a16:creationId xmlns:a16="http://schemas.microsoft.com/office/drawing/2014/main" id="{7916E49A-DD62-644E-B2E4-4D616BE18465}"/>
              </a:ext>
            </a:extLst>
          </p:cNvPr>
          <p:cNvSpPr txBox="1"/>
          <p:nvPr/>
        </p:nvSpPr>
        <p:spPr>
          <a:xfrm>
            <a:off x="3756808" y="2582724"/>
            <a:ext cx="194452" cy="184666"/>
          </a:xfrm>
          <a:prstGeom prst="rect">
            <a:avLst/>
          </a:prstGeom>
          <a:noFill/>
          <a:ln/>
        </p:spPr>
        <p:txBody>
          <a:bodyPr vert="horz" wrap="square" lIns="0" tIns="0" rIns="0" bIns="0" rtlCol="0" anchor="t">
            <a:spAutoFit/>
          </a:bodyPr>
          <a:lstStyle/>
          <a:p>
            <a:pPr algn="r"/>
            <a:r>
              <a:rPr lang="ru-RU" sz="1200" dirty="0">
                <a:latin typeface="Stapel" panose="020B0504020202020204" pitchFamily="34" charset="-52"/>
              </a:rPr>
              <a:t>1</a:t>
            </a:r>
            <a:endParaRPr lang="en-US" sz="1200" dirty="0">
              <a:latin typeface="Stapel" panose="020B0504020202020204" pitchFamily="34" charset="-52"/>
            </a:endParaRPr>
          </a:p>
        </p:txBody>
      </p:sp>
      <p:sp>
        <p:nvSpPr>
          <p:cNvPr id="62" name="Snip Single Corner of Rectangle 61">
            <a:extLst>
              <a:ext uri="{FF2B5EF4-FFF2-40B4-BE49-F238E27FC236}">
                <a16:creationId xmlns:a16="http://schemas.microsoft.com/office/drawing/2014/main" id="{E5BD4482-7452-014D-A107-BAFE0DADA5DC}"/>
              </a:ext>
            </a:extLst>
          </p:cNvPr>
          <p:cNvSpPr/>
          <p:nvPr/>
        </p:nvSpPr>
        <p:spPr>
          <a:xfrm rot="5400000">
            <a:off x="9209806" y="2840391"/>
            <a:ext cx="1488003"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FCFB8B07-792C-2142-AD44-958B83E733BD}"/>
              </a:ext>
            </a:extLst>
          </p:cNvPr>
          <p:cNvSpPr txBox="1"/>
          <p:nvPr/>
        </p:nvSpPr>
        <p:spPr>
          <a:xfrm>
            <a:off x="8219988" y="4096931"/>
            <a:ext cx="1341714"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Координация</a:t>
            </a:r>
          </a:p>
        </p:txBody>
      </p:sp>
      <p:sp>
        <p:nvSpPr>
          <p:cNvPr id="64" name="TextBox 63">
            <a:extLst>
              <a:ext uri="{FF2B5EF4-FFF2-40B4-BE49-F238E27FC236}">
                <a16:creationId xmlns:a16="http://schemas.microsoft.com/office/drawing/2014/main" id="{23CEC16B-C6C4-DB45-BD88-4DBDA3141DD4}"/>
              </a:ext>
            </a:extLst>
          </p:cNvPr>
          <p:cNvSpPr txBox="1"/>
          <p:nvPr/>
        </p:nvSpPr>
        <p:spPr>
          <a:xfrm>
            <a:off x="8219988" y="5032482"/>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65" name="TextBox 64">
            <a:extLst>
              <a:ext uri="{FF2B5EF4-FFF2-40B4-BE49-F238E27FC236}">
                <a16:creationId xmlns:a16="http://schemas.microsoft.com/office/drawing/2014/main" id="{32A6E127-E96C-7B4E-81AF-A7D523094E07}"/>
              </a:ext>
            </a:extLst>
          </p:cNvPr>
          <p:cNvSpPr txBox="1"/>
          <p:nvPr/>
        </p:nvSpPr>
        <p:spPr>
          <a:xfrm>
            <a:off x="11472424" y="4096931"/>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4</a:t>
            </a:r>
          </a:p>
        </p:txBody>
      </p:sp>
      <p:sp>
        <p:nvSpPr>
          <p:cNvPr id="66" name="Snip Single Corner of Rectangle 65">
            <a:extLst>
              <a:ext uri="{FF2B5EF4-FFF2-40B4-BE49-F238E27FC236}">
                <a16:creationId xmlns:a16="http://schemas.microsoft.com/office/drawing/2014/main" id="{D86D8D75-0CAD-E644-A4F2-E312ABE1B414}"/>
              </a:ext>
            </a:extLst>
          </p:cNvPr>
          <p:cNvSpPr/>
          <p:nvPr/>
        </p:nvSpPr>
        <p:spPr>
          <a:xfrm rot="5400000">
            <a:off x="9211915" y="1303686"/>
            <a:ext cx="1483786"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2124E0BE-617E-8A43-B93D-7D4B5ECCD927}"/>
              </a:ext>
            </a:extLst>
          </p:cNvPr>
          <p:cNvSpPr txBox="1"/>
          <p:nvPr/>
        </p:nvSpPr>
        <p:spPr>
          <a:xfrm>
            <a:off x="8219988" y="2582724"/>
            <a:ext cx="1203856"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Мониторинг</a:t>
            </a:r>
            <a:endParaRPr lang="en-US" sz="1600" dirty="0">
              <a:latin typeface="Stapel" panose="020B0504020202020204" pitchFamily="34" charset="-52"/>
            </a:endParaRPr>
          </a:p>
        </p:txBody>
      </p:sp>
      <p:sp>
        <p:nvSpPr>
          <p:cNvPr id="68" name="TextBox 67">
            <a:extLst>
              <a:ext uri="{FF2B5EF4-FFF2-40B4-BE49-F238E27FC236}">
                <a16:creationId xmlns:a16="http://schemas.microsoft.com/office/drawing/2014/main" id="{5EEC22A2-DA1F-3447-9823-A6CBD3E62117}"/>
              </a:ext>
            </a:extLst>
          </p:cNvPr>
          <p:cNvSpPr txBox="1"/>
          <p:nvPr/>
        </p:nvSpPr>
        <p:spPr>
          <a:xfrm>
            <a:off x="8219988" y="3518275"/>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69" name="TextBox 68">
            <a:extLst>
              <a:ext uri="{FF2B5EF4-FFF2-40B4-BE49-F238E27FC236}">
                <a16:creationId xmlns:a16="http://schemas.microsoft.com/office/drawing/2014/main" id="{8D7684EF-C103-3B42-B9F9-A3D9A4675BFD}"/>
              </a:ext>
            </a:extLst>
          </p:cNvPr>
          <p:cNvSpPr txBox="1"/>
          <p:nvPr/>
        </p:nvSpPr>
        <p:spPr>
          <a:xfrm>
            <a:off x="11472424" y="2582724"/>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2</a:t>
            </a:r>
          </a:p>
        </p:txBody>
      </p:sp>
      <p:sp>
        <p:nvSpPr>
          <p:cNvPr id="74" name="Shape 40">
            <a:extLst>
              <a:ext uri="{FF2B5EF4-FFF2-40B4-BE49-F238E27FC236}">
                <a16:creationId xmlns:a16="http://schemas.microsoft.com/office/drawing/2014/main" id="{C539C94F-F3BC-4F4C-8CC1-3B1DE91AB988}"/>
              </a:ext>
            </a:extLst>
          </p:cNvPr>
          <p:cNvSpPr/>
          <p:nvPr/>
        </p:nvSpPr>
        <p:spPr>
          <a:xfrm>
            <a:off x="5043152" y="3535350"/>
            <a:ext cx="2105696" cy="253967"/>
          </a:xfrm>
          <a:prstGeom prst="rect">
            <a:avLst/>
          </a:prstGeom>
          <a:solidFill>
            <a:srgbClr val="F5F4F4">
              <a:alpha val="100000"/>
            </a:srgbClr>
          </a:solidFill>
          <a:ln/>
        </p:spPr>
        <p:txBody>
          <a:bodyPr lIns="36000" rIns="36000" anchor="ctr"/>
          <a:lstStyle/>
          <a:p>
            <a:pPr algn="ctr"/>
            <a:r>
              <a:rPr lang="ru-RU" sz="800" dirty="0"/>
              <a:t>Интегрированное планирование</a:t>
            </a:r>
            <a:endParaRPr lang="en-US" sz="800" dirty="0"/>
          </a:p>
        </p:txBody>
      </p:sp>
      <p:sp>
        <p:nvSpPr>
          <p:cNvPr id="75" name="Shape 42">
            <a:extLst>
              <a:ext uri="{FF2B5EF4-FFF2-40B4-BE49-F238E27FC236}">
                <a16:creationId xmlns:a16="http://schemas.microsoft.com/office/drawing/2014/main" id="{1F366CF3-27D7-9041-AA07-15DEF07AB693}"/>
              </a:ext>
            </a:extLst>
          </p:cNvPr>
          <p:cNvSpPr/>
          <p:nvPr/>
        </p:nvSpPr>
        <p:spPr>
          <a:xfrm>
            <a:off x="5043152" y="3802015"/>
            <a:ext cx="2105696" cy="253967"/>
          </a:xfrm>
          <a:prstGeom prst="rect">
            <a:avLst/>
          </a:prstGeom>
          <a:solidFill>
            <a:srgbClr val="F5F4F4">
              <a:alpha val="100000"/>
            </a:srgbClr>
          </a:solidFill>
          <a:ln/>
        </p:spPr>
        <p:txBody>
          <a:bodyPr lIns="36000" rIns="36000" anchor="ctr"/>
          <a:lstStyle/>
          <a:p>
            <a:pPr algn="ctr"/>
            <a:r>
              <a:rPr lang="ru-RU" sz="800" dirty="0"/>
              <a:t>Управление производством</a:t>
            </a:r>
          </a:p>
        </p:txBody>
      </p:sp>
      <p:sp>
        <p:nvSpPr>
          <p:cNvPr id="76" name="Shape 44">
            <a:extLst>
              <a:ext uri="{FF2B5EF4-FFF2-40B4-BE49-F238E27FC236}">
                <a16:creationId xmlns:a16="http://schemas.microsoft.com/office/drawing/2014/main" id="{3E69F96C-05CB-2E4F-A701-0455D23E181B}"/>
              </a:ext>
            </a:extLst>
          </p:cNvPr>
          <p:cNvSpPr/>
          <p:nvPr/>
        </p:nvSpPr>
        <p:spPr>
          <a:xfrm>
            <a:off x="5043152" y="4068681"/>
            <a:ext cx="2105696" cy="253967"/>
          </a:xfrm>
          <a:prstGeom prst="rect">
            <a:avLst/>
          </a:prstGeom>
          <a:solidFill>
            <a:srgbClr val="F5F4F4">
              <a:alpha val="100000"/>
            </a:srgbClr>
          </a:solidFill>
          <a:ln/>
        </p:spPr>
        <p:txBody>
          <a:bodyPr lIns="36000" rIns="36000" anchor="ctr"/>
          <a:lstStyle/>
          <a:p>
            <a:pPr algn="ctr"/>
            <a:r>
              <a:rPr lang="ru-RU" sz="800"/>
              <a:t>Повышение надежности оборудования</a:t>
            </a:r>
            <a:endParaRPr lang="en-US" sz="800" dirty="0"/>
          </a:p>
        </p:txBody>
      </p:sp>
      <p:sp>
        <p:nvSpPr>
          <p:cNvPr id="77" name="Shape 46">
            <a:extLst>
              <a:ext uri="{FF2B5EF4-FFF2-40B4-BE49-F238E27FC236}">
                <a16:creationId xmlns:a16="http://schemas.microsoft.com/office/drawing/2014/main" id="{39E10CA8-4F78-4A48-B71A-DE757C647AF3}"/>
              </a:ext>
            </a:extLst>
          </p:cNvPr>
          <p:cNvSpPr/>
          <p:nvPr/>
        </p:nvSpPr>
        <p:spPr>
          <a:xfrm>
            <a:off x="5043152" y="4335346"/>
            <a:ext cx="2105696" cy="253967"/>
          </a:xfrm>
          <a:prstGeom prst="rect">
            <a:avLst/>
          </a:prstGeom>
          <a:solidFill>
            <a:srgbClr val="F5F4F4">
              <a:alpha val="100000"/>
            </a:srgbClr>
          </a:solidFill>
          <a:ln/>
        </p:spPr>
        <p:txBody>
          <a:bodyPr lIns="36000" rIns="36000" anchor="ctr"/>
          <a:lstStyle/>
          <a:p>
            <a:pPr algn="ctr"/>
            <a:r>
              <a:rPr lang="ru-RU" sz="800" dirty="0"/>
              <a:t>Контроль параметров продукта</a:t>
            </a:r>
            <a:endParaRPr lang="en-US" sz="800" dirty="0"/>
          </a:p>
        </p:txBody>
      </p:sp>
      <p:sp>
        <p:nvSpPr>
          <p:cNvPr id="78" name="Shape 40">
            <a:extLst>
              <a:ext uri="{FF2B5EF4-FFF2-40B4-BE49-F238E27FC236}">
                <a16:creationId xmlns:a16="http://schemas.microsoft.com/office/drawing/2014/main" id="{3C594D6D-2C83-2446-87C1-108992010F48}"/>
              </a:ext>
            </a:extLst>
          </p:cNvPr>
          <p:cNvSpPr/>
          <p:nvPr/>
        </p:nvSpPr>
        <p:spPr>
          <a:xfrm>
            <a:off x="5043152" y="3264777"/>
            <a:ext cx="2105696" cy="253967"/>
          </a:xfrm>
          <a:prstGeom prst="rect">
            <a:avLst/>
          </a:prstGeom>
          <a:solidFill>
            <a:srgbClr val="F5F4F4">
              <a:alpha val="100000"/>
            </a:srgbClr>
          </a:solidFill>
          <a:ln/>
        </p:spPr>
        <p:txBody>
          <a:bodyPr lIns="36000" rIns="36000" anchor="ctr"/>
          <a:lstStyle/>
          <a:p>
            <a:pPr algn="ctr"/>
            <a:r>
              <a:rPr lang="ru-RU" sz="800" dirty="0"/>
              <a:t>Операционная деятельность</a:t>
            </a:r>
          </a:p>
        </p:txBody>
      </p:sp>
      <p:sp>
        <p:nvSpPr>
          <p:cNvPr id="44" name="Shape 12">
            <a:extLst>
              <a:ext uri="{FF2B5EF4-FFF2-40B4-BE49-F238E27FC236}">
                <a16:creationId xmlns:a16="http://schemas.microsoft.com/office/drawing/2014/main" id="{DD7C3EE9-231A-D44E-936B-FA35378BBED8}"/>
              </a:ext>
            </a:extLst>
          </p:cNvPr>
          <p:cNvSpPr/>
          <p:nvPr/>
        </p:nvSpPr>
        <p:spPr>
          <a:xfrm>
            <a:off x="355598" y="5936315"/>
            <a:ext cx="11480740" cy="12700"/>
          </a:xfrm>
          <a:prstGeom prst="rect">
            <a:avLst/>
          </a:prstGeom>
          <a:solidFill>
            <a:srgbClr val="000000">
              <a:alpha val="100000"/>
            </a:srgbClr>
          </a:solidFill>
          <a:ln/>
        </p:spPr>
      </p:sp>
      <p:sp>
        <p:nvSpPr>
          <p:cNvPr id="45" name="TextBox 44">
            <a:extLst>
              <a:ext uri="{FF2B5EF4-FFF2-40B4-BE49-F238E27FC236}">
                <a16:creationId xmlns:a16="http://schemas.microsoft.com/office/drawing/2014/main" id="{EF0E6739-E408-F844-AF5F-50AB45051794}"/>
              </a:ext>
            </a:extLst>
          </p:cNvPr>
          <p:cNvSpPr txBox="1"/>
          <p:nvPr/>
        </p:nvSpPr>
        <p:spPr>
          <a:xfrm>
            <a:off x="8463227" y="6031212"/>
            <a:ext cx="3368776"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56" name="Рисунок 614">
            <a:extLst>
              <a:ext uri="{FF2B5EF4-FFF2-40B4-BE49-F238E27FC236}">
                <a16:creationId xmlns:a16="http://schemas.microsoft.com/office/drawing/2014/main" id="{9601FF0E-2448-2040-B2C7-14D87CE989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93798" y="6027497"/>
            <a:ext cx="238125" cy="228600"/>
          </a:xfrm>
          <a:prstGeom prst="rect">
            <a:avLst/>
          </a:prstGeom>
        </p:spPr>
      </p:pic>
      <p:sp>
        <p:nvSpPr>
          <p:cNvPr id="59" name="TextBox 58">
            <a:extLst>
              <a:ext uri="{FF2B5EF4-FFF2-40B4-BE49-F238E27FC236}">
                <a16:creationId xmlns:a16="http://schemas.microsoft.com/office/drawing/2014/main" id="{C6B235EB-44C6-4341-8AE8-899917915E61}"/>
              </a:ext>
            </a:extLst>
          </p:cNvPr>
          <p:cNvSpPr txBox="1"/>
          <p:nvPr/>
        </p:nvSpPr>
        <p:spPr>
          <a:xfrm>
            <a:off x="4610555" y="6031212"/>
            <a:ext cx="3368776"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61" name="Рисунок 600">
            <a:extLst>
              <a:ext uri="{FF2B5EF4-FFF2-40B4-BE49-F238E27FC236}">
                <a16:creationId xmlns:a16="http://schemas.microsoft.com/office/drawing/2014/main" id="{AC033193-9E03-E74D-8DE0-44F2EAE9440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39273" y="6027497"/>
            <a:ext cx="238125" cy="228600"/>
          </a:xfrm>
          <a:prstGeom prst="rect">
            <a:avLst/>
          </a:prstGeom>
        </p:spPr>
      </p:pic>
      <p:sp>
        <p:nvSpPr>
          <p:cNvPr id="82" name="Half-frame 81">
            <a:extLst>
              <a:ext uri="{FF2B5EF4-FFF2-40B4-BE49-F238E27FC236}">
                <a16:creationId xmlns:a16="http://schemas.microsoft.com/office/drawing/2014/main" id="{0031656E-FF24-4348-A215-A3CE4F5C64FD}"/>
              </a:ext>
            </a:extLst>
          </p:cNvPr>
          <p:cNvSpPr/>
          <p:nvPr/>
        </p:nvSpPr>
        <p:spPr>
          <a:xfrm rot="2700000">
            <a:off x="4648444" y="391175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Half-frame 82">
            <a:extLst>
              <a:ext uri="{FF2B5EF4-FFF2-40B4-BE49-F238E27FC236}">
                <a16:creationId xmlns:a16="http://schemas.microsoft.com/office/drawing/2014/main" id="{17772AF9-FC72-B648-902F-EF2EF3C3D385}"/>
              </a:ext>
            </a:extLst>
          </p:cNvPr>
          <p:cNvSpPr/>
          <p:nvPr/>
        </p:nvSpPr>
        <p:spPr>
          <a:xfrm rot="8100000">
            <a:off x="6019005" y="2493860"/>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4" name="Half-frame 83">
            <a:extLst>
              <a:ext uri="{FF2B5EF4-FFF2-40B4-BE49-F238E27FC236}">
                <a16:creationId xmlns:a16="http://schemas.microsoft.com/office/drawing/2014/main" id="{9EE0355F-9048-F540-BD42-8FEDB27F5B10}"/>
              </a:ext>
            </a:extLst>
          </p:cNvPr>
          <p:cNvSpPr/>
          <p:nvPr/>
        </p:nvSpPr>
        <p:spPr>
          <a:xfrm rot="18900000">
            <a:off x="6067161" y="528664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5" name="Half-frame 84">
            <a:extLst>
              <a:ext uri="{FF2B5EF4-FFF2-40B4-BE49-F238E27FC236}">
                <a16:creationId xmlns:a16="http://schemas.microsoft.com/office/drawing/2014/main" id="{30FF281C-0B41-2147-9667-452411A9F6A2}"/>
              </a:ext>
            </a:extLst>
          </p:cNvPr>
          <p:cNvSpPr/>
          <p:nvPr/>
        </p:nvSpPr>
        <p:spPr>
          <a:xfrm rot="13500000">
            <a:off x="7437000" y="391175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4" name="Shape 50">
            <a:extLst>
              <a:ext uri="{FF2B5EF4-FFF2-40B4-BE49-F238E27FC236}">
                <a16:creationId xmlns:a16="http://schemas.microsoft.com/office/drawing/2014/main" id="{7DE1A317-C743-2942-BA2D-DFACAF3FD794}"/>
              </a:ext>
            </a:extLst>
          </p:cNvPr>
          <p:cNvSpPr/>
          <p:nvPr/>
        </p:nvSpPr>
        <p:spPr>
          <a:xfrm>
            <a:off x="351838" y="362066"/>
            <a:ext cx="2628000" cy="196824"/>
          </a:xfrm>
          <a:prstGeom prst="rect">
            <a:avLst/>
          </a:prstGeom>
          <a:solidFill>
            <a:srgbClr val="FBE7E9"/>
          </a:solidFill>
          <a:ln/>
        </p:spPr>
        <p:txBody>
          <a:bodyPr lIns="90000" rIns="90000" anchor="ctr"/>
          <a:lstStyle/>
          <a:p>
            <a:r>
              <a:rPr lang="ru-RU" sz="800" dirty="0"/>
              <a:t>Центр управления операционной деятельностью</a:t>
            </a:r>
            <a:endParaRPr lang="en-US" sz="800" dirty="0"/>
          </a:p>
        </p:txBody>
      </p:sp>
      <p:sp>
        <p:nvSpPr>
          <p:cNvPr id="55" name="Shape 52">
            <a:extLst>
              <a:ext uri="{FF2B5EF4-FFF2-40B4-BE49-F238E27FC236}">
                <a16:creationId xmlns:a16="http://schemas.microsoft.com/office/drawing/2014/main" id="{91A9D69D-5F22-E842-8F12-D85A6B159BD5}"/>
              </a:ext>
            </a:extLst>
          </p:cNvPr>
          <p:cNvSpPr/>
          <p:nvPr/>
        </p:nvSpPr>
        <p:spPr>
          <a:xfrm>
            <a:off x="3014131" y="362066"/>
            <a:ext cx="1224000" cy="196824"/>
          </a:xfrm>
          <a:prstGeom prst="rect">
            <a:avLst/>
          </a:prstGeom>
          <a:solidFill>
            <a:srgbClr val="E5E5E5"/>
          </a:solidFill>
          <a:ln/>
        </p:spPr>
        <p:txBody>
          <a:bodyPr lIns="90000" rIns="90000"/>
          <a:lstStyle/>
          <a:p>
            <a:r>
              <a:rPr lang="ru-RU" sz="800" dirty="0"/>
              <a:t>Управление рисками</a:t>
            </a:r>
            <a:endParaRPr lang="en-US" sz="800" dirty="0"/>
          </a:p>
        </p:txBody>
      </p:sp>
    </p:spTree>
    <p:extLst>
      <p:ext uri="{BB962C8B-B14F-4D97-AF65-F5344CB8AC3E}">
        <p14:creationId xmlns:p14="http://schemas.microsoft.com/office/powerpoint/2010/main" val="9464457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16F451-24B8-474B-B1C0-0FA88B78EB90}"/>
              </a:ext>
            </a:extLst>
          </p:cNvPr>
          <p:cNvSpPr>
            <a:spLocks noGrp="1"/>
          </p:cNvSpPr>
          <p:nvPr>
            <p:ph type="title"/>
          </p:nvPr>
        </p:nvSpPr>
        <p:spPr>
          <a:xfrm>
            <a:off x="360000" y="698400"/>
            <a:ext cx="9533300" cy="1169294"/>
          </a:xfrm>
        </p:spPr>
        <p:txBody>
          <a:bodyPr/>
          <a:lstStyle/>
          <a:p>
            <a:r>
              <a:rPr lang="ru-RU" dirty="0"/>
              <a:t>Деятельность центра управления операциями направлена на повышение операционной эффективности</a:t>
            </a:r>
          </a:p>
        </p:txBody>
      </p:sp>
      <p:sp>
        <p:nvSpPr>
          <p:cNvPr id="5" name="Slide Number Placeholder 4">
            <a:extLst>
              <a:ext uri="{FF2B5EF4-FFF2-40B4-BE49-F238E27FC236}">
                <a16:creationId xmlns:a16="http://schemas.microsoft.com/office/drawing/2014/main" id="{5D22F302-C3E1-394E-A77B-11F6B942E433}"/>
              </a:ext>
            </a:extLst>
          </p:cNvPr>
          <p:cNvSpPr>
            <a:spLocks noGrp="1"/>
          </p:cNvSpPr>
          <p:nvPr>
            <p:ph type="sldNum" sz="quarter" idx="4"/>
          </p:nvPr>
        </p:nvSpPr>
        <p:spPr/>
        <p:txBody>
          <a:bodyPr/>
          <a:lstStyle/>
          <a:p>
            <a:fld id="{13FB4C0F-BB20-4298-B11D-AEB97E17A107}" type="slidenum">
              <a:rPr lang="ru-RU" smtClean="0"/>
              <a:pPr/>
              <a:t>82</a:t>
            </a:fld>
            <a:endParaRPr lang="ru-RU" dirty="0"/>
          </a:p>
        </p:txBody>
      </p:sp>
      <p:graphicFrame>
        <p:nvGraphicFramePr>
          <p:cNvPr id="6" name="Таблица 45">
            <a:extLst>
              <a:ext uri="{FF2B5EF4-FFF2-40B4-BE49-F238E27FC236}">
                <a16:creationId xmlns:a16="http://schemas.microsoft.com/office/drawing/2014/main" id="{F679738C-925A-D546-ABBE-0B43FECC7F86}"/>
              </a:ext>
            </a:extLst>
          </p:cNvPr>
          <p:cNvGraphicFramePr>
            <a:graphicFrameLocks noGrp="1"/>
          </p:cNvGraphicFramePr>
          <p:nvPr/>
        </p:nvGraphicFramePr>
        <p:xfrm>
          <a:off x="351838" y="1990800"/>
          <a:ext cx="11480742" cy="360000"/>
        </p:xfrm>
        <a:graphic>
          <a:graphicData uri="http://schemas.openxmlformats.org/drawingml/2006/table">
            <a:tbl>
              <a:tblPr firstRow="1" bandRow="1">
                <a:tableStyleId>{5C22544A-7EE6-4342-B048-85BDC9FD1C3A}</a:tableStyleId>
              </a:tblPr>
              <a:tblGrid>
                <a:gridCol w="1913457">
                  <a:extLst>
                    <a:ext uri="{9D8B030D-6E8A-4147-A177-3AD203B41FA5}">
                      <a16:colId xmlns:a16="http://schemas.microsoft.com/office/drawing/2014/main" val="703013879"/>
                    </a:ext>
                  </a:extLst>
                </a:gridCol>
                <a:gridCol w="1913457">
                  <a:extLst>
                    <a:ext uri="{9D8B030D-6E8A-4147-A177-3AD203B41FA5}">
                      <a16:colId xmlns:a16="http://schemas.microsoft.com/office/drawing/2014/main" val="3578337866"/>
                    </a:ext>
                  </a:extLst>
                </a:gridCol>
                <a:gridCol w="1913457">
                  <a:extLst>
                    <a:ext uri="{9D8B030D-6E8A-4147-A177-3AD203B41FA5}">
                      <a16:colId xmlns:a16="http://schemas.microsoft.com/office/drawing/2014/main" val="3361557832"/>
                    </a:ext>
                  </a:extLst>
                </a:gridCol>
                <a:gridCol w="1913457">
                  <a:extLst>
                    <a:ext uri="{9D8B030D-6E8A-4147-A177-3AD203B41FA5}">
                      <a16:colId xmlns:a16="http://schemas.microsoft.com/office/drawing/2014/main" val="2976666941"/>
                    </a:ext>
                  </a:extLst>
                </a:gridCol>
                <a:gridCol w="1913457">
                  <a:extLst>
                    <a:ext uri="{9D8B030D-6E8A-4147-A177-3AD203B41FA5}">
                      <a16:colId xmlns:a16="http://schemas.microsoft.com/office/drawing/2014/main" val="84570180"/>
                    </a:ext>
                  </a:extLst>
                </a:gridCol>
                <a:gridCol w="1913457">
                  <a:extLst>
                    <a:ext uri="{9D8B030D-6E8A-4147-A177-3AD203B41FA5}">
                      <a16:colId xmlns:a16="http://schemas.microsoft.com/office/drawing/2014/main" val="2859185102"/>
                    </a:ext>
                  </a:extLst>
                </a:gridCol>
              </a:tblGrid>
              <a:tr h="360000">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i="0" dirty="0">
                          <a:solidFill>
                            <a:schemeClr val="tx1"/>
                          </a:solidFill>
                          <a:latin typeface="Stapel" panose="020B0504020202020204" pitchFamily="34" charset="77"/>
                          <a:ea typeface="Stapel" pitchFamily="34" charset="-122"/>
                          <a:cs typeface="Stapel" pitchFamily="34" charset="-120"/>
                        </a:rPr>
                        <a:t>Добыча</a:t>
                      </a:r>
                      <a:endParaRPr lang="en-US" sz="1200" b="0" i="0" dirty="0">
                        <a:solidFill>
                          <a:schemeClr val="tx1"/>
                        </a:solidFill>
                        <a:latin typeface="Stapel" panose="020B0504020202020204" pitchFamily="34" charset="77"/>
                      </a:endParaRPr>
                    </a:p>
                  </a:txBody>
                  <a:tcPr anchor="ctr">
                    <a:solidFill>
                      <a:srgbClr val="DEB7D3"/>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Переработка</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Первичная логистика</a:t>
                      </a:r>
                      <a:endParaRPr lang="en-US" sz="1200" b="0" dirty="0">
                        <a:solidFill>
                          <a:schemeClr val="tx1"/>
                        </a:solidFill>
                      </a:endParaRP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Производство ПБЕ</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Вторичная логистика</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Сбыт</a:t>
                      </a:r>
                    </a:p>
                  </a:txBody>
                  <a:tcPr anchor="ctr">
                    <a:solidFill>
                      <a:schemeClr val="bg2"/>
                    </a:solidFill>
                  </a:tcPr>
                </a:tc>
                <a:extLst>
                  <a:ext uri="{0D108BD9-81ED-4DB2-BD59-A6C34878D82A}">
                    <a16:rowId xmlns:a16="http://schemas.microsoft.com/office/drawing/2014/main" val="2302291900"/>
                  </a:ext>
                </a:extLst>
              </a:tr>
            </a:tbl>
          </a:graphicData>
        </a:graphic>
      </p:graphicFrame>
      <p:sp>
        <p:nvSpPr>
          <p:cNvPr id="9" name="Snip Single Corner of Rectangle 8">
            <a:extLst>
              <a:ext uri="{FF2B5EF4-FFF2-40B4-BE49-F238E27FC236}">
                <a16:creationId xmlns:a16="http://schemas.microsoft.com/office/drawing/2014/main" id="{2FE42DAD-9787-EA41-8E23-3204CB558C09}"/>
              </a:ext>
            </a:extLst>
          </p:cNvPr>
          <p:cNvSpPr/>
          <p:nvPr/>
        </p:nvSpPr>
        <p:spPr>
          <a:xfrm rot="5400000">
            <a:off x="1494190" y="2840391"/>
            <a:ext cx="1488003"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563AC39F-4E67-6F41-A1A0-A8C610E4A561}"/>
              </a:ext>
            </a:extLst>
          </p:cNvPr>
          <p:cNvSpPr txBox="1"/>
          <p:nvPr/>
        </p:nvSpPr>
        <p:spPr>
          <a:xfrm>
            <a:off x="504372" y="4096931"/>
            <a:ext cx="2064668"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Совершенствование</a:t>
            </a:r>
            <a:endParaRPr lang="en-US" sz="1600" dirty="0">
              <a:latin typeface="Stapel" panose="020B0504020202020204" pitchFamily="34" charset="-52"/>
            </a:endParaRPr>
          </a:p>
        </p:txBody>
      </p:sp>
      <p:sp>
        <p:nvSpPr>
          <p:cNvPr id="11" name="TextBox 10">
            <a:extLst>
              <a:ext uri="{FF2B5EF4-FFF2-40B4-BE49-F238E27FC236}">
                <a16:creationId xmlns:a16="http://schemas.microsoft.com/office/drawing/2014/main" id="{4FF60405-0155-634C-9FD6-415F4C02FCFB}"/>
              </a:ext>
            </a:extLst>
          </p:cNvPr>
          <p:cNvSpPr txBox="1"/>
          <p:nvPr/>
        </p:nvSpPr>
        <p:spPr>
          <a:xfrm>
            <a:off x="504372" y="5032482"/>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12" name="TextBox 11">
            <a:extLst>
              <a:ext uri="{FF2B5EF4-FFF2-40B4-BE49-F238E27FC236}">
                <a16:creationId xmlns:a16="http://schemas.microsoft.com/office/drawing/2014/main" id="{0DE231E0-8D88-C645-8499-226DFA6EBE44}"/>
              </a:ext>
            </a:extLst>
          </p:cNvPr>
          <p:cNvSpPr txBox="1"/>
          <p:nvPr/>
        </p:nvSpPr>
        <p:spPr>
          <a:xfrm>
            <a:off x="3756808" y="4096931"/>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3</a:t>
            </a:r>
          </a:p>
        </p:txBody>
      </p:sp>
      <p:sp>
        <p:nvSpPr>
          <p:cNvPr id="16" name="Oval 15">
            <a:extLst>
              <a:ext uri="{FF2B5EF4-FFF2-40B4-BE49-F238E27FC236}">
                <a16:creationId xmlns:a16="http://schemas.microsoft.com/office/drawing/2014/main" id="{3448F412-0AC3-C748-B0E0-5CCCE16152A0}"/>
              </a:ext>
            </a:extLst>
          </p:cNvPr>
          <p:cNvSpPr>
            <a:spLocks noChangeAspect="1"/>
          </p:cNvSpPr>
          <p:nvPr/>
        </p:nvSpPr>
        <p:spPr>
          <a:xfrm>
            <a:off x="4602000" y="2444362"/>
            <a:ext cx="2988000" cy="2988000"/>
          </a:xfrm>
          <a:prstGeom prst="ellipse">
            <a:avLst/>
          </a:prstGeom>
          <a:solidFill>
            <a:srgbClr val="DEB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A9211C43-91A0-8748-A3EB-6243FCBD82DD}"/>
              </a:ext>
            </a:extLst>
          </p:cNvPr>
          <p:cNvSpPr>
            <a:spLocks noChangeAspect="1"/>
          </p:cNvSpPr>
          <p:nvPr/>
        </p:nvSpPr>
        <p:spPr>
          <a:xfrm>
            <a:off x="4800000" y="2642362"/>
            <a:ext cx="2592000" cy="25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9C70F828-DA3C-AB49-95E1-5492A51B336B}"/>
              </a:ext>
            </a:extLst>
          </p:cNvPr>
          <p:cNvSpPr txBox="1"/>
          <p:nvPr/>
        </p:nvSpPr>
        <p:spPr>
          <a:xfrm>
            <a:off x="351838" y="5691499"/>
            <a:ext cx="4454508" cy="184666"/>
          </a:xfrm>
          <a:prstGeom prst="rect">
            <a:avLst/>
          </a:prstGeom>
          <a:noFill/>
          <a:ln/>
        </p:spPr>
        <p:txBody>
          <a:bodyPr vert="horz" wrap="square" lIns="0" tIns="0" rIns="0" bIns="0" rtlCol="0" anchor="t">
            <a:spAutoFit/>
          </a:bodyPr>
          <a:lstStyle/>
          <a:p>
            <a:pPr algn="l"/>
            <a:r>
              <a:rPr lang="ru-RU" sz="1200" dirty="0">
                <a:latin typeface="Stapel" panose="020B0504020202020204" pitchFamily="34" charset="77"/>
              </a:rPr>
              <a:t>Эффекты от внедрения центра управление операциями</a:t>
            </a:r>
          </a:p>
        </p:txBody>
      </p:sp>
      <p:sp>
        <p:nvSpPr>
          <p:cNvPr id="26" name="TextBox 25">
            <a:extLst>
              <a:ext uri="{FF2B5EF4-FFF2-40B4-BE49-F238E27FC236}">
                <a16:creationId xmlns:a16="http://schemas.microsoft.com/office/drawing/2014/main" id="{581F4C4E-FA81-2D4B-A123-4019627DE254}"/>
              </a:ext>
            </a:extLst>
          </p:cNvPr>
          <p:cNvSpPr txBox="1"/>
          <p:nvPr/>
        </p:nvSpPr>
        <p:spPr>
          <a:xfrm>
            <a:off x="719364" y="6031212"/>
            <a:ext cx="3397024"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31" name="Рисунок 231">
            <a:extLst>
              <a:ext uri="{FF2B5EF4-FFF2-40B4-BE49-F238E27FC236}">
                <a16:creationId xmlns:a16="http://schemas.microsoft.com/office/drawing/2014/main" id="{0A171579-907D-8441-AACC-E30189BBCE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360" y="6027497"/>
            <a:ext cx="228600" cy="228600"/>
          </a:xfrm>
          <a:prstGeom prst="rect">
            <a:avLst/>
          </a:prstGeom>
        </p:spPr>
      </p:pic>
      <p:sp>
        <p:nvSpPr>
          <p:cNvPr id="46" name="TextBox 45">
            <a:extLst>
              <a:ext uri="{FF2B5EF4-FFF2-40B4-BE49-F238E27FC236}">
                <a16:creationId xmlns:a16="http://schemas.microsoft.com/office/drawing/2014/main" id="{AA3AD632-1E12-EB45-A023-4BF6EC45DF04}"/>
              </a:ext>
            </a:extLst>
          </p:cNvPr>
          <p:cNvSpPr txBox="1"/>
          <p:nvPr/>
        </p:nvSpPr>
        <p:spPr>
          <a:xfrm>
            <a:off x="4913220" y="2965220"/>
            <a:ext cx="194452" cy="184666"/>
          </a:xfrm>
          <a:prstGeom prst="rect">
            <a:avLst/>
          </a:prstGeom>
          <a:noFill/>
          <a:ln/>
        </p:spPr>
        <p:txBody>
          <a:bodyPr vert="horz" wrap="none" lIns="0" tIns="0" rIns="0" bIns="0" rtlCol="0" anchor="ctr">
            <a:noAutofit/>
          </a:bodyPr>
          <a:lstStyle/>
          <a:p>
            <a:pPr algn="ctr"/>
            <a:r>
              <a:rPr lang="ru-RU" sz="800" dirty="0">
                <a:solidFill>
                  <a:srgbClr val="8F0C6B"/>
                </a:solidFill>
                <a:latin typeface="Stapel" panose="020B0504020202020204" pitchFamily="34" charset="-52"/>
              </a:rPr>
              <a:t>1</a:t>
            </a:r>
            <a:endParaRPr lang="en-US" sz="800" dirty="0">
              <a:solidFill>
                <a:srgbClr val="8F0C6B"/>
              </a:solidFill>
              <a:latin typeface="Stapel" panose="020B0504020202020204" pitchFamily="34" charset="-52"/>
            </a:endParaRPr>
          </a:p>
        </p:txBody>
      </p:sp>
      <p:sp>
        <p:nvSpPr>
          <p:cNvPr id="47" name="TextBox 46">
            <a:extLst>
              <a:ext uri="{FF2B5EF4-FFF2-40B4-BE49-F238E27FC236}">
                <a16:creationId xmlns:a16="http://schemas.microsoft.com/office/drawing/2014/main" id="{0B7C0CE0-737F-5747-B49B-1FC9F9B44AED}"/>
              </a:ext>
            </a:extLst>
          </p:cNvPr>
          <p:cNvSpPr txBox="1"/>
          <p:nvPr/>
        </p:nvSpPr>
        <p:spPr>
          <a:xfrm>
            <a:off x="7071765" y="2965220"/>
            <a:ext cx="194452" cy="184666"/>
          </a:xfrm>
          <a:prstGeom prst="rect">
            <a:avLst/>
          </a:prstGeom>
          <a:noFill/>
          <a:ln/>
        </p:spPr>
        <p:txBody>
          <a:bodyPr vert="horz" wrap="none" lIns="0" tIns="0" rIns="0" bIns="0" rtlCol="0" anchor="ctr">
            <a:noAutofit/>
          </a:bodyPr>
          <a:lstStyle/>
          <a:p>
            <a:pPr algn="ctr"/>
            <a:r>
              <a:rPr lang="en-US" sz="800" dirty="0">
                <a:solidFill>
                  <a:srgbClr val="8F0C6B"/>
                </a:solidFill>
                <a:latin typeface="Stapel" panose="020B0504020202020204" pitchFamily="34" charset="-52"/>
              </a:rPr>
              <a:t>2</a:t>
            </a:r>
          </a:p>
        </p:txBody>
      </p:sp>
      <p:sp>
        <p:nvSpPr>
          <p:cNvPr id="48" name="TextBox 47">
            <a:extLst>
              <a:ext uri="{FF2B5EF4-FFF2-40B4-BE49-F238E27FC236}">
                <a16:creationId xmlns:a16="http://schemas.microsoft.com/office/drawing/2014/main" id="{89DF410A-46D9-704D-803C-A358D602B1ED}"/>
              </a:ext>
            </a:extLst>
          </p:cNvPr>
          <p:cNvSpPr txBox="1"/>
          <p:nvPr/>
        </p:nvSpPr>
        <p:spPr>
          <a:xfrm>
            <a:off x="4913220" y="4735171"/>
            <a:ext cx="194452" cy="184666"/>
          </a:xfrm>
          <a:prstGeom prst="rect">
            <a:avLst/>
          </a:prstGeom>
          <a:noFill/>
          <a:ln/>
        </p:spPr>
        <p:txBody>
          <a:bodyPr vert="horz" wrap="none" lIns="0" tIns="0" rIns="0" bIns="0" rtlCol="0" anchor="ctr">
            <a:noAutofit/>
          </a:bodyPr>
          <a:lstStyle/>
          <a:p>
            <a:pPr algn="ctr"/>
            <a:r>
              <a:rPr lang="en-US" sz="800" dirty="0">
                <a:solidFill>
                  <a:srgbClr val="8F0C6B"/>
                </a:solidFill>
                <a:latin typeface="Stapel" panose="020B0504020202020204" pitchFamily="34" charset="-52"/>
              </a:rPr>
              <a:t>4</a:t>
            </a:r>
          </a:p>
        </p:txBody>
      </p:sp>
      <p:sp>
        <p:nvSpPr>
          <p:cNvPr id="49" name="TextBox 48">
            <a:extLst>
              <a:ext uri="{FF2B5EF4-FFF2-40B4-BE49-F238E27FC236}">
                <a16:creationId xmlns:a16="http://schemas.microsoft.com/office/drawing/2014/main" id="{C1A9EC4E-1A34-2A46-8371-747C1494A354}"/>
              </a:ext>
            </a:extLst>
          </p:cNvPr>
          <p:cNvSpPr txBox="1"/>
          <p:nvPr/>
        </p:nvSpPr>
        <p:spPr>
          <a:xfrm>
            <a:off x="7071765" y="4735171"/>
            <a:ext cx="194452" cy="184666"/>
          </a:xfrm>
          <a:prstGeom prst="rect">
            <a:avLst/>
          </a:prstGeom>
          <a:noFill/>
          <a:ln/>
        </p:spPr>
        <p:txBody>
          <a:bodyPr vert="horz" wrap="none" lIns="0" tIns="0" rIns="0" bIns="0" rtlCol="0" anchor="ctr">
            <a:noAutofit/>
          </a:bodyPr>
          <a:lstStyle/>
          <a:p>
            <a:pPr algn="ctr"/>
            <a:r>
              <a:rPr lang="en-US" sz="800" dirty="0">
                <a:solidFill>
                  <a:srgbClr val="8F0C6B"/>
                </a:solidFill>
                <a:latin typeface="Stapel" panose="020B0504020202020204" pitchFamily="34" charset="-52"/>
              </a:rPr>
              <a:t>3</a:t>
            </a:r>
          </a:p>
        </p:txBody>
      </p:sp>
      <p:sp>
        <p:nvSpPr>
          <p:cNvPr id="50" name="Snip Single Corner of Rectangle 49">
            <a:extLst>
              <a:ext uri="{FF2B5EF4-FFF2-40B4-BE49-F238E27FC236}">
                <a16:creationId xmlns:a16="http://schemas.microsoft.com/office/drawing/2014/main" id="{4BE2A79B-FFAC-7A48-9970-DABDC7207B66}"/>
              </a:ext>
            </a:extLst>
          </p:cNvPr>
          <p:cNvSpPr/>
          <p:nvPr/>
        </p:nvSpPr>
        <p:spPr>
          <a:xfrm rot="5400000">
            <a:off x="1496299" y="1303686"/>
            <a:ext cx="1483786"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TextBox 50">
            <a:extLst>
              <a:ext uri="{FF2B5EF4-FFF2-40B4-BE49-F238E27FC236}">
                <a16:creationId xmlns:a16="http://schemas.microsoft.com/office/drawing/2014/main" id="{4B96B1F2-D23C-A549-8BED-AC2D20C9BF28}"/>
              </a:ext>
            </a:extLst>
          </p:cNvPr>
          <p:cNvSpPr txBox="1"/>
          <p:nvPr/>
        </p:nvSpPr>
        <p:spPr>
          <a:xfrm>
            <a:off x="504372" y="2582724"/>
            <a:ext cx="1442703"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Планирование</a:t>
            </a:r>
            <a:endParaRPr lang="en-US" sz="1600" dirty="0">
              <a:latin typeface="Stapel" panose="020B0504020202020204" pitchFamily="34" charset="-52"/>
            </a:endParaRPr>
          </a:p>
        </p:txBody>
      </p:sp>
      <p:sp>
        <p:nvSpPr>
          <p:cNvPr id="52" name="TextBox 51">
            <a:extLst>
              <a:ext uri="{FF2B5EF4-FFF2-40B4-BE49-F238E27FC236}">
                <a16:creationId xmlns:a16="http://schemas.microsoft.com/office/drawing/2014/main" id="{FEE523C9-EF4D-7842-A4F5-7369D1C2D969}"/>
              </a:ext>
            </a:extLst>
          </p:cNvPr>
          <p:cNvSpPr txBox="1"/>
          <p:nvPr/>
        </p:nvSpPr>
        <p:spPr>
          <a:xfrm>
            <a:off x="504372" y="3518275"/>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53" name="TextBox 52">
            <a:extLst>
              <a:ext uri="{FF2B5EF4-FFF2-40B4-BE49-F238E27FC236}">
                <a16:creationId xmlns:a16="http://schemas.microsoft.com/office/drawing/2014/main" id="{7916E49A-DD62-644E-B2E4-4D616BE18465}"/>
              </a:ext>
            </a:extLst>
          </p:cNvPr>
          <p:cNvSpPr txBox="1"/>
          <p:nvPr/>
        </p:nvSpPr>
        <p:spPr>
          <a:xfrm>
            <a:off x="3756808" y="2582724"/>
            <a:ext cx="194452" cy="184666"/>
          </a:xfrm>
          <a:prstGeom prst="rect">
            <a:avLst/>
          </a:prstGeom>
          <a:noFill/>
          <a:ln/>
        </p:spPr>
        <p:txBody>
          <a:bodyPr vert="horz" wrap="square" lIns="0" tIns="0" rIns="0" bIns="0" rtlCol="0" anchor="t">
            <a:spAutoFit/>
          </a:bodyPr>
          <a:lstStyle/>
          <a:p>
            <a:pPr algn="r"/>
            <a:r>
              <a:rPr lang="ru-RU" sz="1200" dirty="0">
                <a:latin typeface="Stapel" panose="020B0504020202020204" pitchFamily="34" charset="-52"/>
              </a:rPr>
              <a:t>1</a:t>
            </a:r>
            <a:endParaRPr lang="en-US" sz="1200" dirty="0">
              <a:latin typeface="Stapel" panose="020B0504020202020204" pitchFamily="34" charset="-52"/>
            </a:endParaRPr>
          </a:p>
        </p:txBody>
      </p:sp>
      <p:sp>
        <p:nvSpPr>
          <p:cNvPr id="62" name="Snip Single Corner of Rectangle 61">
            <a:extLst>
              <a:ext uri="{FF2B5EF4-FFF2-40B4-BE49-F238E27FC236}">
                <a16:creationId xmlns:a16="http://schemas.microsoft.com/office/drawing/2014/main" id="{E5BD4482-7452-014D-A107-BAFE0DADA5DC}"/>
              </a:ext>
            </a:extLst>
          </p:cNvPr>
          <p:cNvSpPr/>
          <p:nvPr/>
        </p:nvSpPr>
        <p:spPr>
          <a:xfrm rot="5400000">
            <a:off x="9209806" y="2840391"/>
            <a:ext cx="1488003"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FCFB8B07-792C-2142-AD44-958B83E733BD}"/>
              </a:ext>
            </a:extLst>
          </p:cNvPr>
          <p:cNvSpPr txBox="1"/>
          <p:nvPr/>
        </p:nvSpPr>
        <p:spPr>
          <a:xfrm>
            <a:off x="8219988" y="4096931"/>
            <a:ext cx="1341714"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Координация</a:t>
            </a:r>
          </a:p>
        </p:txBody>
      </p:sp>
      <p:sp>
        <p:nvSpPr>
          <p:cNvPr id="64" name="TextBox 63">
            <a:extLst>
              <a:ext uri="{FF2B5EF4-FFF2-40B4-BE49-F238E27FC236}">
                <a16:creationId xmlns:a16="http://schemas.microsoft.com/office/drawing/2014/main" id="{23CEC16B-C6C4-DB45-BD88-4DBDA3141DD4}"/>
              </a:ext>
            </a:extLst>
          </p:cNvPr>
          <p:cNvSpPr txBox="1"/>
          <p:nvPr/>
        </p:nvSpPr>
        <p:spPr>
          <a:xfrm>
            <a:off x="8219988" y="5032482"/>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65" name="TextBox 64">
            <a:extLst>
              <a:ext uri="{FF2B5EF4-FFF2-40B4-BE49-F238E27FC236}">
                <a16:creationId xmlns:a16="http://schemas.microsoft.com/office/drawing/2014/main" id="{32A6E127-E96C-7B4E-81AF-A7D523094E07}"/>
              </a:ext>
            </a:extLst>
          </p:cNvPr>
          <p:cNvSpPr txBox="1"/>
          <p:nvPr/>
        </p:nvSpPr>
        <p:spPr>
          <a:xfrm>
            <a:off x="11472424" y="4096931"/>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4</a:t>
            </a:r>
          </a:p>
        </p:txBody>
      </p:sp>
      <p:sp>
        <p:nvSpPr>
          <p:cNvPr id="66" name="Snip Single Corner of Rectangle 65">
            <a:extLst>
              <a:ext uri="{FF2B5EF4-FFF2-40B4-BE49-F238E27FC236}">
                <a16:creationId xmlns:a16="http://schemas.microsoft.com/office/drawing/2014/main" id="{D86D8D75-0CAD-E644-A4F2-E312ABE1B414}"/>
              </a:ext>
            </a:extLst>
          </p:cNvPr>
          <p:cNvSpPr/>
          <p:nvPr/>
        </p:nvSpPr>
        <p:spPr>
          <a:xfrm rot="5400000">
            <a:off x="9211915" y="1303686"/>
            <a:ext cx="1483786"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2124E0BE-617E-8A43-B93D-7D4B5ECCD927}"/>
              </a:ext>
            </a:extLst>
          </p:cNvPr>
          <p:cNvSpPr txBox="1"/>
          <p:nvPr/>
        </p:nvSpPr>
        <p:spPr>
          <a:xfrm>
            <a:off x="8219988" y="2582724"/>
            <a:ext cx="1203856"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Мониторинг</a:t>
            </a:r>
            <a:endParaRPr lang="en-US" sz="1600" dirty="0">
              <a:latin typeface="Stapel" panose="020B0504020202020204" pitchFamily="34" charset="-52"/>
            </a:endParaRPr>
          </a:p>
        </p:txBody>
      </p:sp>
      <p:sp>
        <p:nvSpPr>
          <p:cNvPr id="68" name="TextBox 67">
            <a:extLst>
              <a:ext uri="{FF2B5EF4-FFF2-40B4-BE49-F238E27FC236}">
                <a16:creationId xmlns:a16="http://schemas.microsoft.com/office/drawing/2014/main" id="{5EEC22A2-DA1F-3447-9823-A6CBD3E62117}"/>
              </a:ext>
            </a:extLst>
          </p:cNvPr>
          <p:cNvSpPr txBox="1"/>
          <p:nvPr/>
        </p:nvSpPr>
        <p:spPr>
          <a:xfrm>
            <a:off x="8219988" y="3518275"/>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69" name="TextBox 68">
            <a:extLst>
              <a:ext uri="{FF2B5EF4-FFF2-40B4-BE49-F238E27FC236}">
                <a16:creationId xmlns:a16="http://schemas.microsoft.com/office/drawing/2014/main" id="{8D7684EF-C103-3B42-B9F9-A3D9A4675BFD}"/>
              </a:ext>
            </a:extLst>
          </p:cNvPr>
          <p:cNvSpPr txBox="1"/>
          <p:nvPr/>
        </p:nvSpPr>
        <p:spPr>
          <a:xfrm>
            <a:off x="11472424" y="2582724"/>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2</a:t>
            </a:r>
          </a:p>
        </p:txBody>
      </p:sp>
      <p:sp>
        <p:nvSpPr>
          <p:cNvPr id="74" name="Shape 40">
            <a:extLst>
              <a:ext uri="{FF2B5EF4-FFF2-40B4-BE49-F238E27FC236}">
                <a16:creationId xmlns:a16="http://schemas.microsoft.com/office/drawing/2014/main" id="{C539C94F-F3BC-4F4C-8CC1-3B1DE91AB988}"/>
              </a:ext>
            </a:extLst>
          </p:cNvPr>
          <p:cNvSpPr/>
          <p:nvPr/>
        </p:nvSpPr>
        <p:spPr>
          <a:xfrm>
            <a:off x="5043152" y="3535350"/>
            <a:ext cx="2105696" cy="253967"/>
          </a:xfrm>
          <a:prstGeom prst="rect">
            <a:avLst/>
          </a:prstGeom>
          <a:solidFill>
            <a:srgbClr val="F5F4F4">
              <a:alpha val="100000"/>
            </a:srgbClr>
          </a:solidFill>
          <a:ln/>
        </p:spPr>
        <p:txBody>
          <a:bodyPr lIns="36000" rIns="36000" anchor="ctr"/>
          <a:lstStyle/>
          <a:p>
            <a:pPr algn="ctr"/>
            <a:r>
              <a:rPr lang="ru-RU" sz="800" dirty="0"/>
              <a:t>Интегрированное планирование</a:t>
            </a:r>
            <a:endParaRPr lang="en-US" sz="800" dirty="0"/>
          </a:p>
        </p:txBody>
      </p:sp>
      <p:sp>
        <p:nvSpPr>
          <p:cNvPr id="75" name="Shape 42">
            <a:extLst>
              <a:ext uri="{FF2B5EF4-FFF2-40B4-BE49-F238E27FC236}">
                <a16:creationId xmlns:a16="http://schemas.microsoft.com/office/drawing/2014/main" id="{1F366CF3-27D7-9041-AA07-15DEF07AB693}"/>
              </a:ext>
            </a:extLst>
          </p:cNvPr>
          <p:cNvSpPr/>
          <p:nvPr/>
        </p:nvSpPr>
        <p:spPr>
          <a:xfrm>
            <a:off x="5043152" y="3802015"/>
            <a:ext cx="2105696" cy="253967"/>
          </a:xfrm>
          <a:prstGeom prst="rect">
            <a:avLst/>
          </a:prstGeom>
          <a:solidFill>
            <a:srgbClr val="F5F4F4">
              <a:alpha val="100000"/>
            </a:srgbClr>
          </a:solidFill>
          <a:ln/>
        </p:spPr>
        <p:txBody>
          <a:bodyPr lIns="36000" rIns="36000" anchor="ctr"/>
          <a:lstStyle/>
          <a:p>
            <a:pPr algn="ctr"/>
            <a:r>
              <a:rPr lang="ru-RU" sz="800" dirty="0"/>
              <a:t>Управление производством</a:t>
            </a:r>
          </a:p>
        </p:txBody>
      </p:sp>
      <p:sp>
        <p:nvSpPr>
          <p:cNvPr id="76" name="Shape 44">
            <a:extLst>
              <a:ext uri="{FF2B5EF4-FFF2-40B4-BE49-F238E27FC236}">
                <a16:creationId xmlns:a16="http://schemas.microsoft.com/office/drawing/2014/main" id="{3E69F96C-05CB-2E4F-A701-0455D23E181B}"/>
              </a:ext>
            </a:extLst>
          </p:cNvPr>
          <p:cNvSpPr/>
          <p:nvPr/>
        </p:nvSpPr>
        <p:spPr>
          <a:xfrm>
            <a:off x="5043152" y="4068681"/>
            <a:ext cx="2105696" cy="253967"/>
          </a:xfrm>
          <a:prstGeom prst="rect">
            <a:avLst/>
          </a:prstGeom>
          <a:solidFill>
            <a:srgbClr val="F5F4F4">
              <a:alpha val="100000"/>
            </a:srgbClr>
          </a:solidFill>
          <a:ln/>
        </p:spPr>
        <p:txBody>
          <a:bodyPr lIns="36000" rIns="36000" anchor="ctr"/>
          <a:lstStyle/>
          <a:p>
            <a:pPr algn="ctr"/>
            <a:r>
              <a:rPr lang="ru-RU" sz="800"/>
              <a:t>Повышение надежности оборудования</a:t>
            </a:r>
            <a:endParaRPr lang="en-US" sz="800" dirty="0"/>
          </a:p>
        </p:txBody>
      </p:sp>
      <p:sp>
        <p:nvSpPr>
          <p:cNvPr id="77" name="Shape 46">
            <a:extLst>
              <a:ext uri="{FF2B5EF4-FFF2-40B4-BE49-F238E27FC236}">
                <a16:creationId xmlns:a16="http://schemas.microsoft.com/office/drawing/2014/main" id="{39E10CA8-4F78-4A48-B71A-DE757C647AF3}"/>
              </a:ext>
            </a:extLst>
          </p:cNvPr>
          <p:cNvSpPr/>
          <p:nvPr/>
        </p:nvSpPr>
        <p:spPr>
          <a:xfrm>
            <a:off x="5043152" y="4335346"/>
            <a:ext cx="2105696" cy="253967"/>
          </a:xfrm>
          <a:prstGeom prst="rect">
            <a:avLst/>
          </a:prstGeom>
          <a:solidFill>
            <a:srgbClr val="F5F4F4">
              <a:alpha val="100000"/>
            </a:srgbClr>
          </a:solidFill>
          <a:ln/>
        </p:spPr>
        <p:txBody>
          <a:bodyPr lIns="36000" rIns="36000" anchor="ctr"/>
          <a:lstStyle/>
          <a:p>
            <a:pPr algn="ctr"/>
            <a:r>
              <a:rPr lang="ru-RU" sz="800" dirty="0"/>
              <a:t>Контроль параметров продукта</a:t>
            </a:r>
            <a:endParaRPr lang="en-US" sz="800" dirty="0"/>
          </a:p>
        </p:txBody>
      </p:sp>
      <p:sp>
        <p:nvSpPr>
          <p:cNvPr id="78" name="Shape 40">
            <a:extLst>
              <a:ext uri="{FF2B5EF4-FFF2-40B4-BE49-F238E27FC236}">
                <a16:creationId xmlns:a16="http://schemas.microsoft.com/office/drawing/2014/main" id="{3C594D6D-2C83-2446-87C1-108992010F48}"/>
              </a:ext>
            </a:extLst>
          </p:cNvPr>
          <p:cNvSpPr/>
          <p:nvPr/>
        </p:nvSpPr>
        <p:spPr>
          <a:xfrm>
            <a:off x="5043152" y="3264777"/>
            <a:ext cx="2105696" cy="253967"/>
          </a:xfrm>
          <a:prstGeom prst="rect">
            <a:avLst/>
          </a:prstGeom>
          <a:solidFill>
            <a:srgbClr val="F5F4F4">
              <a:alpha val="100000"/>
            </a:srgbClr>
          </a:solidFill>
          <a:ln/>
        </p:spPr>
        <p:txBody>
          <a:bodyPr lIns="36000" rIns="36000" anchor="ctr"/>
          <a:lstStyle/>
          <a:p>
            <a:pPr algn="ctr"/>
            <a:r>
              <a:rPr lang="ru-RU" sz="800" dirty="0"/>
              <a:t>Операционная деятельность</a:t>
            </a:r>
          </a:p>
        </p:txBody>
      </p:sp>
      <p:sp>
        <p:nvSpPr>
          <p:cNvPr id="44" name="Shape 12">
            <a:extLst>
              <a:ext uri="{FF2B5EF4-FFF2-40B4-BE49-F238E27FC236}">
                <a16:creationId xmlns:a16="http://schemas.microsoft.com/office/drawing/2014/main" id="{DD7C3EE9-231A-D44E-936B-FA35378BBED8}"/>
              </a:ext>
            </a:extLst>
          </p:cNvPr>
          <p:cNvSpPr/>
          <p:nvPr/>
        </p:nvSpPr>
        <p:spPr>
          <a:xfrm>
            <a:off x="355598" y="5936315"/>
            <a:ext cx="11480740" cy="12700"/>
          </a:xfrm>
          <a:prstGeom prst="rect">
            <a:avLst/>
          </a:prstGeom>
          <a:solidFill>
            <a:srgbClr val="000000">
              <a:alpha val="100000"/>
            </a:srgbClr>
          </a:solidFill>
          <a:ln/>
        </p:spPr>
      </p:sp>
      <p:sp>
        <p:nvSpPr>
          <p:cNvPr id="45" name="TextBox 44">
            <a:extLst>
              <a:ext uri="{FF2B5EF4-FFF2-40B4-BE49-F238E27FC236}">
                <a16:creationId xmlns:a16="http://schemas.microsoft.com/office/drawing/2014/main" id="{EF0E6739-E408-F844-AF5F-50AB45051794}"/>
              </a:ext>
            </a:extLst>
          </p:cNvPr>
          <p:cNvSpPr txBox="1"/>
          <p:nvPr/>
        </p:nvSpPr>
        <p:spPr>
          <a:xfrm>
            <a:off x="8463227" y="6031212"/>
            <a:ext cx="3368776"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56" name="Рисунок 614">
            <a:extLst>
              <a:ext uri="{FF2B5EF4-FFF2-40B4-BE49-F238E27FC236}">
                <a16:creationId xmlns:a16="http://schemas.microsoft.com/office/drawing/2014/main" id="{9601FF0E-2448-2040-B2C7-14D87CE989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93798" y="6027497"/>
            <a:ext cx="238125" cy="228600"/>
          </a:xfrm>
          <a:prstGeom prst="rect">
            <a:avLst/>
          </a:prstGeom>
        </p:spPr>
      </p:pic>
      <p:sp>
        <p:nvSpPr>
          <p:cNvPr id="59" name="TextBox 58">
            <a:extLst>
              <a:ext uri="{FF2B5EF4-FFF2-40B4-BE49-F238E27FC236}">
                <a16:creationId xmlns:a16="http://schemas.microsoft.com/office/drawing/2014/main" id="{C6B235EB-44C6-4341-8AE8-899917915E61}"/>
              </a:ext>
            </a:extLst>
          </p:cNvPr>
          <p:cNvSpPr txBox="1"/>
          <p:nvPr/>
        </p:nvSpPr>
        <p:spPr>
          <a:xfrm>
            <a:off x="4610555" y="6031212"/>
            <a:ext cx="3368776"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61" name="Рисунок 600">
            <a:extLst>
              <a:ext uri="{FF2B5EF4-FFF2-40B4-BE49-F238E27FC236}">
                <a16:creationId xmlns:a16="http://schemas.microsoft.com/office/drawing/2014/main" id="{AC033193-9E03-E74D-8DE0-44F2EAE9440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39273" y="6027497"/>
            <a:ext cx="238125" cy="228600"/>
          </a:xfrm>
          <a:prstGeom prst="rect">
            <a:avLst/>
          </a:prstGeom>
        </p:spPr>
      </p:pic>
      <p:sp>
        <p:nvSpPr>
          <p:cNvPr id="82" name="Half-frame 81">
            <a:extLst>
              <a:ext uri="{FF2B5EF4-FFF2-40B4-BE49-F238E27FC236}">
                <a16:creationId xmlns:a16="http://schemas.microsoft.com/office/drawing/2014/main" id="{0031656E-FF24-4348-A215-A3CE4F5C64FD}"/>
              </a:ext>
            </a:extLst>
          </p:cNvPr>
          <p:cNvSpPr/>
          <p:nvPr/>
        </p:nvSpPr>
        <p:spPr>
          <a:xfrm rot="2700000">
            <a:off x="4648444" y="391175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Half-frame 82">
            <a:extLst>
              <a:ext uri="{FF2B5EF4-FFF2-40B4-BE49-F238E27FC236}">
                <a16:creationId xmlns:a16="http://schemas.microsoft.com/office/drawing/2014/main" id="{17772AF9-FC72-B648-902F-EF2EF3C3D385}"/>
              </a:ext>
            </a:extLst>
          </p:cNvPr>
          <p:cNvSpPr/>
          <p:nvPr/>
        </p:nvSpPr>
        <p:spPr>
          <a:xfrm rot="8100000">
            <a:off x="6019005" y="2493860"/>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4" name="Half-frame 83">
            <a:extLst>
              <a:ext uri="{FF2B5EF4-FFF2-40B4-BE49-F238E27FC236}">
                <a16:creationId xmlns:a16="http://schemas.microsoft.com/office/drawing/2014/main" id="{9EE0355F-9048-F540-BD42-8FEDB27F5B10}"/>
              </a:ext>
            </a:extLst>
          </p:cNvPr>
          <p:cNvSpPr/>
          <p:nvPr/>
        </p:nvSpPr>
        <p:spPr>
          <a:xfrm rot="18900000">
            <a:off x="6067161" y="528664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5" name="Half-frame 84">
            <a:extLst>
              <a:ext uri="{FF2B5EF4-FFF2-40B4-BE49-F238E27FC236}">
                <a16:creationId xmlns:a16="http://schemas.microsoft.com/office/drawing/2014/main" id="{30FF281C-0B41-2147-9667-452411A9F6A2}"/>
              </a:ext>
            </a:extLst>
          </p:cNvPr>
          <p:cNvSpPr/>
          <p:nvPr/>
        </p:nvSpPr>
        <p:spPr>
          <a:xfrm rot="13500000">
            <a:off x="7437000" y="391175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4" name="Shape 50">
            <a:extLst>
              <a:ext uri="{FF2B5EF4-FFF2-40B4-BE49-F238E27FC236}">
                <a16:creationId xmlns:a16="http://schemas.microsoft.com/office/drawing/2014/main" id="{7DE1A317-C743-2942-BA2D-DFACAF3FD794}"/>
              </a:ext>
            </a:extLst>
          </p:cNvPr>
          <p:cNvSpPr/>
          <p:nvPr/>
        </p:nvSpPr>
        <p:spPr>
          <a:xfrm>
            <a:off x="351838" y="362066"/>
            <a:ext cx="2628000" cy="196824"/>
          </a:xfrm>
          <a:prstGeom prst="rect">
            <a:avLst/>
          </a:prstGeom>
          <a:solidFill>
            <a:schemeClr val="tx2">
              <a:alpha val="10000"/>
            </a:schemeClr>
          </a:solidFill>
          <a:ln/>
        </p:spPr>
        <p:txBody>
          <a:bodyPr lIns="90000" rIns="90000" anchor="ctr"/>
          <a:lstStyle/>
          <a:p>
            <a:r>
              <a:rPr lang="ru-RU" sz="800" dirty="0"/>
              <a:t>Центр управления операционной деятельностью</a:t>
            </a:r>
            <a:endParaRPr lang="en-US" sz="800" dirty="0"/>
          </a:p>
        </p:txBody>
      </p:sp>
      <p:sp>
        <p:nvSpPr>
          <p:cNvPr id="55" name="Shape 52">
            <a:extLst>
              <a:ext uri="{FF2B5EF4-FFF2-40B4-BE49-F238E27FC236}">
                <a16:creationId xmlns:a16="http://schemas.microsoft.com/office/drawing/2014/main" id="{91A9D69D-5F22-E842-8F12-D85A6B159BD5}"/>
              </a:ext>
            </a:extLst>
          </p:cNvPr>
          <p:cNvSpPr/>
          <p:nvPr/>
        </p:nvSpPr>
        <p:spPr>
          <a:xfrm>
            <a:off x="3014131" y="362066"/>
            <a:ext cx="1224000" cy="196824"/>
          </a:xfrm>
          <a:prstGeom prst="rect">
            <a:avLst/>
          </a:prstGeom>
          <a:solidFill>
            <a:srgbClr val="E5E5E5"/>
          </a:solidFill>
          <a:ln/>
        </p:spPr>
        <p:txBody>
          <a:bodyPr lIns="90000" rIns="90000"/>
          <a:lstStyle/>
          <a:p>
            <a:r>
              <a:rPr lang="ru-RU" sz="800" dirty="0"/>
              <a:t>Управление рисками</a:t>
            </a:r>
            <a:endParaRPr lang="en-US" sz="800" dirty="0"/>
          </a:p>
        </p:txBody>
      </p:sp>
    </p:spTree>
    <p:extLst>
      <p:ext uri="{BB962C8B-B14F-4D97-AF65-F5344CB8AC3E}">
        <p14:creationId xmlns:p14="http://schemas.microsoft.com/office/powerpoint/2010/main" val="37593048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16F451-24B8-474B-B1C0-0FA88B78EB90}"/>
              </a:ext>
            </a:extLst>
          </p:cNvPr>
          <p:cNvSpPr>
            <a:spLocks noGrp="1"/>
          </p:cNvSpPr>
          <p:nvPr>
            <p:ph type="title"/>
          </p:nvPr>
        </p:nvSpPr>
        <p:spPr>
          <a:xfrm>
            <a:off x="360000" y="698400"/>
            <a:ext cx="9533300" cy="1169294"/>
          </a:xfrm>
        </p:spPr>
        <p:txBody>
          <a:bodyPr/>
          <a:lstStyle/>
          <a:p>
            <a:r>
              <a:rPr lang="ru-RU" dirty="0"/>
              <a:t>Деятельность центра управления операциями направлена на повышение операционной эффективности</a:t>
            </a:r>
          </a:p>
        </p:txBody>
      </p:sp>
      <p:sp>
        <p:nvSpPr>
          <p:cNvPr id="5" name="Slide Number Placeholder 4">
            <a:extLst>
              <a:ext uri="{FF2B5EF4-FFF2-40B4-BE49-F238E27FC236}">
                <a16:creationId xmlns:a16="http://schemas.microsoft.com/office/drawing/2014/main" id="{5D22F302-C3E1-394E-A77B-11F6B942E433}"/>
              </a:ext>
            </a:extLst>
          </p:cNvPr>
          <p:cNvSpPr>
            <a:spLocks noGrp="1"/>
          </p:cNvSpPr>
          <p:nvPr>
            <p:ph type="sldNum" sz="quarter" idx="4"/>
          </p:nvPr>
        </p:nvSpPr>
        <p:spPr/>
        <p:txBody>
          <a:bodyPr/>
          <a:lstStyle/>
          <a:p>
            <a:fld id="{13FB4C0F-BB20-4298-B11D-AEB97E17A107}" type="slidenum">
              <a:rPr lang="ru-RU" smtClean="0"/>
              <a:pPr/>
              <a:t>83</a:t>
            </a:fld>
            <a:endParaRPr lang="ru-RU" dirty="0"/>
          </a:p>
        </p:txBody>
      </p:sp>
      <p:graphicFrame>
        <p:nvGraphicFramePr>
          <p:cNvPr id="6" name="Таблица 45">
            <a:extLst>
              <a:ext uri="{FF2B5EF4-FFF2-40B4-BE49-F238E27FC236}">
                <a16:creationId xmlns:a16="http://schemas.microsoft.com/office/drawing/2014/main" id="{F679738C-925A-D546-ABBE-0B43FECC7F86}"/>
              </a:ext>
            </a:extLst>
          </p:cNvPr>
          <p:cNvGraphicFramePr>
            <a:graphicFrameLocks noGrp="1"/>
          </p:cNvGraphicFramePr>
          <p:nvPr/>
        </p:nvGraphicFramePr>
        <p:xfrm>
          <a:off x="351838" y="1990800"/>
          <a:ext cx="11480742" cy="360000"/>
        </p:xfrm>
        <a:graphic>
          <a:graphicData uri="http://schemas.openxmlformats.org/drawingml/2006/table">
            <a:tbl>
              <a:tblPr firstRow="1" bandRow="1">
                <a:tableStyleId>{5C22544A-7EE6-4342-B048-85BDC9FD1C3A}</a:tableStyleId>
              </a:tblPr>
              <a:tblGrid>
                <a:gridCol w="1913457">
                  <a:extLst>
                    <a:ext uri="{9D8B030D-6E8A-4147-A177-3AD203B41FA5}">
                      <a16:colId xmlns:a16="http://schemas.microsoft.com/office/drawing/2014/main" val="703013879"/>
                    </a:ext>
                  </a:extLst>
                </a:gridCol>
                <a:gridCol w="1913457">
                  <a:extLst>
                    <a:ext uri="{9D8B030D-6E8A-4147-A177-3AD203B41FA5}">
                      <a16:colId xmlns:a16="http://schemas.microsoft.com/office/drawing/2014/main" val="3578337866"/>
                    </a:ext>
                  </a:extLst>
                </a:gridCol>
                <a:gridCol w="1913457">
                  <a:extLst>
                    <a:ext uri="{9D8B030D-6E8A-4147-A177-3AD203B41FA5}">
                      <a16:colId xmlns:a16="http://schemas.microsoft.com/office/drawing/2014/main" val="3361557832"/>
                    </a:ext>
                  </a:extLst>
                </a:gridCol>
                <a:gridCol w="1913457">
                  <a:extLst>
                    <a:ext uri="{9D8B030D-6E8A-4147-A177-3AD203B41FA5}">
                      <a16:colId xmlns:a16="http://schemas.microsoft.com/office/drawing/2014/main" val="2976666941"/>
                    </a:ext>
                  </a:extLst>
                </a:gridCol>
                <a:gridCol w="1913457">
                  <a:extLst>
                    <a:ext uri="{9D8B030D-6E8A-4147-A177-3AD203B41FA5}">
                      <a16:colId xmlns:a16="http://schemas.microsoft.com/office/drawing/2014/main" val="84570180"/>
                    </a:ext>
                  </a:extLst>
                </a:gridCol>
                <a:gridCol w="1913457">
                  <a:extLst>
                    <a:ext uri="{9D8B030D-6E8A-4147-A177-3AD203B41FA5}">
                      <a16:colId xmlns:a16="http://schemas.microsoft.com/office/drawing/2014/main" val="2859185102"/>
                    </a:ext>
                  </a:extLst>
                </a:gridCol>
              </a:tblGrid>
              <a:tr h="360000">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i="0" dirty="0">
                          <a:solidFill>
                            <a:schemeClr val="tx1"/>
                          </a:solidFill>
                          <a:latin typeface="Stapel" panose="020B0504020202020204" pitchFamily="34" charset="77"/>
                          <a:ea typeface="Stapel" pitchFamily="34" charset="-122"/>
                          <a:cs typeface="Stapel" pitchFamily="34" charset="-120"/>
                        </a:rPr>
                        <a:t>Добыча</a:t>
                      </a:r>
                      <a:endParaRPr lang="en-US" sz="1200" b="0" i="0" dirty="0">
                        <a:solidFill>
                          <a:schemeClr val="tx1"/>
                        </a:solidFill>
                        <a:latin typeface="Stapel" panose="020B0504020202020204" pitchFamily="34" charset="77"/>
                      </a:endParaRPr>
                    </a:p>
                  </a:txBody>
                  <a:tcPr anchor="ctr">
                    <a:solidFill>
                      <a:srgbClr val="D5BFEE"/>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Переработка</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Первичная логистика</a:t>
                      </a:r>
                      <a:endParaRPr lang="en-US" sz="1200" b="0" dirty="0">
                        <a:solidFill>
                          <a:schemeClr val="tx1"/>
                        </a:solidFill>
                      </a:endParaRP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Производство ПБЕ</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Вторичная логистика</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Сбыт</a:t>
                      </a:r>
                    </a:p>
                  </a:txBody>
                  <a:tcPr anchor="ctr">
                    <a:solidFill>
                      <a:schemeClr val="bg2"/>
                    </a:solidFill>
                  </a:tcPr>
                </a:tc>
                <a:extLst>
                  <a:ext uri="{0D108BD9-81ED-4DB2-BD59-A6C34878D82A}">
                    <a16:rowId xmlns:a16="http://schemas.microsoft.com/office/drawing/2014/main" val="2302291900"/>
                  </a:ext>
                </a:extLst>
              </a:tr>
            </a:tbl>
          </a:graphicData>
        </a:graphic>
      </p:graphicFrame>
      <p:sp>
        <p:nvSpPr>
          <p:cNvPr id="9" name="Snip Single Corner of Rectangle 8">
            <a:extLst>
              <a:ext uri="{FF2B5EF4-FFF2-40B4-BE49-F238E27FC236}">
                <a16:creationId xmlns:a16="http://schemas.microsoft.com/office/drawing/2014/main" id="{2FE42DAD-9787-EA41-8E23-3204CB558C09}"/>
              </a:ext>
            </a:extLst>
          </p:cNvPr>
          <p:cNvSpPr/>
          <p:nvPr/>
        </p:nvSpPr>
        <p:spPr>
          <a:xfrm rot="5400000">
            <a:off x="1494190" y="2840391"/>
            <a:ext cx="1488003"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563AC39F-4E67-6F41-A1A0-A8C610E4A561}"/>
              </a:ext>
            </a:extLst>
          </p:cNvPr>
          <p:cNvSpPr txBox="1"/>
          <p:nvPr/>
        </p:nvSpPr>
        <p:spPr>
          <a:xfrm>
            <a:off x="504372" y="4096931"/>
            <a:ext cx="2064668"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Совершенствование</a:t>
            </a:r>
            <a:endParaRPr lang="en-US" sz="1600" dirty="0">
              <a:latin typeface="Stapel" panose="020B0504020202020204" pitchFamily="34" charset="-52"/>
            </a:endParaRPr>
          </a:p>
        </p:txBody>
      </p:sp>
      <p:sp>
        <p:nvSpPr>
          <p:cNvPr id="11" name="TextBox 10">
            <a:extLst>
              <a:ext uri="{FF2B5EF4-FFF2-40B4-BE49-F238E27FC236}">
                <a16:creationId xmlns:a16="http://schemas.microsoft.com/office/drawing/2014/main" id="{4FF60405-0155-634C-9FD6-415F4C02FCFB}"/>
              </a:ext>
            </a:extLst>
          </p:cNvPr>
          <p:cNvSpPr txBox="1"/>
          <p:nvPr/>
        </p:nvSpPr>
        <p:spPr>
          <a:xfrm>
            <a:off x="504372" y="5032482"/>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12" name="TextBox 11">
            <a:extLst>
              <a:ext uri="{FF2B5EF4-FFF2-40B4-BE49-F238E27FC236}">
                <a16:creationId xmlns:a16="http://schemas.microsoft.com/office/drawing/2014/main" id="{0DE231E0-8D88-C645-8499-226DFA6EBE44}"/>
              </a:ext>
            </a:extLst>
          </p:cNvPr>
          <p:cNvSpPr txBox="1"/>
          <p:nvPr/>
        </p:nvSpPr>
        <p:spPr>
          <a:xfrm>
            <a:off x="3756808" y="4096931"/>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3</a:t>
            </a:r>
          </a:p>
        </p:txBody>
      </p:sp>
      <p:sp>
        <p:nvSpPr>
          <p:cNvPr id="16" name="Oval 15">
            <a:extLst>
              <a:ext uri="{FF2B5EF4-FFF2-40B4-BE49-F238E27FC236}">
                <a16:creationId xmlns:a16="http://schemas.microsoft.com/office/drawing/2014/main" id="{3448F412-0AC3-C748-B0E0-5CCCE16152A0}"/>
              </a:ext>
            </a:extLst>
          </p:cNvPr>
          <p:cNvSpPr>
            <a:spLocks noChangeAspect="1"/>
          </p:cNvSpPr>
          <p:nvPr/>
        </p:nvSpPr>
        <p:spPr>
          <a:xfrm>
            <a:off x="4602000" y="2444362"/>
            <a:ext cx="2988000" cy="2988000"/>
          </a:xfrm>
          <a:prstGeom prst="ellipse">
            <a:avLst/>
          </a:prstGeom>
          <a:solidFill>
            <a:srgbClr val="D5BF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A9211C43-91A0-8748-A3EB-6243FCBD82DD}"/>
              </a:ext>
            </a:extLst>
          </p:cNvPr>
          <p:cNvSpPr>
            <a:spLocks noChangeAspect="1"/>
          </p:cNvSpPr>
          <p:nvPr/>
        </p:nvSpPr>
        <p:spPr>
          <a:xfrm>
            <a:off x="4800000" y="2642362"/>
            <a:ext cx="2592000" cy="25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9C70F828-DA3C-AB49-95E1-5492A51B336B}"/>
              </a:ext>
            </a:extLst>
          </p:cNvPr>
          <p:cNvSpPr txBox="1"/>
          <p:nvPr/>
        </p:nvSpPr>
        <p:spPr>
          <a:xfrm>
            <a:off x="351838" y="5691499"/>
            <a:ext cx="4454508" cy="184666"/>
          </a:xfrm>
          <a:prstGeom prst="rect">
            <a:avLst/>
          </a:prstGeom>
          <a:noFill/>
          <a:ln/>
        </p:spPr>
        <p:txBody>
          <a:bodyPr vert="horz" wrap="square" lIns="0" tIns="0" rIns="0" bIns="0" rtlCol="0" anchor="t">
            <a:spAutoFit/>
          </a:bodyPr>
          <a:lstStyle/>
          <a:p>
            <a:pPr algn="l"/>
            <a:r>
              <a:rPr lang="ru-RU" sz="1200" dirty="0">
                <a:latin typeface="Stapel" panose="020B0504020202020204" pitchFamily="34" charset="77"/>
              </a:rPr>
              <a:t>Эффекты от внедрения центра управление операциями</a:t>
            </a:r>
          </a:p>
        </p:txBody>
      </p:sp>
      <p:sp>
        <p:nvSpPr>
          <p:cNvPr id="26" name="TextBox 25">
            <a:extLst>
              <a:ext uri="{FF2B5EF4-FFF2-40B4-BE49-F238E27FC236}">
                <a16:creationId xmlns:a16="http://schemas.microsoft.com/office/drawing/2014/main" id="{581F4C4E-FA81-2D4B-A123-4019627DE254}"/>
              </a:ext>
            </a:extLst>
          </p:cNvPr>
          <p:cNvSpPr txBox="1"/>
          <p:nvPr/>
        </p:nvSpPr>
        <p:spPr>
          <a:xfrm>
            <a:off x="719364" y="6031212"/>
            <a:ext cx="3397024"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31" name="Рисунок 231">
            <a:extLst>
              <a:ext uri="{FF2B5EF4-FFF2-40B4-BE49-F238E27FC236}">
                <a16:creationId xmlns:a16="http://schemas.microsoft.com/office/drawing/2014/main" id="{0A171579-907D-8441-AACC-E30189BBCE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360" y="6027497"/>
            <a:ext cx="228600" cy="228600"/>
          </a:xfrm>
          <a:prstGeom prst="rect">
            <a:avLst/>
          </a:prstGeom>
        </p:spPr>
      </p:pic>
      <p:sp>
        <p:nvSpPr>
          <p:cNvPr id="46" name="TextBox 45">
            <a:extLst>
              <a:ext uri="{FF2B5EF4-FFF2-40B4-BE49-F238E27FC236}">
                <a16:creationId xmlns:a16="http://schemas.microsoft.com/office/drawing/2014/main" id="{AA3AD632-1E12-EB45-A023-4BF6EC45DF04}"/>
              </a:ext>
            </a:extLst>
          </p:cNvPr>
          <p:cNvSpPr txBox="1"/>
          <p:nvPr/>
        </p:nvSpPr>
        <p:spPr>
          <a:xfrm>
            <a:off x="4913220" y="2965220"/>
            <a:ext cx="194452" cy="184666"/>
          </a:xfrm>
          <a:prstGeom prst="rect">
            <a:avLst/>
          </a:prstGeom>
          <a:noFill/>
          <a:ln/>
        </p:spPr>
        <p:txBody>
          <a:bodyPr vert="horz" wrap="none" lIns="0" tIns="0" rIns="0" bIns="0" rtlCol="0" anchor="ctr">
            <a:noAutofit/>
          </a:bodyPr>
          <a:lstStyle/>
          <a:p>
            <a:pPr algn="ctr"/>
            <a:r>
              <a:rPr lang="ru-RU" sz="800" dirty="0">
                <a:solidFill>
                  <a:srgbClr val="712AC4"/>
                </a:solidFill>
                <a:latin typeface="Stapel" panose="020B0504020202020204" pitchFamily="34" charset="-52"/>
              </a:rPr>
              <a:t>1</a:t>
            </a:r>
            <a:endParaRPr lang="en-US" sz="800" dirty="0">
              <a:solidFill>
                <a:srgbClr val="712AC4"/>
              </a:solidFill>
              <a:latin typeface="Stapel" panose="020B0504020202020204" pitchFamily="34" charset="-52"/>
            </a:endParaRPr>
          </a:p>
        </p:txBody>
      </p:sp>
      <p:sp>
        <p:nvSpPr>
          <p:cNvPr id="47" name="TextBox 46">
            <a:extLst>
              <a:ext uri="{FF2B5EF4-FFF2-40B4-BE49-F238E27FC236}">
                <a16:creationId xmlns:a16="http://schemas.microsoft.com/office/drawing/2014/main" id="{0B7C0CE0-737F-5747-B49B-1FC9F9B44AED}"/>
              </a:ext>
            </a:extLst>
          </p:cNvPr>
          <p:cNvSpPr txBox="1"/>
          <p:nvPr/>
        </p:nvSpPr>
        <p:spPr>
          <a:xfrm>
            <a:off x="7071765" y="2965220"/>
            <a:ext cx="194452" cy="184666"/>
          </a:xfrm>
          <a:prstGeom prst="rect">
            <a:avLst/>
          </a:prstGeom>
          <a:noFill/>
          <a:ln/>
        </p:spPr>
        <p:txBody>
          <a:bodyPr vert="horz" wrap="none" lIns="0" tIns="0" rIns="0" bIns="0" rtlCol="0" anchor="ctr">
            <a:noAutofit/>
          </a:bodyPr>
          <a:lstStyle/>
          <a:p>
            <a:pPr algn="ctr"/>
            <a:r>
              <a:rPr lang="en-US" sz="800" dirty="0">
                <a:solidFill>
                  <a:srgbClr val="712AC4"/>
                </a:solidFill>
                <a:latin typeface="Stapel" panose="020B0504020202020204" pitchFamily="34" charset="-52"/>
              </a:rPr>
              <a:t>2</a:t>
            </a:r>
          </a:p>
        </p:txBody>
      </p:sp>
      <p:sp>
        <p:nvSpPr>
          <p:cNvPr id="48" name="TextBox 47">
            <a:extLst>
              <a:ext uri="{FF2B5EF4-FFF2-40B4-BE49-F238E27FC236}">
                <a16:creationId xmlns:a16="http://schemas.microsoft.com/office/drawing/2014/main" id="{89DF410A-46D9-704D-803C-A358D602B1ED}"/>
              </a:ext>
            </a:extLst>
          </p:cNvPr>
          <p:cNvSpPr txBox="1"/>
          <p:nvPr/>
        </p:nvSpPr>
        <p:spPr>
          <a:xfrm>
            <a:off x="4913220" y="4735171"/>
            <a:ext cx="194452" cy="184666"/>
          </a:xfrm>
          <a:prstGeom prst="rect">
            <a:avLst/>
          </a:prstGeom>
          <a:noFill/>
          <a:ln/>
        </p:spPr>
        <p:txBody>
          <a:bodyPr vert="horz" wrap="none" lIns="0" tIns="0" rIns="0" bIns="0" rtlCol="0" anchor="ctr">
            <a:noAutofit/>
          </a:bodyPr>
          <a:lstStyle/>
          <a:p>
            <a:pPr algn="ctr"/>
            <a:r>
              <a:rPr lang="en-US" sz="800" dirty="0">
                <a:solidFill>
                  <a:srgbClr val="712AC4"/>
                </a:solidFill>
                <a:latin typeface="Stapel" panose="020B0504020202020204" pitchFamily="34" charset="-52"/>
              </a:rPr>
              <a:t>4</a:t>
            </a:r>
          </a:p>
        </p:txBody>
      </p:sp>
      <p:sp>
        <p:nvSpPr>
          <p:cNvPr id="49" name="TextBox 48">
            <a:extLst>
              <a:ext uri="{FF2B5EF4-FFF2-40B4-BE49-F238E27FC236}">
                <a16:creationId xmlns:a16="http://schemas.microsoft.com/office/drawing/2014/main" id="{C1A9EC4E-1A34-2A46-8371-747C1494A354}"/>
              </a:ext>
            </a:extLst>
          </p:cNvPr>
          <p:cNvSpPr txBox="1"/>
          <p:nvPr/>
        </p:nvSpPr>
        <p:spPr>
          <a:xfrm>
            <a:off x="7071765" y="4735171"/>
            <a:ext cx="194452" cy="184666"/>
          </a:xfrm>
          <a:prstGeom prst="rect">
            <a:avLst/>
          </a:prstGeom>
          <a:noFill/>
          <a:ln/>
        </p:spPr>
        <p:txBody>
          <a:bodyPr vert="horz" wrap="none" lIns="0" tIns="0" rIns="0" bIns="0" rtlCol="0" anchor="ctr">
            <a:noAutofit/>
          </a:bodyPr>
          <a:lstStyle/>
          <a:p>
            <a:pPr algn="ctr"/>
            <a:r>
              <a:rPr lang="en-US" sz="800" dirty="0">
                <a:solidFill>
                  <a:srgbClr val="712AC4"/>
                </a:solidFill>
                <a:latin typeface="Stapel" panose="020B0504020202020204" pitchFamily="34" charset="-52"/>
              </a:rPr>
              <a:t>3</a:t>
            </a:r>
          </a:p>
        </p:txBody>
      </p:sp>
      <p:sp>
        <p:nvSpPr>
          <p:cNvPr id="50" name="Snip Single Corner of Rectangle 49">
            <a:extLst>
              <a:ext uri="{FF2B5EF4-FFF2-40B4-BE49-F238E27FC236}">
                <a16:creationId xmlns:a16="http://schemas.microsoft.com/office/drawing/2014/main" id="{4BE2A79B-FFAC-7A48-9970-DABDC7207B66}"/>
              </a:ext>
            </a:extLst>
          </p:cNvPr>
          <p:cNvSpPr/>
          <p:nvPr/>
        </p:nvSpPr>
        <p:spPr>
          <a:xfrm rot="5400000">
            <a:off x="1496299" y="1303686"/>
            <a:ext cx="1483786"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TextBox 50">
            <a:extLst>
              <a:ext uri="{FF2B5EF4-FFF2-40B4-BE49-F238E27FC236}">
                <a16:creationId xmlns:a16="http://schemas.microsoft.com/office/drawing/2014/main" id="{4B96B1F2-D23C-A549-8BED-AC2D20C9BF28}"/>
              </a:ext>
            </a:extLst>
          </p:cNvPr>
          <p:cNvSpPr txBox="1"/>
          <p:nvPr/>
        </p:nvSpPr>
        <p:spPr>
          <a:xfrm>
            <a:off x="504372" y="2582724"/>
            <a:ext cx="1442703"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Планирование</a:t>
            </a:r>
            <a:endParaRPr lang="en-US" sz="1600" dirty="0">
              <a:latin typeface="Stapel" panose="020B0504020202020204" pitchFamily="34" charset="-52"/>
            </a:endParaRPr>
          </a:p>
        </p:txBody>
      </p:sp>
      <p:sp>
        <p:nvSpPr>
          <p:cNvPr id="52" name="TextBox 51">
            <a:extLst>
              <a:ext uri="{FF2B5EF4-FFF2-40B4-BE49-F238E27FC236}">
                <a16:creationId xmlns:a16="http://schemas.microsoft.com/office/drawing/2014/main" id="{FEE523C9-EF4D-7842-A4F5-7369D1C2D969}"/>
              </a:ext>
            </a:extLst>
          </p:cNvPr>
          <p:cNvSpPr txBox="1"/>
          <p:nvPr/>
        </p:nvSpPr>
        <p:spPr>
          <a:xfrm>
            <a:off x="504372" y="3518275"/>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53" name="TextBox 52">
            <a:extLst>
              <a:ext uri="{FF2B5EF4-FFF2-40B4-BE49-F238E27FC236}">
                <a16:creationId xmlns:a16="http://schemas.microsoft.com/office/drawing/2014/main" id="{7916E49A-DD62-644E-B2E4-4D616BE18465}"/>
              </a:ext>
            </a:extLst>
          </p:cNvPr>
          <p:cNvSpPr txBox="1"/>
          <p:nvPr/>
        </p:nvSpPr>
        <p:spPr>
          <a:xfrm>
            <a:off x="3756808" y="2582724"/>
            <a:ext cx="194452" cy="184666"/>
          </a:xfrm>
          <a:prstGeom prst="rect">
            <a:avLst/>
          </a:prstGeom>
          <a:noFill/>
          <a:ln/>
        </p:spPr>
        <p:txBody>
          <a:bodyPr vert="horz" wrap="square" lIns="0" tIns="0" rIns="0" bIns="0" rtlCol="0" anchor="t">
            <a:spAutoFit/>
          </a:bodyPr>
          <a:lstStyle/>
          <a:p>
            <a:pPr algn="r"/>
            <a:r>
              <a:rPr lang="ru-RU" sz="1200" dirty="0">
                <a:latin typeface="Stapel" panose="020B0504020202020204" pitchFamily="34" charset="-52"/>
              </a:rPr>
              <a:t>1</a:t>
            </a:r>
            <a:endParaRPr lang="en-US" sz="1200" dirty="0">
              <a:latin typeface="Stapel" panose="020B0504020202020204" pitchFamily="34" charset="-52"/>
            </a:endParaRPr>
          </a:p>
        </p:txBody>
      </p:sp>
      <p:sp>
        <p:nvSpPr>
          <p:cNvPr id="62" name="Snip Single Corner of Rectangle 61">
            <a:extLst>
              <a:ext uri="{FF2B5EF4-FFF2-40B4-BE49-F238E27FC236}">
                <a16:creationId xmlns:a16="http://schemas.microsoft.com/office/drawing/2014/main" id="{E5BD4482-7452-014D-A107-BAFE0DADA5DC}"/>
              </a:ext>
            </a:extLst>
          </p:cNvPr>
          <p:cNvSpPr/>
          <p:nvPr/>
        </p:nvSpPr>
        <p:spPr>
          <a:xfrm rot="5400000">
            <a:off x="9209806" y="2840391"/>
            <a:ext cx="1488003"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FCFB8B07-792C-2142-AD44-958B83E733BD}"/>
              </a:ext>
            </a:extLst>
          </p:cNvPr>
          <p:cNvSpPr txBox="1"/>
          <p:nvPr/>
        </p:nvSpPr>
        <p:spPr>
          <a:xfrm>
            <a:off x="8219988" y="4096931"/>
            <a:ext cx="1341714"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Координация</a:t>
            </a:r>
          </a:p>
        </p:txBody>
      </p:sp>
      <p:sp>
        <p:nvSpPr>
          <p:cNvPr id="64" name="TextBox 63">
            <a:extLst>
              <a:ext uri="{FF2B5EF4-FFF2-40B4-BE49-F238E27FC236}">
                <a16:creationId xmlns:a16="http://schemas.microsoft.com/office/drawing/2014/main" id="{23CEC16B-C6C4-DB45-BD88-4DBDA3141DD4}"/>
              </a:ext>
            </a:extLst>
          </p:cNvPr>
          <p:cNvSpPr txBox="1"/>
          <p:nvPr/>
        </p:nvSpPr>
        <p:spPr>
          <a:xfrm>
            <a:off x="8219988" y="5032482"/>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65" name="TextBox 64">
            <a:extLst>
              <a:ext uri="{FF2B5EF4-FFF2-40B4-BE49-F238E27FC236}">
                <a16:creationId xmlns:a16="http://schemas.microsoft.com/office/drawing/2014/main" id="{32A6E127-E96C-7B4E-81AF-A7D523094E07}"/>
              </a:ext>
            </a:extLst>
          </p:cNvPr>
          <p:cNvSpPr txBox="1"/>
          <p:nvPr/>
        </p:nvSpPr>
        <p:spPr>
          <a:xfrm>
            <a:off x="11472424" y="4096931"/>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4</a:t>
            </a:r>
          </a:p>
        </p:txBody>
      </p:sp>
      <p:sp>
        <p:nvSpPr>
          <p:cNvPr id="66" name="Snip Single Corner of Rectangle 65">
            <a:extLst>
              <a:ext uri="{FF2B5EF4-FFF2-40B4-BE49-F238E27FC236}">
                <a16:creationId xmlns:a16="http://schemas.microsoft.com/office/drawing/2014/main" id="{D86D8D75-0CAD-E644-A4F2-E312ABE1B414}"/>
              </a:ext>
            </a:extLst>
          </p:cNvPr>
          <p:cNvSpPr/>
          <p:nvPr/>
        </p:nvSpPr>
        <p:spPr>
          <a:xfrm rot="5400000">
            <a:off x="9211915" y="1303686"/>
            <a:ext cx="1483786"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2124E0BE-617E-8A43-B93D-7D4B5ECCD927}"/>
              </a:ext>
            </a:extLst>
          </p:cNvPr>
          <p:cNvSpPr txBox="1"/>
          <p:nvPr/>
        </p:nvSpPr>
        <p:spPr>
          <a:xfrm>
            <a:off x="8219988" y="2582724"/>
            <a:ext cx="1203856"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Мониторинг</a:t>
            </a:r>
            <a:endParaRPr lang="en-US" sz="1600" dirty="0">
              <a:latin typeface="Stapel" panose="020B0504020202020204" pitchFamily="34" charset="-52"/>
            </a:endParaRPr>
          </a:p>
        </p:txBody>
      </p:sp>
      <p:sp>
        <p:nvSpPr>
          <p:cNvPr id="68" name="TextBox 67">
            <a:extLst>
              <a:ext uri="{FF2B5EF4-FFF2-40B4-BE49-F238E27FC236}">
                <a16:creationId xmlns:a16="http://schemas.microsoft.com/office/drawing/2014/main" id="{5EEC22A2-DA1F-3447-9823-A6CBD3E62117}"/>
              </a:ext>
            </a:extLst>
          </p:cNvPr>
          <p:cNvSpPr txBox="1"/>
          <p:nvPr/>
        </p:nvSpPr>
        <p:spPr>
          <a:xfrm>
            <a:off x="8219988" y="3518275"/>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69" name="TextBox 68">
            <a:extLst>
              <a:ext uri="{FF2B5EF4-FFF2-40B4-BE49-F238E27FC236}">
                <a16:creationId xmlns:a16="http://schemas.microsoft.com/office/drawing/2014/main" id="{8D7684EF-C103-3B42-B9F9-A3D9A4675BFD}"/>
              </a:ext>
            </a:extLst>
          </p:cNvPr>
          <p:cNvSpPr txBox="1"/>
          <p:nvPr/>
        </p:nvSpPr>
        <p:spPr>
          <a:xfrm>
            <a:off x="11472424" y="2582724"/>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2</a:t>
            </a:r>
          </a:p>
        </p:txBody>
      </p:sp>
      <p:sp>
        <p:nvSpPr>
          <p:cNvPr id="74" name="Shape 40">
            <a:extLst>
              <a:ext uri="{FF2B5EF4-FFF2-40B4-BE49-F238E27FC236}">
                <a16:creationId xmlns:a16="http://schemas.microsoft.com/office/drawing/2014/main" id="{C539C94F-F3BC-4F4C-8CC1-3B1DE91AB988}"/>
              </a:ext>
            </a:extLst>
          </p:cNvPr>
          <p:cNvSpPr/>
          <p:nvPr/>
        </p:nvSpPr>
        <p:spPr>
          <a:xfrm>
            <a:off x="5043152" y="3535350"/>
            <a:ext cx="2105696" cy="253967"/>
          </a:xfrm>
          <a:prstGeom prst="rect">
            <a:avLst/>
          </a:prstGeom>
          <a:solidFill>
            <a:srgbClr val="F5F4F4">
              <a:alpha val="100000"/>
            </a:srgbClr>
          </a:solidFill>
          <a:ln/>
        </p:spPr>
        <p:txBody>
          <a:bodyPr lIns="36000" rIns="36000" anchor="ctr"/>
          <a:lstStyle/>
          <a:p>
            <a:pPr algn="ctr"/>
            <a:r>
              <a:rPr lang="ru-RU" sz="800" dirty="0"/>
              <a:t>Интегрированное планирование</a:t>
            </a:r>
            <a:endParaRPr lang="en-US" sz="800" dirty="0"/>
          </a:p>
        </p:txBody>
      </p:sp>
      <p:sp>
        <p:nvSpPr>
          <p:cNvPr id="75" name="Shape 42">
            <a:extLst>
              <a:ext uri="{FF2B5EF4-FFF2-40B4-BE49-F238E27FC236}">
                <a16:creationId xmlns:a16="http://schemas.microsoft.com/office/drawing/2014/main" id="{1F366CF3-27D7-9041-AA07-15DEF07AB693}"/>
              </a:ext>
            </a:extLst>
          </p:cNvPr>
          <p:cNvSpPr/>
          <p:nvPr/>
        </p:nvSpPr>
        <p:spPr>
          <a:xfrm>
            <a:off x="5043152" y="3802015"/>
            <a:ext cx="2105696" cy="253967"/>
          </a:xfrm>
          <a:prstGeom prst="rect">
            <a:avLst/>
          </a:prstGeom>
          <a:solidFill>
            <a:srgbClr val="F5F4F4">
              <a:alpha val="100000"/>
            </a:srgbClr>
          </a:solidFill>
          <a:ln/>
        </p:spPr>
        <p:txBody>
          <a:bodyPr lIns="36000" rIns="36000" anchor="ctr"/>
          <a:lstStyle/>
          <a:p>
            <a:pPr algn="ctr"/>
            <a:r>
              <a:rPr lang="ru-RU" sz="800" dirty="0"/>
              <a:t>Управление производством</a:t>
            </a:r>
          </a:p>
        </p:txBody>
      </p:sp>
      <p:sp>
        <p:nvSpPr>
          <p:cNvPr id="76" name="Shape 44">
            <a:extLst>
              <a:ext uri="{FF2B5EF4-FFF2-40B4-BE49-F238E27FC236}">
                <a16:creationId xmlns:a16="http://schemas.microsoft.com/office/drawing/2014/main" id="{3E69F96C-05CB-2E4F-A701-0455D23E181B}"/>
              </a:ext>
            </a:extLst>
          </p:cNvPr>
          <p:cNvSpPr/>
          <p:nvPr/>
        </p:nvSpPr>
        <p:spPr>
          <a:xfrm>
            <a:off x="5043152" y="4068681"/>
            <a:ext cx="2105696" cy="253967"/>
          </a:xfrm>
          <a:prstGeom prst="rect">
            <a:avLst/>
          </a:prstGeom>
          <a:solidFill>
            <a:srgbClr val="F5F4F4">
              <a:alpha val="100000"/>
            </a:srgbClr>
          </a:solidFill>
          <a:ln/>
        </p:spPr>
        <p:txBody>
          <a:bodyPr lIns="36000" rIns="36000" anchor="ctr"/>
          <a:lstStyle/>
          <a:p>
            <a:pPr algn="ctr"/>
            <a:r>
              <a:rPr lang="ru-RU" sz="800"/>
              <a:t>Повышение надежности оборудования</a:t>
            </a:r>
            <a:endParaRPr lang="en-US" sz="800" dirty="0"/>
          </a:p>
        </p:txBody>
      </p:sp>
      <p:sp>
        <p:nvSpPr>
          <p:cNvPr id="77" name="Shape 46">
            <a:extLst>
              <a:ext uri="{FF2B5EF4-FFF2-40B4-BE49-F238E27FC236}">
                <a16:creationId xmlns:a16="http://schemas.microsoft.com/office/drawing/2014/main" id="{39E10CA8-4F78-4A48-B71A-DE757C647AF3}"/>
              </a:ext>
            </a:extLst>
          </p:cNvPr>
          <p:cNvSpPr/>
          <p:nvPr/>
        </p:nvSpPr>
        <p:spPr>
          <a:xfrm>
            <a:off x="5043152" y="4335346"/>
            <a:ext cx="2105696" cy="253967"/>
          </a:xfrm>
          <a:prstGeom prst="rect">
            <a:avLst/>
          </a:prstGeom>
          <a:solidFill>
            <a:srgbClr val="F5F4F4">
              <a:alpha val="100000"/>
            </a:srgbClr>
          </a:solidFill>
          <a:ln/>
        </p:spPr>
        <p:txBody>
          <a:bodyPr lIns="36000" rIns="36000" anchor="ctr"/>
          <a:lstStyle/>
          <a:p>
            <a:pPr algn="ctr"/>
            <a:r>
              <a:rPr lang="ru-RU" sz="800" dirty="0"/>
              <a:t>Контроль параметров продукта</a:t>
            </a:r>
            <a:endParaRPr lang="en-US" sz="800" dirty="0"/>
          </a:p>
        </p:txBody>
      </p:sp>
      <p:sp>
        <p:nvSpPr>
          <p:cNvPr id="78" name="Shape 40">
            <a:extLst>
              <a:ext uri="{FF2B5EF4-FFF2-40B4-BE49-F238E27FC236}">
                <a16:creationId xmlns:a16="http://schemas.microsoft.com/office/drawing/2014/main" id="{3C594D6D-2C83-2446-87C1-108992010F48}"/>
              </a:ext>
            </a:extLst>
          </p:cNvPr>
          <p:cNvSpPr/>
          <p:nvPr/>
        </p:nvSpPr>
        <p:spPr>
          <a:xfrm>
            <a:off x="5043152" y="3264777"/>
            <a:ext cx="2105696" cy="253967"/>
          </a:xfrm>
          <a:prstGeom prst="rect">
            <a:avLst/>
          </a:prstGeom>
          <a:solidFill>
            <a:srgbClr val="F5F4F4">
              <a:alpha val="100000"/>
            </a:srgbClr>
          </a:solidFill>
          <a:ln/>
        </p:spPr>
        <p:txBody>
          <a:bodyPr lIns="36000" rIns="36000" anchor="ctr"/>
          <a:lstStyle/>
          <a:p>
            <a:pPr algn="ctr"/>
            <a:r>
              <a:rPr lang="ru-RU" sz="800" dirty="0"/>
              <a:t>Операционная деятельность</a:t>
            </a:r>
          </a:p>
        </p:txBody>
      </p:sp>
      <p:sp>
        <p:nvSpPr>
          <p:cNvPr id="44" name="Shape 12">
            <a:extLst>
              <a:ext uri="{FF2B5EF4-FFF2-40B4-BE49-F238E27FC236}">
                <a16:creationId xmlns:a16="http://schemas.microsoft.com/office/drawing/2014/main" id="{DD7C3EE9-231A-D44E-936B-FA35378BBED8}"/>
              </a:ext>
            </a:extLst>
          </p:cNvPr>
          <p:cNvSpPr/>
          <p:nvPr/>
        </p:nvSpPr>
        <p:spPr>
          <a:xfrm>
            <a:off x="355598" y="5936315"/>
            <a:ext cx="11480740" cy="12700"/>
          </a:xfrm>
          <a:prstGeom prst="rect">
            <a:avLst/>
          </a:prstGeom>
          <a:solidFill>
            <a:srgbClr val="000000">
              <a:alpha val="100000"/>
            </a:srgbClr>
          </a:solidFill>
          <a:ln/>
        </p:spPr>
      </p:sp>
      <p:sp>
        <p:nvSpPr>
          <p:cNvPr id="45" name="TextBox 44">
            <a:extLst>
              <a:ext uri="{FF2B5EF4-FFF2-40B4-BE49-F238E27FC236}">
                <a16:creationId xmlns:a16="http://schemas.microsoft.com/office/drawing/2014/main" id="{EF0E6739-E408-F844-AF5F-50AB45051794}"/>
              </a:ext>
            </a:extLst>
          </p:cNvPr>
          <p:cNvSpPr txBox="1"/>
          <p:nvPr/>
        </p:nvSpPr>
        <p:spPr>
          <a:xfrm>
            <a:off x="8463227" y="6031212"/>
            <a:ext cx="3368776"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56" name="Рисунок 614">
            <a:extLst>
              <a:ext uri="{FF2B5EF4-FFF2-40B4-BE49-F238E27FC236}">
                <a16:creationId xmlns:a16="http://schemas.microsoft.com/office/drawing/2014/main" id="{9601FF0E-2448-2040-B2C7-14D87CE989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93798" y="6027497"/>
            <a:ext cx="238125" cy="228600"/>
          </a:xfrm>
          <a:prstGeom prst="rect">
            <a:avLst/>
          </a:prstGeom>
        </p:spPr>
      </p:pic>
      <p:sp>
        <p:nvSpPr>
          <p:cNvPr id="59" name="TextBox 58">
            <a:extLst>
              <a:ext uri="{FF2B5EF4-FFF2-40B4-BE49-F238E27FC236}">
                <a16:creationId xmlns:a16="http://schemas.microsoft.com/office/drawing/2014/main" id="{C6B235EB-44C6-4341-8AE8-899917915E61}"/>
              </a:ext>
            </a:extLst>
          </p:cNvPr>
          <p:cNvSpPr txBox="1"/>
          <p:nvPr/>
        </p:nvSpPr>
        <p:spPr>
          <a:xfrm>
            <a:off x="4610555" y="6031212"/>
            <a:ext cx="3368776"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61" name="Рисунок 600">
            <a:extLst>
              <a:ext uri="{FF2B5EF4-FFF2-40B4-BE49-F238E27FC236}">
                <a16:creationId xmlns:a16="http://schemas.microsoft.com/office/drawing/2014/main" id="{AC033193-9E03-E74D-8DE0-44F2EAE9440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39273" y="6027497"/>
            <a:ext cx="238125" cy="228600"/>
          </a:xfrm>
          <a:prstGeom prst="rect">
            <a:avLst/>
          </a:prstGeom>
        </p:spPr>
      </p:pic>
      <p:sp>
        <p:nvSpPr>
          <p:cNvPr id="82" name="Half-frame 81">
            <a:extLst>
              <a:ext uri="{FF2B5EF4-FFF2-40B4-BE49-F238E27FC236}">
                <a16:creationId xmlns:a16="http://schemas.microsoft.com/office/drawing/2014/main" id="{0031656E-FF24-4348-A215-A3CE4F5C64FD}"/>
              </a:ext>
            </a:extLst>
          </p:cNvPr>
          <p:cNvSpPr/>
          <p:nvPr/>
        </p:nvSpPr>
        <p:spPr>
          <a:xfrm rot="2700000">
            <a:off x="4648444" y="391175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Half-frame 82">
            <a:extLst>
              <a:ext uri="{FF2B5EF4-FFF2-40B4-BE49-F238E27FC236}">
                <a16:creationId xmlns:a16="http://schemas.microsoft.com/office/drawing/2014/main" id="{17772AF9-FC72-B648-902F-EF2EF3C3D385}"/>
              </a:ext>
            </a:extLst>
          </p:cNvPr>
          <p:cNvSpPr/>
          <p:nvPr/>
        </p:nvSpPr>
        <p:spPr>
          <a:xfrm rot="8100000">
            <a:off x="6019005" y="2493860"/>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4" name="Half-frame 83">
            <a:extLst>
              <a:ext uri="{FF2B5EF4-FFF2-40B4-BE49-F238E27FC236}">
                <a16:creationId xmlns:a16="http://schemas.microsoft.com/office/drawing/2014/main" id="{9EE0355F-9048-F540-BD42-8FEDB27F5B10}"/>
              </a:ext>
            </a:extLst>
          </p:cNvPr>
          <p:cNvSpPr/>
          <p:nvPr/>
        </p:nvSpPr>
        <p:spPr>
          <a:xfrm rot="18900000">
            <a:off x="6067161" y="528664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5" name="Half-frame 84">
            <a:extLst>
              <a:ext uri="{FF2B5EF4-FFF2-40B4-BE49-F238E27FC236}">
                <a16:creationId xmlns:a16="http://schemas.microsoft.com/office/drawing/2014/main" id="{30FF281C-0B41-2147-9667-452411A9F6A2}"/>
              </a:ext>
            </a:extLst>
          </p:cNvPr>
          <p:cNvSpPr/>
          <p:nvPr/>
        </p:nvSpPr>
        <p:spPr>
          <a:xfrm rot="13500000">
            <a:off x="7437000" y="391175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4" name="Shape 50">
            <a:extLst>
              <a:ext uri="{FF2B5EF4-FFF2-40B4-BE49-F238E27FC236}">
                <a16:creationId xmlns:a16="http://schemas.microsoft.com/office/drawing/2014/main" id="{7DE1A317-C743-2942-BA2D-DFACAF3FD794}"/>
              </a:ext>
            </a:extLst>
          </p:cNvPr>
          <p:cNvSpPr/>
          <p:nvPr/>
        </p:nvSpPr>
        <p:spPr>
          <a:xfrm>
            <a:off x="351838" y="362066"/>
            <a:ext cx="2628000" cy="196824"/>
          </a:xfrm>
          <a:prstGeom prst="rect">
            <a:avLst/>
          </a:prstGeom>
          <a:solidFill>
            <a:schemeClr val="tx2">
              <a:alpha val="10000"/>
            </a:schemeClr>
          </a:solidFill>
          <a:ln/>
        </p:spPr>
        <p:txBody>
          <a:bodyPr lIns="90000" rIns="90000" anchor="ctr"/>
          <a:lstStyle/>
          <a:p>
            <a:r>
              <a:rPr lang="ru-RU" sz="800" dirty="0"/>
              <a:t>Центр управления операционной деятельностью</a:t>
            </a:r>
            <a:endParaRPr lang="en-US" sz="800" dirty="0"/>
          </a:p>
        </p:txBody>
      </p:sp>
      <p:sp>
        <p:nvSpPr>
          <p:cNvPr id="55" name="Shape 52">
            <a:extLst>
              <a:ext uri="{FF2B5EF4-FFF2-40B4-BE49-F238E27FC236}">
                <a16:creationId xmlns:a16="http://schemas.microsoft.com/office/drawing/2014/main" id="{91A9D69D-5F22-E842-8F12-D85A6B159BD5}"/>
              </a:ext>
            </a:extLst>
          </p:cNvPr>
          <p:cNvSpPr/>
          <p:nvPr/>
        </p:nvSpPr>
        <p:spPr>
          <a:xfrm>
            <a:off x="3014131" y="362066"/>
            <a:ext cx="1224000" cy="196824"/>
          </a:xfrm>
          <a:prstGeom prst="rect">
            <a:avLst/>
          </a:prstGeom>
          <a:solidFill>
            <a:srgbClr val="E5E5E5"/>
          </a:solidFill>
          <a:ln/>
        </p:spPr>
        <p:txBody>
          <a:bodyPr lIns="90000" rIns="90000"/>
          <a:lstStyle/>
          <a:p>
            <a:r>
              <a:rPr lang="ru-RU" sz="800" dirty="0"/>
              <a:t>Управление рисками</a:t>
            </a:r>
            <a:endParaRPr lang="en-US" sz="800" dirty="0"/>
          </a:p>
        </p:txBody>
      </p:sp>
    </p:spTree>
    <p:extLst>
      <p:ext uri="{BB962C8B-B14F-4D97-AF65-F5344CB8AC3E}">
        <p14:creationId xmlns:p14="http://schemas.microsoft.com/office/powerpoint/2010/main" val="13297786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16F451-24B8-474B-B1C0-0FA88B78EB90}"/>
              </a:ext>
            </a:extLst>
          </p:cNvPr>
          <p:cNvSpPr>
            <a:spLocks noGrp="1"/>
          </p:cNvSpPr>
          <p:nvPr>
            <p:ph type="title"/>
          </p:nvPr>
        </p:nvSpPr>
        <p:spPr>
          <a:xfrm>
            <a:off x="360000" y="252000"/>
            <a:ext cx="9533300" cy="1169294"/>
          </a:xfrm>
        </p:spPr>
        <p:txBody>
          <a:bodyPr/>
          <a:lstStyle/>
          <a:p>
            <a:r>
              <a:rPr lang="ru-RU" dirty="0"/>
              <a:t>Деятельность центра управления операциями направлена на повышение операционной эффективности</a:t>
            </a:r>
          </a:p>
        </p:txBody>
      </p:sp>
      <p:sp>
        <p:nvSpPr>
          <p:cNvPr id="5" name="Slide Number Placeholder 4">
            <a:extLst>
              <a:ext uri="{FF2B5EF4-FFF2-40B4-BE49-F238E27FC236}">
                <a16:creationId xmlns:a16="http://schemas.microsoft.com/office/drawing/2014/main" id="{5D22F302-C3E1-394E-A77B-11F6B942E433}"/>
              </a:ext>
            </a:extLst>
          </p:cNvPr>
          <p:cNvSpPr>
            <a:spLocks noGrp="1"/>
          </p:cNvSpPr>
          <p:nvPr>
            <p:ph type="sldNum" sz="quarter" idx="4"/>
          </p:nvPr>
        </p:nvSpPr>
        <p:spPr/>
        <p:txBody>
          <a:bodyPr/>
          <a:lstStyle/>
          <a:p>
            <a:fld id="{13FB4C0F-BB20-4298-B11D-AEB97E17A107}" type="slidenum">
              <a:rPr lang="ru-RU" smtClean="0"/>
              <a:pPr/>
              <a:t>84</a:t>
            </a:fld>
            <a:endParaRPr lang="ru-RU" dirty="0"/>
          </a:p>
        </p:txBody>
      </p:sp>
      <p:graphicFrame>
        <p:nvGraphicFramePr>
          <p:cNvPr id="6" name="Таблица 45">
            <a:extLst>
              <a:ext uri="{FF2B5EF4-FFF2-40B4-BE49-F238E27FC236}">
                <a16:creationId xmlns:a16="http://schemas.microsoft.com/office/drawing/2014/main" id="{F679738C-925A-D546-ABBE-0B43FECC7F86}"/>
              </a:ext>
            </a:extLst>
          </p:cNvPr>
          <p:cNvGraphicFramePr>
            <a:graphicFrameLocks noGrp="1"/>
          </p:cNvGraphicFramePr>
          <p:nvPr/>
        </p:nvGraphicFramePr>
        <p:xfrm>
          <a:off x="351838" y="1990800"/>
          <a:ext cx="11480742" cy="360000"/>
        </p:xfrm>
        <a:graphic>
          <a:graphicData uri="http://schemas.openxmlformats.org/drawingml/2006/table">
            <a:tbl>
              <a:tblPr firstRow="1" bandRow="1">
                <a:tableStyleId>{5C22544A-7EE6-4342-B048-85BDC9FD1C3A}</a:tableStyleId>
              </a:tblPr>
              <a:tblGrid>
                <a:gridCol w="1913457">
                  <a:extLst>
                    <a:ext uri="{9D8B030D-6E8A-4147-A177-3AD203B41FA5}">
                      <a16:colId xmlns:a16="http://schemas.microsoft.com/office/drawing/2014/main" val="703013879"/>
                    </a:ext>
                  </a:extLst>
                </a:gridCol>
                <a:gridCol w="1913457">
                  <a:extLst>
                    <a:ext uri="{9D8B030D-6E8A-4147-A177-3AD203B41FA5}">
                      <a16:colId xmlns:a16="http://schemas.microsoft.com/office/drawing/2014/main" val="3578337866"/>
                    </a:ext>
                  </a:extLst>
                </a:gridCol>
                <a:gridCol w="1913457">
                  <a:extLst>
                    <a:ext uri="{9D8B030D-6E8A-4147-A177-3AD203B41FA5}">
                      <a16:colId xmlns:a16="http://schemas.microsoft.com/office/drawing/2014/main" val="3361557832"/>
                    </a:ext>
                  </a:extLst>
                </a:gridCol>
                <a:gridCol w="1913457">
                  <a:extLst>
                    <a:ext uri="{9D8B030D-6E8A-4147-A177-3AD203B41FA5}">
                      <a16:colId xmlns:a16="http://schemas.microsoft.com/office/drawing/2014/main" val="2976666941"/>
                    </a:ext>
                  </a:extLst>
                </a:gridCol>
                <a:gridCol w="1913457">
                  <a:extLst>
                    <a:ext uri="{9D8B030D-6E8A-4147-A177-3AD203B41FA5}">
                      <a16:colId xmlns:a16="http://schemas.microsoft.com/office/drawing/2014/main" val="84570180"/>
                    </a:ext>
                  </a:extLst>
                </a:gridCol>
                <a:gridCol w="1913457">
                  <a:extLst>
                    <a:ext uri="{9D8B030D-6E8A-4147-A177-3AD203B41FA5}">
                      <a16:colId xmlns:a16="http://schemas.microsoft.com/office/drawing/2014/main" val="2859185102"/>
                    </a:ext>
                  </a:extLst>
                </a:gridCol>
              </a:tblGrid>
              <a:tr h="360000">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i="0" dirty="0">
                          <a:solidFill>
                            <a:schemeClr val="tx1"/>
                          </a:solidFill>
                          <a:latin typeface="Stapel" panose="020B0504020202020204" pitchFamily="34" charset="77"/>
                          <a:ea typeface="Stapel" pitchFamily="34" charset="-122"/>
                          <a:cs typeface="Stapel" pitchFamily="34" charset="-120"/>
                        </a:rPr>
                        <a:t>Добыча</a:t>
                      </a:r>
                      <a:endParaRPr lang="en-US" sz="1200" b="0" i="0" dirty="0">
                        <a:solidFill>
                          <a:schemeClr val="tx1"/>
                        </a:solidFill>
                        <a:latin typeface="Stapel" panose="020B0504020202020204" pitchFamily="34" charset="77"/>
                      </a:endParaRPr>
                    </a:p>
                  </a:txBody>
                  <a:tcPr anchor="ctr">
                    <a:solidFill>
                      <a:srgbClr val="FFDBDA"/>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Переработка</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Первичная логистика</a:t>
                      </a:r>
                      <a:endParaRPr lang="en-US" sz="1200" b="0" dirty="0">
                        <a:solidFill>
                          <a:schemeClr val="tx1"/>
                        </a:solidFill>
                      </a:endParaRP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Производство ПБЕ</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Вторичная логистика</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Сбыт</a:t>
                      </a:r>
                    </a:p>
                  </a:txBody>
                  <a:tcPr anchor="ctr">
                    <a:solidFill>
                      <a:schemeClr val="bg2"/>
                    </a:solidFill>
                  </a:tcPr>
                </a:tc>
                <a:extLst>
                  <a:ext uri="{0D108BD9-81ED-4DB2-BD59-A6C34878D82A}">
                    <a16:rowId xmlns:a16="http://schemas.microsoft.com/office/drawing/2014/main" val="2302291900"/>
                  </a:ext>
                </a:extLst>
              </a:tr>
            </a:tbl>
          </a:graphicData>
        </a:graphic>
      </p:graphicFrame>
      <p:sp>
        <p:nvSpPr>
          <p:cNvPr id="9" name="Snip Single Corner of Rectangle 8">
            <a:extLst>
              <a:ext uri="{FF2B5EF4-FFF2-40B4-BE49-F238E27FC236}">
                <a16:creationId xmlns:a16="http://schemas.microsoft.com/office/drawing/2014/main" id="{2FE42DAD-9787-EA41-8E23-3204CB558C09}"/>
              </a:ext>
            </a:extLst>
          </p:cNvPr>
          <p:cNvSpPr/>
          <p:nvPr/>
        </p:nvSpPr>
        <p:spPr>
          <a:xfrm rot="5400000">
            <a:off x="1494190" y="2840391"/>
            <a:ext cx="1488003"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563AC39F-4E67-6F41-A1A0-A8C610E4A561}"/>
              </a:ext>
            </a:extLst>
          </p:cNvPr>
          <p:cNvSpPr txBox="1"/>
          <p:nvPr/>
        </p:nvSpPr>
        <p:spPr>
          <a:xfrm>
            <a:off x="504372" y="4096931"/>
            <a:ext cx="2064668"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Совершенствование</a:t>
            </a:r>
            <a:endParaRPr lang="en-US" sz="1600" dirty="0">
              <a:latin typeface="Stapel" panose="020B0504020202020204" pitchFamily="34" charset="-52"/>
            </a:endParaRPr>
          </a:p>
        </p:txBody>
      </p:sp>
      <p:sp>
        <p:nvSpPr>
          <p:cNvPr id="11" name="TextBox 10">
            <a:extLst>
              <a:ext uri="{FF2B5EF4-FFF2-40B4-BE49-F238E27FC236}">
                <a16:creationId xmlns:a16="http://schemas.microsoft.com/office/drawing/2014/main" id="{4FF60405-0155-634C-9FD6-415F4C02FCFB}"/>
              </a:ext>
            </a:extLst>
          </p:cNvPr>
          <p:cNvSpPr txBox="1"/>
          <p:nvPr/>
        </p:nvSpPr>
        <p:spPr>
          <a:xfrm>
            <a:off x="504372" y="5032482"/>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12" name="TextBox 11">
            <a:extLst>
              <a:ext uri="{FF2B5EF4-FFF2-40B4-BE49-F238E27FC236}">
                <a16:creationId xmlns:a16="http://schemas.microsoft.com/office/drawing/2014/main" id="{0DE231E0-8D88-C645-8499-226DFA6EBE44}"/>
              </a:ext>
            </a:extLst>
          </p:cNvPr>
          <p:cNvSpPr txBox="1"/>
          <p:nvPr/>
        </p:nvSpPr>
        <p:spPr>
          <a:xfrm>
            <a:off x="3756808" y="4096931"/>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3</a:t>
            </a:r>
          </a:p>
        </p:txBody>
      </p:sp>
      <p:sp>
        <p:nvSpPr>
          <p:cNvPr id="16" name="Oval 15">
            <a:extLst>
              <a:ext uri="{FF2B5EF4-FFF2-40B4-BE49-F238E27FC236}">
                <a16:creationId xmlns:a16="http://schemas.microsoft.com/office/drawing/2014/main" id="{3448F412-0AC3-C748-B0E0-5CCCE16152A0}"/>
              </a:ext>
            </a:extLst>
          </p:cNvPr>
          <p:cNvSpPr>
            <a:spLocks noChangeAspect="1"/>
          </p:cNvSpPr>
          <p:nvPr/>
        </p:nvSpPr>
        <p:spPr>
          <a:xfrm>
            <a:off x="4602000" y="2444362"/>
            <a:ext cx="2988000" cy="2988000"/>
          </a:xfrm>
          <a:prstGeom prst="ellipse">
            <a:avLst/>
          </a:prstGeom>
          <a:solidFill>
            <a:srgbClr val="FFDB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A9211C43-91A0-8748-A3EB-6243FCBD82DD}"/>
              </a:ext>
            </a:extLst>
          </p:cNvPr>
          <p:cNvSpPr>
            <a:spLocks noChangeAspect="1"/>
          </p:cNvSpPr>
          <p:nvPr/>
        </p:nvSpPr>
        <p:spPr>
          <a:xfrm>
            <a:off x="4800000" y="2642362"/>
            <a:ext cx="2592000" cy="25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9C70F828-DA3C-AB49-95E1-5492A51B336B}"/>
              </a:ext>
            </a:extLst>
          </p:cNvPr>
          <p:cNvSpPr txBox="1"/>
          <p:nvPr/>
        </p:nvSpPr>
        <p:spPr>
          <a:xfrm>
            <a:off x="351838" y="5691499"/>
            <a:ext cx="4454508" cy="184666"/>
          </a:xfrm>
          <a:prstGeom prst="rect">
            <a:avLst/>
          </a:prstGeom>
          <a:noFill/>
          <a:ln/>
        </p:spPr>
        <p:txBody>
          <a:bodyPr vert="horz" wrap="square" lIns="0" tIns="0" rIns="0" bIns="0" rtlCol="0" anchor="t">
            <a:spAutoFit/>
          </a:bodyPr>
          <a:lstStyle/>
          <a:p>
            <a:pPr algn="l"/>
            <a:r>
              <a:rPr lang="ru-RU" sz="1200" dirty="0">
                <a:latin typeface="Stapel" panose="020B0504020202020204" pitchFamily="34" charset="77"/>
              </a:rPr>
              <a:t>Эффекты от внедрения центра управление операциями</a:t>
            </a:r>
          </a:p>
        </p:txBody>
      </p:sp>
      <p:sp>
        <p:nvSpPr>
          <p:cNvPr id="26" name="TextBox 25">
            <a:extLst>
              <a:ext uri="{FF2B5EF4-FFF2-40B4-BE49-F238E27FC236}">
                <a16:creationId xmlns:a16="http://schemas.microsoft.com/office/drawing/2014/main" id="{581F4C4E-FA81-2D4B-A123-4019627DE254}"/>
              </a:ext>
            </a:extLst>
          </p:cNvPr>
          <p:cNvSpPr txBox="1"/>
          <p:nvPr/>
        </p:nvSpPr>
        <p:spPr>
          <a:xfrm>
            <a:off x="719364" y="6031212"/>
            <a:ext cx="3397024"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31" name="Рисунок 231">
            <a:extLst>
              <a:ext uri="{FF2B5EF4-FFF2-40B4-BE49-F238E27FC236}">
                <a16:creationId xmlns:a16="http://schemas.microsoft.com/office/drawing/2014/main" id="{0A171579-907D-8441-AACC-E30189BBCE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360" y="6027497"/>
            <a:ext cx="228600" cy="228600"/>
          </a:xfrm>
          <a:prstGeom prst="rect">
            <a:avLst/>
          </a:prstGeom>
        </p:spPr>
      </p:pic>
      <p:sp>
        <p:nvSpPr>
          <p:cNvPr id="46" name="TextBox 45">
            <a:extLst>
              <a:ext uri="{FF2B5EF4-FFF2-40B4-BE49-F238E27FC236}">
                <a16:creationId xmlns:a16="http://schemas.microsoft.com/office/drawing/2014/main" id="{AA3AD632-1E12-EB45-A023-4BF6EC45DF04}"/>
              </a:ext>
            </a:extLst>
          </p:cNvPr>
          <p:cNvSpPr txBox="1"/>
          <p:nvPr/>
        </p:nvSpPr>
        <p:spPr>
          <a:xfrm>
            <a:off x="4913220" y="2965220"/>
            <a:ext cx="194452" cy="184666"/>
          </a:xfrm>
          <a:prstGeom prst="rect">
            <a:avLst/>
          </a:prstGeom>
          <a:noFill/>
          <a:ln/>
        </p:spPr>
        <p:txBody>
          <a:bodyPr vert="horz" wrap="none" lIns="0" tIns="0" rIns="0" bIns="0" rtlCol="0" anchor="ctr">
            <a:noAutofit/>
          </a:bodyPr>
          <a:lstStyle/>
          <a:p>
            <a:pPr algn="ctr"/>
            <a:r>
              <a:rPr lang="ru-RU" sz="800" dirty="0">
                <a:solidFill>
                  <a:srgbClr val="FFA4A3"/>
                </a:solidFill>
                <a:latin typeface="Stapel" panose="020B0504020202020204" pitchFamily="34" charset="-52"/>
              </a:rPr>
              <a:t>1</a:t>
            </a:r>
            <a:endParaRPr lang="en-US" sz="800" dirty="0">
              <a:solidFill>
                <a:srgbClr val="FFA4A3"/>
              </a:solidFill>
              <a:latin typeface="Stapel" panose="020B0504020202020204" pitchFamily="34" charset="-52"/>
            </a:endParaRPr>
          </a:p>
        </p:txBody>
      </p:sp>
      <p:sp>
        <p:nvSpPr>
          <p:cNvPr id="47" name="TextBox 46">
            <a:extLst>
              <a:ext uri="{FF2B5EF4-FFF2-40B4-BE49-F238E27FC236}">
                <a16:creationId xmlns:a16="http://schemas.microsoft.com/office/drawing/2014/main" id="{0B7C0CE0-737F-5747-B49B-1FC9F9B44AED}"/>
              </a:ext>
            </a:extLst>
          </p:cNvPr>
          <p:cNvSpPr txBox="1"/>
          <p:nvPr/>
        </p:nvSpPr>
        <p:spPr>
          <a:xfrm>
            <a:off x="7071765" y="2965220"/>
            <a:ext cx="194452" cy="184666"/>
          </a:xfrm>
          <a:prstGeom prst="rect">
            <a:avLst/>
          </a:prstGeom>
          <a:noFill/>
          <a:ln/>
        </p:spPr>
        <p:txBody>
          <a:bodyPr vert="horz" wrap="none" lIns="0" tIns="0" rIns="0" bIns="0" rtlCol="0" anchor="ctr">
            <a:noAutofit/>
          </a:bodyPr>
          <a:lstStyle/>
          <a:p>
            <a:pPr algn="ctr"/>
            <a:r>
              <a:rPr lang="en-US" sz="800" dirty="0">
                <a:solidFill>
                  <a:srgbClr val="FFA4A3"/>
                </a:solidFill>
                <a:latin typeface="Stapel" panose="020B0504020202020204" pitchFamily="34" charset="-52"/>
              </a:rPr>
              <a:t>2</a:t>
            </a:r>
          </a:p>
        </p:txBody>
      </p:sp>
      <p:sp>
        <p:nvSpPr>
          <p:cNvPr id="48" name="TextBox 47">
            <a:extLst>
              <a:ext uri="{FF2B5EF4-FFF2-40B4-BE49-F238E27FC236}">
                <a16:creationId xmlns:a16="http://schemas.microsoft.com/office/drawing/2014/main" id="{89DF410A-46D9-704D-803C-A358D602B1ED}"/>
              </a:ext>
            </a:extLst>
          </p:cNvPr>
          <p:cNvSpPr txBox="1"/>
          <p:nvPr/>
        </p:nvSpPr>
        <p:spPr>
          <a:xfrm>
            <a:off x="4913220" y="4735171"/>
            <a:ext cx="194452" cy="184666"/>
          </a:xfrm>
          <a:prstGeom prst="rect">
            <a:avLst/>
          </a:prstGeom>
          <a:noFill/>
          <a:ln/>
        </p:spPr>
        <p:txBody>
          <a:bodyPr vert="horz" wrap="none" lIns="0" tIns="0" rIns="0" bIns="0" rtlCol="0" anchor="ctr">
            <a:noAutofit/>
          </a:bodyPr>
          <a:lstStyle/>
          <a:p>
            <a:pPr algn="ctr"/>
            <a:r>
              <a:rPr lang="en-US" sz="800" dirty="0">
                <a:solidFill>
                  <a:srgbClr val="FFA4A3"/>
                </a:solidFill>
                <a:latin typeface="Stapel" panose="020B0504020202020204" pitchFamily="34" charset="-52"/>
              </a:rPr>
              <a:t>4</a:t>
            </a:r>
          </a:p>
        </p:txBody>
      </p:sp>
      <p:sp>
        <p:nvSpPr>
          <p:cNvPr id="49" name="TextBox 48">
            <a:extLst>
              <a:ext uri="{FF2B5EF4-FFF2-40B4-BE49-F238E27FC236}">
                <a16:creationId xmlns:a16="http://schemas.microsoft.com/office/drawing/2014/main" id="{C1A9EC4E-1A34-2A46-8371-747C1494A354}"/>
              </a:ext>
            </a:extLst>
          </p:cNvPr>
          <p:cNvSpPr txBox="1"/>
          <p:nvPr/>
        </p:nvSpPr>
        <p:spPr>
          <a:xfrm>
            <a:off x="7071765" y="4735171"/>
            <a:ext cx="194452" cy="184666"/>
          </a:xfrm>
          <a:prstGeom prst="rect">
            <a:avLst/>
          </a:prstGeom>
          <a:noFill/>
          <a:ln/>
        </p:spPr>
        <p:txBody>
          <a:bodyPr vert="horz" wrap="none" lIns="0" tIns="0" rIns="0" bIns="0" rtlCol="0" anchor="ctr">
            <a:noAutofit/>
          </a:bodyPr>
          <a:lstStyle/>
          <a:p>
            <a:pPr algn="ctr"/>
            <a:r>
              <a:rPr lang="en-US" sz="800" dirty="0">
                <a:solidFill>
                  <a:srgbClr val="FFA4A3"/>
                </a:solidFill>
                <a:latin typeface="Stapel" panose="020B0504020202020204" pitchFamily="34" charset="-52"/>
              </a:rPr>
              <a:t>3</a:t>
            </a:r>
          </a:p>
        </p:txBody>
      </p:sp>
      <p:sp>
        <p:nvSpPr>
          <p:cNvPr id="50" name="Snip Single Corner of Rectangle 49">
            <a:extLst>
              <a:ext uri="{FF2B5EF4-FFF2-40B4-BE49-F238E27FC236}">
                <a16:creationId xmlns:a16="http://schemas.microsoft.com/office/drawing/2014/main" id="{4BE2A79B-FFAC-7A48-9970-DABDC7207B66}"/>
              </a:ext>
            </a:extLst>
          </p:cNvPr>
          <p:cNvSpPr/>
          <p:nvPr/>
        </p:nvSpPr>
        <p:spPr>
          <a:xfrm rot="5400000">
            <a:off x="1496299" y="1303686"/>
            <a:ext cx="1483786"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TextBox 50">
            <a:extLst>
              <a:ext uri="{FF2B5EF4-FFF2-40B4-BE49-F238E27FC236}">
                <a16:creationId xmlns:a16="http://schemas.microsoft.com/office/drawing/2014/main" id="{4B96B1F2-D23C-A549-8BED-AC2D20C9BF28}"/>
              </a:ext>
            </a:extLst>
          </p:cNvPr>
          <p:cNvSpPr txBox="1"/>
          <p:nvPr/>
        </p:nvSpPr>
        <p:spPr>
          <a:xfrm>
            <a:off x="504372" y="2582724"/>
            <a:ext cx="1442703"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Планирование</a:t>
            </a:r>
            <a:endParaRPr lang="en-US" sz="1600" dirty="0">
              <a:latin typeface="Stapel" panose="020B0504020202020204" pitchFamily="34" charset="-52"/>
            </a:endParaRPr>
          </a:p>
        </p:txBody>
      </p:sp>
      <p:sp>
        <p:nvSpPr>
          <p:cNvPr id="52" name="TextBox 51">
            <a:extLst>
              <a:ext uri="{FF2B5EF4-FFF2-40B4-BE49-F238E27FC236}">
                <a16:creationId xmlns:a16="http://schemas.microsoft.com/office/drawing/2014/main" id="{FEE523C9-EF4D-7842-A4F5-7369D1C2D969}"/>
              </a:ext>
            </a:extLst>
          </p:cNvPr>
          <p:cNvSpPr txBox="1"/>
          <p:nvPr/>
        </p:nvSpPr>
        <p:spPr>
          <a:xfrm>
            <a:off x="504372" y="3518275"/>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53" name="TextBox 52">
            <a:extLst>
              <a:ext uri="{FF2B5EF4-FFF2-40B4-BE49-F238E27FC236}">
                <a16:creationId xmlns:a16="http://schemas.microsoft.com/office/drawing/2014/main" id="{7916E49A-DD62-644E-B2E4-4D616BE18465}"/>
              </a:ext>
            </a:extLst>
          </p:cNvPr>
          <p:cNvSpPr txBox="1"/>
          <p:nvPr/>
        </p:nvSpPr>
        <p:spPr>
          <a:xfrm>
            <a:off x="3756808" y="2582724"/>
            <a:ext cx="194452" cy="184666"/>
          </a:xfrm>
          <a:prstGeom prst="rect">
            <a:avLst/>
          </a:prstGeom>
          <a:noFill/>
          <a:ln/>
        </p:spPr>
        <p:txBody>
          <a:bodyPr vert="horz" wrap="square" lIns="0" tIns="0" rIns="0" bIns="0" rtlCol="0" anchor="t">
            <a:spAutoFit/>
          </a:bodyPr>
          <a:lstStyle/>
          <a:p>
            <a:pPr algn="r"/>
            <a:r>
              <a:rPr lang="ru-RU" sz="1200" dirty="0">
                <a:latin typeface="Stapel" panose="020B0504020202020204" pitchFamily="34" charset="-52"/>
              </a:rPr>
              <a:t>1</a:t>
            </a:r>
            <a:endParaRPr lang="en-US" sz="1200" dirty="0">
              <a:latin typeface="Stapel" panose="020B0504020202020204" pitchFamily="34" charset="-52"/>
            </a:endParaRPr>
          </a:p>
        </p:txBody>
      </p:sp>
      <p:sp>
        <p:nvSpPr>
          <p:cNvPr id="62" name="Snip Single Corner of Rectangle 61">
            <a:extLst>
              <a:ext uri="{FF2B5EF4-FFF2-40B4-BE49-F238E27FC236}">
                <a16:creationId xmlns:a16="http://schemas.microsoft.com/office/drawing/2014/main" id="{E5BD4482-7452-014D-A107-BAFE0DADA5DC}"/>
              </a:ext>
            </a:extLst>
          </p:cNvPr>
          <p:cNvSpPr/>
          <p:nvPr/>
        </p:nvSpPr>
        <p:spPr>
          <a:xfrm rot="5400000">
            <a:off x="9209806" y="2840391"/>
            <a:ext cx="1488003"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FCFB8B07-792C-2142-AD44-958B83E733BD}"/>
              </a:ext>
            </a:extLst>
          </p:cNvPr>
          <p:cNvSpPr txBox="1"/>
          <p:nvPr/>
        </p:nvSpPr>
        <p:spPr>
          <a:xfrm>
            <a:off x="8219988" y="4096931"/>
            <a:ext cx="1341714"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Координация</a:t>
            </a:r>
          </a:p>
        </p:txBody>
      </p:sp>
      <p:sp>
        <p:nvSpPr>
          <p:cNvPr id="64" name="TextBox 63">
            <a:extLst>
              <a:ext uri="{FF2B5EF4-FFF2-40B4-BE49-F238E27FC236}">
                <a16:creationId xmlns:a16="http://schemas.microsoft.com/office/drawing/2014/main" id="{23CEC16B-C6C4-DB45-BD88-4DBDA3141DD4}"/>
              </a:ext>
            </a:extLst>
          </p:cNvPr>
          <p:cNvSpPr txBox="1"/>
          <p:nvPr/>
        </p:nvSpPr>
        <p:spPr>
          <a:xfrm>
            <a:off x="8219988" y="5032482"/>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65" name="TextBox 64">
            <a:extLst>
              <a:ext uri="{FF2B5EF4-FFF2-40B4-BE49-F238E27FC236}">
                <a16:creationId xmlns:a16="http://schemas.microsoft.com/office/drawing/2014/main" id="{32A6E127-E96C-7B4E-81AF-A7D523094E07}"/>
              </a:ext>
            </a:extLst>
          </p:cNvPr>
          <p:cNvSpPr txBox="1"/>
          <p:nvPr/>
        </p:nvSpPr>
        <p:spPr>
          <a:xfrm>
            <a:off x="11472424" y="4096931"/>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4</a:t>
            </a:r>
          </a:p>
        </p:txBody>
      </p:sp>
      <p:sp>
        <p:nvSpPr>
          <p:cNvPr id="66" name="Snip Single Corner of Rectangle 65">
            <a:extLst>
              <a:ext uri="{FF2B5EF4-FFF2-40B4-BE49-F238E27FC236}">
                <a16:creationId xmlns:a16="http://schemas.microsoft.com/office/drawing/2014/main" id="{D86D8D75-0CAD-E644-A4F2-E312ABE1B414}"/>
              </a:ext>
            </a:extLst>
          </p:cNvPr>
          <p:cNvSpPr/>
          <p:nvPr/>
        </p:nvSpPr>
        <p:spPr>
          <a:xfrm rot="5400000">
            <a:off x="9211915" y="1303686"/>
            <a:ext cx="1483786"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2124E0BE-617E-8A43-B93D-7D4B5ECCD927}"/>
              </a:ext>
            </a:extLst>
          </p:cNvPr>
          <p:cNvSpPr txBox="1"/>
          <p:nvPr/>
        </p:nvSpPr>
        <p:spPr>
          <a:xfrm>
            <a:off x="8219988" y="2582724"/>
            <a:ext cx="1203856"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Мониторинг</a:t>
            </a:r>
            <a:endParaRPr lang="en-US" sz="1600" dirty="0">
              <a:latin typeface="Stapel" panose="020B0504020202020204" pitchFamily="34" charset="-52"/>
            </a:endParaRPr>
          </a:p>
        </p:txBody>
      </p:sp>
      <p:sp>
        <p:nvSpPr>
          <p:cNvPr id="68" name="TextBox 67">
            <a:extLst>
              <a:ext uri="{FF2B5EF4-FFF2-40B4-BE49-F238E27FC236}">
                <a16:creationId xmlns:a16="http://schemas.microsoft.com/office/drawing/2014/main" id="{5EEC22A2-DA1F-3447-9823-A6CBD3E62117}"/>
              </a:ext>
            </a:extLst>
          </p:cNvPr>
          <p:cNvSpPr txBox="1"/>
          <p:nvPr/>
        </p:nvSpPr>
        <p:spPr>
          <a:xfrm>
            <a:off x="8219988" y="3518275"/>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69" name="TextBox 68">
            <a:extLst>
              <a:ext uri="{FF2B5EF4-FFF2-40B4-BE49-F238E27FC236}">
                <a16:creationId xmlns:a16="http://schemas.microsoft.com/office/drawing/2014/main" id="{8D7684EF-C103-3B42-B9F9-A3D9A4675BFD}"/>
              </a:ext>
            </a:extLst>
          </p:cNvPr>
          <p:cNvSpPr txBox="1"/>
          <p:nvPr/>
        </p:nvSpPr>
        <p:spPr>
          <a:xfrm>
            <a:off x="11472424" y="2582724"/>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2</a:t>
            </a:r>
          </a:p>
        </p:txBody>
      </p:sp>
      <p:sp>
        <p:nvSpPr>
          <p:cNvPr id="74" name="Shape 40">
            <a:extLst>
              <a:ext uri="{FF2B5EF4-FFF2-40B4-BE49-F238E27FC236}">
                <a16:creationId xmlns:a16="http://schemas.microsoft.com/office/drawing/2014/main" id="{C539C94F-F3BC-4F4C-8CC1-3B1DE91AB988}"/>
              </a:ext>
            </a:extLst>
          </p:cNvPr>
          <p:cNvSpPr/>
          <p:nvPr/>
        </p:nvSpPr>
        <p:spPr>
          <a:xfrm>
            <a:off x="5043152" y="3535350"/>
            <a:ext cx="2105696" cy="253967"/>
          </a:xfrm>
          <a:prstGeom prst="rect">
            <a:avLst/>
          </a:prstGeom>
          <a:solidFill>
            <a:srgbClr val="F5F4F4">
              <a:alpha val="100000"/>
            </a:srgbClr>
          </a:solidFill>
          <a:ln/>
        </p:spPr>
        <p:txBody>
          <a:bodyPr lIns="36000" rIns="36000" anchor="ctr"/>
          <a:lstStyle/>
          <a:p>
            <a:pPr algn="ctr"/>
            <a:r>
              <a:rPr lang="ru-RU" sz="800" dirty="0"/>
              <a:t>Интегрированное планирование</a:t>
            </a:r>
            <a:endParaRPr lang="en-US" sz="800" dirty="0"/>
          </a:p>
        </p:txBody>
      </p:sp>
      <p:sp>
        <p:nvSpPr>
          <p:cNvPr id="75" name="Shape 42">
            <a:extLst>
              <a:ext uri="{FF2B5EF4-FFF2-40B4-BE49-F238E27FC236}">
                <a16:creationId xmlns:a16="http://schemas.microsoft.com/office/drawing/2014/main" id="{1F366CF3-27D7-9041-AA07-15DEF07AB693}"/>
              </a:ext>
            </a:extLst>
          </p:cNvPr>
          <p:cNvSpPr/>
          <p:nvPr/>
        </p:nvSpPr>
        <p:spPr>
          <a:xfrm>
            <a:off x="5043152" y="3802015"/>
            <a:ext cx="2105696" cy="253967"/>
          </a:xfrm>
          <a:prstGeom prst="rect">
            <a:avLst/>
          </a:prstGeom>
          <a:solidFill>
            <a:srgbClr val="F5F4F4">
              <a:alpha val="100000"/>
            </a:srgbClr>
          </a:solidFill>
          <a:ln/>
        </p:spPr>
        <p:txBody>
          <a:bodyPr lIns="36000" rIns="36000" anchor="ctr"/>
          <a:lstStyle/>
          <a:p>
            <a:pPr algn="ctr"/>
            <a:r>
              <a:rPr lang="ru-RU" sz="800" dirty="0"/>
              <a:t>Управление производством</a:t>
            </a:r>
          </a:p>
        </p:txBody>
      </p:sp>
      <p:sp>
        <p:nvSpPr>
          <p:cNvPr id="76" name="Shape 44">
            <a:extLst>
              <a:ext uri="{FF2B5EF4-FFF2-40B4-BE49-F238E27FC236}">
                <a16:creationId xmlns:a16="http://schemas.microsoft.com/office/drawing/2014/main" id="{3E69F96C-05CB-2E4F-A701-0455D23E181B}"/>
              </a:ext>
            </a:extLst>
          </p:cNvPr>
          <p:cNvSpPr/>
          <p:nvPr/>
        </p:nvSpPr>
        <p:spPr>
          <a:xfrm>
            <a:off x="5043152" y="4068681"/>
            <a:ext cx="2105696" cy="253967"/>
          </a:xfrm>
          <a:prstGeom prst="rect">
            <a:avLst/>
          </a:prstGeom>
          <a:solidFill>
            <a:srgbClr val="F5F4F4">
              <a:alpha val="100000"/>
            </a:srgbClr>
          </a:solidFill>
          <a:ln/>
        </p:spPr>
        <p:txBody>
          <a:bodyPr lIns="36000" rIns="36000" anchor="ctr"/>
          <a:lstStyle/>
          <a:p>
            <a:pPr algn="ctr"/>
            <a:r>
              <a:rPr lang="ru-RU" sz="800"/>
              <a:t>Повышение надежности оборудования</a:t>
            </a:r>
            <a:endParaRPr lang="en-US" sz="800" dirty="0"/>
          </a:p>
        </p:txBody>
      </p:sp>
      <p:sp>
        <p:nvSpPr>
          <p:cNvPr id="77" name="Shape 46">
            <a:extLst>
              <a:ext uri="{FF2B5EF4-FFF2-40B4-BE49-F238E27FC236}">
                <a16:creationId xmlns:a16="http://schemas.microsoft.com/office/drawing/2014/main" id="{39E10CA8-4F78-4A48-B71A-DE757C647AF3}"/>
              </a:ext>
            </a:extLst>
          </p:cNvPr>
          <p:cNvSpPr/>
          <p:nvPr/>
        </p:nvSpPr>
        <p:spPr>
          <a:xfrm>
            <a:off x="5043152" y="4335346"/>
            <a:ext cx="2105696" cy="253967"/>
          </a:xfrm>
          <a:prstGeom prst="rect">
            <a:avLst/>
          </a:prstGeom>
          <a:solidFill>
            <a:srgbClr val="F5F4F4">
              <a:alpha val="100000"/>
            </a:srgbClr>
          </a:solidFill>
          <a:ln/>
        </p:spPr>
        <p:txBody>
          <a:bodyPr lIns="36000" rIns="36000" anchor="ctr"/>
          <a:lstStyle/>
          <a:p>
            <a:pPr algn="ctr"/>
            <a:r>
              <a:rPr lang="ru-RU" sz="800" dirty="0"/>
              <a:t>Контроль параметров продукта</a:t>
            </a:r>
            <a:endParaRPr lang="en-US" sz="800" dirty="0"/>
          </a:p>
        </p:txBody>
      </p:sp>
      <p:sp>
        <p:nvSpPr>
          <p:cNvPr id="78" name="Shape 40">
            <a:extLst>
              <a:ext uri="{FF2B5EF4-FFF2-40B4-BE49-F238E27FC236}">
                <a16:creationId xmlns:a16="http://schemas.microsoft.com/office/drawing/2014/main" id="{3C594D6D-2C83-2446-87C1-108992010F48}"/>
              </a:ext>
            </a:extLst>
          </p:cNvPr>
          <p:cNvSpPr/>
          <p:nvPr/>
        </p:nvSpPr>
        <p:spPr>
          <a:xfrm>
            <a:off x="5043152" y="3264777"/>
            <a:ext cx="2105696" cy="253967"/>
          </a:xfrm>
          <a:prstGeom prst="rect">
            <a:avLst/>
          </a:prstGeom>
          <a:solidFill>
            <a:srgbClr val="F5F4F4">
              <a:alpha val="100000"/>
            </a:srgbClr>
          </a:solidFill>
          <a:ln/>
        </p:spPr>
        <p:txBody>
          <a:bodyPr lIns="36000" rIns="36000" anchor="ctr"/>
          <a:lstStyle/>
          <a:p>
            <a:pPr algn="ctr"/>
            <a:r>
              <a:rPr lang="ru-RU" sz="800" dirty="0"/>
              <a:t>Операционная деятельность</a:t>
            </a:r>
          </a:p>
        </p:txBody>
      </p:sp>
      <p:sp>
        <p:nvSpPr>
          <p:cNvPr id="44" name="Shape 12">
            <a:extLst>
              <a:ext uri="{FF2B5EF4-FFF2-40B4-BE49-F238E27FC236}">
                <a16:creationId xmlns:a16="http://schemas.microsoft.com/office/drawing/2014/main" id="{DD7C3EE9-231A-D44E-936B-FA35378BBED8}"/>
              </a:ext>
            </a:extLst>
          </p:cNvPr>
          <p:cNvSpPr/>
          <p:nvPr/>
        </p:nvSpPr>
        <p:spPr>
          <a:xfrm>
            <a:off x="355598" y="5936315"/>
            <a:ext cx="11480740" cy="12700"/>
          </a:xfrm>
          <a:prstGeom prst="rect">
            <a:avLst/>
          </a:prstGeom>
          <a:solidFill>
            <a:srgbClr val="000000">
              <a:alpha val="100000"/>
            </a:srgbClr>
          </a:solidFill>
          <a:ln/>
        </p:spPr>
      </p:sp>
      <p:sp>
        <p:nvSpPr>
          <p:cNvPr id="45" name="TextBox 44">
            <a:extLst>
              <a:ext uri="{FF2B5EF4-FFF2-40B4-BE49-F238E27FC236}">
                <a16:creationId xmlns:a16="http://schemas.microsoft.com/office/drawing/2014/main" id="{EF0E6739-E408-F844-AF5F-50AB45051794}"/>
              </a:ext>
            </a:extLst>
          </p:cNvPr>
          <p:cNvSpPr txBox="1"/>
          <p:nvPr/>
        </p:nvSpPr>
        <p:spPr>
          <a:xfrm>
            <a:off x="8463227" y="6031212"/>
            <a:ext cx="3368776"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56" name="Рисунок 614">
            <a:extLst>
              <a:ext uri="{FF2B5EF4-FFF2-40B4-BE49-F238E27FC236}">
                <a16:creationId xmlns:a16="http://schemas.microsoft.com/office/drawing/2014/main" id="{9601FF0E-2448-2040-B2C7-14D87CE989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93798" y="6027497"/>
            <a:ext cx="238125" cy="228600"/>
          </a:xfrm>
          <a:prstGeom prst="rect">
            <a:avLst/>
          </a:prstGeom>
        </p:spPr>
      </p:pic>
      <p:sp>
        <p:nvSpPr>
          <p:cNvPr id="59" name="TextBox 58">
            <a:extLst>
              <a:ext uri="{FF2B5EF4-FFF2-40B4-BE49-F238E27FC236}">
                <a16:creationId xmlns:a16="http://schemas.microsoft.com/office/drawing/2014/main" id="{C6B235EB-44C6-4341-8AE8-899917915E61}"/>
              </a:ext>
            </a:extLst>
          </p:cNvPr>
          <p:cNvSpPr txBox="1"/>
          <p:nvPr/>
        </p:nvSpPr>
        <p:spPr>
          <a:xfrm>
            <a:off x="4610555" y="6031212"/>
            <a:ext cx="3368776"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61" name="Рисунок 600">
            <a:extLst>
              <a:ext uri="{FF2B5EF4-FFF2-40B4-BE49-F238E27FC236}">
                <a16:creationId xmlns:a16="http://schemas.microsoft.com/office/drawing/2014/main" id="{AC033193-9E03-E74D-8DE0-44F2EAE9440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39273" y="6027497"/>
            <a:ext cx="238125" cy="228600"/>
          </a:xfrm>
          <a:prstGeom prst="rect">
            <a:avLst/>
          </a:prstGeom>
        </p:spPr>
      </p:pic>
      <p:sp>
        <p:nvSpPr>
          <p:cNvPr id="82" name="Half-frame 81">
            <a:extLst>
              <a:ext uri="{FF2B5EF4-FFF2-40B4-BE49-F238E27FC236}">
                <a16:creationId xmlns:a16="http://schemas.microsoft.com/office/drawing/2014/main" id="{0031656E-FF24-4348-A215-A3CE4F5C64FD}"/>
              </a:ext>
            </a:extLst>
          </p:cNvPr>
          <p:cNvSpPr/>
          <p:nvPr/>
        </p:nvSpPr>
        <p:spPr>
          <a:xfrm rot="2700000">
            <a:off x="4648444" y="391175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Half-frame 82">
            <a:extLst>
              <a:ext uri="{FF2B5EF4-FFF2-40B4-BE49-F238E27FC236}">
                <a16:creationId xmlns:a16="http://schemas.microsoft.com/office/drawing/2014/main" id="{17772AF9-FC72-B648-902F-EF2EF3C3D385}"/>
              </a:ext>
            </a:extLst>
          </p:cNvPr>
          <p:cNvSpPr/>
          <p:nvPr/>
        </p:nvSpPr>
        <p:spPr>
          <a:xfrm rot="8100000">
            <a:off x="6019005" y="2493860"/>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4" name="Half-frame 83">
            <a:extLst>
              <a:ext uri="{FF2B5EF4-FFF2-40B4-BE49-F238E27FC236}">
                <a16:creationId xmlns:a16="http://schemas.microsoft.com/office/drawing/2014/main" id="{9EE0355F-9048-F540-BD42-8FEDB27F5B10}"/>
              </a:ext>
            </a:extLst>
          </p:cNvPr>
          <p:cNvSpPr/>
          <p:nvPr/>
        </p:nvSpPr>
        <p:spPr>
          <a:xfrm rot="18900000">
            <a:off x="6067161" y="528664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5" name="Half-frame 84">
            <a:extLst>
              <a:ext uri="{FF2B5EF4-FFF2-40B4-BE49-F238E27FC236}">
                <a16:creationId xmlns:a16="http://schemas.microsoft.com/office/drawing/2014/main" id="{30FF281C-0B41-2147-9667-452411A9F6A2}"/>
              </a:ext>
            </a:extLst>
          </p:cNvPr>
          <p:cNvSpPr/>
          <p:nvPr/>
        </p:nvSpPr>
        <p:spPr>
          <a:xfrm rot="13500000">
            <a:off x="7437000" y="391175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70399778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16F451-24B8-474B-B1C0-0FA88B78EB90}"/>
              </a:ext>
            </a:extLst>
          </p:cNvPr>
          <p:cNvSpPr>
            <a:spLocks noGrp="1"/>
          </p:cNvSpPr>
          <p:nvPr>
            <p:ph type="title"/>
          </p:nvPr>
        </p:nvSpPr>
        <p:spPr>
          <a:xfrm>
            <a:off x="360000" y="252000"/>
            <a:ext cx="9533300" cy="1169294"/>
          </a:xfrm>
        </p:spPr>
        <p:txBody>
          <a:bodyPr/>
          <a:lstStyle/>
          <a:p>
            <a:r>
              <a:rPr lang="ru-RU" dirty="0"/>
              <a:t>Деятельность центра управления операциями направлена на повышение операционной эффективности</a:t>
            </a:r>
          </a:p>
        </p:txBody>
      </p:sp>
      <p:sp>
        <p:nvSpPr>
          <p:cNvPr id="5" name="Slide Number Placeholder 4">
            <a:extLst>
              <a:ext uri="{FF2B5EF4-FFF2-40B4-BE49-F238E27FC236}">
                <a16:creationId xmlns:a16="http://schemas.microsoft.com/office/drawing/2014/main" id="{5D22F302-C3E1-394E-A77B-11F6B942E433}"/>
              </a:ext>
            </a:extLst>
          </p:cNvPr>
          <p:cNvSpPr>
            <a:spLocks noGrp="1"/>
          </p:cNvSpPr>
          <p:nvPr>
            <p:ph type="sldNum" sz="quarter" idx="4"/>
          </p:nvPr>
        </p:nvSpPr>
        <p:spPr/>
        <p:txBody>
          <a:bodyPr/>
          <a:lstStyle/>
          <a:p>
            <a:fld id="{13FB4C0F-BB20-4298-B11D-AEB97E17A107}" type="slidenum">
              <a:rPr lang="ru-RU" smtClean="0"/>
              <a:pPr/>
              <a:t>85</a:t>
            </a:fld>
            <a:endParaRPr lang="ru-RU" dirty="0"/>
          </a:p>
        </p:txBody>
      </p:sp>
      <p:graphicFrame>
        <p:nvGraphicFramePr>
          <p:cNvPr id="6" name="Таблица 45">
            <a:extLst>
              <a:ext uri="{FF2B5EF4-FFF2-40B4-BE49-F238E27FC236}">
                <a16:creationId xmlns:a16="http://schemas.microsoft.com/office/drawing/2014/main" id="{F679738C-925A-D546-ABBE-0B43FECC7F86}"/>
              </a:ext>
            </a:extLst>
          </p:cNvPr>
          <p:cNvGraphicFramePr>
            <a:graphicFrameLocks noGrp="1"/>
          </p:cNvGraphicFramePr>
          <p:nvPr/>
        </p:nvGraphicFramePr>
        <p:xfrm>
          <a:off x="351838" y="1990800"/>
          <a:ext cx="11480742" cy="360000"/>
        </p:xfrm>
        <a:graphic>
          <a:graphicData uri="http://schemas.openxmlformats.org/drawingml/2006/table">
            <a:tbl>
              <a:tblPr firstRow="1" bandRow="1">
                <a:tableStyleId>{5C22544A-7EE6-4342-B048-85BDC9FD1C3A}</a:tableStyleId>
              </a:tblPr>
              <a:tblGrid>
                <a:gridCol w="1913457">
                  <a:extLst>
                    <a:ext uri="{9D8B030D-6E8A-4147-A177-3AD203B41FA5}">
                      <a16:colId xmlns:a16="http://schemas.microsoft.com/office/drawing/2014/main" val="703013879"/>
                    </a:ext>
                  </a:extLst>
                </a:gridCol>
                <a:gridCol w="1913457">
                  <a:extLst>
                    <a:ext uri="{9D8B030D-6E8A-4147-A177-3AD203B41FA5}">
                      <a16:colId xmlns:a16="http://schemas.microsoft.com/office/drawing/2014/main" val="3578337866"/>
                    </a:ext>
                  </a:extLst>
                </a:gridCol>
                <a:gridCol w="1913457">
                  <a:extLst>
                    <a:ext uri="{9D8B030D-6E8A-4147-A177-3AD203B41FA5}">
                      <a16:colId xmlns:a16="http://schemas.microsoft.com/office/drawing/2014/main" val="3361557832"/>
                    </a:ext>
                  </a:extLst>
                </a:gridCol>
                <a:gridCol w="1913457">
                  <a:extLst>
                    <a:ext uri="{9D8B030D-6E8A-4147-A177-3AD203B41FA5}">
                      <a16:colId xmlns:a16="http://schemas.microsoft.com/office/drawing/2014/main" val="2976666941"/>
                    </a:ext>
                  </a:extLst>
                </a:gridCol>
                <a:gridCol w="1913457">
                  <a:extLst>
                    <a:ext uri="{9D8B030D-6E8A-4147-A177-3AD203B41FA5}">
                      <a16:colId xmlns:a16="http://schemas.microsoft.com/office/drawing/2014/main" val="84570180"/>
                    </a:ext>
                  </a:extLst>
                </a:gridCol>
                <a:gridCol w="1913457">
                  <a:extLst>
                    <a:ext uri="{9D8B030D-6E8A-4147-A177-3AD203B41FA5}">
                      <a16:colId xmlns:a16="http://schemas.microsoft.com/office/drawing/2014/main" val="2859185102"/>
                    </a:ext>
                  </a:extLst>
                </a:gridCol>
              </a:tblGrid>
              <a:tr h="360000">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i="0" dirty="0">
                          <a:solidFill>
                            <a:schemeClr val="tx1"/>
                          </a:solidFill>
                          <a:latin typeface="Stapel" panose="020B0504020202020204" pitchFamily="34" charset="77"/>
                          <a:ea typeface="Stapel" pitchFamily="34" charset="-122"/>
                          <a:cs typeface="Stapel" pitchFamily="34" charset="-120"/>
                        </a:rPr>
                        <a:t>Добыча</a:t>
                      </a:r>
                      <a:endParaRPr lang="en-US" sz="1200" b="0" i="0" dirty="0">
                        <a:solidFill>
                          <a:schemeClr val="tx1"/>
                        </a:solidFill>
                        <a:latin typeface="Stapel" panose="020B0504020202020204" pitchFamily="34" charset="77"/>
                      </a:endParaRPr>
                    </a:p>
                  </a:txBody>
                  <a:tcPr anchor="ctr">
                    <a:solidFill>
                      <a:srgbClr val="FACDE5"/>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Переработка</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Первичная логистика</a:t>
                      </a:r>
                      <a:endParaRPr lang="en-US" sz="1200" b="0" dirty="0">
                        <a:solidFill>
                          <a:schemeClr val="tx1"/>
                        </a:solidFill>
                      </a:endParaRP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Производство ПБЕ</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Вторичная логистика</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Сбыт</a:t>
                      </a:r>
                    </a:p>
                  </a:txBody>
                  <a:tcPr anchor="ctr">
                    <a:solidFill>
                      <a:schemeClr val="bg2"/>
                    </a:solidFill>
                  </a:tcPr>
                </a:tc>
                <a:extLst>
                  <a:ext uri="{0D108BD9-81ED-4DB2-BD59-A6C34878D82A}">
                    <a16:rowId xmlns:a16="http://schemas.microsoft.com/office/drawing/2014/main" val="2302291900"/>
                  </a:ext>
                </a:extLst>
              </a:tr>
            </a:tbl>
          </a:graphicData>
        </a:graphic>
      </p:graphicFrame>
      <p:sp>
        <p:nvSpPr>
          <p:cNvPr id="9" name="Snip Single Corner of Rectangle 8">
            <a:extLst>
              <a:ext uri="{FF2B5EF4-FFF2-40B4-BE49-F238E27FC236}">
                <a16:creationId xmlns:a16="http://schemas.microsoft.com/office/drawing/2014/main" id="{2FE42DAD-9787-EA41-8E23-3204CB558C09}"/>
              </a:ext>
            </a:extLst>
          </p:cNvPr>
          <p:cNvSpPr/>
          <p:nvPr/>
        </p:nvSpPr>
        <p:spPr>
          <a:xfrm rot="5400000">
            <a:off x="1494190" y="2840391"/>
            <a:ext cx="1488003"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563AC39F-4E67-6F41-A1A0-A8C610E4A561}"/>
              </a:ext>
            </a:extLst>
          </p:cNvPr>
          <p:cNvSpPr txBox="1"/>
          <p:nvPr/>
        </p:nvSpPr>
        <p:spPr>
          <a:xfrm>
            <a:off x="504372" y="4096931"/>
            <a:ext cx="2064668"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Совершенствование</a:t>
            </a:r>
            <a:endParaRPr lang="en-US" sz="1600" dirty="0">
              <a:latin typeface="Stapel" panose="020B0504020202020204" pitchFamily="34" charset="-52"/>
            </a:endParaRPr>
          </a:p>
        </p:txBody>
      </p:sp>
      <p:sp>
        <p:nvSpPr>
          <p:cNvPr id="11" name="TextBox 10">
            <a:extLst>
              <a:ext uri="{FF2B5EF4-FFF2-40B4-BE49-F238E27FC236}">
                <a16:creationId xmlns:a16="http://schemas.microsoft.com/office/drawing/2014/main" id="{4FF60405-0155-634C-9FD6-415F4C02FCFB}"/>
              </a:ext>
            </a:extLst>
          </p:cNvPr>
          <p:cNvSpPr txBox="1"/>
          <p:nvPr/>
        </p:nvSpPr>
        <p:spPr>
          <a:xfrm>
            <a:off x="504372" y="5032482"/>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12" name="TextBox 11">
            <a:extLst>
              <a:ext uri="{FF2B5EF4-FFF2-40B4-BE49-F238E27FC236}">
                <a16:creationId xmlns:a16="http://schemas.microsoft.com/office/drawing/2014/main" id="{0DE231E0-8D88-C645-8499-226DFA6EBE44}"/>
              </a:ext>
            </a:extLst>
          </p:cNvPr>
          <p:cNvSpPr txBox="1"/>
          <p:nvPr/>
        </p:nvSpPr>
        <p:spPr>
          <a:xfrm>
            <a:off x="3756808" y="4096931"/>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3</a:t>
            </a:r>
          </a:p>
        </p:txBody>
      </p:sp>
      <p:sp>
        <p:nvSpPr>
          <p:cNvPr id="16" name="Oval 15">
            <a:extLst>
              <a:ext uri="{FF2B5EF4-FFF2-40B4-BE49-F238E27FC236}">
                <a16:creationId xmlns:a16="http://schemas.microsoft.com/office/drawing/2014/main" id="{3448F412-0AC3-C748-B0E0-5CCCE16152A0}"/>
              </a:ext>
            </a:extLst>
          </p:cNvPr>
          <p:cNvSpPr>
            <a:spLocks noChangeAspect="1"/>
          </p:cNvSpPr>
          <p:nvPr/>
        </p:nvSpPr>
        <p:spPr>
          <a:xfrm>
            <a:off x="4602000" y="2444362"/>
            <a:ext cx="2988000" cy="2988000"/>
          </a:xfrm>
          <a:prstGeom prst="ellipse">
            <a:avLst/>
          </a:prstGeom>
          <a:solidFill>
            <a:srgbClr val="FAC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A9211C43-91A0-8748-A3EB-6243FCBD82DD}"/>
              </a:ext>
            </a:extLst>
          </p:cNvPr>
          <p:cNvSpPr>
            <a:spLocks noChangeAspect="1"/>
          </p:cNvSpPr>
          <p:nvPr/>
        </p:nvSpPr>
        <p:spPr>
          <a:xfrm>
            <a:off x="4800000" y="2642362"/>
            <a:ext cx="2592000" cy="25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9C70F828-DA3C-AB49-95E1-5492A51B336B}"/>
              </a:ext>
            </a:extLst>
          </p:cNvPr>
          <p:cNvSpPr txBox="1"/>
          <p:nvPr/>
        </p:nvSpPr>
        <p:spPr>
          <a:xfrm>
            <a:off x="351838" y="5691499"/>
            <a:ext cx="4454508" cy="184666"/>
          </a:xfrm>
          <a:prstGeom prst="rect">
            <a:avLst/>
          </a:prstGeom>
          <a:noFill/>
          <a:ln/>
        </p:spPr>
        <p:txBody>
          <a:bodyPr vert="horz" wrap="square" lIns="0" tIns="0" rIns="0" bIns="0" rtlCol="0" anchor="t">
            <a:spAutoFit/>
          </a:bodyPr>
          <a:lstStyle/>
          <a:p>
            <a:pPr algn="l"/>
            <a:r>
              <a:rPr lang="ru-RU" sz="1200" dirty="0">
                <a:latin typeface="Stapel" panose="020B0504020202020204" pitchFamily="34" charset="77"/>
              </a:rPr>
              <a:t>Эффекты от внедрения центра управление операциями</a:t>
            </a:r>
          </a:p>
        </p:txBody>
      </p:sp>
      <p:sp>
        <p:nvSpPr>
          <p:cNvPr id="26" name="TextBox 25">
            <a:extLst>
              <a:ext uri="{FF2B5EF4-FFF2-40B4-BE49-F238E27FC236}">
                <a16:creationId xmlns:a16="http://schemas.microsoft.com/office/drawing/2014/main" id="{581F4C4E-FA81-2D4B-A123-4019627DE254}"/>
              </a:ext>
            </a:extLst>
          </p:cNvPr>
          <p:cNvSpPr txBox="1"/>
          <p:nvPr/>
        </p:nvSpPr>
        <p:spPr>
          <a:xfrm>
            <a:off x="719364" y="6031212"/>
            <a:ext cx="3397024"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31" name="Рисунок 231">
            <a:extLst>
              <a:ext uri="{FF2B5EF4-FFF2-40B4-BE49-F238E27FC236}">
                <a16:creationId xmlns:a16="http://schemas.microsoft.com/office/drawing/2014/main" id="{0A171579-907D-8441-AACC-E30189BBCE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360" y="6027497"/>
            <a:ext cx="228600" cy="228600"/>
          </a:xfrm>
          <a:prstGeom prst="rect">
            <a:avLst/>
          </a:prstGeom>
        </p:spPr>
      </p:pic>
      <p:sp>
        <p:nvSpPr>
          <p:cNvPr id="46" name="TextBox 45">
            <a:extLst>
              <a:ext uri="{FF2B5EF4-FFF2-40B4-BE49-F238E27FC236}">
                <a16:creationId xmlns:a16="http://schemas.microsoft.com/office/drawing/2014/main" id="{AA3AD632-1E12-EB45-A023-4BF6EC45DF04}"/>
              </a:ext>
            </a:extLst>
          </p:cNvPr>
          <p:cNvSpPr txBox="1"/>
          <p:nvPr/>
        </p:nvSpPr>
        <p:spPr>
          <a:xfrm>
            <a:off x="4913220" y="2965220"/>
            <a:ext cx="194452" cy="184666"/>
          </a:xfrm>
          <a:prstGeom prst="rect">
            <a:avLst/>
          </a:prstGeom>
          <a:noFill/>
          <a:ln/>
        </p:spPr>
        <p:txBody>
          <a:bodyPr vert="horz" wrap="none" lIns="0" tIns="0" rIns="0" bIns="0" rtlCol="0" anchor="ctr">
            <a:noAutofit/>
          </a:bodyPr>
          <a:lstStyle/>
          <a:p>
            <a:pPr algn="ctr"/>
            <a:r>
              <a:rPr lang="ru-RU" sz="800" dirty="0">
                <a:solidFill>
                  <a:srgbClr val="EF80BC"/>
                </a:solidFill>
                <a:latin typeface="Stapel" panose="020B0504020202020204" pitchFamily="34" charset="-52"/>
              </a:rPr>
              <a:t>1</a:t>
            </a:r>
            <a:endParaRPr lang="en-US" sz="800" dirty="0">
              <a:solidFill>
                <a:srgbClr val="EF80BC"/>
              </a:solidFill>
              <a:latin typeface="Stapel" panose="020B0504020202020204" pitchFamily="34" charset="-52"/>
            </a:endParaRPr>
          </a:p>
        </p:txBody>
      </p:sp>
      <p:sp>
        <p:nvSpPr>
          <p:cNvPr id="47" name="TextBox 46">
            <a:extLst>
              <a:ext uri="{FF2B5EF4-FFF2-40B4-BE49-F238E27FC236}">
                <a16:creationId xmlns:a16="http://schemas.microsoft.com/office/drawing/2014/main" id="{0B7C0CE0-737F-5747-B49B-1FC9F9B44AED}"/>
              </a:ext>
            </a:extLst>
          </p:cNvPr>
          <p:cNvSpPr txBox="1"/>
          <p:nvPr/>
        </p:nvSpPr>
        <p:spPr>
          <a:xfrm>
            <a:off x="7071765" y="2965220"/>
            <a:ext cx="194452" cy="184666"/>
          </a:xfrm>
          <a:prstGeom prst="rect">
            <a:avLst/>
          </a:prstGeom>
          <a:noFill/>
          <a:ln/>
        </p:spPr>
        <p:txBody>
          <a:bodyPr vert="horz" wrap="none" lIns="0" tIns="0" rIns="0" bIns="0" rtlCol="0" anchor="ctr">
            <a:noAutofit/>
          </a:bodyPr>
          <a:lstStyle/>
          <a:p>
            <a:pPr algn="ctr"/>
            <a:r>
              <a:rPr lang="en-US" sz="800" dirty="0">
                <a:solidFill>
                  <a:srgbClr val="EF80BC"/>
                </a:solidFill>
                <a:latin typeface="Stapel" panose="020B0504020202020204" pitchFamily="34" charset="-52"/>
              </a:rPr>
              <a:t>2</a:t>
            </a:r>
          </a:p>
        </p:txBody>
      </p:sp>
      <p:sp>
        <p:nvSpPr>
          <p:cNvPr id="48" name="TextBox 47">
            <a:extLst>
              <a:ext uri="{FF2B5EF4-FFF2-40B4-BE49-F238E27FC236}">
                <a16:creationId xmlns:a16="http://schemas.microsoft.com/office/drawing/2014/main" id="{89DF410A-46D9-704D-803C-A358D602B1ED}"/>
              </a:ext>
            </a:extLst>
          </p:cNvPr>
          <p:cNvSpPr txBox="1"/>
          <p:nvPr/>
        </p:nvSpPr>
        <p:spPr>
          <a:xfrm>
            <a:off x="4913220" y="4735171"/>
            <a:ext cx="194452" cy="184666"/>
          </a:xfrm>
          <a:prstGeom prst="rect">
            <a:avLst/>
          </a:prstGeom>
          <a:noFill/>
          <a:ln/>
        </p:spPr>
        <p:txBody>
          <a:bodyPr vert="horz" wrap="none" lIns="0" tIns="0" rIns="0" bIns="0" rtlCol="0" anchor="ctr">
            <a:noAutofit/>
          </a:bodyPr>
          <a:lstStyle/>
          <a:p>
            <a:pPr algn="ctr"/>
            <a:r>
              <a:rPr lang="en-US" sz="800" dirty="0">
                <a:solidFill>
                  <a:srgbClr val="EF80BC"/>
                </a:solidFill>
                <a:latin typeface="Stapel" panose="020B0504020202020204" pitchFamily="34" charset="-52"/>
              </a:rPr>
              <a:t>4</a:t>
            </a:r>
          </a:p>
        </p:txBody>
      </p:sp>
      <p:sp>
        <p:nvSpPr>
          <p:cNvPr id="49" name="TextBox 48">
            <a:extLst>
              <a:ext uri="{FF2B5EF4-FFF2-40B4-BE49-F238E27FC236}">
                <a16:creationId xmlns:a16="http://schemas.microsoft.com/office/drawing/2014/main" id="{C1A9EC4E-1A34-2A46-8371-747C1494A354}"/>
              </a:ext>
            </a:extLst>
          </p:cNvPr>
          <p:cNvSpPr txBox="1"/>
          <p:nvPr/>
        </p:nvSpPr>
        <p:spPr>
          <a:xfrm>
            <a:off x="7071765" y="4735171"/>
            <a:ext cx="194452" cy="184666"/>
          </a:xfrm>
          <a:prstGeom prst="rect">
            <a:avLst/>
          </a:prstGeom>
          <a:noFill/>
          <a:ln/>
        </p:spPr>
        <p:txBody>
          <a:bodyPr vert="horz" wrap="none" lIns="0" tIns="0" rIns="0" bIns="0" rtlCol="0" anchor="ctr">
            <a:noAutofit/>
          </a:bodyPr>
          <a:lstStyle/>
          <a:p>
            <a:pPr algn="ctr"/>
            <a:r>
              <a:rPr lang="en-US" sz="800" dirty="0">
                <a:solidFill>
                  <a:srgbClr val="EF80BC"/>
                </a:solidFill>
                <a:latin typeface="Stapel" panose="020B0504020202020204" pitchFamily="34" charset="-52"/>
              </a:rPr>
              <a:t>3</a:t>
            </a:r>
          </a:p>
        </p:txBody>
      </p:sp>
      <p:sp>
        <p:nvSpPr>
          <p:cNvPr id="50" name="Snip Single Corner of Rectangle 49">
            <a:extLst>
              <a:ext uri="{FF2B5EF4-FFF2-40B4-BE49-F238E27FC236}">
                <a16:creationId xmlns:a16="http://schemas.microsoft.com/office/drawing/2014/main" id="{4BE2A79B-FFAC-7A48-9970-DABDC7207B66}"/>
              </a:ext>
            </a:extLst>
          </p:cNvPr>
          <p:cNvSpPr/>
          <p:nvPr/>
        </p:nvSpPr>
        <p:spPr>
          <a:xfrm rot="5400000">
            <a:off x="1496299" y="1303686"/>
            <a:ext cx="1483786"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TextBox 50">
            <a:extLst>
              <a:ext uri="{FF2B5EF4-FFF2-40B4-BE49-F238E27FC236}">
                <a16:creationId xmlns:a16="http://schemas.microsoft.com/office/drawing/2014/main" id="{4B96B1F2-D23C-A549-8BED-AC2D20C9BF28}"/>
              </a:ext>
            </a:extLst>
          </p:cNvPr>
          <p:cNvSpPr txBox="1"/>
          <p:nvPr/>
        </p:nvSpPr>
        <p:spPr>
          <a:xfrm>
            <a:off x="504372" y="2582724"/>
            <a:ext cx="1442703"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Планирование</a:t>
            </a:r>
            <a:endParaRPr lang="en-US" sz="1600" dirty="0">
              <a:latin typeface="Stapel" panose="020B0504020202020204" pitchFamily="34" charset="-52"/>
            </a:endParaRPr>
          </a:p>
        </p:txBody>
      </p:sp>
      <p:sp>
        <p:nvSpPr>
          <p:cNvPr id="52" name="TextBox 51">
            <a:extLst>
              <a:ext uri="{FF2B5EF4-FFF2-40B4-BE49-F238E27FC236}">
                <a16:creationId xmlns:a16="http://schemas.microsoft.com/office/drawing/2014/main" id="{FEE523C9-EF4D-7842-A4F5-7369D1C2D969}"/>
              </a:ext>
            </a:extLst>
          </p:cNvPr>
          <p:cNvSpPr txBox="1"/>
          <p:nvPr/>
        </p:nvSpPr>
        <p:spPr>
          <a:xfrm>
            <a:off x="504372" y="3518275"/>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53" name="TextBox 52">
            <a:extLst>
              <a:ext uri="{FF2B5EF4-FFF2-40B4-BE49-F238E27FC236}">
                <a16:creationId xmlns:a16="http://schemas.microsoft.com/office/drawing/2014/main" id="{7916E49A-DD62-644E-B2E4-4D616BE18465}"/>
              </a:ext>
            </a:extLst>
          </p:cNvPr>
          <p:cNvSpPr txBox="1"/>
          <p:nvPr/>
        </p:nvSpPr>
        <p:spPr>
          <a:xfrm>
            <a:off x="3756808" y="2582724"/>
            <a:ext cx="194452" cy="184666"/>
          </a:xfrm>
          <a:prstGeom prst="rect">
            <a:avLst/>
          </a:prstGeom>
          <a:noFill/>
          <a:ln/>
        </p:spPr>
        <p:txBody>
          <a:bodyPr vert="horz" wrap="square" lIns="0" tIns="0" rIns="0" bIns="0" rtlCol="0" anchor="t">
            <a:spAutoFit/>
          </a:bodyPr>
          <a:lstStyle/>
          <a:p>
            <a:pPr algn="r"/>
            <a:r>
              <a:rPr lang="ru-RU" sz="1200" dirty="0">
                <a:latin typeface="Stapel" panose="020B0504020202020204" pitchFamily="34" charset="-52"/>
              </a:rPr>
              <a:t>1</a:t>
            </a:r>
            <a:endParaRPr lang="en-US" sz="1200" dirty="0">
              <a:latin typeface="Stapel" panose="020B0504020202020204" pitchFamily="34" charset="-52"/>
            </a:endParaRPr>
          </a:p>
        </p:txBody>
      </p:sp>
      <p:sp>
        <p:nvSpPr>
          <p:cNvPr id="62" name="Snip Single Corner of Rectangle 61">
            <a:extLst>
              <a:ext uri="{FF2B5EF4-FFF2-40B4-BE49-F238E27FC236}">
                <a16:creationId xmlns:a16="http://schemas.microsoft.com/office/drawing/2014/main" id="{E5BD4482-7452-014D-A107-BAFE0DADA5DC}"/>
              </a:ext>
            </a:extLst>
          </p:cNvPr>
          <p:cNvSpPr/>
          <p:nvPr/>
        </p:nvSpPr>
        <p:spPr>
          <a:xfrm rot="5400000">
            <a:off x="9209806" y="2840391"/>
            <a:ext cx="1488003"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FCFB8B07-792C-2142-AD44-958B83E733BD}"/>
              </a:ext>
            </a:extLst>
          </p:cNvPr>
          <p:cNvSpPr txBox="1"/>
          <p:nvPr/>
        </p:nvSpPr>
        <p:spPr>
          <a:xfrm>
            <a:off x="8219988" y="4096931"/>
            <a:ext cx="1341714"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Координация</a:t>
            </a:r>
          </a:p>
        </p:txBody>
      </p:sp>
      <p:sp>
        <p:nvSpPr>
          <p:cNvPr id="64" name="TextBox 63">
            <a:extLst>
              <a:ext uri="{FF2B5EF4-FFF2-40B4-BE49-F238E27FC236}">
                <a16:creationId xmlns:a16="http://schemas.microsoft.com/office/drawing/2014/main" id="{23CEC16B-C6C4-DB45-BD88-4DBDA3141DD4}"/>
              </a:ext>
            </a:extLst>
          </p:cNvPr>
          <p:cNvSpPr txBox="1"/>
          <p:nvPr/>
        </p:nvSpPr>
        <p:spPr>
          <a:xfrm>
            <a:off x="8219988" y="5032482"/>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65" name="TextBox 64">
            <a:extLst>
              <a:ext uri="{FF2B5EF4-FFF2-40B4-BE49-F238E27FC236}">
                <a16:creationId xmlns:a16="http://schemas.microsoft.com/office/drawing/2014/main" id="{32A6E127-E96C-7B4E-81AF-A7D523094E07}"/>
              </a:ext>
            </a:extLst>
          </p:cNvPr>
          <p:cNvSpPr txBox="1"/>
          <p:nvPr/>
        </p:nvSpPr>
        <p:spPr>
          <a:xfrm>
            <a:off x="11472424" y="4096931"/>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4</a:t>
            </a:r>
          </a:p>
        </p:txBody>
      </p:sp>
      <p:sp>
        <p:nvSpPr>
          <p:cNvPr id="66" name="Snip Single Corner of Rectangle 65">
            <a:extLst>
              <a:ext uri="{FF2B5EF4-FFF2-40B4-BE49-F238E27FC236}">
                <a16:creationId xmlns:a16="http://schemas.microsoft.com/office/drawing/2014/main" id="{D86D8D75-0CAD-E644-A4F2-E312ABE1B414}"/>
              </a:ext>
            </a:extLst>
          </p:cNvPr>
          <p:cNvSpPr/>
          <p:nvPr/>
        </p:nvSpPr>
        <p:spPr>
          <a:xfrm rot="5400000">
            <a:off x="9211915" y="1303686"/>
            <a:ext cx="1483786"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2124E0BE-617E-8A43-B93D-7D4B5ECCD927}"/>
              </a:ext>
            </a:extLst>
          </p:cNvPr>
          <p:cNvSpPr txBox="1"/>
          <p:nvPr/>
        </p:nvSpPr>
        <p:spPr>
          <a:xfrm>
            <a:off x="8219988" y="2582724"/>
            <a:ext cx="1203856"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Мониторинг</a:t>
            </a:r>
            <a:endParaRPr lang="en-US" sz="1600" dirty="0">
              <a:latin typeface="Stapel" panose="020B0504020202020204" pitchFamily="34" charset="-52"/>
            </a:endParaRPr>
          </a:p>
        </p:txBody>
      </p:sp>
      <p:sp>
        <p:nvSpPr>
          <p:cNvPr id="68" name="TextBox 67">
            <a:extLst>
              <a:ext uri="{FF2B5EF4-FFF2-40B4-BE49-F238E27FC236}">
                <a16:creationId xmlns:a16="http://schemas.microsoft.com/office/drawing/2014/main" id="{5EEC22A2-DA1F-3447-9823-A6CBD3E62117}"/>
              </a:ext>
            </a:extLst>
          </p:cNvPr>
          <p:cNvSpPr txBox="1"/>
          <p:nvPr/>
        </p:nvSpPr>
        <p:spPr>
          <a:xfrm>
            <a:off x="8219988" y="3518275"/>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69" name="TextBox 68">
            <a:extLst>
              <a:ext uri="{FF2B5EF4-FFF2-40B4-BE49-F238E27FC236}">
                <a16:creationId xmlns:a16="http://schemas.microsoft.com/office/drawing/2014/main" id="{8D7684EF-C103-3B42-B9F9-A3D9A4675BFD}"/>
              </a:ext>
            </a:extLst>
          </p:cNvPr>
          <p:cNvSpPr txBox="1"/>
          <p:nvPr/>
        </p:nvSpPr>
        <p:spPr>
          <a:xfrm>
            <a:off x="11472424" y="2582724"/>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2</a:t>
            </a:r>
          </a:p>
        </p:txBody>
      </p:sp>
      <p:sp>
        <p:nvSpPr>
          <p:cNvPr id="74" name="Shape 40">
            <a:extLst>
              <a:ext uri="{FF2B5EF4-FFF2-40B4-BE49-F238E27FC236}">
                <a16:creationId xmlns:a16="http://schemas.microsoft.com/office/drawing/2014/main" id="{C539C94F-F3BC-4F4C-8CC1-3B1DE91AB988}"/>
              </a:ext>
            </a:extLst>
          </p:cNvPr>
          <p:cNvSpPr/>
          <p:nvPr/>
        </p:nvSpPr>
        <p:spPr>
          <a:xfrm>
            <a:off x="5043152" y="3535350"/>
            <a:ext cx="2105696" cy="253967"/>
          </a:xfrm>
          <a:prstGeom prst="rect">
            <a:avLst/>
          </a:prstGeom>
          <a:solidFill>
            <a:srgbClr val="F5F4F4">
              <a:alpha val="100000"/>
            </a:srgbClr>
          </a:solidFill>
          <a:ln/>
        </p:spPr>
        <p:txBody>
          <a:bodyPr lIns="36000" rIns="36000" anchor="ctr"/>
          <a:lstStyle/>
          <a:p>
            <a:pPr algn="ctr"/>
            <a:r>
              <a:rPr lang="ru-RU" sz="800" dirty="0"/>
              <a:t>Интегрированное планирование</a:t>
            </a:r>
            <a:endParaRPr lang="en-US" sz="800" dirty="0"/>
          </a:p>
        </p:txBody>
      </p:sp>
      <p:sp>
        <p:nvSpPr>
          <p:cNvPr id="75" name="Shape 42">
            <a:extLst>
              <a:ext uri="{FF2B5EF4-FFF2-40B4-BE49-F238E27FC236}">
                <a16:creationId xmlns:a16="http://schemas.microsoft.com/office/drawing/2014/main" id="{1F366CF3-27D7-9041-AA07-15DEF07AB693}"/>
              </a:ext>
            </a:extLst>
          </p:cNvPr>
          <p:cNvSpPr/>
          <p:nvPr/>
        </p:nvSpPr>
        <p:spPr>
          <a:xfrm>
            <a:off x="5043152" y="3802015"/>
            <a:ext cx="2105696" cy="253967"/>
          </a:xfrm>
          <a:prstGeom prst="rect">
            <a:avLst/>
          </a:prstGeom>
          <a:solidFill>
            <a:srgbClr val="F5F4F4">
              <a:alpha val="100000"/>
            </a:srgbClr>
          </a:solidFill>
          <a:ln/>
        </p:spPr>
        <p:txBody>
          <a:bodyPr lIns="36000" rIns="36000" anchor="ctr"/>
          <a:lstStyle/>
          <a:p>
            <a:pPr algn="ctr"/>
            <a:r>
              <a:rPr lang="ru-RU" sz="800" dirty="0"/>
              <a:t>Управление производством</a:t>
            </a:r>
          </a:p>
        </p:txBody>
      </p:sp>
      <p:sp>
        <p:nvSpPr>
          <p:cNvPr id="76" name="Shape 44">
            <a:extLst>
              <a:ext uri="{FF2B5EF4-FFF2-40B4-BE49-F238E27FC236}">
                <a16:creationId xmlns:a16="http://schemas.microsoft.com/office/drawing/2014/main" id="{3E69F96C-05CB-2E4F-A701-0455D23E181B}"/>
              </a:ext>
            </a:extLst>
          </p:cNvPr>
          <p:cNvSpPr/>
          <p:nvPr/>
        </p:nvSpPr>
        <p:spPr>
          <a:xfrm>
            <a:off x="5043152" y="4068681"/>
            <a:ext cx="2105696" cy="253967"/>
          </a:xfrm>
          <a:prstGeom prst="rect">
            <a:avLst/>
          </a:prstGeom>
          <a:solidFill>
            <a:srgbClr val="F5F4F4">
              <a:alpha val="100000"/>
            </a:srgbClr>
          </a:solidFill>
          <a:ln/>
        </p:spPr>
        <p:txBody>
          <a:bodyPr lIns="36000" rIns="36000" anchor="ctr"/>
          <a:lstStyle/>
          <a:p>
            <a:pPr algn="ctr"/>
            <a:r>
              <a:rPr lang="ru-RU" sz="800"/>
              <a:t>Повышение надежности оборудования</a:t>
            </a:r>
            <a:endParaRPr lang="en-US" sz="800" dirty="0"/>
          </a:p>
        </p:txBody>
      </p:sp>
      <p:sp>
        <p:nvSpPr>
          <p:cNvPr id="77" name="Shape 46">
            <a:extLst>
              <a:ext uri="{FF2B5EF4-FFF2-40B4-BE49-F238E27FC236}">
                <a16:creationId xmlns:a16="http://schemas.microsoft.com/office/drawing/2014/main" id="{39E10CA8-4F78-4A48-B71A-DE757C647AF3}"/>
              </a:ext>
            </a:extLst>
          </p:cNvPr>
          <p:cNvSpPr/>
          <p:nvPr/>
        </p:nvSpPr>
        <p:spPr>
          <a:xfrm>
            <a:off x="5043152" y="4335346"/>
            <a:ext cx="2105696" cy="253967"/>
          </a:xfrm>
          <a:prstGeom prst="rect">
            <a:avLst/>
          </a:prstGeom>
          <a:solidFill>
            <a:srgbClr val="F5F4F4">
              <a:alpha val="100000"/>
            </a:srgbClr>
          </a:solidFill>
          <a:ln/>
        </p:spPr>
        <p:txBody>
          <a:bodyPr lIns="36000" rIns="36000" anchor="ctr"/>
          <a:lstStyle/>
          <a:p>
            <a:pPr algn="ctr"/>
            <a:r>
              <a:rPr lang="ru-RU" sz="800" dirty="0"/>
              <a:t>Контроль параметров продукта</a:t>
            </a:r>
            <a:endParaRPr lang="en-US" sz="800" dirty="0"/>
          </a:p>
        </p:txBody>
      </p:sp>
      <p:sp>
        <p:nvSpPr>
          <p:cNvPr id="78" name="Shape 40">
            <a:extLst>
              <a:ext uri="{FF2B5EF4-FFF2-40B4-BE49-F238E27FC236}">
                <a16:creationId xmlns:a16="http://schemas.microsoft.com/office/drawing/2014/main" id="{3C594D6D-2C83-2446-87C1-108992010F48}"/>
              </a:ext>
            </a:extLst>
          </p:cNvPr>
          <p:cNvSpPr/>
          <p:nvPr/>
        </p:nvSpPr>
        <p:spPr>
          <a:xfrm>
            <a:off x="5043152" y="3264777"/>
            <a:ext cx="2105696" cy="253967"/>
          </a:xfrm>
          <a:prstGeom prst="rect">
            <a:avLst/>
          </a:prstGeom>
          <a:solidFill>
            <a:srgbClr val="F5F4F4">
              <a:alpha val="100000"/>
            </a:srgbClr>
          </a:solidFill>
          <a:ln/>
        </p:spPr>
        <p:txBody>
          <a:bodyPr lIns="36000" rIns="36000" anchor="ctr"/>
          <a:lstStyle/>
          <a:p>
            <a:pPr algn="ctr"/>
            <a:r>
              <a:rPr lang="ru-RU" sz="800" dirty="0"/>
              <a:t>Операционная деятельность</a:t>
            </a:r>
          </a:p>
        </p:txBody>
      </p:sp>
      <p:sp>
        <p:nvSpPr>
          <p:cNvPr id="44" name="Shape 12">
            <a:extLst>
              <a:ext uri="{FF2B5EF4-FFF2-40B4-BE49-F238E27FC236}">
                <a16:creationId xmlns:a16="http://schemas.microsoft.com/office/drawing/2014/main" id="{DD7C3EE9-231A-D44E-936B-FA35378BBED8}"/>
              </a:ext>
            </a:extLst>
          </p:cNvPr>
          <p:cNvSpPr/>
          <p:nvPr/>
        </p:nvSpPr>
        <p:spPr>
          <a:xfrm>
            <a:off x="355598" y="5936315"/>
            <a:ext cx="11480740" cy="12700"/>
          </a:xfrm>
          <a:prstGeom prst="rect">
            <a:avLst/>
          </a:prstGeom>
          <a:solidFill>
            <a:srgbClr val="000000">
              <a:alpha val="100000"/>
            </a:srgbClr>
          </a:solidFill>
          <a:ln/>
        </p:spPr>
      </p:sp>
      <p:sp>
        <p:nvSpPr>
          <p:cNvPr id="45" name="TextBox 44">
            <a:extLst>
              <a:ext uri="{FF2B5EF4-FFF2-40B4-BE49-F238E27FC236}">
                <a16:creationId xmlns:a16="http://schemas.microsoft.com/office/drawing/2014/main" id="{EF0E6739-E408-F844-AF5F-50AB45051794}"/>
              </a:ext>
            </a:extLst>
          </p:cNvPr>
          <p:cNvSpPr txBox="1"/>
          <p:nvPr/>
        </p:nvSpPr>
        <p:spPr>
          <a:xfrm>
            <a:off x="8463227" y="6031212"/>
            <a:ext cx="3368776"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56" name="Рисунок 614">
            <a:extLst>
              <a:ext uri="{FF2B5EF4-FFF2-40B4-BE49-F238E27FC236}">
                <a16:creationId xmlns:a16="http://schemas.microsoft.com/office/drawing/2014/main" id="{9601FF0E-2448-2040-B2C7-14D87CE989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93798" y="6027497"/>
            <a:ext cx="238125" cy="228600"/>
          </a:xfrm>
          <a:prstGeom prst="rect">
            <a:avLst/>
          </a:prstGeom>
        </p:spPr>
      </p:pic>
      <p:sp>
        <p:nvSpPr>
          <p:cNvPr id="59" name="TextBox 58">
            <a:extLst>
              <a:ext uri="{FF2B5EF4-FFF2-40B4-BE49-F238E27FC236}">
                <a16:creationId xmlns:a16="http://schemas.microsoft.com/office/drawing/2014/main" id="{C6B235EB-44C6-4341-8AE8-899917915E61}"/>
              </a:ext>
            </a:extLst>
          </p:cNvPr>
          <p:cNvSpPr txBox="1"/>
          <p:nvPr/>
        </p:nvSpPr>
        <p:spPr>
          <a:xfrm>
            <a:off x="4610555" y="6031212"/>
            <a:ext cx="3368776"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61" name="Рисунок 600">
            <a:extLst>
              <a:ext uri="{FF2B5EF4-FFF2-40B4-BE49-F238E27FC236}">
                <a16:creationId xmlns:a16="http://schemas.microsoft.com/office/drawing/2014/main" id="{AC033193-9E03-E74D-8DE0-44F2EAE9440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39273" y="6027497"/>
            <a:ext cx="238125" cy="228600"/>
          </a:xfrm>
          <a:prstGeom prst="rect">
            <a:avLst/>
          </a:prstGeom>
        </p:spPr>
      </p:pic>
      <p:sp>
        <p:nvSpPr>
          <p:cNvPr id="82" name="Half-frame 81">
            <a:extLst>
              <a:ext uri="{FF2B5EF4-FFF2-40B4-BE49-F238E27FC236}">
                <a16:creationId xmlns:a16="http://schemas.microsoft.com/office/drawing/2014/main" id="{0031656E-FF24-4348-A215-A3CE4F5C64FD}"/>
              </a:ext>
            </a:extLst>
          </p:cNvPr>
          <p:cNvSpPr/>
          <p:nvPr/>
        </p:nvSpPr>
        <p:spPr>
          <a:xfrm rot="2700000">
            <a:off x="4648444" y="391175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Half-frame 82">
            <a:extLst>
              <a:ext uri="{FF2B5EF4-FFF2-40B4-BE49-F238E27FC236}">
                <a16:creationId xmlns:a16="http://schemas.microsoft.com/office/drawing/2014/main" id="{17772AF9-FC72-B648-902F-EF2EF3C3D385}"/>
              </a:ext>
            </a:extLst>
          </p:cNvPr>
          <p:cNvSpPr/>
          <p:nvPr/>
        </p:nvSpPr>
        <p:spPr>
          <a:xfrm rot="8100000">
            <a:off x="6019005" y="2493860"/>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4" name="Half-frame 83">
            <a:extLst>
              <a:ext uri="{FF2B5EF4-FFF2-40B4-BE49-F238E27FC236}">
                <a16:creationId xmlns:a16="http://schemas.microsoft.com/office/drawing/2014/main" id="{9EE0355F-9048-F540-BD42-8FEDB27F5B10}"/>
              </a:ext>
            </a:extLst>
          </p:cNvPr>
          <p:cNvSpPr/>
          <p:nvPr/>
        </p:nvSpPr>
        <p:spPr>
          <a:xfrm rot="18900000">
            <a:off x="6067161" y="528664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5" name="Half-frame 84">
            <a:extLst>
              <a:ext uri="{FF2B5EF4-FFF2-40B4-BE49-F238E27FC236}">
                <a16:creationId xmlns:a16="http://schemas.microsoft.com/office/drawing/2014/main" id="{30FF281C-0B41-2147-9667-452411A9F6A2}"/>
              </a:ext>
            </a:extLst>
          </p:cNvPr>
          <p:cNvSpPr/>
          <p:nvPr/>
        </p:nvSpPr>
        <p:spPr>
          <a:xfrm rot="13500000">
            <a:off x="7437000" y="391175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71920460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16F451-24B8-474B-B1C0-0FA88B78EB90}"/>
              </a:ext>
            </a:extLst>
          </p:cNvPr>
          <p:cNvSpPr>
            <a:spLocks noGrp="1"/>
          </p:cNvSpPr>
          <p:nvPr>
            <p:ph type="title"/>
          </p:nvPr>
        </p:nvSpPr>
        <p:spPr>
          <a:xfrm>
            <a:off x="360000" y="252000"/>
            <a:ext cx="9533300" cy="1169294"/>
          </a:xfrm>
        </p:spPr>
        <p:txBody>
          <a:bodyPr/>
          <a:lstStyle/>
          <a:p>
            <a:r>
              <a:rPr lang="ru-RU" dirty="0"/>
              <a:t>Деятельность центра управления операциями направлена на повышение операционной эффективности</a:t>
            </a:r>
          </a:p>
        </p:txBody>
      </p:sp>
      <p:sp>
        <p:nvSpPr>
          <p:cNvPr id="5" name="Slide Number Placeholder 4">
            <a:extLst>
              <a:ext uri="{FF2B5EF4-FFF2-40B4-BE49-F238E27FC236}">
                <a16:creationId xmlns:a16="http://schemas.microsoft.com/office/drawing/2014/main" id="{5D22F302-C3E1-394E-A77B-11F6B942E433}"/>
              </a:ext>
            </a:extLst>
          </p:cNvPr>
          <p:cNvSpPr>
            <a:spLocks noGrp="1"/>
          </p:cNvSpPr>
          <p:nvPr>
            <p:ph type="sldNum" sz="quarter" idx="4"/>
          </p:nvPr>
        </p:nvSpPr>
        <p:spPr/>
        <p:txBody>
          <a:bodyPr/>
          <a:lstStyle/>
          <a:p>
            <a:fld id="{13FB4C0F-BB20-4298-B11D-AEB97E17A107}" type="slidenum">
              <a:rPr lang="ru-RU" smtClean="0"/>
              <a:pPr/>
              <a:t>86</a:t>
            </a:fld>
            <a:endParaRPr lang="ru-RU" dirty="0"/>
          </a:p>
        </p:txBody>
      </p:sp>
      <p:graphicFrame>
        <p:nvGraphicFramePr>
          <p:cNvPr id="6" name="Таблица 45">
            <a:extLst>
              <a:ext uri="{FF2B5EF4-FFF2-40B4-BE49-F238E27FC236}">
                <a16:creationId xmlns:a16="http://schemas.microsoft.com/office/drawing/2014/main" id="{F679738C-925A-D546-ABBE-0B43FECC7F86}"/>
              </a:ext>
            </a:extLst>
          </p:cNvPr>
          <p:cNvGraphicFramePr>
            <a:graphicFrameLocks noGrp="1"/>
          </p:cNvGraphicFramePr>
          <p:nvPr/>
        </p:nvGraphicFramePr>
        <p:xfrm>
          <a:off x="351838" y="1990800"/>
          <a:ext cx="11480742" cy="360000"/>
        </p:xfrm>
        <a:graphic>
          <a:graphicData uri="http://schemas.openxmlformats.org/drawingml/2006/table">
            <a:tbl>
              <a:tblPr firstRow="1" bandRow="1">
                <a:tableStyleId>{5C22544A-7EE6-4342-B048-85BDC9FD1C3A}</a:tableStyleId>
              </a:tblPr>
              <a:tblGrid>
                <a:gridCol w="1913457">
                  <a:extLst>
                    <a:ext uri="{9D8B030D-6E8A-4147-A177-3AD203B41FA5}">
                      <a16:colId xmlns:a16="http://schemas.microsoft.com/office/drawing/2014/main" val="703013879"/>
                    </a:ext>
                  </a:extLst>
                </a:gridCol>
                <a:gridCol w="1913457">
                  <a:extLst>
                    <a:ext uri="{9D8B030D-6E8A-4147-A177-3AD203B41FA5}">
                      <a16:colId xmlns:a16="http://schemas.microsoft.com/office/drawing/2014/main" val="3578337866"/>
                    </a:ext>
                  </a:extLst>
                </a:gridCol>
                <a:gridCol w="1913457">
                  <a:extLst>
                    <a:ext uri="{9D8B030D-6E8A-4147-A177-3AD203B41FA5}">
                      <a16:colId xmlns:a16="http://schemas.microsoft.com/office/drawing/2014/main" val="3361557832"/>
                    </a:ext>
                  </a:extLst>
                </a:gridCol>
                <a:gridCol w="1913457">
                  <a:extLst>
                    <a:ext uri="{9D8B030D-6E8A-4147-A177-3AD203B41FA5}">
                      <a16:colId xmlns:a16="http://schemas.microsoft.com/office/drawing/2014/main" val="2976666941"/>
                    </a:ext>
                  </a:extLst>
                </a:gridCol>
                <a:gridCol w="1913457">
                  <a:extLst>
                    <a:ext uri="{9D8B030D-6E8A-4147-A177-3AD203B41FA5}">
                      <a16:colId xmlns:a16="http://schemas.microsoft.com/office/drawing/2014/main" val="84570180"/>
                    </a:ext>
                  </a:extLst>
                </a:gridCol>
                <a:gridCol w="1913457">
                  <a:extLst>
                    <a:ext uri="{9D8B030D-6E8A-4147-A177-3AD203B41FA5}">
                      <a16:colId xmlns:a16="http://schemas.microsoft.com/office/drawing/2014/main" val="2859185102"/>
                    </a:ext>
                  </a:extLst>
                </a:gridCol>
              </a:tblGrid>
              <a:tr h="360000">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i="0" dirty="0">
                          <a:solidFill>
                            <a:schemeClr val="tx1"/>
                          </a:solidFill>
                          <a:latin typeface="Stapel" panose="020B0504020202020204" pitchFamily="34" charset="77"/>
                          <a:ea typeface="Stapel" pitchFamily="34" charset="-122"/>
                          <a:cs typeface="Stapel" pitchFamily="34" charset="-120"/>
                        </a:rPr>
                        <a:t>Добыча</a:t>
                      </a:r>
                      <a:endParaRPr lang="en-US" sz="1200" b="0" i="0" dirty="0">
                        <a:solidFill>
                          <a:schemeClr val="tx1"/>
                        </a:solidFill>
                        <a:latin typeface="Stapel" panose="020B0504020202020204" pitchFamily="34" charset="77"/>
                      </a:endParaRPr>
                    </a:p>
                  </a:txBody>
                  <a:tcPr anchor="ctr">
                    <a:solidFill>
                      <a:srgbClr val="DEB7D3"/>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Переработка</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Первичная логистика</a:t>
                      </a:r>
                      <a:endParaRPr lang="en-US" sz="1200" b="0" dirty="0">
                        <a:solidFill>
                          <a:schemeClr val="tx1"/>
                        </a:solidFill>
                      </a:endParaRP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Производство ПБЕ</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Вторичная логистика</a:t>
                      </a:r>
                    </a:p>
                  </a:txBody>
                  <a:tcPr anchor="ctr">
                    <a:solidFill>
                      <a:schemeClr val="bg2"/>
                    </a:solidFill>
                  </a:tcPr>
                </a:tc>
                <a:tc>
                  <a:txBody>
                    <a:bodyPr/>
                    <a:lstStyle/>
                    <a:p>
                      <a:pPr marL="0" marR="0" lvl="0" indent="0" algn="ctr" defTabSz="457109" rtl="0" eaLnBrk="1" fontAlgn="auto" latinLnBrk="0" hangingPunct="1">
                        <a:lnSpc>
                          <a:spcPct val="100000"/>
                        </a:lnSpc>
                        <a:spcBef>
                          <a:spcPts val="0"/>
                        </a:spcBef>
                        <a:spcAft>
                          <a:spcPts val="0"/>
                        </a:spcAft>
                        <a:buClrTx/>
                        <a:buSzTx/>
                        <a:buFontTx/>
                        <a:buNone/>
                        <a:tabLst/>
                        <a:defRPr/>
                      </a:pPr>
                      <a:r>
                        <a:rPr lang="ru-RU" sz="1200" b="0" dirty="0">
                          <a:solidFill>
                            <a:schemeClr val="tx1"/>
                          </a:solidFill>
                        </a:rPr>
                        <a:t>Сбыт</a:t>
                      </a:r>
                    </a:p>
                  </a:txBody>
                  <a:tcPr anchor="ctr">
                    <a:solidFill>
                      <a:schemeClr val="bg2"/>
                    </a:solidFill>
                  </a:tcPr>
                </a:tc>
                <a:extLst>
                  <a:ext uri="{0D108BD9-81ED-4DB2-BD59-A6C34878D82A}">
                    <a16:rowId xmlns:a16="http://schemas.microsoft.com/office/drawing/2014/main" val="2302291900"/>
                  </a:ext>
                </a:extLst>
              </a:tr>
            </a:tbl>
          </a:graphicData>
        </a:graphic>
      </p:graphicFrame>
      <p:sp>
        <p:nvSpPr>
          <p:cNvPr id="9" name="Snip Single Corner of Rectangle 8">
            <a:extLst>
              <a:ext uri="{FF2B5EF4-FFF2-40B4-BE49-F238E27FC236}">
                <a16:creationId xmlns:a16="http://schemas.microsoft.com/office/drawing/2014/main" id="{2FE42DAD-9787-EA41-8E23-3204CB558C09}"/>
              </a:ext>
            </a:extLst>
          </p:cNvPr>
          <p:cNvSpPr/>
          <p:nvPr/>
        </p:nvSpPr>
        <p:spPr>
          <a:xfrm rot="5400000">
            <a:off x="1494190" y="2840391"/>
            <a:ext cx="1488003"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563AC39F-4E67-6F41-A1A0-A8C610E4A561}"/>
              </a:ext>
            </a:extLst>
          </p:cNvPr>
          <p:cNvSpPr txBox="1"/>
          <p:nvPr/>
        </p:nvSpPr>
        <p:spPr>
          <a:xfrm>
            <a:off x="504372" y="4096931"/>
            <a:ext cx="2064668"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Совершенствование</a:t>
            </a:r>
            <a:endParaRPr lang="en-US" sz="1600" dirty="0">
              <a:latin typeface="Stapel" panose="020B0504020202020204" pitchFamily="34" charset="-52"/>
            </a:endParaRPr>
          </a:p>
        </p:txBody>
      </p:sp>
      <p:sp>
        <p:nvSpPr>
          <p:cNvPr id="11" name="TextBox 10">
            <a:extLst>
              <a:ext uri="{FF2B5EF4-FFF2-40B4-BE49-F238E27FC236}">
                <a16:creationId xmlns:a16="http://schemas.microsoft.com/office/drawing/2014/main" id="{4FF60405-0155-634C-9FD6-415F4C02FCFB}"/>
              </a:ext>
            </a:extLst>
          </p:cNvPr>
          <p:cNvSpPr txBox="1"/>
          <p:nvPr/>
        </p:nvSpPr>
        <p:spPr>
          <a:xfrm>
            <a:off x="504372" y="5032482"/>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12" name="TextBox 11">
            <a:extLst>
              <a:ext uri="{FF2B5EF4-FFF2-40B4-BE49-F238E27FC236}">
                <a16:creationId xmlns:a16="http://schemas.microsoft.com/office/drawing/2014/main" id="{0DE231E0-8D88-C645-8499-226DFA6EBE44}"/>
              </a:ext>
            </a:extLst>
          </p:cNvPr>
          <p:cNvSpPr txBox="1"/>
          <p:nvPr/>
        </p:nvSpPr>
        <p:spPr>
          <a:xfrm>
            <a:off x="3756808" y="4096931"/>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3</a:t>
            </a:r>
          </a:p>
        </p:txBody>
      </p:sp>
      <p:sp>
        <p:nvSpPr>
          <p:cNvPr id="16" name="Oval 15">
            <a:extLst>
              <a:ext uri="{FF2B5EF4-FFF2-40B4-BE49-F238E27FC236}">
                <a16:creationId xmlns:a16="http://schemas.microsoft.com/office/drawing/2014/main" id="{3448F412-0AC3-C748-B0E0-5CCCE16152A0}"/>
              </a:ext>
            </a:extLst>
          </p:cNvPr>
          <p:cNvSpPr>
            <a:spLocks noChangeAspect="1"/>
          </p:cNvSpPr>
          <p:nvPr/>
        </p:nvSpPr>
        <p:spPr>
          <a:xfrm>
            <a:off x="4602000" y="2444362"/>
            <a:ext cx="2988000" cy="2988000"/>
          </a:xfrm>
          <a:prstGeom prst="ellipse">
            <a:avLst/>
          </a:prstGeom>
          <a:solidFill>
            <a:srgbClr val="DEB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A9211C43-91A0-8748-A3EB-6243FCBD82DD}"/>
              </a:ext>
            </a:extLst>
          </p:cNvPr>
          <p:cNvSpPr>
            <a:spLocks noChangeAspect="1"/>
          </p:cNvSpPr>
          <p:nvPr/>
        </p:nvSpPr>
        <p:spPr>
          <a:xfrm>
            <a:off x="4800000" y="2642362"/>
            <a:ext cx="2592000" cy="25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9C70F828-DA3C-AB49-95E1-5492A51B336B}"/>
              </a:ext>
            </a:extLst>
          </p:cNvPr>
          <p:cNvSpPr txBox="1"/>
          <p:nvPr/>
        </p:nvSpPr>
        <p:spPr>
          <a:xfrm>
            <a:off x="351838" y="5691499"/>
            <a:ext cx="4454508" cy="184666"/>
          </a:xfrm>
          <a:prstGeom prst="rect">
            <a:avLst/>
          </a:prstGeom>
          <a:noFill/>
          <a:ln/>
        </p:spPr>
        <p:txBody>
          <a:bodyPr vert="horz" wrap="square" lIns="0" tIns="0" rIns="0" bIns="0" rtlCol="0" anchor="t">
            <a:spAutoFit/>
          </a:bodyPr>
          <a:lstStyle/>
          <a:p>
            <a:pPr algn="l"/>
            <a:r>
              <a:rPr lang="ru-RU" sz="1200" dirty="0">
                <a:latin typeface="Stapel" panose="020B0504020202020204" pitchFamily="34" charset="77"/>
              </a:rPr>
              <a:t>Эффекты от внедрения центра управление операциями</a:t>
            </a:r>
          </a:p>
        </p:txBody>
      </p:sp>
      <p:sp>
        <p:nvSpPr>
          <p:cNvPr id="26" name="TextBox 25">
            <a:extLst>
              <a:ext uri="{FF2B5EF4-FFF2-40B4-BE49-F238E27FC236}">
                <a16:creationId xmlns:a16="http://schemas.microsoft.com/office/drawing/2014/main" id="{581F4C4E-FA81-2D4B-A123-4019627DE254}"/>
              </a:ext>
            </a:extLst>
          </p:cNvPr>
          <p:cNvSpPr txBox="1"/>
          <p:nvPr/>
        </p:nvSpPr>
        <p:spPr>
          <a:xfrm>
            <a:off x="719364" y="6031212"/>
            <a:ext cx="3397024"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31" name="Рисунок 231">
            <a:extLst>
              <a:ext uri="{FF2B5EF4-FFF2-40B4-BE49-F238E27FC236}">
                <a16:creationId xmlns:a16="http://schemas.microsoft.com/office/drawing/2014/main" id="{0A171579-907D-8441-AACC-E30189BBCE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360" y="6027497"/>
            <a:ext cx="228600" cy="228600"/>
          </a:xfrm>
          <a:prstGeom prst="rect">
            <a:avLst/>
          </a:prstGeom>
        </p:spPr>
      </p:pic>
      <p:sp>
        <p:nvSpPr>
          <p:cNvPr id="46" name="TextBox 45">
            <a:extLst>
              <a:ext uri="{FF2B5EF4-FFF2-40B4-BE49-F238E27FC236}">
                <a16:creationId xmlns:a16="http://schemas.microsoft.com/office/drawing/2014/main" id="{AA3AD632-1E12-EB45-A023-4BF6EC45DF04}"/>
              </a:ext>
            </a:extLst>
          </p:cNvPr>
          <p:cNvSpPr txBox="1"/>
          <p:nvPr/>
        </p:nvSpPr>
        <p:spPr>
          <a:xfrm>
            <a:off x="4913220" y="2965220"/>
            <a:ext cx="194452" cy="184666"/>
          </a:xfrm>
          <a:prstGeom prst="rect">
            <a:avLst/>
          </a:prstGeom>
          <a:noFill/>
          <a:ln/>
        </p:spPr>
        <p:txBody>
          <a:bodyPr vert="horz" wrap="none" lIns="0" tIns="0" rIns="0" bIns="0" rtlCol="0" anchor="ctr">
            <a:noAutofit/>
          </a:bodyPr>
          <a:lstStyle/>
          <a:p>
            <a:pPr algn="ctr"/>
            <a:r>
              <a:rPr lang="ru-RU" sz="800" dirty="0">
                <a:solidFill>
                  <a:srgbClr val="8F0C6B"/>
                </a:solidFill>
                <a:latin typeface="Stapel" panose="020B0504020202020204" pitchFamily="34" charset="-52"/>
              </a:rPr>
              <a:t>1</a:t>
            </a:r>
            <a:endParaRPr lang="en-US" sz="800" dirty="0">
              <a:solidFill>
                <a:srgbClr val="8F0C6B"/>
              </a:solidFill>
              <a:latin typeface="Stapel" panose="020B0504020202020204" pitchFamily="34" charset="-52"/>
            </a:endParaRPr>
          </a:p>
        </p:txBody>
      </p:sp>
      <p:sp>
        <p:nvSpPr>
          <p:cNvPr id="47" name="TextBox 46">
            <a:extLst>
              <a:ext uri="{FF2B5EF4-FFF2-40B4-BE49-F238E27FC236}">
                <a16:creationId xmlns:a16="http://schemas.microsoft.com/office/drawing/2014/main" id="{0B7C0CE0-737F-5747-B49B-1FC9F9B44AED}"/>
              </a:ext>
            </a:extLst>
          </p:cNvPr>
          <p:cNvSpPr txBox="1"/>
          <p:nvPr/>
        </p:nvSpPr>
        <p:spPr>
          <a:xfrm>
            <a:off x="7071765" y="2965220"/>
            <a:ext cx="194452" cy="184666"/>
          </a:xfrm>
          <a:prstGeom prst="rect">
            <a:avLst/>
          </a:prstGeom>
          <a:noFill/>
          <a:ln/>
        </p:spPr>
        <p:txBody>
          <a:bodyPr vert="horz" wrap="none" lIns="0" tIns="0" rIns="0" bIns="0" rtlCol="0" anchor="ctr">
            <a:noAutofit/>
          </a:bodyPr>
          <a:lstStyle/>
          <a:p>
            <a:pPr algn="ctr"/>
            <a:r>
              <a:rPr lang="en-US" sz="800" dirty="0">
                <a:solidFill>
                  <a:srgbClr val="8F0C6B"/>
                </a:solidFill>
                <a:latin typeface="Stapel" panose="020B0504020202020204" pitchFamily="34" charset="-52"/>
              </a:rPr>
              <a:t>2</a:t>
            </a:r>
          </a:p>
        </p:txBody>
      </p:sp>
      <p:sp>
        <p:nvSpPr>
          <p:cNvPr id="48" name="TextBox 47">
            <a:extLst>
              <a:ext uri="{FF2B5EF4-FFF2-40B4-BE49-F238E27FC236}">
                <a16:creationId xmlns:a16="http://schemas.microsoft.com/office/drawing/2014/main" id="{89DF410A-46D9-704D-803C-A358D602B1ED}"/>
              </a:ext>
            </a:extLst>
          </p:cNvPr>
          <p:cNvSpPr txBox="1"/>
          <p:nvPr/>
        </p:nvSpPr>
        <p:spPr>
          <a:xfrm>
            <a:off x="4913220" y="4735171"/>
            <a:ext cx="194452" cy="184666"/>
          </a:xfrm>
          <a:prstGeom prst="rect">
            <a:avLst/>
          </a:prstGeom>
          <a:noFill/>
          <a:ln/>
        </p:spPr>
        <p:txBody>
          <a:bodyPr vert="horz" wrap="none" lIns="0" tIns="0" rIns="0" bIns="0" rtlCol="0" anchor="ctr">
            <a:noAutofit/>
          </a:bodyPr>
          <a:lstStyle/>
          <a:p>
            <a:pPr algn="ctr"/>
            <a:r>
              <a:rPr lang="en-US" sz="800" dirty="0">
                <a:solidFill>
                  <a:srgbClr val="8F0C6B"/>
                </a:solidFill>
                <a:latin typeface="Stapel" panose="020B0504020202020204" pitchFamily="34" charset="-52"/>
              </a:rPr>
              <a:t>4</a:t>
            </a:r>
          </a:p>
        </p:txBody>
      </p:sp>
      <p:sp>
        <p:nvSpPr>
          <p:cNvPr id="49" name="TextBox 48">
            <a:extLst>
              <a:ext uri="{FF2B5EF4-FFF2-40B4-BE49-F238E27FC236}">
                <a16:creationId xmlns:a16="http://schemas.microsoft.com/office/drawing/2014/main" id="{C1A9EC4E-1A34-2A46-8371-747C1494A354}"/>
              </a:ext>
            </a:extLst>
          </p:cNvPr>
          <p:cNvSpPr txBox="1"/>
          <p:nvPr/>
        </p:nvSpPr>
        <p:spPr>
          <a:xfrm>
            <a:off x="7071765" y="4735171"/>
            <a:ext cx="194452" cy="184666"/>
          </a:xfrm>
          <a:prstGeom prst="rect">
            <a:avLst/>
          </a:prstGeom>
          <a:noFill/>
          <a:ln/>
        </p:spPr>
        <p:txBody>
          <a:bodyPr vert="horz" wrap="none" lIns="0" tIns="0" rIns="0" bIns="0" rtlCol="0" anchor="ctr">
            <a:noAutofit/>
          </a:bodyPr>
          <a:lstStyle/>
          <a:p>
            <a:pPr algn="ctr"/>
            <a:r>
              <a:rPr lang="en-US" sz="800" dirty="0">
                <a:solidFill>
                  <a:srgbClr val="8F0C6B"/>
                </a:solidFill>
                <a:latin typeface="Stapel" panose="020B0504020202020204" pitchFamily="34" charset="-52"/>
              </a:rPr>
              <a:t>3</a:t>
            </a:r>
          </a:p>
        </p:txBody>
      </p:sp>
      <p:sp>
        <p:nvSpPr>
          <p:cNvPr id="50" name="Snip Single Corner of Rectangle 49">
            <a:extLst>
              <a:ext uri="{FF2B5EF4-FFF2-40B4-BE49-F238E27FC236}">
                <a16:creationId xmlns:a16="http://schemas.microsoft.com/office/drawing/2014/main" id="{4BE2A79B-FFAC-7A48-9970-DABDC7207B66}"/>
              </a:ext>
            </a:extLst>
          </p:cNvPr>
          <p:cNvSpPr/>
          <p:nvPr/>
        </p:nvSpPr>
        <p:spPr>
          <a:xfrm rot="5400000">
            <a:off x="1496299" y="1303686"/>
            <a:ext cx="1483786"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TextBox 50">
            <a:extLst>
              <a:ext uri="{FF2B5EF4-FFF2-40B4-BE49-F238E27FC236}">
                <a16:creationId xmlns:a16="http://schemas.microsoft.com/office/drawing/2014/main" id="{4B96B1F2-D23C-A549-8BED-AC2D20C9BF28}"/>
              </a:ext>
            </a:extLst>
          </p:cNvPr>
          <p:cNvSpPr txBox="1"/>
          <p:nvPr/>
        </p:nvSpPr>
        <p:spPr>
          <a:xfrm>
            <a:off x="504372" y="2582724"/>
            <a:ext cx="1442703"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Планирование</a:t>
            </a:r>
            <a:endParaRPr lang="en-US" sz="1600" dirty="0">
              <a:latin typeface="Stapel" panose="020B0504020202020204" pitchFamily="34" charset="-52"/>
            </a:endParaRPr>
          </a:p>
        </p:txBody>
      </p:sp>
      <p:sp>
        <p:nvSpPr>
          <p:cNvPr id="52" name="TextBox 51">
            <a:extLst>
              <a:ext uri="{FF2B5EF4-FFF2-40B4-BE49-F238E27FC236}">
                <a16:creationId xmlns:a16="http://schemas.microsoft.com/office/drawing/2014/main" id="{FEE523C9-EF4D-7842-A4F5-7369D1C2D969}"/>
              </a:ext>
            </a:extLst>
          </p:cNvPr>
          <p:cNvSpPr txBox="1"/>
          <p:nvPr/>
        </p:nvSpPr>
        <p:spPr>
          <a:xfrm>
            <a:off x="504372" y="3518275"/>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53" name="TextBox 52">
            <a:extLst>
              <a:ext uri="{FF2B5EF4-FFF2-40B4-BE49-F238E27FC236}">
                <a16:creationId xmlns:a16="http://schemas.microsoft.com/office/drawing/2014/main" id="{7916E49A-DD62-644E-B2E4-4D616BE18465}"/>
              </a:ext>
            </a:extLst>
          </p:cNvPr>
          <p:cNvSpPr txBox="1"/>
          <p:nvPr/>
        </p:nvSpPr>
        <p:spPr>
          <a:xfrm>
            <a:off x="3756808" y="2582724"/>
            <a:ext cx="194452" cy="184666"/>
          </a:xfrm>
          <a:prstGeom prst="rect">
            <a:avLst/>
          </a:prstGeom>
          <a:noFill/>
          <a:ln/>
        </p:spPr>
        <p:txBody>
          <a:bodyPr vert="horz" wrap="square" lIns="0" tIns="0" rIns="0" bIns="0" rtlCol="0" anchor="t">
            <a:spAutoFit/>
          </a:bodyPr>
          <a:lstStyle/>
          <a:p>
            <a:pPr algn="r"/>
            <a:r>
              <a:rPr lang="ru-RU" sz="1200" dirty="0">
                <a:latin typeface="Stapel" panose="020B0504020202020204" pitchFamily="34" charset="-52"/>
              </a:rPr>
              <a:t>1</a:t>
            </a:r>
            <a:endParaRPr lang="en-US" sz="1200" dirty="0">
              <a:latin typeface="Stapel" panose="020B0504020202020204" pitchFamily="34" charset="-52"/>
            </a:endParaRPr>
          </a:p>
        </p:txBody>
      </p:sp>
      <p:sp>
        <p:nvSpPr>
          <p:cNvPr id="62" name="Snip Single Corner of Rectangle 61">
            <a:extLst>
              <a:ext uri="{FF2B5EF4-FFF2-40B4-BE49-F238E27FC236}">
                <a16:creationId xmlns:a16="http://schemas.microsoft.com/office/drawing/2014/main" id="{E5BD4482-7452-014D-A107-BAFE0DADA5DC}"/>
              </a:ext>
            </a:extLst>
          </p:cNvPr>
          <p:cNvSpPr/>
          <p:nvPr/>
        </p:nvSpPr>
        <p:spPr>
          <a:xfrm rot="5400000">
            <a:off x="9209806" y="2840391"/>
            <a:ext cx="1488003"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FCFB8B07-792C-2142-AD44-958B83E733BD}"/>
              </a:ext>
            </a:extLst>
          </p:cNvPr>
          <p:cNvSpPr txBox="1"/>
          <p:nvPr/>
        </p:nvSpPr>
        <p:spPr>
          <a:xfrm>
            <a:off x="8219988" y="4096931"/>
            <a:ext cx="1341714"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Координация</a:t>
            </a:r>
          </a:p>
        </p:txBody>
      </p:sp>
      <p:sp>
        <p:nvSpPr>
          <p:cNvPr id="64" name="TextBox 63">
            <a:extLst>
              <a:ext uri="{FF2B5EF4-FFF2-40B4-BE49-F238E27FC236}">
                <a16:creationId xmlns:a16="http://schemas.microsoft.com/office/drawing/2014/main" id="{23CEC16B-C6C4-DB45-BD88-4DBDA3141DD4}"/>
              </a:ext>
            </a:extLst>
          </p:cNvPr>
          <p:cNvSpPr txBox="1"/>
          <p:nvPr/>
        </p:nvSpPr>
        <p:spPr>
          <a:xfrm>
            <a:off x="8219988" y="5032482"/>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65" name="TextBox 64">
            <a:extLst>
              <a:ext uri="{FF2B5EF4-FFF2-40B4-BE49-F238E27FC236}">
                <a16:creationId xmlns:a16="http://schemas.microsoft.com/office/drawing/2014/main" id="{32A6E127-E96C-7B4E-81AF-A7D523094E07}"/>
              </a:ext>
            </a:extLst>
          </p:cNvPr>
          <p:cNvSpPr txBox="1"/>
          <p:nvPr/>
        </p:nvSpPr>
        <p:spPr>
          <a:xfrm>
            <a:off x="11472424" y="4096931"/>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4</a:t>
            </a:r>
          </a:p>
        </p:txBody>
      </p:sp>
      <p:sp>
        <p:nvSpPr>
          <p:cNvPr id="66" name="Snip Single Corner of Rectangle 65">
            <a:extLst>
              <a:ext uri="{FF2B5EF4-FFF2-40B4-BE49-F238E27FC236}">
                <a16:creationId xmlns:a16="http://schemas.microsoft.com/office/drawing/2014/main" id="{D86D8D75-0CAD-E644-A4F2-E312ABE1B414}"/>
              </a:ext>
            </a:extLst>
          </p:cNvPr>
          <p:cNvSpPr/>
          <p:nvPr/>
        </p:nvSpPr>
        <p:spPr>
          <a:xfrm rot="5400000">
            <a:off x="9211915" y="1303686"/>
            <a:ext cx="1483786" cy="3756390"/>
          </a:xfrm>
          <a:prstGeom prst="snip1Rect">
            <a:avLst>
              <a:gd name="adj" fmla="val 19792"/>
            </a:avLst>
          </a:prstGeom>
          <a:solidFill>
            <a:srgbClr val="F5F4F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2124E0BE-617E-8A43-B93D-7D4B5ECCD927}"/>
              </a:ext>
            </a:extLst>
          </p:cNvPr>
          <p:cNvSpPr txBox="1"/>
          <p:nvPr/>
        </p:nvSpPr>
        <p:spPr>
          <a:xfrm>
            <a:off x="8219988" y="2582724"/>
            <a:ext cx="1203856" cy="246221"/>
          </a:xfrm>
          <a:prstGeom prst="rect">
            <a:avLst/>
          </a:prstGeom>
          <a:noFill/>
          <a:ln/>
        </p:spPr>
        <p:txBody>
          <a:bodyPr vert="horz" wrap="none" lIns="0" tIns="0" rIns="0" bIns="0" rtlCol="0" anchor="t">
            <a:spAutoFit/>
          </a:bodyPr>
          <a:lstStyle/>
          <a:p>
            <a:pPr algn="l"/>
            <a:r>
              <a:rPr lang="ru-RU" sz="1600" dirty="0">
                <a:latin typeface="Stapel" panose="020B0504020202020204" pitchFamily="34" charset="-52"/>
              </a:rPr>
              <a:t>Мониторинг</a:t>
            </a:r>
            <a:endParaRPr lang="en-US" sz="1600" dirty="0">
              <a:latin typeface="Stapel" panose="020B0504020202020204" pitchFamily="34" charset="-52"/>
            </a:endParaRPr>
          </a:p>
        </p:txBody>
      </p:sp>
      <p:sp>
        <p:nvSpPr>
          <p:cNvPr id="68" name="TextBox 67">
            <a:extLst>
              <a:ext uri="{FF2B5EF4-FFF2-40B4-BE49-F238E27FC236}">
                <a16:creationId xmlns:a16="http://schemas.microsoft.com/office/drawing/2014/main" id="{5EEC22A2-DA1F-3447-9823-A6CBD3E62117}"/>
              </a:ext>
            </a:extLst>
          </p:cNvPr>
          <p:cNvSpPr txBox="1"/>
          <p:nvPr/>
        </p:nvSpPr>
        <p:spPr>
          <a:xfrm>
            <a:off x="8219988" y="3518275"/>
            <a:ext cx="2548827" cy="307777"/>
          </a:xfrm>
          <a:prstGeom prst="rect">
            <a:avLst/>
          </a:prstGeom>
          <a:noFill/>
          <a:ln/>
        </p:spPr>
        <p:txBody>
          <a:bodyPr vert="horz" wrap="square" lIns="0" tIns="0" rIns="0" bIns="0" rtlCol="0" anchor="t">
            <a:spAutoFit/>
          </a:bodyPr>
          <a:lstStyle/>
          <a:p>
            <a:pPr algn="l"/>
            <a:r>
              <a:rPr lang="ru-RU" sz="1000" dirty="0">
                <a:solidFill>
                  <a:srgbClr val="8C8C8C"/>
                </a:solidFill>
                <a:latin typeface="Stapel" panose="020B0504020202020204" pitchFamily="34" charset="-52"/>
              </a:rPr>
              <a:t>Здесь должен быть ваш текст в одну или несколько строк</a:t>
            </a:r>
          </a:p>
        </p:txBody>
      </p:sp>
      <p:sp>
        <p:nvSpPr>
          <p:cNvPr id="69" name="TextBox 68">
            <a:extLst>
              <a:ext uri="{FF2B5EF4-FFF2-40B4-BE49-F238E27FC236}">
                <a16:creationId xmlns:a16="http://schemas.microsoft.com/office/drawing/2014/main" id="{8D7684EF-C103-3B42-B9F9-A3D9A4675BFD}"/>
              </a:ext>
            </a:extLst>
          </p:cNvPr>
          <p:cNvSpPr txBox="1"/>
          <p:nvPr/>
        </p:nvSpPr>
        <p:spPr>
          <a:xfrm>
            <a:off x="11472424" y="2582724"/>
            <a:ext cx="194452" cy="184666"/>
          </a:xfrm>
          <a:prstGeom prst="rect">
            <a:avLst/>
          </a:prstGeom>
          <a:noFill/>
          <a:ln/>
        </p:spPr>
        <p:txBody>
          <a:bodyPr vert="horz" wrap="square" lIns="0" tIns="0" rIns="0" bIns="0" rtlCol="0" anchor="t">
            <a:spAutoFit/>
          </a:bodyPr>
          <a:lstStyle/>
          <a:p>
            <a:pPr algn="r"/>
            <a:r>
              <a:rPr lang="en-US" sz="1200" dirty="0">
                <a:latin typeface="Stapel" panose="020B0504020202020204" pitchFamily="34" charset="-52"/>
              </a:rPr>
              <a:t>2</a:t>
            </a:r>
          </a:p>
        </p:txBody>
      </p:sp>
      <p:sp>
        <p:nvSpPr>
          <p:cNvPr id="74" name="Shape 40">
            <a:extLst>
              <a:ext uri="{FF2B5EF4-FFF2-40B4-BE49-F238E27FC236}">
                <a16:creationId xmlns:a16="http://schemas.microsoft.com/office/drawing/2014/main" id="{C539C94F-F3BC-4F4C-8CC1-3B1DE91AB988}"/>
              </a:ext>
            </a:extLst>
          </p:cNvPr>
          <p:cNvSpPr/>
          <p:nvPr/>
        </p:nvSpPr>
        <p:spPr>
          <a:xfrm>
            <a:off x="5043152" y="3535350"/>
            <a:ext cx="2105696" cy="253967"/>
          </a:xfrm>
          <a:prstGeom prst="rect">
            <a:avLst/>
          </a:prstGeom>
          <a:solidFill>
            <a:srgbClr val="F5F4F4">
              <a:alpha val="100000"/>
            </a:srgbClr>
          </a:solidFill>
          <a:ln/>
        </p:spPr>
        <p:txBody>
          <a:bodyPr lIns="36000" rIns="36000" anchor="ctr"/>
          <a:lstStyle/>
          <a:p>
            <a:pPr algn="ctr"/>
            <a:r>
              <a:rPr lang="ru-RU" sz="800" dirty="0"/>
              <a:t>Интегрированное планирование</a:t>
            </a:r>
            <a:endParaRPr lang="en-US" sz="800" dirty="0"/>
          </a:p>
        </p:txBody>
      </p:sp>
      <p:sp>
        <p:nvSpPr>
          <p:cNvPr id="75" name="Shape 42">
            <a:extLst>
              <a:ext uri="{FF2B5EF4-FFF2-40B4-BE49-F238E27FC236}">
                <a16:creationId xmlns:a16="http://schemas.microsoft.com/office/drawing/2014/main" id="{1F366CF3-27D7-9041-AA07-15DEF07AB693}"/>
              </a:ext>
            </a:extLst>
          </p:cNvPr>
          <p:cNvSpPr/>
          <p:nvPr/>
        </p:nvSpPr>
        <p:spPr>
          <a:xfrm>
            <a:off x="5043152" y="3802015"/>
            <a:ext cx="2105696" cy="253967"/>
          </a:xfrm>
          <a:prstGeom prst="rect">
            <a:avLst/>
          </a:prstGeom>
          <a:solidFill>
            <a:srgbClr val="F5F4F4">
              <a:alpha val="100000"/>
            </a:srgbClr>
          </a:solidFill>
          <a:ln/>
        </p:spPr>
        <p:txBody>
          <a:bodyPr lIns="36000" rIns="36000" anchor="ctr"/>
          <a:lstStyle/>
          <a:p>
            <a:pPr algn="ctr"/>
            <a:r>
              <a:rPr lang="ru-RU" sz="800" dirty="0"/>
              <a:t>Управление производством</a:t>
            </a:r>
          </a:p>
        </p:txBody>
      </p:sp>
      <p:sp>
        <p:nvSpPr>
          <p:cNvPr id="76" name="Shape 44">
            <a:extLst>
              <a:ext uri="{FF2B5EF4-FFF2-40B4-BE49-F238E27FC236}">
                <a16:creationId xmlns:a16="http://schemas.microsoft.com/office/drawing/2014/main" id="{3E69F96C-05CB-2E4F-A701-0455D23E181B}"/>
              </a:ext>
            </a:extLst>
          </p:cNvPr>
          <p:cNvSpPr/>
          <p:nvPr/>
        </p:nvSpPr>
        <p:spPr>
          <a:xfrm>
            <a:off x="5043152" y="4068681"/>
            <a:ext cx="2105696" cy="253967"/>
          </a:xfrm>
          <a:prstGeom prst="rect">
            <a:avLst/>
          </a:prstGeom>
          <a:solidFill>
            <a:srgbClr val="F5F4F4">
              <a:alpha val="100000"/>
            </a:srgbClr>
          </a:solidFill>
          <a:ln/>
        </p:spPr>
        <p:txBody>
          <a:bodyPr lIns="36000" rIns="36000" anchor="ctr"/>
          <a:lstStyle/>
          <a:p>
            <a:pPr algn="ctr"/>
            <a:r>
              <a:rPr lang="ru-RU" sz="800"/>
              <a:t>Повышение надежности оборудования</a:t>
            </a:r>
            <a:endParaRPr lang="en-US" sz="800" dirty="0"/>
          </a:p>
        </p:txBody>
      </p:sp>
      <p:sp>
        <p:nvSpPr>
          <p:cNvPr id="77" name="Shape 46">
            <a:extLst>
              <a:ext uri="{FF2B5EF4-FFF2-40B4-BE49-F238E27FC236}">
                <a16:creationId xmlns:a16="http://schemas.microsoft.com/office/drawing/2014/main" id="{39E10CA8-4F78-4A48-B71A-DE757C647AF3}"/>
              </a:ext>
            </a:extLst>
          </p:cNvPr>
          <p:cNvSpPr/>
          <p:nvPr/>
        </p:nvSpPr>
        <p:spPr>
          <a:xfrm>
            <a:off x="5043152" y="4335346"/>
            <a:ext cx="2105696" cy="253967"/>
          </a:xfrm>
          <a:prstGeom prst="rect">
            <a:avLst/>
          </a:prstGeom>
          <a:solidFill>
            <a:srgbClr val="F5F4F4">
              <a:alpha val="100000"/>
            </a:srgbClr>
          </a:solidFill>
          <a:ln/>
        </p:spPr>
        <p:txBody>
          <a:bodyPr lIns="36000" rIns="36000" anchor="ctr"/>
          <a:lstStyle/>
          <a:p>
            <a:pPr algn="ctr"/>
            <a:r>
              <a:rPr lang="ru-RU" sz="800" dirty="0"/>
              <a:t>Контроль параметров продукта</a:t>
            </a:r>
            <a:endParaRPr lang="en-US" sz="800" dirty="0"/>
          </a:p>
        </p:txBody>
      </p:sp>
      <p:sp>
        <p:nvSpPr>
          <p:cNvPr id="78" name="Shape 40">
            <a:extLst>
              <a:ext uri="{FF2B5EF4-FFF2-40B4-BE49-F238E27FC236}">
                <a16:creationId xmlns:a16="http://schemas.microsoft.com/office/drawing/2014/main" id="{3C594D6D-2C83-2446-87C1-108992010F48}"/>
              </a:ext>
            </a:extLst>
          </p:cNvPr>
          <p:cNvSpPr/>
          <p:nvPr/>
        </p:nvSpPr>
        <p:spPr>
          <a:xfrm>
            <a:off x="5043152" y="3264777"/>
            <a:ext cx="2105696" cy="253967"/>
          </a:xfrm>
          <a:prstGeom prst="rect">
            <a:avLst/>
          </a:prstGeom>
          <a:solidFill>
            <a:srgbClr val="F5F4F4">
              <a:alpha val="100000"/>
            </a:srgbClr>
          </a:solidFill>
          <a:ln/>
        </p:spPr>
        <p:txBody>
          <a:bodyPr lIns="36000" rIns="36000" anchor="ctr"/>
          <a:lstStyle/>
          <a:p>
            <a:pPr algn="ctr"/>
            <a:r>
              <a:rPr lang="ru-RU" sz="800" dirty="0"/>
              <a:t>Операционная деятельность</a:t>
            </a:r>
          </a:p>
        </p:txBody>
      </p:sp>
      <p:sp>
        <p:nvSpPr>
          <p:cNvPr id="44" name="Shape 12">
            <a:extLst>
              <a:ext uri="{FF2B5EF4-FFF2-40B4-BE49-F238E27FC236}">
                <a16:creationId xmlns:a16="http://schemas.microsoft.com/office/drawing/2014/main" id="{DD7C3EE9-231A-D44E-936B-FA35378BBED8}"/>
              </a:ext>
            </a:extLst>
          </p:cNvPr>
          <p:cNvSpPr/>
          <p:nvPr/>
        </p:nvSpPr>
        <p:spPr>
          <a:xfrm>
            <a:off x="355598" y="5936315"/>
            <a:ext cx="11480740" cy="12700"/>
          </a:xfrm>
          <a:prstGeom prst="rect">
            <a:avLst/>
          </a:prstGeom>
          <a:solidFill>
            <a:srgbClr val="000000">
              <a:alpha val="100000"/>
            </a:srgbClr>
          </a:solidFill>
          <a:ln/>
        </p:spPr>
      </p:sp>
      <p:sp>
        <p:nvSpPr>
          <p:cNvPr id="45" name="TextBox 44">
            <a:extLst>
              <a:ext uri="{FF2B5EF4-FFF2-40B4-BE49-F238E27FC236}">
                <a16:creationId xmlns:a16="http://schemas.microsoft.com/office/drawing/2014/main" id="{EF0E6739-E408-F844-AF5F-50AB45051794}"/>
              </a:ext>
            </a:extLst>
          </p:cNvPr>
          <p:cNvSpPr txBox="1"/>
          <p:nvPr/>
        </p:nvSpPr>
        <p:spPr>
          <a:xfrm>
            <a:off x="8463227" y="6031212"/>
            <a:ext cx="3368776"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56" name="Рисунок 614">
            <a:extLst>
              <a:ext uri="{FF2B5EF4-FFF2-40B4-BE49-F238E27FC236}">
                <a16:creationId xmlns:a16="http://schemas.microsoft.com/office/drawing/2014/main" id="{9601FF0E-2448-2040-B2C7-14D87CE989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93798" y="6027497"/>
            <a:ext cx="238125" cy="228600"/>
          </a:xfrm>
          <a:prstGeom prst="rect">
            <a:avLst/>
          </a:prstGeom>
        </p:spPr>
      </p:pic>
      <p:sp>
        <p:nvSpPr>
          <p:cNvPr id="59" name="TextBox 58">
            <a:extLst>
              <a:ext uri="{FF2B5EF4-FFF2-40B4-BE49-F238E27FC236}">
                <a16:creationId xmlns:a16="http://schemas.microsoft.com/office/drawing/2014/main" id="{C6B235EB-44C6-4341-8AE8-899917915E61}"/>
              </a:ext>
            </a:extLst>
          </p:cNvPr>
          <p:cNvSpPr txBox="1"/>
          <p:nvPr/>
        </p:nvSpPr>
        <p:spPr>
          <a:xfrm>
            <a:off x="4610555" y="6031212"/>
            <a:ext cx="3368776" cy="461665"/>
          </a:xfrm>
          <a:prstGeom prst="rect">
            <a:avLst/>
          </a:prstGeom>
          <a:noFill/>
          <a:ln/>
        </p:spPr>
        <p:txBody>
          <a:bodyPr vert="horz" wrap="square" lIns="0" tIns="0" rIns="0" bIns="0" rtlCol="0" anchor="t">
            <a:spAutoFit/>
          </a:bodyPr>
          <a:lstStyle/>
          <a:p>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 </a:t>
            </a:r>
            <a:r>
              <a:rPr lang="ru-RU" sz="1000" dirty="0">
                <a:latin typeface="Stapel" panose="020B0504020202020204" pitchFamily="34" charset="77"/>
              </a:rPr>
              <a:t>Здесь должен быть ваш текст</a:t>
            </a:r>
            <a:r>
              <a:rPr lang="en-US" sz="1000" dirty="0">
                <a:latin typeface="Stapel" panose="020B0504020202020204" pitchFamily="34" charset="77"/>
              </a:rPr>
              <a:t> </a:t>
            </a:r>
            <a:r>
              <a:rPr lang="ru-RU" sz="1000" dirty="0">
                <a:latin typeface="Stapel" panose="020B0504020202020204" pitchFamily="34" charset="77"/>
              </a:rPr>
              <a:t>в одну или несколько строк</a:t>
            </a:r>
            <a:r>
              <a:rPr lang="en-US" sz="1000" dirty="0">
                <a:latin typeface="Stapel" panose="020B0504020202020204" pitchFamily="34" charset="77"/>
              </a:rPr>
              <a:t>.</a:t>
            </a:r>
            <a:endParaRPr lang="ru-RU" sz="1000" dirty="0">
              <a:latin typeface="Stapel" panose="020B0504020202020204" pitchFamily="34" charset="77"/>
            </a:endParaRPr>
          </a:p>
        </p:txBody>
      </p:sp>
      <p:pic>
        <p:nvPicPr>
          <p:cNvPr id="61" name="Рисунок 600">
            <a:extLst>
              <a:ext uri="{FF2B5EF4-FFF2-40B4-BE49-F238E27FC236}">
                <a16:creationId xmlns:a16="http://schemas.microsoft.com/office/drawing/2014/main" id="{AC033193-9E03-E74D-8DE0-44F2EAE9440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39273" y="6027497"/>
            <a:ext cx="238125" cy="228600"/>
          </a:xfrm>
          <a:prstGeom prst="rect">
            <a:avLst/>
          </a:prstGeom>
        </p:spPr>
      </p:pic>
      <p:sp>
        <p:nvSpPr>
          <p:cNvPr id="82" name="Half-frame 81">
            <a:extLst>
              <a:ext uri="{FF2B5EF4-FFF2-40B4-BE49-F238E27FC236}">
                <a16:creationId xmlns:a16="http://schemas.microsoft.com/office/drawing/2014/main" id="{0031656E-FF24-4348-A215-A3CE4F5C64FD}"/>
              </a:ext>
            </a:extLst>
          </p:cNvPr>
          <p:cNvSpPr/>
          <p:nvPr/>
        </p:nvSpPr>
        <p:spPr>
          <a:xfrm rot="2700000">
            <a:off x="4648444" y="391175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Half-frame 82">
            <a:extLst>
              <a:ext uri="{FF2B5EF4-FFF2-40B4-BE49-F238E27FC236}">
                <a16:creationId xmlns:a16="http://schemas.microsoft.com/office/drawing/2014/main" id="{17772AF9-FC72-B648-902F-EF2EF3C3D385}"/>
              </a:ext>
            </a:extLst>
          </p:cNvPr>
          <p:cNvSpPr/>
          <p:nvPr/>
        </p:nvSpPr>
        <p:spPr>
          <a:xfrm rot="8100000">
            <a:off x="6019005" y="2493860"/>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4" name="Half-frame 83">
            <a:extLst>
              <a:ext uri="{FF2B5EF4-FFF2-40B4-BE49-F238E27FC236}">
                <a16:creationId xmlns:a16="http://schemas.microsoft.com/office/drawing/2014/main" id="{9EE0355F-9048-F540-BD42-8FEDB27F5B10}"/>
              </a:ext>
            </a:extLst>
          </p:cNvPr>
          <p:cNvSpPr/>
          <p:nvPr/>
        </p:nvSpPr>
        <p:spPr>
          <a:xfrm rot="18900000">
            <a:off x="6067161" y="528664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5" name="Half-frame 84">
            <a:extLst>
              <a:ext uri="{FF2B5EF4-FFF2-40B4-BE49-F238E27FC236}">
                <a16:creationId xmlns:a16="http://schemas.microsoft.com/office/drawing/2014/main" id="{30FF281C-0B41-2147-9667-452411A9F6A2}"/>
              </a:ext>
            </a:extLst>
          </p:cNvPr>
          <p:cNvSpPr/>
          <p:nvPr/>
        </p:nvSpPr>
        <p:spPr>
          <a:xfrm rot="13500000">
            <a:off x="7437000" y="3911752"/>
            <a:ext cx="108000" cy="108000"/>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805824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FDB8B2A0-657F-AC86-A3D1-D48549E00B29}"/>
              </a:ext>
            </a:extLst>
          </p:cNvPr>
          <p:cNvSpPr>
            <a:spLocks noGrp="1"/>
          </p:cNvSpPr>
          <p:nvPr>
            <p:ph type="sldNum" sz="quarter" idx="4"/>
          </p:nvPr>
        </p:nvSpPr>
        <p:spPr/>
        <p:txBody>
          <a:bodyPr/>
          <a:lstStyle/>
          <a:p>
            <a:fld id="{13FB4C0F-BB20-4298-B11D-AEB97E17A107}" type="slidenum">
              <a:rPr lang="ru-RU" smtClean="0"/>
              <a:pPr/>
              <a:t>87</a:t>
            </a:fld>
            <a:endParaRPr lang="ru-RU" dirty="0"/>
          </a:p>
        </p:txBody>
      </p:sp>
      <p:pic>
        <p:nvPicPr>
          <p:cNvPr id="35" name="Рисунок 34">
            <a:extLst>
              <a:ext uri="{FF2B5EF4-FFF2-40B4-BE49-F238E27FC236}">
                <a16:creationId xmlns:a16="http://schemas.microsoft.com/office/drawing/2014/main" id="{CC0365B3-9BF7-A6B2-C18D-0C81864B335C}"/>
              </a:ext>
            </a:extLst>
          </p:cNvPr>
          <p:cNvPicPr>
            <a:picLocks noGrp="1" noChangeAspect="1"/>
          </p:cNvPicPr>
          <p:nvPr>
            <p:ph type="pic" sz="quarter" idx="11"/>
          </p:nvPr>
        </p:nvPicPr>
        <p:blipFill>
          <a:blip r:embed="rId2" cstate="screen">
            <a:extLst>
              <a:ext uri="{28A0092B-C50C-407E-A947-70E740481C1C}">
                <a14:useLocalDpi xmlns:a14="http://schemas.microsoft.com/office/drawing/2010/main"/>
              </a:ext>
            </a:extLst>
          </a:blip>
          <a:srcRect/>
          <a:stretch>
            <a:fillRect/>
          </a:stretch>
        </p:blipFill>
        <p:spPr/>
      </p:pic>
      <p:sp>
        <p:nvSpPr>
          <p:cNvPr id="10" name="Text 4">
            <a:extLst>
              <a:ext uri="{FF2B5EF4-FFF2-40B4-BE49-F238E27FC236}">
                <a16:creationId xmlns:a16="http://schemas.microsoft.com/office/drawing/2014/main" id="{A0006F49-8A97-0186-F91D-42985C743686}"/>
              </a:ext>
            </a:extLst>
          </p:cNvPr>
          <p:cNvSpPr/>
          <p:nvPr/>
        </p:nvSpPr>
        <p:spPr>
          <a:xfrm>
            <a:off x="660397" y="2254403"/>
            <a:ext cx="1540925" cy="283604"/>
          </a:xfrm>
          <a:prstGeom prst="rect">
            <a:avLst/>
          </a:prstGeom>
          <a:noFill/>
          <a:ln/>
        </p:spPr>
        <p:txBody>
          <a:bodyPr wrap="square" lIns="0" tIns="0" rIns="0" bIns="0" rtlCol="0" anchor="t">
            <a:spAutoFit/>
          </a:bodyPr>
          <a:lstStyle/>
          <a:p>
            <a:pPr>
              <a:lnSpc>
                <a:spcPts val="1100"/>
              </a:lnSpc>
            </a:pPr>
            <a:r>
              <a:rPr lang="en-US" sz="1000" dirty="0">
                <a:ea typeface="Stapel" pitchFamily="34" charset="-122"/>
                <a:cs typeface="Stapel" pitchFamily="34" charset="-120"/>
              </a:rPr>
              <a:t>Здесь должен быть ваш текст</a:t>
            </a:r>
            <a:endParaRPr lang="en-US" sz="1000" dirty="0"/>
          </a:p>
        </p:txBody>
      </p:sp>
      <p:sp>
        <p:nvSpPr>
          <p:cNvPr id="11" name="Text 5">
            <a:extLst>
              <a:ext uri="{FF2B5EF4-FFF2-40B4-BE49-F238E27FC236}">
                <a16:creationId xmlns:a16="http://schemas.microsoft.com/office/drawing/2014/main" id="{A270A375-4183-FC96-B84B-67170ABE1EEF}"/>
              </a:ext>
            </a:extLst>
          </p:cNvPr>
          <p:cNvSpPr/>
          <p:nvPr/>
        </p:nvSpPr>
        <p:spPr>
          <a:xfrm>
            <a:off x="10337746" y="2254403"/>
            <a:ext cx="1540925" cy="283604"/>
          </a:xfrm>
          <a:prstGeom prst="rect">
            <a:avLst/>
          </a:prstGeom>
          <a:noFill/>
          <a:ln/>
        </p:spPr>
        <p:txBody>
          <a:bodyPr wrap="square" lIns="0" tIns="0" rIns="0" bIns="0" rtlCol="0" anchor="t">
            <a:spAutoFit/>
          </a:bodyPr>
          <a:lstStyle/>
          <a:p>
            <a:pPr>
              <a:lnSpc>
                <a:spcPts val="1100"/>
              </a:lnSpc>
            </a:pPr>
            <a:r>
              <a:rPr lang="en-US" sz="1000" dirty="0">
                <a:ea typeface="Stapel" pitchFamily="34" charset="-122"/>
                <a:cs typeface="Stapel" pitchFamily="34" charset="-120"/>
              </a:rPr>
              <a:t>Здесь должен быть ваш текст</a:t>
            </a:r>
            <a:endParaRPr lang="en-US" sz="1000" dirty="0"/>
          </a:p>
        </p:txBody>
      </p:sp>
      <p:sp>
        <p:nvSpPr>
          <p:cNvPr id="12" name="Text 6">
            <a:extLst>
              <a:ext uri="{FF2B5EF4-FFF2-40B4-BE49-F238E27FC236}">
                <a16:creationId xmlns:a16="http://schemas.microsoft.com/office/drawing/2014/main" id="{B476D33D-FDA8-23EE-5275-AFC355626964}"/>
              </a:ext>
            </a:extLst>
          </p:cNvPr>
          <p:cNvSpPr/>
          <p:nvPr/>
        </p:nvSpPr>
        <p:spPr>
          <a:xfrm>
            <a:off x="660397" y="3143287"/>
            <a:ext cx="1540925" cy="283604"/>
          </a:xfrm>
          <a:prstGeom prst="rect">
            <a:avLst/>
          </a:prstGeom>
          <a:noFill/>
          <a:ln/>
        </p:spPr>
        <p:txBody>
          <a:bodyPr wrap="square" lIns="0" tIns="0" rIns="0" bIns="0" rtlCol="0" anchor="t">
            <a:spAutoFit/>
          </a:bodyPr>
          <a:lstStyle/>
          <a:p>
            <a:pPr>
              <a:lnSpc>
                <a:spcPts val="1100"/>
              </a:lnSpc>
            </a:pPr>
            <a:r>
              <a:rPr lang="en-US" sz="1000" dirty="0">
                <a:ea typeface="Stapel" pitchFamily="34" charset="-122"/>
                <a:cs typeface="Stapel" pitchFamily="34" charset="-120"/>
              </a:rPr>
              <a:t>Здесь должен быть ваш текст</a:t>
            </a:r>
            <a:endParaRPr lang="en-US" sz="1000" dirty="0"/>
          </a:p>
        </p:txBody>
      </p:sp>
      <p:sp>
        <p:nvSpPr>
          <p:cNvPr id="13" name="Text 7">
            <a:extLst>
              <a:ext uri="{FF2B5EF4-FFF2-40B4-BE49-F238E27FC236}">
                <a16:creationId xmlns:a16="http://schemas.microsoft.com/office/drawing/2014/main" id="{601607B8-1EBF-FE00-D20D-8F4826C1055D}"/>
              </a:ext>
            </a:extLst>
          </p:cNvPr>
          <p:cNvSpPr/>
          <p:nvPr/>
        </p:nvSpPr>
        <p:spPr>
          <a:xfrm>
            <a:off x="10337746" y="3143287"/>
            <a:ext cx="1540925" cy="283604"/>
          </a:xfrm>
          <a:prstGeom prst="rect">
            <a:avLst/>
          </a:prstGeom>
          <a:noFill/>
          <a:ln/>
        </p:spPr>
        <p:txBody>
          <a:bodyPr wrap="square" lIns="0" tIns="0" rIns="0" bIns="0" rtlCol="0" anchor="t">
            <a:spAutoFit/>
          </a:bodyPr>
          <a:lstStyle/>
          <a:p>
            <a:pPr>
              <a:lnSpc>
                <a:spcPts val="1100"/>
              </a:lnSpc>
            </a:pPr>
            <a:r>
              <a:rPr lang="en-US" sz="1000" dirty="0">
                <a:ea typeface="Stapel" pitchFamily="34" charset="-122"/>
                <a:cs typeface="Stapel" pitchFamily="34" charset="-120"/>
              </a:rPr>
              <a:t>Здесь должен быть ваш текст</a:t>
            </a:r>
            <a:endParaRPr lang="en-US" sz="1000" dirty="0"/>
          </a:p>
        </p:txBody>
      </p:sp>
      <p:sp>
        <p:nvSpPr>
          <p:cNvPr id="14" name="Text 8">
            <a:extLst>
              <a:ext uri="{FF2B5EF4-FFF2-40B4-BE49-F238E27FC236}">
                <a16:creationId xmlns:a16="http://schemas.microsoft.com/office/drawing/2014/main" id="{B7A9E816-6BDF-E62B-6818-17BA17CC69D7}"/>
              </a:ext>
            </a:extLst>
          </p:cNvPr>
          <p:cNvSpPr/>
          <p:nvPr/>
        </p:nvSpPr>
        <p:spPr>
          <a:xfrm>
            <a:off x="660397" y="4032172"/>
            <a:ext cx="1540925" cy="283604"/>
          </a:xfrm>
          <a:prstGeom prst="rect">
            <a:avLst/>
          </a:prstGeom>
          <a:noFill/>
          <a:ln/>
        </p:spPr>
        <p:txBody>
          <a:bodyPr wrap="square" lIns="0" tIns="0" rIns="0" bIns="0" rtlCol="0" anchor="t">
            <a:spAutoFit/>
          </a:bodyPr>
          <a:lstStyle/>
          <a:p>
            <a:pPr>
              <a:lnSpc>
                <a:spcPts val="1100"/>
              </a:lnSpc>
            </a:pPr>
            <a:r>
              <a:rPr lang="en-US" sz="1000" dirty="0">
                <a:ea typeface="Stapel" pitchFamily="34" charset="-122"/>
                <a:cs typeface="Stapel" pitchFamily="34" charset="-120"/>
              </a:rPr>
              <a:t>Здесь должен быть ваш текст</a:t>
            </a:r>
            <a:endParaRPr lang="en-US" sz="1000" dirty="0"/>
          </a:p>
        </p:txBody>
      </p:sp>
      <p:sp>
        <p:nvSpPr>
          <p:cNvPr id="15" name="Text 9">
            <a:extLst>
              <a:ext uri="{FF2B5EF4-FFF2-40B4-BE49-F238E27FC236}">
                <a16:creationId xmlns:a16="http://schemas.microsoft.com/office/drawing/2014/main" id="{89610098-F134-93D9-83A8-303891E6CDA4}"/>
              </a:ext>
            </a:extLst>
          </p:cNvPr>
          <p:cNvSpPr/>
          <p:nvPr/>
        </p:nvSpPr>
        <p:spPr>
          <a:xfrm>
            <a:off x="10337746" y="4032172"/>
            <a:ext cx="1540925" cy="283604"/>
          </a:xfrm>
          <a:prstGeom prst="rect">
            <a:avLst/>
          </a:prstGeom>
          <a:noFill/>
          <a:ln/>
        </p:spPr>
        <p:txBody>
          <a:bodyPr wrap="square" lIns="0" tIns="0" rIns="0" bIns="0" rtlCol="0" anchor="t">
            <a:spAutoFit/>
          </a:bodyPr>
          <a:lstStyle/>
          <a:p>
            <a:pPr>
              <a:lnSpc>
                <a:spcPts val="1100"/>
              </a:lnSpc>
            </a:pPr>
            <a:r>
              <a:rPr lang="en-US" sz="1000" dirty="0">
                <a:ea typeface="Stapel" pitchFamily="34" charset="-122"/>
                <a:cs typeface="Stapel" pitchFamily="34" charset="-120"/>
              </a:rPr>
              <a:t>Здесь должен быть ваш текст</a:t>
            </a:r>
            <a:endParaRPr lang="en-US" sz="1000" dirty="0"/>
          </a:p>
        </p:txBody>
      </p:sp>
      <p:sp>
        <p:nvSpPr>
          <p:cNvPr id="16" name="Text 10">
            <a:extLst>
              <a:ext uri="{FF2B5EF4-FFF2-40B4-BE49-F238E27FC236}">
                <a16:creationId xmlns:a16="http://schemas.microsoft.com/office/drawing/2014/main" id="{E46873E9-37B1-ED7E-677B-DBB3F5A24CA4}"/>
              </a:ext>
            </a:extLst>
          </p:cNvPr>
          <p:cNvSpPr/>
          <p:nvPr/>
        </p:nvSpPr>
        <p:spPr>
          <a:xfrm>
            <a:off x="660397" y="4921056"/>
            <a:ext cx="1540925" cy="283604"/>
          </a:xfrm>
          <a:prstGeom prst="rect">
            <a:avLst/>
          </a:prstGeom>
          <a:noFill/>
          <a:ln/>
        </p:spPr>
        <p:txBody>
          <a:bodyPr wrap="square" lIns="0" tIns="0" rIns="0" bIns="0" rtlCol="0" anchor="t">
            <a:spAutoFit/>
          </a:bodyPr>
          <a:lstStyle/>
          <a:p>
            <a:pPr>
              <a:lnSpc>
                <a:spcPts val="1100"/>
              </a:lnSpc>
            </a:pPr>
            <a:r>
              <a:rPr lang="en-US" sz="1000" dirty="0">
                <a:ea typeface="Stapel" pitchFamily="34" charset="-122"/>
                <a:cs typeface="Stapel" pitchFamily="34" charset="-120"/>
              </a:rPr>
              <a:t>Здесь должен быть ваш текст</a:t>
            </a:r>
            <a:endParaRPr lang="en-US" sz="1000" dirty="0"/>
          </a:p>
        </p:txBody>
      </p:sp>
      <p:sp>
        <p:nvSpPr>
          <p:cNvPr id="17" name="Text 11">
            <a:extLst>
              <a:ext uri="{FF2B5EF4-FFF2-40B4-BE49-F238E27FC236}">
                <a16:creationId xmlns:a16="http://schemas.microsoft.com/office/drawing/2014/main" id="{3CFF0953-D8B2-C64E-CF1C-C4C2CA9E10A3}"/>
              </a:ext>
            </a:extLst>
          </p:cNvPr>
          <p:cNvSpPr/>
          <p:nvPr/>
        </p:nvSpPr>
        <p:spPr>
          <a:xfrm>
            <a:off x="10337746" y="4921056"/>
            <a:ext cx="1540925" cy="283604"/>
          </a:xfrm>
          <a:prstGeom prst="rect">
            <a:avLst/>
          </a:prstGeom>
          <a:noFill/>
          <a:ln/>
        </p:spPr>
        <p:txBody>
          <a:bodyPr wrap="square" lIns="0" tIns="0" rIns="0" bIns="0" rtlCol="0" anchor="t">
            <a:spAutoFit/>
          </a:bodyPr>
          <a:lstStyle/>
          <a:p>
            <a:pPr>
              <a:lnSpc>
                <a:spcPts val="1100"/>
              </a:lnSpc>
            </a:pPr>
            <a:r>
              <a:rPr lang="en-US" sz="1000" dirty="0">
                <a:ea typeface="Stapel" pitchFamily="34" charset="-122"/>
                <a:cs typeface="Stapel" pitchFamily="34" charset="-120"/>
              </a:rPr>
              <a:t>Здесь должен быть ваш текст</a:t>
            </a:r>
            <a:endParaRPr lang="en-US" sz="1000" dirty="0"/>
          </a:p>
        </p:txBody>
      </p:sp>
      <p:cxnSp>
        <p:nvCxnSpPr>
          <p:cNvPr id="18" name="Прямая соединительная линия 17">
            <a:extLst>
              <a:ext uri="{FF2B5EF4-FFF2-40B4-BE49-F238E27FC236}">
                <a16:creationId xmlns:a16="http://schemas.microsoft.com/office/drawing/2014/main" id="{9664EC62-FE3F-4370-667B-ADA70E23519E}"/>
              </a:ext>
            </a:extLst>
          </p:cNvPr>
          <p:cNvCxnSpPr/>
          <p:nvPr/>
        </p:nvCxnSpPr>
        <p:spPr>
          <a:xfrm>
            <a:off x="2260800" y="2388464"/>
            <a:ext cx="2142000" cy="0"/>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pic>
        <p:nvPicPr>
          <p:cNvPr id="19" name="Image 10">
            <a:extLst>
              <a:ext uri="{FF2B5EF4-FFF2-40B4-BE49-F238E27FC236}">
                <a16:creationId xmlns:a16="http://schemas.microsoft.com/office/drawing/2014/main" id="{3FE65180-5E46-E20F-E2D8-2CD30EC25CD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55611" y="2235355"/>
            <a:ext cx="203174" cy="203174"/>
          </a:xfrm>
          <a:prstGeom prst="rect">
            <a:avLst/>
          </a:prstGeom>
        </p:spPr>
      </p:pic>
      <p:pic>
        <p:nvPicPr>
          <p:cNvPr id="20" name="Image 12">
            <a:extLst>
              <a:ext uri="{FF2B5EF4-FFF2-40B4-BE49-F238E27FC236}">
                <a16:creationId xmlns:a16="http://schemas.microsoft.com/office/drawing/2014/main" id="{3284E4AA-368B-BAD6-1056-2206240986E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55611" y="3124239"/>
            <a:ext cx="203174" cy="203174"/>
          </a:xfrm>
          <a:prstGeom prst="rect">
            <a:avLst/>
          </a:prstGeom>
        </p:spPr>
      </p:pic>
      <p:pic>
        <p:nvPicPr>
          <p:cNvPr id="21" name="Image 14">
            <a:extLst>
              <a:ext uri="{FF2B5EF4-FFF2-40B4-BE49-F238E27FC236}">
                <a16:creationId xmlns:a16="http://schemas.microsoft.com/office/drawing/2014/main" id="{7698DCA5-44DD-8FC0-746A-0D2AEF41CAE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55611" y="4013124"/>
            <a:ext cx="203174" cy="203174"/>
          </a:xfrm>
          <a:prstGeom prst="rect">
            <a:avLst/>
          </a:prstGeom>
        </p:spPr>
      </p:pic>
      <p:pic>
        <p:nvPicPr>
          <p:cNvPr id="22" name="Image 16">
            <a:extLst>
              <a:ext uri="{FF2B5EF4-FFF2-40B4-BE49-F238E27FC236}">
                <a16:creationId xmlns:a16="http://schemas.microsoft.com/office/drawing/2014/main" id="{5129B4E6-018D-E1B2-B74A-AFD9C0E2BAB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55611" y="4902008"/>
            <a:ext cx="203174" cy="203174"/>
          </a:xfrm>
          <a:prstGeom prst="rect">
            <a:avLst/>
          </a:prstGeom>
        </p:spPr>
      </p:pic>
      <p:pic>
        <p:nvPicPr>
          <p:cNvPr id="23" name="Image 24">
            <a:extLst>
              <a:ext uri="{FF2B5EF4-FFF2-40B4-BE49-F238E27FC236}">
                <a16:creationId xmlns:a16="http://schemas.microsoft.com/office/drawing/2014/main" id="{997B1943-5956-798B-69DB-05D5CC20759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0032960" y="4902008"/>
            <a:ext cx="203174" cy="203174"/>
          </a:xfrm>
          <a:prstGeom prst="rect">
            <a:avLst/>
          </a:prstGeom>
        </p:spPr>
      </p:pic>
      <p:pic>
        <p:nvPicPr>
          <p:cNvPr id="24" name="Image 22">
            <a:extLst>
              <a:ext uri="{FF2B5EF4-FFF2-40B4-BE49-F238E27FC236}">
                <a16:creationId xmlns:a16="http://schemas.microsoft.com/office/drawing/2014/main" id="{2472144A-5A9C-C782-B4C3-A4F050C8532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0032960" y="4013124"/>
            <a:ext cx="203174" cy="203174"/>
          </a:xfrm>
          <a:prstGeom prst="rect">
            <a:avLst/>
          </a:prstGeom>
        </p:spPr>
      </p:pic>
      <p:pic>
        <p:nvPicPr>
          <p:cNvPr id="25" name="Image 20">
            <a:extLst>
              <a:ext uri="{FF2B5EF4-FFF2-40B4-BE49-F238E27FC236}">
                <a16:creationId xmlns:a16="http://schemas.microsoft.com/office/drawing/2014/main" id="{F6610A5F-2C3C-1737-A311-240634C7B32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0032960" y="3124239"/>
            <a:ext cx="203174" cy="203174"/>
          </a:xfrm>
          <a:prstGeom prst="rect">
            <a:avLst/>
          </a:prstGeom>
        </p:spPr>
      </p:pic>
      <p:pic>
        <p:nvPicPr>
          <p:cNvPr id="26" name="Image 18">
            <a:extLst>
              <a:ext uri="{FF2B5EF4-FFF2-40B4-BE49-F238E27FC236}">
                <a16:creationId xmlns:a16="http://schemas.microsoft.com/office/drawing/2014/main" id="{92A4C3D2-DB07-D86A-A24D-4331DB90604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0032960" y="2235355"/>
            <a:ext cx="203174" cy="203174"/>
          </a:xfrm>
          <a:prstGeom prst="rect">
            <a:avLst/>
          </a:prstGeom>
        </p:spPr>
      </p:pic>
      <p:cxnSp>
        <p:nvCxnSpPr>
          <p:cNvPr id="27" name="Прямая соединительная линия 26">
            <a:extLst>
              <a:ext uri="{FF2B5EF4-FFF2-40B4-BE49-F238E27FC236}">
                <a16:creationId xmlns:a16="http://schemas.microsoft.com/office/drawing/2014/main" id="{E2B9E7FC-E76F-CE4F-DAE5-5B625CDFC54A}"/>
              </a:ext>
            </a:extLst>
          </p:cNvPr>
          <p:cNvCxnSpPr>
            <a:cxnSpLocks/>
          </p:cNvCxnSpPr>
          <p:nvPr/>
        </p:nvCxnSpPr>
        <p:spPr>
          <a:xfrm>
            <a:off x="2260800" y="4132800"/>
            <a:ext cx="1663200" cy="0"/>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cxnSp>
        <p:nvCxnSpPr>
          <p:cNvPr id="28" name="Соединитель: уступ 27">
            <a:extLst>
              <a:ext uri="{FF2B5EF4-FFF2-40B4-BE49-F238E27FC236}">
                <a16:creationId xmlns:a16="http://schemas.microsoft.com/office/drawing/2014/main" id="{2D6CF73A-4042-DF30-F9F8-2CE5A1C0F759}"/>
              </a:ext>
            </a:extLst>
          </p:cNvPr>
          <p:cNvCxnSpPr>
            <a:cxnSpLocks/>
          </p:cNvCxnSpPr>
          <p:nvPr/>
        </p:nvCxnSpPr>
        <p:spPr>
          <a:xfrm flipV="1">
            <a:off x="2260800" y="3149636"/>
            <a:ext cx="3168000" cy="122141"/>
          </a:xfrm>
          <a:prstGeom prst="bentConnector2">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cxnSp>
        <p:nvCxnSpPr>
          <p:cNvPr id="29" name="Соединитель: уступ 28">
            <a:extLst>
              <a:ext uri="{FF2B5EF4-FFF2-40B4-BE49-F238E27FC236}">
                <a16:creationId xmlns:a16="http://schemas.microsoft.com/office/drawing/2014/main" id="{D2AF2FBF-86A8-BED5-7C7B-74246B11A8B3}"/>
              </a:ext>
            </a:extLst>
          </p:cNvPr>
          <p:cNvCxnSpPr>
            <a:cxnSpLocks/>
          </p:cNvCxnSpPr>
          <p:nvPr/>
        </p:nvCxnSpPr>
        <p:spPr>
          <a:xfrm flipV="1">
            <a:off x="2260800" y="4502010"/>
            <a:ext cx="2444526" cy="555069"/>
          </a:xfrm>
          <a:prstGeom prst="bentConnector3">
            <a:avLst>
              <a:gd name="adj1" fmla="val 99675"/>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cxnSp>
        <p:nvCxnSpPr>
          <p:cNvPr id="30" name="Соединитель: уступ 29">
            <a:extLst>
              <a:ext uri="{FF2B5EF4-FFF2-40B4-BE49-F238E27FC236}">
                <a16:creationId xmlns:a16="http://schemas.microsoft.com/office/drawing/2014/main" id="{42055B89-75AA-C47C-3BFB-4ED6ACC13AA4}"/>
              </a:ext>
            </a:extLst>
          </p:cNvPr>
          <p:cNvCxnSpPr>
            <a:cxnSpLocks/>
          </p:cNvCxnSpPr>
          <p:nvPr/>
        </p:nvCxnSpPr>
        <p:spPr>
          <a:xfrm rot="10800000">
            <a:off x="7520026" y="4813403"/>
            <a:ext cx="2373280" cy="247337"/>
          </a:xfrm>
          <a:prstGeom prst="bentConnector3">
            <a:avLst>
              <a:gd name="adj1" fmla="val 99856"/>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cxnSp>
        <p:nvCxnSpPr>
          <p:cNvPr id="31" name="Соединитель: уступ 30">
            <a:extLst>
              <a:ext uri="{FF2B5EF4-FFF2-40B4-BE49-F238E27FC236}">
                <a16:creationId xmlns:a16="http://schemas.microsoft.com/office/drawing/2014/main" id="{D68309E2-1C9F-D033-07C9-9182ED65E461}"/>
              </a:ext>
            </a:extLst>
          </p:cNvPr>
          <p:cNvCxnSpPr>
            <a:cxnSpLocks/>
          </p:cNvCxnSpPr>
          <p:nvPr/>
        </p:nvCxnSpPr>
        <p:spPr>
          <a:xfrm rot="10800000" flipV="1">
            <a:off x="7333488" y="3273305"/>
            <a:ext cx="2559818" cy="320774"/>
          </a:xfrm>
          <a:prstGeom prst="bentConnector3">
            <a:avLst>
              <a:gd name="adj1" fmla="val 100153"/>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a:extLst>
              <a:ext uri="{FF2B5EF4-FFF2-40B4-BE49-F238E27FC236}">
                <a16:creationId xmlns:a16="http://schemas.microsoft.com/office/drawing/2014/main" id="{59DF01AA-8875-D1D2-C1D4-FE5849312C3E}"/>
              </a:ext>
            </a:extLst>
          </p:cNvPr>
          <p:cNvCxnSpPr>
            <a:cxnSpLocks/>
          </p:cNvCxnSpPr>
          <p:nvPr/>
        </p:nvCxnSpPr>
        <p:spPr>
          <a:xfrm flipH="1">
            <a:off x="8787994" y="2387736"/>
            <a:ext cx="1092555" cy="728"/>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a:extLst>
              <a:ext uri="{FF2B5EF4-FFF2-40B4-BE49-F238E27FC236}">
                <a16:creationId xmlns:a16="http://schemas.microsoft.com/office/drawing/2014/main" id="{33859376-B367-21C7-3D18-3A2E246756A4}"/>
              </a:ext>
            </a:extLst>
          </p:cNvPr>
          <p:cNvCxnSpPr>
            <a:cxnSpLocks/>
          </p:cNvCxnSpPr>
          <p:nvPr/>
        </p:nvCxnSpPr>
        <p:spPr>
          <a:xfrm flipH="1">
            <a:off x="8515306" y="4160891"/>
            <a:ext cx="1365243" cy="4614"/>
          </a:xfrm>
          <a:prstGeom prst="line">
            <a:avLst/>
          </a:prstGeom>
          <a:ln w="12700">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sp>
        <p:nvSpPr>
          <p:cNvPr id="3" name="Заголовок 2">
            <a:extLst>
              <a:ext uri="{FF2B5EF4-FFF2-40B4-BE49-F238E27FC236}">
                <a16:creationId xmlns:a16="http://schemas.microsoft.com/office/drawing/2014/main" id="{0169141E-DC67-F28A-3BAD-55437038B078}"/>
              </a:ext>
            </a:extLst>
          </p:cNvPr>
          <p:cNvSpPr>
            <a:spLocks noGrp="1"/>
          </p:cNvSpPr>
          <p:nvPr>
            <p:ph type="title"/>
          </p:nvPr>
        </p:nvSpPr>
        <p:spPr/>
        <p:txBody>
          <a:bodyPr/>
          <a:lstStyle/>
          <a:p>
            <a:r>
              <a:rPr lang="ru-RU" dirty="0"/>
              <a:t>Заголовок</a:t>
            </a:r>
          </a:p>
        </p:txBody>
      </p:sp>
    </p:spTree>
    <p:extLst>
      <p:ext uri="{BB962C8B-B14F-4D97-AF65-F5344CB8AC3E}">
        <p14:creationId xmlns:p14="http://schemas.microsoft.com/office/powerpoint/2010/main" val="32068673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787875" y="1384566"/>
            <a:ext cx="7048463" cy="4063471"/>
          </a:xfrm>
          <a:prstGeom prst="rect">
            <a:avLst/>
          </a:prstGeom>
          <a:solidFill>
            <a:srgbClr val="F5F4F4">
              <a:alpha val="100000"/>
            </a:srgbClr>
          </a:solidFill>
          <a:ln/>
        </p:spPr>
      </p:sp>
      <p:sp>
        <p:nvSpPr>
          <p:cNvPr id="6" name="Text 3"/>
          <p:cNvSpPr/>
          <p:nvPr/>
        </p:nvSpPr>
        <p:spPr>
          <a:xfrm>
            <a:off x="355599" y="711554"/>
            <a:ext cx="5651471" cy="169149"/>
          </a:xfrm>
          <a:prstGeom prst="rect">
            <a:avLst/>
          </a:prstGeom>
          <a:noFill/>
          <a:ln/>
        </p:spPr>
        <p:txBody>
          <a:bodyPr wrap="square" lIns="0" tIns="0" rIns="0" bIns="0" rtlCol="0" anchor="t">
            <a:spAutoFit/>
          </a:bodyPr>
          <a:lstStyle/>
          <a:p>
            <a:pPr>
              <a:lnSpc>
                <a:spcPts val="1320"/>
              </a:lnSpc>
            </a:pPr>
            <a:r>
              <a:rPr lang="ru-RU" sz="1200" dirty="0">
                <a:latin typeface="Stapel" panose="020B0504020202020204" pitchFamily="34" charset="-52"/>
                <a:ea typeface="Stapel" pitchFamily="34" charset="-122"/>
                <a:cs typeface="Stapel" pitchFamily="34" charset="-120"/>
              </a:rPr>
              <a:t>Подзаголовок</a:t>
            </a:r>
            <a:endParaRPr lang="en-US" sz="1200" dirty="0"/>
          </a:p>
        </p:txBody>
      </p:sp>
      <p:sp>
        <p:nvSpPr>
          <p:cNvPr id="8" name="Text 5"/>
          <p:cNvSpPr/>
          <p:nvPr/>
        </p:nvSpPr>
        <p:spPr>
          <a:xfrm>
            <a:off x="914396" y="1714723"/>
            <a:ext cx="3619481" cy="169149"/>
          </a:xfrm>
          <a:prstGeom prst="rect">
            <a:avLst/>
          </a:prstGeom>
          <a:noFill/>
          <a:ln/>
        </p:spPr>
        <p:txBody>
          <a:bodyPr wrap="square" lIns="0" tIns="0" rIns="0" bIns="0" rtlCol="0" anchor="t">
            <a:spAutoFit/>
          </a:bodyPr>
          <a:lstStyle/>
          <a:p>
            <a:pPr>
              <a:lnSpc>
                <a:spcPts val="1320"/>
              </a:lnSpc>
            </a:pPr>
            <a:r>
              <a:rPr lang="en-US" sz="1200" dirty="0">
                <a:ea typeface="Stapel" pitchFamily="34" charset="-122"/>
                <a:cs typeface="Stapel" pitchFamily="34" charset="-120"/>
              </a:rPr>
              <a:t>Заголовок</a:t>
            </a:r>
            <a:endParaRPr lang="en-US" sz="1200" dirty="0"/>
          </a:p>
        </p:txBody>
      </p:sp>
      <p:sp>
        <p:nvSpPr>
          <p:cNvPr id="9" name="Text 6"/>
          <p:cNvSpPr/>
          <p:nvPr/>
        </p:nvSpPr>
        <p:spPr>
          <a:xfrm>
            <a:off x="914396" y="1939061"/>
            <a:ext cx="3602548" cy="516399"/>
          </a:xfrm>
          <a:prstGeom prst="rect">
            <a:avLst/>
          </a:prstGeom>
          <a:noFill/>
          <a:ln/>
        </p:spPr>
        <p:txBody>
          <a:bodyPr wrap="square" lIns="0" tIns="0" rIns="0" bIns="0" rtlCol="0" anchor="ctr">
            <a:spAutoFit/>
          </a:bodyPr>
          <a:lstStyle/>
          <a:p>
            <a:pPr>
              <a:lnSpc>
                <a:spcPts val="960"/>
              </a:lnSpc>
            </a:pPr>
            <a:r>
              <a:rPr lang="en-US" sz="800" dirty="0">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nam possit aliquip  delectus no.</a:t>
            </a:r>
            <a:endParaRPr lang="en-US" sz="800" dirty="0"/>
          </a:p>
        </p:txBody>
      </p:sp>
      <p:sp>
        <p:nvSpPr>
          <p:cNvPr id="11" name="Text 8"/>
          <p:cNvSpPr/>
          <p:nvPr/>
        </p:nvSpPr>
        <p:spPr>
          <a:xfrm>
            <a:off x="914396" y="2692496"/>
            <a:ext cx="3619481" cy="169149"/>
          </a:xfrm>
          <a:prstGeom prst="rect">
            <a:avLst/>
          </a:prstGeom>
          <a:noFill/>
          <a:ln/>
        </p:spPr>
        <p:txBody>
          <a:bodyPr wrap="square" lIns="0" tIns="0" rIns="0" bIns="0" rtlCol="0" anchor="t">
            <a:spAutoFit/>
          </a:bodyPr>
          <a:lstStyle/>
          <a:p>
            <a:pPr>
              <a:lnSpc>
                <a:spcPts val="1320"/>
              </a:lnSpc>
            </a:pPr>
            <a:r>
              <a:rPr lang="en-US" sz="1200" dirty="0">
                <a:ea typeface="Stapel" pitchFamily="34" charset="-122"/>
                <a:cs typeface="Stapel" pitchFamily="34" charset="-120"/>
              </a:rPr>
              <a:t>Заголовок</a:t>
            </a:r>
            <a:endParaRPr lang="en-US" sz="1200" dirty="0"/>
          </a:p>
        </p:txBody>
      </p:sp>
      <p:sp>
        <p:nvSpPr>
          <p:cNvPr id="12" name="Text 9"/>
          <p:cNvSpPr/>
          <p:nvPr/>
        </p:nvSpPr>
        <p:spPr>
          <a:xfrm>
            <a:off x="914396" y="2916834"/>
            <a:ext cx="3602548" cy="516399"/>
          </a:xfrm>
          <a:prstGeom prst="rect">
            <a:avLst/>
          </a:prstGeom>
          <a:noFill/>
          <a:ln/>
        </p:spPr>
        <p:txBody>
          <a:bodyPr wrap="square" lIns="0" tIns="0" rIns="0" bIns="0" rtlCol="0" anchor="ctr">
            <a:spAutoFit/>
          </a:bodyPr>
          <a:lstStyle/>
          <a:p>
            <a:pPr>
              <a:lnSpc>
                <a:spcPts val="960"/>
              </a:lnSpc>
            </a:pPr>
            <a:r>
              <a:rPr lang="en-US" sz="800" dirty="0">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nam possit aliquip  delectus no.</a:t>
            </a:r>
            <a:endParaRPr lang="en-US" sz="800" dirty="0"/>
          </a:p>
        </p:txBody>
      </p:sp>
      <p:sp>
        <p:nvSpPr>
          <p:cNvPr id="14" name="Text 11"/>
          <p:cNvSpPr/>
          <p:nvPr/>
        </p:nvSpPr>
        <p:spPr>
          <a:xfrm>
            <a:off x="914396" y="3670269"/>
            <a:ext cx="3619481" cy="169149"/>
          </a:xfrm>
          <a:prstGeom prst="rect">
            <a:avLst/>
          </a:prstGeom>
          <a:noFill/>
          <a:ln/>
        </p:spPr>
        <p:txBody>
          <a:bodyPr wrap="square" lIns="0" tIns="0" rIns="0" bIns="0" rtlCol="0" anchor="t">
            <a:spAutoFit/>
          </a:bodyPr>
          <a:lstStyle/>
          <a:p>
            <a:pPr>
              <a:lnSpc>
                <a:spcPts val="1320"/>
              </a:lnSpc>
            </a:pPr>
            <a:r>
              <a:rPr lang="en-US" sz="1200" dirty="0">
                <a:ea typeface="Stapel" pitchFamily="34" charset="-122"/>
                <a:cs typeface="Stapel" pitchFamily="34" charset="-120"/>
              </a:rPr>
              <a:t>Заголовок</a:t>
            </a:r>
            <a:endParaRPr lang="en-US" sz="1200" dirty="0"/>
          </a:p>
        </p:txBody>
      </p:sp>
      <p:sp>
        <p:nvSpPr>
          <p:cNvPr id="15" name="Text 12"/>
          <p:cNvSpPr/>
          <p:nvPr/>
        </p:nvSpPr>
        <p:spPr>
          <a:xfrm>
            <a:off x="914396" y="3894606"/>
            <a:ext cx="3602548" cy="516399"/>
          </a:xfrm>
          <a:prstGeom prst="rect">
            <a:avLst/>
          </a:prstGeom>
          <a:noFill/>
          <a:ln/>
        </p:spPr>
        <p:txBody>
          <a:bodyPr wrap="square" lIns="0" tIns="0" rIns="0" bIns="0" rtlCol="0" anchor="ctr">
            <a:spAutoFit/>
          </a:bodyPr>
          <a:lstStyle/>
          <a:p>
            <a:pPr>
              <a:lnSpc>
                <a:spcPts val="960"/>
              </a:lnSpc>
            </a:pPr>
            <a:r>
              <a:rPr lang="en-US" sz="800" dirty="0">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nam possit aliquip  delectus no.</a:t>
            </a:r>
            <a:endParaRPr lang="en-US" sz="800" dirty="0"/>
          </a:p>
        </p:txBody>
      </p:sp>
      <p:sp>
        <p:nvSpPr>
          <p:cNvPr id="17" name="Text 14"/>
          <p:cNvSpPr/>
          <p:nvPr/>
        </p:nvSpPr>
        <p:spPr>
          <a:xfrm>
            <a:off x="914396" y="4648041"/>
            <a:ext cx="3619481" cy="169149"/>
          </a:xfrm>
          <a:prstGeom prst="rect">
            <a:avLst/>
          </a:prstGeom>
          <a:noFill/>
          <a:ln/>
        </p:spPr>
        <p:txBody>
          <a:bodyPr wrap="square" lIns="0" tIns="0" rIns="0" bIns="0" rtlCol="0" anchor="t">
            <a:spAutoFit/>
          </a:bodyPr>
          <a:lstStyle/>
          <a:p>
            <a:pPr>
              <a:lnSpc>
                <a:spcPts val="1320"/>
              </a:lnSpc>
            </a:pPr>
            <a:r>
              <a:rPr lang="en-US" sz="1200" dirty="0">
                <a:ea typeface="Stapel" pitchFamily="34" charset="-122"/>
                <a:cs typeface="Stapel" pitchFamily="34" charset="-120"/>
              </a:rPr>
              <a:t>Заголовок</a:t>
            </a:r>
            <a:endParaRPr lang="en-US" sz="1200" dirty="0"/>
          </a:p>
        </p:txBody>
      </p:sp>
      <p:sp>
        <p:nvSpPr>
          <p:cNvPr id="18" name="Text 15"/>
          <p:cNvSpPr/>
          <p:nvPr/>
        </p:nvSpPr>
        <p:spPr>
          <a:xfrm>
            <a:off x="914396" y="4872379"/>
            <a:ext cx="3602548" cy="516399"/>
          </a:xfrm>
          <a:prstGeom prst="rect">
            <a:avLst/>
          </a:prstGeom>
          <a:noFill/>
          <a:ln/>
        </p:spPr>
        <p:txBody>
          <a:bodyPr wrap="square" lIns="0" tIns="0" rIns="0" bIns="0" rtlCol="0" anchor="ctr">
            <a:spAutoFit/>
          </a:bodyPr>
          <a:lstStyle/>
          <a:p>
            <a:pPr>
              <a:lnSpc>
                <a:spcPts val="960"/>
              </a:lnSpc>
            </a:pPr>
            <a:r>
              <a:rPr lang="en-US" sz="800" dirty="0">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nam possit aliquip  delectus no.</a:t>
            </a:r>
            <a:endParaRPr lang="en-US" sz="800" dirty="0"/>
          </a:p>
        </p:txBody>
      </p:sp>
      <p:sp>
        <p:nvSpPr>
          <p:cNvPr id="19" name="Text 16"/>
          <p:cNvSpPr/>
          <p:nvPr/>
        </p:nvSpPr>
        <p:spPr>
          <a:xfrm>
            <a:off x="5092673" y="1689327"/>
            <a:ext cx="3788814" cy="462691"/>
          </a:xfrm>
          <a:prstGeom prst="rect">
            <a:avLst/>
          </a:prstGeom>
          <a:noFill/>
          <a:ln/>
        </p:spPr>
        <p:txBody>
          <a:bodyPr wrap="square" lIns="0" tIns="0" rIns="0" bIns="0" rtlCol="0" anchor="t">
            <a:spAutoFit/>
          </a:bodyPr>
          <a:lstStyle/>
          <a:p>
            <a:pPr>
              <a:lnSpc>
                <a:spcPts val="1760"/>
              </a:lnSpc>
            </a:pPr>
            <a:r>
              <a:rPr lang="ru-RU" sz="1600" dirty="0">
                <a:ea typeface="Stapel" pitchFamily="34" charset="-122"/>
                <a:cs typeface="Stapel" pitchFamily="34" charset="-120"/>
              </a:rPr>
              <a:t>Заголовок выноса к одну или несколько строк </a:t>
            </a:r>
            <a:endParaRPr lang="en-US" sz="1600" dirty="0"/>
          </a:p>
        </p:txBody>
      </p:sp>
      <p:pic>
        <p:nvPicPr>
          <p:cNvPr id="22" name="Image 1" descr=" "/>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566346" y="3041701"/>
            <a:ext cx="12700" cy="2101576"/>
          </a:xfrm>
          <a:prstGeom prst="rect">
            <a:avLst/>
          </a:prstGeom>
        </p:spPr>
      </p:pic>
      <p:sp>
        <p:nvSpPr>
          <p:cNvPr id="23" name="Shape 19"/>
          <p:cNvSpPr/>
          <p:nvPr/>
        </p:nvSpPr>
        <p:spPr>
          <a:xfrm>
            <a:off x="9620200" y="2813130"/>
            <a:ext cx="1911340" cy="355554"/>
          </a:xfrm>
          <a:prstGeom prst="rect">
            <a:avLst/>
          </a:prstGeom>
          <a:solidFill>
            <a:srgbClr val="FFFFFF">
              <a:alpha val="100000"/>
            </a:srgbClr>
          </a:solidFill>
          <a:ln/>
        </p:spPr>
        <p:txBody>
          <a:bodyPr lIns="151200" tIns="97200" rIns="151200" bIns="97200"/>
          <a:lstStyle/>
          <a:p>
            <a:r>
              <a:rPr lang="ru-RU" sz="1000" dirty="0">
                <a:solidFill>
                  <a:srgbClr val="000000">
                    <a:alpha val="100000"/>
                  </a:srgbClr>
                </a:solidFill>
                <a:ea typeface="Stapel" pitchFamily="34" charset="-122"/>
                <a:cs typeface="Stapel" pitchFamily="34" charset="-120"/>
              </a:rPr>
              <a:t>Поиск</a:t>
            </a:r>
            <a:r>
              <a:rPr lang="en-US" sz="1000" dirty="0">
                <a:solidFill>
                  <a:srgbClr val="000000">
                    <a:alpha val="100000"/>
                  </a:srgbClr>
                </a:solidFill>
                <a:ea typeface="Stapel" pitchFamily="34" charset="-122"/>
                <a:cs typeface="Stapel" pitchFamily="34" charset="-120"/>
              </a:rPr>
              <a:t> и </a:t>
            </a:r>
            <a:r>
              <a:rPr lang="ru-RU" sz="1000" dirty="0">
                <a:solidFill>
                  <a:srgbClr val="000000">
                    <a:alpha val="100000"/>
                  </a:srgbClr>
                </a:solidFill>
                <a:ea typeface="Stapel" pitchFamily="34" charset="-122"/>
                <a:cs typeface="Stapel" pitchFamily="34" charset="-120"/>
              </a:rPr>
              <a:t>найм</a:t>
            </a:r>
            <a:endParaRPr lang="en-US" sz="1000" dirty="0"/>
          </a:p>
        </p:txBody>
      </p:sp>
      <p:sp>
        <p:nvSpPr>
          <p:cNvPr id="25" name="Shape 21"/>
          <p:cNvSpPr/>
          <p:nvPr/>
        </p:nvSpPr>
        <p:spPr>
          <a:xfrm>
            <a:off x="9620200" y="3308366"/>
            <a:ext cx="1911340" cy="355554"/>
          </a:xfrm>
          <a:prstGeom prst="rect">
            <a:avLst/>
          </a:prstGeom>
          <a:solidFill>
            <a:srgbClr val="FFFFFF">
              <a:alpha val="100000"/>
            </a:srgbClr>
          </a:solidFill>
          <a:ln/>
        </p:spPr>
        <p:txBody>
          <a:bodyPr lIns="151200" tIns="97200" rIns="151200" bIns="97200"/>
          <a:lstStyle/>
          <a:p>
            <a:r>
              <a:rPr lang="ru-RU" dirty="0">
                <a:solidFill>
                  <a:srgbClr val="000000">
                    <a:alpha val="100000"/>
                  </a:srgbClr>
                </a:solidFill>
                <a:ea typeface="Stapel" pitchFamily="34" charset="-122"/>
                <a:cs typeface="Stapel" pitchFamily="34" charset="-120"/>
              </a:rPr>
              <a:t>Адаптация</a:t>
            </a:r>
            <a:endParaRPr lang="en-US" dirty="0"/>
          </a:p>
        </p:txBody>
      </p:sp>
      <p:sp>
        <p:nvSpPr>
          <p:cNvPr id="27" name="Shape 23"/>
          <p:cNvSpPr/>
          <p:nvPr/>
        </p:nvSpPr>
        <p:spPr>
          <a:xfrm>
            <a:off x="9620200" y="3803601"/>
            <a:ext cx="1911340" cy="355554"/>
          </a:xfrm>
          <a:prstGeom prst="rect">
            <a:avLst/>
          </a:prstGeom>
          <a:solidFill>
            <a:srgbClr val="FFFFFF">
              <a:alpha val="100000"/>
            </a:srgbClr>
          </a:solidFill>
          <a:ln/>
        </p:spPr>
        <p:txBody>
          <a:bodyPr lIns="151200" tIns="97200" rIns="151200" bIns="97200"/>
          <a:lstStyle/>
          <a:p>
            <a:r>
              <a:rPr lang="ru-RU" dirty="0">
                <a:solidFill>
                  <a:srgbClr val="000000">
                    <a:alpha val="100000"/>
                  </a:srgbClr>
                </a:solidFill>
                <a:ea typeface="Stapel" pitchFamily="34" charset="-122"/>
                <a:cs typeface="Stapel" pitchFamily="34" charset="-120"/>
              </a:rPr>
              <a:t>Работа</a:t>
            </a:r>
            <a:r>
              <a:rPr lang="en-US" dirty="0">
                <a:solidFill>
                  <a:srgbClr val="000000">
                    <a:alpha val="100000"/>
                  </a:srgbClr>
                </a:solidFill>
                <a:ea typeface="Stapel" pitchFamily="34" charset="-122"/>
                <a:cs typeface="Stapel" pitchFamily="34" charset="-120"/>
              </a:rPr>
              <a:t> в </a:t>
            </a:r>
            <a:r>
              <a:rPr lang="ru-RU" dirty="0">
                <a:solidFill>
                  <a:srgbClr val="000000">
                    <a:alpha val="100000"/>
                  </a:srgbClr>
                </a:solidFill>
                <a:ea typeface="Stapel" pitchFamily="34" charset="-122"/>
                <a:cs typeface="Stapel" pitchFamily="34" charset="-120"/>
              </a:rPr>
              <a:t>компании</a:t>
            </a:r>
            <a:endParaRPr lang="en-US" dirty="0"/>
          </a:p>
        </p:txBody>
      </p:sp>
      <p:sp>
        <p:nvSpPr>
          <p:cNvPr id="29" name="Shape 25"/>
          <p:cNvSpPr/>
          <p:nvPr/>
        </p:nvSpPr>
        <p:spPr>
          <a:xfrm>
            <a:off x="9620200" y="4298837"/>
            <a:ext cx="1911340" cy="355554"/>
          </a:xfrm>
          <a:prstGeom prst="rect">
            <a:avLst/>
          </a:prstGeom>
          <a:solidFill>
            <a:srgbClr val="FFFFFF">
              <a:alpha val="100000"/>
            </a:srgbClr>
          </a:solidFill>
          <a:ln/>
        </p:spPr>
        <p:txBody>
          <a:bodyPr lIns="151200" tIns="97200" rIns="151200" bIns="97200"/>
          <a:lstStyle/>
          <a:p>
            <a:pPr>
              <a:lnSpc>
                <a:spcPts val="1100"/>
              </a:lnSpc>
            </a:pPr>
            <a:r>
              <a:rPr lang="ru-RU" dirty="0">
                <a:solidFill>
                  <a:srgbClr val="000000">
                    <a:alpha val="100000"/>
                  </a:srgbClr>
                </a:solidFill>
                <a:ea typeface="Stapel" pitchFamily="34" charset="-122"/>
                <a:cs typeface="Stapel" pitchFamily="34" charset="-120"/>
              </a:rPr>
              <a:t>Обучение</a:t>
            </a:r>
            <a:r>
              <a:rPr lang="en-US" dirty="0">
                <a:solidFill>
                  <a:srgbClr val="000000">
                    <a:alpha val="100000"/>
                  </a:srgbClr>
                </a:solidFill>
                <a:ea typeface="Stapel" pitchFamily="34" charset="-122"/>
                <a:cs typeface="Stapel" pitchFamily="34" charset="-120"/>
              </a:rPr>
              <a:t> и </a:t>
            </a:r>
            <a:r>
              <a:rPr lang="ru-RU" dirty="0">
                <a:solidFill>
                  <a:srgbClr val="000000">
                    <a:alpha val="100000"/>
                  </a:srgbClr>
                </a:solidFill>
                <a:ea typeface="Stapel" pitchFamily="34" charset="-122"/>
                <a:cs typeface="Stapel" pitchFamily="34" charset="-120"/>
              </a:rPr>
              <a:t>развитие</a:t>
            </a:r>
            <a:endParaRPr lang="en-US" dirty="0"/>
          </a:p>
        </p:txBody>
      </p:sp>
      <p:sp>
        <p:nvSpPr>
          <p:cNvPr id="31" name="Shape 27"/>
          <p:cNvSpPr/>
          <p:nvPr/>
        </p:nvSpPr>
        <p:spPr>
          <a:xfrm>
            <a:off x="9620200" y="4794072"/>
            <a:ext cx="1911340" cy="355554"/>
          </a:xfrm>
          <a:prstGeom prst="rect">
            <a:avLst/>
          </a:prstGeom>
          <a:solidFill>
            <a:srgbClr val="FFFFFF">
              <a:alpha val="100000"/>
            </a:srgbClr>
          </a:solidFill>
          <a:ln/>
        </p:spPr>
        <p:txBody>
          <a:bodyPr lIns="151200" tIns="97200" rIns="151200" bIns="97200"/>
          <a:lstStyle/>
          <a:p>
            <a:r>
              <a:rPr lang="ru-RU" dirty="0">
                <a:solidFill>
                  <a:srgbClr val="000000">
                    <a:alpha val="100000"/>
                  </a:srgbClr>
                </a:solidFill>
                <a:ea typeface="Stapel" pitchFamily="34" charset="-122"/>
                <a:cs typeface="Stapel" pitchFamily="34" charset="-120"/>
              </a:rPr>
              <a:t>Вовлечение</a:t>
            </a:r>
            <a:r>
              <a:rPr lang="en-US" dirty="0">
                <a:solidFill>
                  <a:srgbClr val="000000">
                    <a:alpha val="100000"/>
                  </a:srgbClr>
                </a:solidFill>
                <a:ea typeface="Stapel" pitchFamily="34" charset="-122"/>
                <a:cs typeface="Stapel" pitchFamily="34" charset="-120"/>
              </a:rPr>
              <a:t> и </a:t>
            </a:r>
            <a:r>
              <a:rPr lang="ru-RU" dirty="0">
                <a:solidFill>
                  <a:srgbClr val="000000">
                    <a:alpha val="100000"/>
                  </a:srgbClr>
                </a:solidFill>
                <a:ea typeface="Stapel" pitchFamily="34" charset="-122"/>
                <a:cs typeface="Stapel" pitchFamily="34" charset="-120"/>
              </a:rPr>
              <a:t>удержание</a:t>
            </a:r>
            <a:endParaRPr lang="en-US" dirty="0"/>
          </a:p>
        </p:txBody>
      </p:sp>
      <p:sp>
        <p:nvSpPr>
          <p:cNvPr id="34" name="Shape 30"/>
          <p:cNvSpPr/>
          <p:nvPr/>
        </p:nvSpPr>
        <p:spPr>
          <a:xfrm>
            <a:off x="355599" y="5943273"/>
            <a:ext cx="2012939" cy="558727"/>
          </a:xfrm>
          <a:prstGeom prst="rect">
            <a:avLst/>
          </a:prstGeom>
          <a:noFill/>
          <a:ln/>
        </p:spPr>
      </p:sp>
      <p:sp>
        <p:nvSpPr>
          <p:cNvPr id="35" name="Text 31"/>
          <p:cNvSpPr/>
          <p:nvPr/>
        </p:nvSpPr>
        <p:spPr>
          <a:xfrm>
            <a:off x="355598" y="5943273"/>
            <a:ext cx="2097606" cy="265842"/>
          </a:xfrm>
          <a:prstGeom prst="rect">
            <a:avLst/>
          </a:prstGeom>
          <a:noFill/>
          <a:ln/>
        </p:spPr>
        <p:txBody>
          <a:bodyPr wrap="square" lIns="0" tIns="0" rIns="0" bIns="0" rtlCol="0" anchor="t">
            <a:spAutoFit/>
          </a:bodyPr>
          <a:lstStyle/>
          <a:p>
            <a:pPr>
              <a:lnSpc>
                <a:spcPts val="2000"/>
              </a:lnSpc>
            </a:pPr>
            <a:r>
              <a:rPr lang="en-US" sz="2000" dirty="0">
                <a:ea typeface="Stapel" pitchFamily="34" charset="-122"/>
                <a:cs typeface="Stapel" pitchFamily="34" charset="-120"/>
              </a:rPr>
              <a:t>7%</a:t>
            </a:r>
            <a:endParaRPr lang="en-US" sz="2000" dirty="0"/>
          </a:p>
        </p:txBody>
      </p:sp>
      <p:sp>
        <p:nvSpPr>
          <p:cNvPr id="36" name="Text 32"/>
          <p:cNvSpPr/>
          <p:nvPr/>
        </p:nvSpPr>
        <p:spPr>
          <a:xfrm>
            <a:off x="355599" y="6270655"/>
            <a:ext cx="2046806" cy="231345"/>
          </a:xfrm>
          <a:prstGeom prst="rect">
            <a:avLst/>
          </a:prstGeom>
          <a:noFill/>
          <a:ln/>
        </p:spPr>
        <p:txBody>
          <a:bodyPr wrap="square" lIns="0" tIns="0" rIns="0" bIns="0" rtlCol="0" anchor="b">
            <a:spAutoFit/>
          </a:bodyPr>
          <a:lstStyle/>
          <a:p>
            <a:pPr>
              <a:lnSpc>
                <a:spcPts val="880"/>
              </a:lnSpc>
            </a:pPr>
            <a:r>
              <a:rPr lang="en-US" sz="800" dirty="0">
                <a:ea typeface="Stapel" pitchFamily="34" charset="-122"/>
                <a:cs typeface="Stapel" pitchFamily="34" charset="-120"/>
              </a:rPr>
              <a:t>Lorem ipsum dolor sit amet, idque iuvaret ut cum. Mel dolores senserit</a:t>
            </a:r>
            <a:endParaRPr lang="en-US" sz="800" dirty="0"/>
          </a:p>
        </p:txBody>
      </p:sp>
      <p:sp>
        <p:nvSpPr>
          <p:cNvPr id="38" name="Text 34"/>
          <p:cNvSpPr/>
          <p:nvPr/>
        </p:nvSpPr>
        <p:spPr>
          <a:xfrm>
            <a:off x="2724136" y="5943273"/>
            <a:ext cx="2097606" cy="265842"/>
          </a:xfrm>
          <a:prstGeom prst="rect">
            <a:avLst/>
          </a:prstGeom>
          <a:noFill/>
          <a:ln/>
        </p:spPr>
        <p:txBody>
          <a:bodyPr wrap="square" lIns="0" tIns="0" rIns="0" bIns="0" rtlCol="0" anchor="t">
            <a:spAutoFit/>
          </a:bodyPr>
          <a:lstStyle/>
          <a:p>
            <a:pPr>
              <a:lnSpc>
                <a:spcPts val="2000"/>
              </a:lnSpc>
            </a:pPr>
            <a:r>
              <a:rPr lang="en-US" sz="2000" dirty="0">
                <a:ea typeface="Stapel" pitchFamily="34" charset="-122"/>
                <a:cs typeface="Stapel" pitchFamily="34" charset="-120"/>
              </a:rPr>
              <a:t>10%</a:t>
            </a:r>
            <a:endParaRPr lang="en-US" sz="2000" dirty="0"/>
          </a:p>
        </p:txBody>
      </p:sp>
      <p:sp>
        <p:nvSpPr>
          <p:cNvPr id="39" name="Text 35"/>
          <p:cNvSpPr/>
          <p:nvPr/>
        </p:nvSpPr>
        <p:spPr>
          <a:xfrm>
            <a:off x="2724136" y="6270655"/>
            <a:ext cx="2046806" cy="231345"/>
          </a:xfrm>
          <a:prstGeom prst="rect">
            <a:avLst/>
          </a:prstGeom>
          <a:noFill/>
          <a:ln/>
        </p:spPr>
        <p:txBody>
          <a:bodyPr wrap="square" lIns="0" tIns="0" rIns="0" bIns="0" rtlCol="0" anchor="b">
            <a:spAutoFit/>
          </a:bodyPr>
          <a:lstStyle/>
          <a:p>
            <a:pPr>
              <a:lnSpc>
                <a:spcPts val="880"/>
              </a:lnSpc>
            </a:pPr>
            <a:r>
              <a:rPr lang="en-US" sz="800" dirty="0">
                <a:ea typeface="Stapel" pitchFamily="34" charset="-122"/>
                <a:cs typeface="Stapel" pitchFamily="34" charset="-120"/>
              </a:rPr>
              <a:t>Lorem ipsum dolor sit amet, idque iuvaret ut cum. Mel dolores senserit</a:t>
            </a:r>
            <a:endParaRPr lang="en-US" sz="800" dirty="0"/>
          </a:p>
        </p:txBody>
      </p:sp>
      <p:sp>
        <p:nvSpPr>
          <p:cNvPr id="41" name="Text 37"/>
          <p:cNvSpPr/>
          <p:nvPr/>
        </p:nvSpPr>
        <p:spPr>
          <a:xfrm>
            <a:off x="5092674" y="5943273"/>
            <a:ext cx="2097606" cy="265842"/>
          </a:xfrm>
          <a:prstGeom prst="rect">
            <a:avLst/>
          </a:prstGeom>
          <a:noFill/>
          <a:ln/>
        </p:spPr>
        <p:txBody>
          <a:bodyPr wrap="square" lIns="0" tIns="0" rIns="0" bIns="0" rtlCol="0" anchor="t">
            <a:spAutoFit/>
          </a:bodyPr>
          <a:lstStyle/>
          <a:p>
            <a:pPr>
              <a:lnSpc>
                <a:spcPts val="2000"/>
              </a:lnSpc>
            </a:pPr>
            <a:r>
              <a:rPr lang="en-US" sz="2000" dirty="0">
                <a:ea typeface="Stapel" pitchFamily="34" charset="-122"/>
                <a:cs typeface="Stapel" pitchFamily="34" charset="-120"/>
              </a:rPr>
              <a:t>10-15%</a:t>
            </a:r>
            <a:endParaRPr lang="en-US" sz="2000" dirty="0"/>
          </a:p>
        </p:txBody>
      </p:sp>
      <p:sp>
        <p:nvSpPr>
          <p:cNvPr id="42" name="Text 38"/>
          <p:cNvSpPr/>
          <p:nvPr/>
        </p:nvSpPr>
        <p:spPr>
          <a:xfrm>
            <a:off x="5092674" y="6270655"/>
            <a:ext cx="2046806" cy="231345"/>
          </a:xfrm>
          <a:prstGeom prst="rect">
            <a:avLst/>
          </a:prstGeom>
          <a:noFill/>
          <a:ln/>
        </p:spPr>
        <p:txBody>
          <a:bodyPr wrap="square" lIns="0" tIns="0" rIns="0" bIns="0" rtlCol="0" anchor="b">
            <a:spAutoFit/>
          </a:bodyPr>
          <a:lstStyle/>
          <a:p>
            <a:pPr>
              <a:lnSpc>
                <a:spcPts val="880"/>
              </a:lnSpc>
            </a:pPr>
            <a:r>
              <a:rPr lang="en-US" sz="800" dirty="0">
                <a:ea typeface="Stapel" pitchFamily="34" charset="-122"/>
                <a:cs typeface="Stapel" pitchFamily="34" charset="-120"/>
              </a:rPr>
              <a:t>Lorem ipsum dolor sit amet, idque iuvaret ut cum. Mel dolores senserit</a:t>
            </a:r>
            <a:endParaRPr lang="en-US" sz="800" dirty="0"/>
          </a:p>
        </p:txBody>
      </p:sp>
      <p:sp>
        <p:nvSpPr>
          <p:cNvPr id="44" name="Text 40"/>
          <p:cNvSpPr/>
          <p:nvPr/>
        </p:nvSpPr>
        <p:spPr>
          <a:xfrm>
            <a:off x="7461211" y="5943273"/>
            <a:ext cx="2097606" cy="265842"/>
          </a:xfrm>
          <a:prstGeom prst="rect">
            <a:avLst/>
          </a:prstGeom>
          <a:noFill/>
          <a:ln/>
        </p:spPr>
        <p:txBody>
          <a:bodyPr wrap="square" lIns="0" tIns="0" rIns="0" bIns="0" rtlCol="0" anchor="t">
            <a:spAutoFit/>
          </a:bodyPr>
          <a:lstStyle/>
          <a:p>
            <a:pPr>
              <a:lnSpc>
                <a:spcPts val="2000"/>
              </a:lnSpc>
            </a:pPr>
            <a:r>
              <a:rPr lang="en-US" sz="2000" dirty="0">
                <a:ea typeface="Stapel" pitchFamily="34" charset="-122"/>
                <a:cs typeface="Stapel" pitchFamily="34" charset="-120"/>
              </a:rPr>
              <a:t>20-70%</a:t>
            </a:r>
            <a:endParaRPr lang="en-US" sz="2000" dirty="0"/>
          </a:p>
        </p:txBody>
      </p:sp>
      <p:sp>
        <p:nvSpPr>
          <p:cNvPr id="45" name="Text 41"/>
          <p:cNvSpPr/>
          <p:nvPr/>
        </p:nvSpPr>
        <p:spPr>
          <a:xfrm>
            <a:off x="7461211" y="6270655"/>
            <a:ext cx="2046806" cy="231345"/>
          </a:xfrm>
          <a:prstGeom prst="rect">
            <a:avLst/>
          </a:prstGeom>
          <a:noFill/>
          <a:ln/>
        </p:spPr>
        <p:txBody>
          <a:bodyPr wrap="square" lIns="0" tIns="0" rIns="0" bIns="0" rtlCol="0" anchor="b">
            <a:spAutoFit/>
          </a:bodyPr>
          <a:lstStyle/>
          <a:p>
            <a:pPr>
              <a:lnSpc>
                <a:spcPts val="880"/>
              </a:lnSpc>
            </a:pPr>
            <a:r>
              <a:rPr lang="en-US" sz="800" dirty="0">
                <a:ea typeface="Stapel" pitchFamily="34" charset="-122"/>
                <a:cs typeface="Stapel" pitchFamily="34" charset="-120"/>
              </a:rPr>
              <a:t>Lorem ipsum dolor sit amet, idque iuvaret ut cum. Mel dolores senserit</a:t>
            </a:r>
            <a:endParaRPr lang="en-US" sz="800" dirty="0"/>
          </a:p>
        </p:txBody>
      </p:sp>
      <p:sp>
        <p:nvSpPr>
          <p:cNvPr id="47" name="Text 43"/>
          <p:cNvSpPr/>
          <p:nvPr/>
        </p:nvSpPr>
        <p:spPr>
          <a:xfrm>
            <a:off x="9829749" y="5943273"/>
            <a:ext cx="2097606" cy="265842"/>
          </a:xfrm>
          <a:prstGeom prst="rect">
            <a:avLst/>
          </a:prstGeom>
          <a:noFill/>
          <a:ln/>
        </p:spPr>
        <p:txBody>
          <a:bodyPr wrap="square" lIns="0" tIns="0" rIns="0" bIns="0" rtlCol="0" anchor="t">
            <a:spAutoFit/>
          </a:bodyPr>
          <a:lstStyle/>
          <a:p>
            <a:pPr>
              <a:lnSpc>
                <a:spcPts val="2000"/>
              </a:lnSpc>
            </a:pPr>
            <a:r>
              <a:rPr lang="en-US" sz="2000" dirty="0">
                <a:ea typeface="Stapel" pitchFamily="34" charset="-122"/>
                <a:cs typeface="Stapel" pitchFamily="34" charset="-120"/>
              </a:rPr>
              <a:t>5-20%</a:t>
            </a:r>
            <a:endParaRPr lang="en-US" sz="2000" dirty="0"/>
          </a:p>
        </p:txBody>
      </p:sp>
      <p:sp>
        <p:nvSpPr>
          <p:cNvPr id="48" name="Text 44"/>
          <p:cNvSpPr/>
          <p:nvPr/>
        </p:nvSpPr>
        <p:spPr>
          <a:xfrm>
            <a:off x="9829749" y="6270655"/>
            <a:ext cx="2046806" cy="231345"/>
          </a:xfrm>
          <a:prstGeom prst="rect">
            <a:avLst/>
          </a:prstGeom>
          <a:noFill/>
          <a:ln/>
        </p:spPr>
        <p:txBody>
          <a:bodyPr wrap="square" lIns="0" tIns="0" rIns="0" bIns="0" rtlCol="0" anchor="b">
            <a:spAutoFit/>
          </a:bodyPr>
          <a:lstStyle/>
          <a:p>
            <a:pPr>
              <a:lnSpc>
                <a:spcPts val="880"/>
              </a:lnSpc>
            </a:pPr>
            <a:r>
              <a:rPr lang="en-US" sz="800" dirty="0">
                <a:ea typeface="Stapel" pitchFamily="34" charset="-122"/>
                <a:cs typeface="Stapel" pitchFamily="34" charset="-120"/>
              </a:rPr>
              <a:t>Lorem ipsum dolor sit amet, idque iuvaret ut cum. Mel dolores senserit</a:t>
            </a:r>
            <a:endParaRPr lang="en-US" sz="800" dirty="0"/>
          </a:p>
        </p:txBody>
      </p:sp>
      <p:sp>
        <p:nvSpPr>
          <p:cNvPr id="49" name="Shape 45"/>
          <p:cNvSpPr/>
          <p:nvPr/>
        </p:nvSpPr>
        <p:spPr>
          <a:xfrm>
            <a:off x="355599" y="1714723"/>
            <a:ext cx="355598" cy="355554"/>
          </a:xfrm>
          <a:prstGeom prst="rect">
            <a:avLst/>
          </a:prstGeom>
          <a:solidFill>
            <a:srgbClr val="CF0522">
              <a:alpha val="100000"/>
            </a:srgbClr>
          </a:solidFill>
          <a:ln/>
        </p:spPr>
      </p:sp>
      <p:pic>
        <p:nvPicPr>
          <p:cNvPr id="50" name="Image 2" descr=" "/>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44498" y="1803612"/>
            <a:ext cx="177799" cy="177777"/>
          </a:xfrm>
          <a:prstGeom prst="rect">
            <a:avLst/>
          </a:prstGeom>
        </p:spPr>
      </p:pic>
      <p:sp>
        <p:nvSpPr>
          <p:cNvPr id="51" name="Shape 46"/>
          <p:cNvSpPr/>
          <p:nvPr/>
        </p:nvSpPr>
        <p:spPr>
          <a:xfrm>
            <a:off x="355599" y="2692496"/>
            <a:ext cx="355598" cy="355554"/>
          </a:xfrm>
          <a:prstGeom prst="rect">
            <a:avLst/>
          </a:prstGeom>
          <a:solidFill>
            <a:srgbClr val="CF0522">
              <a:alpha val="100000"/>
            </a:srgbClr>
          </a:solidFill>
          <a:ln/>
        </p:spPr>
      </p:sp>
      <p:pic>
        <p:nvPicPr>
          <p:cNvPr id="52" name="Image 3" descr=" "/>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44498" y="2781384"/>
            <a:ext cx="177799" cy="177777"/>
          </a:xfrm>
          <a:prstGeom prst="rect">
            <a:avLst/>
          </a:prstGeom>
        </p:spPr>
      </p:pic>
      <p:sp>
        <p:nvSpPr>
          <p:cNvPr id="53" name="Shape 47"/>
          <p:cNvSpPr/>
          <p:nvPr/>
        </p:nvSpPr>
        <p:spPr>
          <a:xfrm>
            <a:off x="355599" y="3670268"/>
            <a:ext cx="355598" cy="355554"/>
          </a:xfrm>
          <a:prstGeom prst="rect">
            <a:avLst/>
          </a:prstGeom>
          <a:solidFill>
            <a:srgbClr val="CF0522">
              <a:alpha val="100000"/>
            </a:srgbClr>
          </a:solidFill>
          <a:ln/>
        </p:spPr>
      </p:sp>
      <p:pic>
        <p:nvPicPr>
          <p:cNvPr id="54" name="Image 4" descr=" "/>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44498" y="3759157"/>
            <a:ext cx="177799" cy="177777"/>
          </a:xfrm>
          <a:prstGeom prst="rect">
            <a:avLst/>
          </a:prstGeom>
        </p:spPr>
      </p:pic>
      <p:sp>
        <p:nvSpPr>
          <p:cNvPr id="55" name="Shape 48"/>
          <p:cNvSpPr/>
          <p:nvPr/>
        </p:nvSpPr>
        <p:spPr>
          <a:xfrm>
            <a:off x="355599" y="4648041"/>
            <a:ext cx="355598" cy="355554"/>
          </a:xfrm>
          <a:prstGeom prst="rect">
            <a:avLst/>
          </a:prstGeom>
          <a:solidFill>
            <a:srgbClr val="CF0522">
              <a:alpha val="100000"/>
            </a:srgbClr>
          </a:solidFill>
          <a:ln/>
        </p:spPr>
      </p:sp>
      <p:pic>
        <p:nvPicPr>
          <p:cNvPr id="56" name="Image 5" descr=" "/>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44498" y="4736930"/>
            <a:ext cx="177799" cy="177777"/>
          </a:xfrm>
          <a:prstGeom prst="rect">
            <a:avLst/>
          </a:prstGeom>
        </p:spPr>
      </p:pic>
      <p:sp>
        <p:nvSpPr>
          <p:cNvPr id="65" name="Номер слайда 6">
            <a:extLst>
              <a:ext uri="{FF2B5EF4-FFF2-40B4-BE49-F238E27FC236}">
                <a16:creationId xmlns:a16="http://schemas.microsoft.com/office/drawing/2014/main" id="{23FE9425-899D-E243-C315-C53A1CCDAF3B}"/>
              </a:ext>
            </a:extLst>
          </p:cNvPr>
          <p:cNvSpPr>
            <a:spLocks noGrp="1"/>
          </p:cNvSpPr>
          <p:nvPr>
            <p:ph type="sldNum" sz="quarter" idx="4"/>
          </p:nvPr>
        </p:nvSpPr>
        <p:spPr/>
        <p:txBody>
          <a:bodyPr/>
          <a:lstStyle/>
          <a:p>
            <a:fld id="{13FB4C0F-BB20-4298-B11D-AEB97E17A107}" type="slidenum">
              <a:rPr lang="ru-RU" smtClean="0"/>
              <a:pPr/>
              <a:t>88</a:t>
            </a:fld>
            <a:endParaRPr lang="ru-RU" dirty="0"/>
          </a:p>
        </p:txBody>
      </p:sp>
      <p:pic>
        <p:nvPicPr>
          <p:cNvPr id="4" name="Image 6" descr=" ">
            <a:extLst>
              <a:ext uri="{FF2B5EF4-FFF2-40B4-BE49-F238E27FC236}">
                <a16:creationId xmlns:a16="http://schemas.microsoft.com/office/drawing/2014/main" id="{3F0F5E78-CFF3-6285-D85D-5EEE8AD0A91E}"/>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4972024" y="2692496"/>
            <a:ext cx="4457677" cy="2565066"/>
          </a:xfrm>
          <a:prstGeom prst="rect">
            <a:avLst/>
          </a:prstGeom>
        </p:spPr>
      </p:pic>
      <p:sp>
        <p:nvSpPr>
          <p:cNvPr id="5" name="Прямоугольник: скругленные верхние углы 4">
            <a:extLst>
              <a:ext uri="{FF2B5EF4-FFF2-40B4-BE49-F238E27FC236}">
                <a16:creationId xmlns:a16="http://schemas.microsoft.com/office/drawing/2014/main" id="{CB3980AF-C4FC-69A5-05AF-9B59180D429E}"/>
              </a:ext>
            </a:extLst>
          </p:cNvPr>
          <p:cNvSpPr/>
          <p:nvPr/>
        </p:nvSpPr>
        <p:spPr>
          <a:xfrm>
            <a:off x="5669280" y="2880360"/>
            <a:ext cx="3105302" cy="2018995"/>
          </a:xfrm>
          <a:prstGeom prst="round2SameRect">
            <a:avLst>
              <a:gd name="adj1" fmla="val 2537"/>
              <a:gd name="adj2" fmla="val 0"/>
            </a:avLst>
          </a:prstGeom>
          <a:blipFill>
            <a:blip r:embed="rId9" cstate="screen">
              <a:extLst>
                <a:ext uri="{28A0092B-C50C-407E-A947-70E740481C1C}">
                  <a14:useLocalDpi xmlns:a14="http://schemas.microsoft.com/office/drawing/2010/main"/>
                </a:ext>
              </a:extLst>
            </a:blip>
            <a:stretch>
              <a:fillRect/>
            </a:stretch>
          </a:blipFill>
          <a:ln/>
        </p:spPr>
        <p:txBody>
          <a:bodyPr rtlCol="0" anchor="ctr"/>
          <a:lstStyle/>
          <a:p>
            <a:pPr algn="ctr"/>
            <a:endParaRPr lang="ru-RU" dirty="0">
              <a:blipFill>
                <a:blip r:embed="rId10"/>
                <a:stretch>
                  <a:fillRect/>
                </a:stretch>
              </a:blipFill>
            </a:endParaRPr>
          </a:p>
        </p:txBody>
      </p:sp>
      <p:sp>
        <p:nvSpPr>
          <p:cNvPr id="7" name="Заголовок 6">
            <a:extLst>
              <a:ext uri="{FF2B5EF4-FFF2-40B4-BE49-F238E27FC236}">
                <a16:creationId xmlns:a16="http://schemas.microsoft.com/office/drawing/2014/main" id="{A2377155-EC38-4BC4-876F-7499F74D1BBB}"/>
              </a:ext>
            </a:extLst>
          </p:cNvPr>
          <p:cNvSpPr>
            <a:spLocks noGrp="1"/>
          </p:cNvSpPr>
          <p:nvPr>
            <p:ph type="title"/>
          </p:nvPr>
        </p:nvSpPr>
        <p:spPr/>
        <p:txBody>
          <a:bodyPr/>
          <a:lstStyle/>
          <a:p>
            <a:r>
              <a:rPr lang="ru-RU" dirty="0"/>
              <a:t>Заголовок</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
          <p:cNvSpPr/>
          <p:nvPr/>
        </p:nvSpPr>
        <p:spPr>
          <a:xfrm>
            <a:off x="6146768" y="1397265"/>
            <a:ext cx="5689570" cy="5104735"/>
          </a:xfrm>
          <a:prstGeom prst="rect">
            <a:avLst/>
          </a:prstGeom>
          <a:solidFill>
            <a:srgbClr val="F5F4F4">
              <a:alpha val="100000"/>
            </a:srgbClr>
          </a:solidFill>
          <a:ln/>
        </p:spPr>
      </p:sp>
      <p:sp>
        <p:nvSpPr>
          <p:cNvPr id="7" name="Shape 4"/>
          <p:cNvSpPr/>
          <p:nvPr/>
        </p:nvSpPr>
        <p:spPr>
          <a:xfrm>
            <a:off x="355598" y="1397265"/>
            <a:ext cx="863596" cy="450791"/>
          </a:xfrm>
          <a:prstGeom prst="rect">
            <a:avLst/>
          </a:prstGeom>
          <a:blipFill>
            <a:blip r:embed="rId3">
              <a:extLst>
                <a:ext uri="{96DAC541-7B7A-43D3-8B79-37D633B846F1}">
                  <asvg:svgBlip xmlns:asvg="http://schemas.microsoft.com/office/drawing/2016/SVG/main" r:embed="rId4"/>
                </a:ext>
              </a:extLst>
            </a:blip>
            <a:stretch>
              <a:fillRect/>
            </a:stretch>
          </a:blipFill>
          <a:ln/>
        </p:spPr>
      </p:sp>
      <p:sp>
        <p:nvSpPr>
          <p:cNvPr id="42" name="Номер слайда 6">
            <a:extLst>
              <a:ext uri="{FF2B5EF4-FFF2-40B4-BE49-F238E27FC236}">
                <a16:creationId xmlns:a16="http://schemas.microsoft.com/office/drawing/2014/main" id="{3E2ECE43-3673-579E-B67B-4E07F789E9BA}"/>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89</a:t>
            </a:fld>
            <a:endParaRPr lang="ru-RU" dirty="0"/>
          </a:p>
        </p:txBody>
      </p:sp>
      <p:graphicFrame>
        <p:nvGraphicFramePr>
          <p:cNvPr id="48" name="Таблица 47">
            <a:extLst>
              <a:ext uri="{FF2B5EF4-FFF2-40B4-BE49-F238E27FC236}">
                <a16:creationId xmlns:a16="http://schemas.microsoft.com/office/drawing/2014/main" id="{4DF0F8F7-875B-43D9-EAF6-3E98FC4FC1B9}"/>
              </a:ext>
            </a:extLst>
          </p:cNvPr>
          <p:cNvGraphicFramePr>
            <a:graphicFrameLocks noGrp="1"/>
          </p:cNvGraphicFramePr>
          <p:nvPr/>
        </p:nvGraphicFramePr>
        <p:xfrm>
          <a:off x="355598" y="2613445"/>
          <a:ext cx="5486371" cy="4034744"/>
        </p:xfrm>
        <a:graphic>
          <a:graphicData uri="http://schemas.openxmlformats.org/drawingml/2006/table">
            <a:tbl>
              <a:tblPr>
                <a:tableStyleId>{5C22544A-7EE6-4342-B048-85BDC9FD1C3A}</a:tableStyleId>
              </a:tblPr>
              <a:tblGrid>
                <a:gridCol w="425533">
                  <a:extLst>
                    <a:ext uri="{9D8B030D-6E8A-4147-A177-3AD203B41FA5}">
                      <a16:colId xmlns:a16="http://schemas.microsoft.com/office/drawing/2014/main" val="3650137310"/>
                    </a:ext>
                  </a:extLst>
                </a:gridCol>
                <a:gridCol w="5060838">
                  <a:extLst>
                    <a:ext uri="{9D8B030D-6E8A-4147-A177-3AD203B41FA5}">
                      <a16:colId xmlns:a16="http://schemas.microsoft.com/office/drawing/2014/main" val="2624241063"/>
                    </a:ext>
                  </a:extLst>
                </a:gridCol>
              </a:tblGrid>
              <a:tr h="4723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rPr>
                        <a:t>01</a:t>
                      </a:r>
                    </a:p>
                  </a:txBody>
                  <a:tcPr marL="0" marR="0" marT="143981" marB="143981">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iOS </a:t>
                      </a:r>
                      <a:r>
                        <a:rPr lang="ru-RU" sz="1200" dirty="0">
                          <a:effectLst/>
                        </a:rPr>
                        <a:t>и </a:t>
                      </a:r>
                      <a:r>
                        <a:rPr lang="en-US" sz="1200" dirty="0">
                          <a:effectLst/>
                        </a:rPr>
                        <a:t>Android-</a:t>
                      </a:r>
                      <a:r>
                        <a:rPr lang="ru-RU" sz="1200" dirty="0">
                          <a:effectLst/>
                        </a:rPr>
                        <a:t>версия приложения</a:t>
                      </a:r>
                      <a:endParaRPr lang="ru-RU" sz="1200" dirty="0">
                        <a:latin typeface="+mn-lt"/>
                      </a:endParaRPr>
                    </a:p>
                  </a:txBody>
                  <a:tcPr marL="0" marR="0" marT="143981" marB="143981">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7481150"/>
                  </a:ext>
                </a:extLst>
              </a:tr>
              <a:tr h="472308">
                <a:tc>
                  <a:txBody>
                    <a:bodyPr/>
                    <a:lstStyle/>
                    <a:p>
                      <a:r>
                        <a:rPr lang="ru-RU" sz="1200" dirty="0">
                          <a:solidFill>
                            <a:schemeClr val="tx2"/>
                          </a:solidFill>
                        </a:rPr>
                        <a:t>02</a:t>
                      </a:r>
                    </a:p>
                  </a:txBody>
                  <a:tcPr marL="0" marR="0" marT="143981" marB="143981">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200" dirty="0">
                          <a:effectLst/>
                        </a:rPr>
                        <a:t>Показ актуальных цен на топливо на каждой АЗС</a:t>
                      </a:r>
                      <a:endParaRPr lang="ru-RU" sz="1200" dirty="0">
                        <a:latin typeface="+mn-lt"/>
                      </a:endParaRPr>
                    </a:p>
                  </a:txBody>
                  <a:tcPr marL="0" marR="0" marT="143981" marB="143981">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622551"/>
                  </a:ext>
                </a:extLst>
              </a:tr>
              <a:tr h="472308">
                <a:tc>
                  <a:txBody>
                    <a:bodyPr/>
                    <a:lstStyle/>
                    <a:p>
                      <a:r>
                        <a:rPr lang="ru-RU" sz="1200" dirty="0">
                          <a:solidFill>
                            <a:schemeClr val="tx2"/>
                          </a:solidFill>
                        </a:rPr>
                        <a:t>03</a:t>
                      </a:r>
                    </a:p>
                  </a:txBody>
                  <a:tcPr marL="0" marR="0" marT="143981" marB="143981">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200" dirty="0">
                          <a:effectLst/>
                        </a:rPr>
                        <a:t>Оплата топлива из приложения</a:t>
                      </a:r>
                      <a:endParaRPr lang="ru-RU" sz="1200" dirty="0">
                        <a:latin typeface="+mn-lt"/>
                      </a:endParaRPr>
                    </a:p>
                  </a:txBody>
                  <a:tcPr marL="0" marR="0" marT="143981" marB="143981">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8412705"/>
                  </a:ext>
                </a:extLst>
              </a:tr>
              <a:tr h="472308">
                <a:tc>
                  <a:txBody>
                    <a:bodyPr/>
                    <a:lstStyle/>
                    <a:p>
                      <a:r>
                        <a:rPr lang="ru-RU" sz="1200" dirty="0">
                          <a:solidFill>
                            <a:schemeClr val="tx2"/>
                          </a:solidFill>
                        </a:rPr>
                        <a:t>04</a:t>
                      </a:r>
                    </a:p>
                  </a:txBody>
                  <a:tcPr marL="0" marR="0" marT="143981" marB="143981">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200" dirty="0">
                          <a:effectLst/>
                        </a:rPr>
                        <a:t>Программа лояльности</a:t>
                      </a:r>
                      <a:endParaRPr lang="ru-RU" sz="1200" dirty="0">
                        <a:latin typeface="+mn-lt"/>
                      </a:endParaRPr>
                    </a:p>
                  </a:txBody>
                  <a:tcPr marL="0" marR="0" marT="143981" marB="143981">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485321"/>
                  </a:ext>
                </a:extLst>
              </a:tr>
              <a:tr h="800920">
                <a:tc>
                  <a:txBody>
                    <a:bodyPr/>
                    <a:lstStyle/>
                    <a:p>
                      <a:r>
                        <a:rPr lang="ru-RU" sz="1200" dirty="0">
                          <a:solidFill>
                            <a:schemeClr val="tx2"/>
                          </a:solidFill>
                        </a:rPr>
                        <a:t>05</a:t>
                      </a:r>
                    </a:p>
                  </a:txBody>
                  <a:tcPr marL="0" marR="0" marT="143981" marB="143981">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200" dirty="0">
                          <a:effectLst/>
                        </a:rPr>
                        <a:t>Предоставление информации о действующих </a:t>
                      </a:r>
                      <a:br>
                        <a:rPr lang="ru-RU" sz="1200" dirty="0">
                          <a:effectLst/>
                        </a:rPr>
                      </a:br>
                      <a:r>
                        <a:rPr lang="ru-RU" sz="1200" dirty="0">
                          <a:effectLst/>
                        </a:rPr>
                        <a:t>на АЗС акциях и специальных предложениях </a:t>
                      </a:r>
                      <a:br>
                        <a:rPr lang="ru-RU" sz="1200" dirty="0">
                          <a:effectLst/>
                        </a:rPr>
                      </a:br>
                      <a:r>
                        <a:rPr lang="ru-RU" sz="1200" dirty="0">
                          <a:effectLst/>
                        </a:rPr>
                        <a:t>по каждому из регионов присутствия сети</a:t>
                      </a:r>
                      <a:endParaRPr lang="ru-RU" sz="1200" dirty="0">
                        <a:latin typeface="+mn-lt"/>
                      </a:endParaRPr>
                    </a:p>
                  </a:txBody>
                  <a:tcPr marL="0" marR="0" marT="143981" marB="143981">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5606816"/>
                  </a:ext>
                </a:extLst>
              </a:tr>
              <a:tr h="800920">
                <a:tc>
                  <a:txBody>
                    <a:bodyPr/>
                    <a:lstStyle/>
                    <a:p>
                      <a:r>
                        <a:rPr lang="ru-RU" sz="1200" dirty="0">
                          <a:solidFill>
                            <a:schemeClr val="tx2"/>
                          </a:solidFill>
                        </a:rPr>
                        <a:t>06</a:t>
                      </a:r>
                    </a:p>
                  </a:txBody>
                  <a:tcPr marL="0" marR="0" marT="143981" marB="143981">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1200" dirty="0">
                          <a:effectLst/>
                        </a:rPr>
                        <a:t>Детальная информация и отзывы о каждой АЗС </a:t>
                      </a:r>
                      <a:br>
                        <a:rPr lang="ru-RU" sz="1200" dirty="0">
                          <a:effectLst/>
                        </a:rPr>
                      </a:br>
                      <a:r>
                        <a:rPr lang="ru-RU" sz="1200" dirty="0">
                          <a:effectLst/>
                        </a:rPr>
                        <a:t>со списком дополнительных услуг и возможностью </a:t>
                      </a:r>
                      <a:br>
                        <a:rPr lang="ru-RU" sz="1200" dirty="0">
                          <a:effectLst/>
                        </a:rPr>
                      </a:br>
                      <a:r>
                        <a:rPr lang="ru-RU" sz="1200" dirty="0">
                          <a:effectLst/>
                        </a:rPr>
                        <a:t>построить маршрут до АЗС</a:t>
                      </a:r>
                      <a:endParaRPr lang="ru-RU" sz="1200" dirty="0">
                        <a:latin typeface="+mn-lt"/>
                      </a:endParaRPr>
                    </a:p>
                  </a:txBody>
                  <a:tcPr marL="0" marR="0" marT="143981" marB="143981">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3727612"/>
                  </a:ext>
                </a:extLst>
              </a:tr>
              <a:tr h="472308">
                <a:tc>
                  <a:txBody>
                    <a:bodyPr/>
                    <a:lstStyle/>
                    <a:p>
                      <a:r>
                        <a:rPr lang="ru-RU" sz="1200" dirty="0">
                          <a:solidFill>
                            <a:schemeClr val="tx2"/>
                          </a:solidFill>
                        </a:rPr>
                        <a:t>07</a:t>
                      </a:r>
                    </a:p>
                  </a:txBody>
                  <a:tcPr marL="0" marR="0" marT="143981" marB="143981">
                    <a:lnL w="12700" cmpd="sng">
                      <a:noFill/>
                    </a:lnL>
                    <a:lnR w="12700" cmpd="sng">
                      <a:noFill/>
                    </a:lnR>
                    <a:lnT w="12700" cap="flat" cmpd="sng" algn="ctr">
                      <a:solidFill>
                        <a:schemeClr val="bg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457109" rtl="0" eaLnBrk="1" fontAlgn="auto" latinLnBrk="0" hangingPunct="1">
                        <a:lnSpc>
                          <a:spcPct val="100000"/>
                        </a:lnSpc>
                        <a:spcBef>
                          <a:spcPts val="0"/>
                        </a:spcBef>
                        <a:spcAft>
                          <a:spcPts val="0"/>
                        </a:spcAft>
                        <a:buClrTx/>
                        <a:buSzTx/>
                        <a:buFontTx/>
                        <a:buNone/>
                        <a:tabLst/>
                        <a:defRPr/>
                      </a:pPr>
                      <a:r>
                        <a:rPr lang="en-US" sz="1200" dirty="0" err="1">
                          <a:solidFill>
                            <a:srgbClr val="000000">
                              <a:alpha val="100000"/>
                            </a:srgbClr>
                          </a:solidFill>
                          <a:latin typeface="+mn-lt"/>
                          <a:ea typeface="Stapel" pitchFamily="34" charset="-122"/>
                          <a:cs typeface="Stapel" pitchFamily="34" charset="-120"/>
                        </a:rPr>
                        <a:t>Онлайн-консультант</a:t>
                      </a:r>
                      <a:r>
                        <a:rPr lang="en-US" sz="1200" dirty="0">
                          <a:solidFill>
                            <a:srgbClr val="000000">
                              <a:alpha val="100000"/>
                            </a:srgbClr>
                          </a:solidFill>
                          <a:latin typeface="+mn-lt"/>
                          <a:ea typeface="Stapel" pitchFamily="34" charset="-122"/>
                          <a:cs typeface="Stapel" pitchFamily="34" charset="-120"/>
                        </a:rPr>
                        <a:t> 24x7</a:t>
                      </a:r>
                      <a:endParaRPr lang="en-US" sz="1200" dirty="0">
                        <a:latin typeface="+mn-lt"/>
                      </a:endParaRPr>
                    </a:p>
                  </a:txBody>
                  <a:tcPr marL="0" marR="0" marT="143981" marB="143981">
                    <a:lnL w="12700" cmpd="sng">
                      <a:noFill/>
                    </a:lnL>
                    <a:lnR w="12700" cmpd="sng">
                      <a:noFill/>
                    </a:lnR>
                    <a:lnT w="12700" cap="flat" cmpd="sng" algn="ctr">
                      <a:solidFill>
                        <a:schemeClr val="bg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56980005"/>
                  </a:ext>
                </a:extLst>
              </a:tr>
            </a:tbl>
          </a:graphicData>
        </a:graphic>
      </p:graphicFrame>
      <p:pic>
        <p:nvPicPr>
          <p:cNvPr id="6" name="Image 2" descr=" ">
            <a:extLst>
              <a:ext uri="{FF2B5EF4-FFF2-40B4-BE49-F238E27FC236}">
                <a16:creationId xmlns:a16="http://schemas.microsoft.com/office/drawing/2014/main" id="{BC75BE91-D7C0-2343-04C2-CB887E0E722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146769" y="1397265"/>
            <a:ext cx="4578326" cy="5104735"/>
          </a:xfrm>
          <a:prstGeom prst="rect">
            <a:avLst/>
          </a:prstGeom>
        </p:spPr>
      </p:pic>
      <p:pic>
        <p:nvPicPr>
          <p:cNvPr id="11" name="Image 3" descr=" ">
            <a:extLst>
              <a:ext uri="{FF2B5EF4-FFF2-40B4-BE49-F238E27FC236}">
                <a16:creationId xmlns:a16="http://schemas.microsoft.com/office/drawing/2014/main" id="{388BCE57-B0DF-9D13-F143-1A6D5F107C2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721560" y="1397265"/>
            <a:ext cx="4089379" cy="5104735"/>
          </a:xfrm>
          <a:prstGeom prst="rect">
            <a:avLst/>
          </a:prstGeom>
        </p:spPr>
      </p:pic>
      <p:sp>
        <p:nvSpPr>
          <p:cNvPr id="12" name="Прямоугольник: скругленные углы 11">
            <a:extLst>
              <a:ext uri="{FF2B5EF4-FFF2-40B4-BE49-F238E27FC236}">
                <a16:creationId xmlns:a16="http://schemas.microsoft.com/office/drawing/2014/main" id="{84095F51-5FC7-753D-0AE6-55B994A1787A}"/>
              </a:ext>
            </a:extLst>
          </p:cNvPr>
          <p:cNvSpPr/>
          <p:nvPr/>
        </p:nvSpPr>
        <p:spPr>
          <a:xfrm>
            <a:off x="7051853" y="2051915"/>
            <a:ext cx="1751990" cy="3884370"/>
          </a:xfrm>
          <a:prstGeom prst="roundRect">
            <a:avLst>
              <a:gd name="adj" fmla="val 11135"/>
            </a:avLst>
          </a:prstGeom>
          <a:blipFill>
            <a:blip r:embed="rId7" cstate="screen">
              <a:extLst>
                <a:ext uri="{28A0092B-C50C-407E-A947-70E740481C1C}">
                  <a14:useLocalDpi xmlns:a14="http://schemas.microsoft.com/office/drawing/2010/main"/>
                </a:ext>
              </a:extLst>
            </a:blip>
            <a:stretch>
              <a:fillRect/>
            </a:stretch>
          </a:blipFill>
          <a:ln/>
        </p:spPr>
        <p:txBody>
          <a:bodyPr rtlCol="0" anchor="ctr"/>
          <a:lstStyle/>
          <a:p>
            <a:pPr algn="ctr"/>
            <a:endParaRPr lang="ru-RU" dirty="0">
              <a:blipFill>
                <a:blip r:embed="rId8"/>
                <a:stretch>
                  <a:fillRect/>
                </a:stretch>
              </a:blipFill>
            </a:endParaRPr>
          </a:p>
        </p:txBody>
      </p:sp>
      <p:sp>
        <p:nvSpPr>
          <p:cNvPr id="13" name="Прямоугольник: скругленные углы 12">
            <a:extLst>
              <a:ext uri="{FF2B5EF4-FFF2-40B4-BE49-F238E27FC236}">
                <a16:creationId xmlns:a16="http://schemas.microsoft.com/office/drawing/2014/main" id="{7D3E7F1F-5FD7-9C69-3CD6-CD25AB4A1922}"/>
              </a:ext>
            </a:extLst>
          </p:cNvPr>
          <p:cNvSpPr/>
          <p:nvPr/>
        </p:nvSpPr>
        <p:spPr>
          <a:xfrm>
            <a:off x="9294284" y="2051915"/>
            <a:ext cx="1751990" cy="3884370"/>
          </a:xfrm>
          <a:prstGeom prst="roundRect">
            <a:avLst>
              <a:gd name="adj" fmla="val 11135"/>
            </a:avLst>
          </a:prstGeom>
          <a:blipFill>
            <a:blip r:embed="rId7" cstate="screen">
              <a:extLst>
                <a:ext uri="{28A0092B-C50C-407E-A947-70E740481C1C}">
                  <a14:useLocalDpi xmlns:a14="http://schemas.microsoft.com/office/drawing/2010/main"/>
                </a:ext>
              </a:extLst>
            </a:blip>
            <a:stretch>
              <a:fillRect/>
            </a:stretch>
          </a:blipFill>
          <a:ln/>
        </p:spPr>
        <p:txBody>
          <a:bodyPr rtlCol="0" anchor="ctr"/>
          <a:lstStyle/>
          <a:p>
            <a:pPr algn="ctr"/>
            <a:endParaRPr lang="ru-RU" dirty="0">
              <a:blipFill>
                <a:blip r:embed="rId8"/>
                <a:stretch>
                  <a:fillRect/>
                </a:stretch>
              </a:blipFill>
            </a:endParaRPr>
          </a:p>
        </p:txBody>
      </p:sp>
      <p:sp>
        <p:nvSpPr>
          <p:cNvPr id="3" name="Заголовок 2">
            <a:extLst>
              <a:ext uri="{FF2B5EF4-FFF2-40B4-BE49-F238E27FC236}">
                <a16:creationId xmlns:a16="http://schemas.microsoft.com/office/drawing/2014/main" id="{7D013020-5869-E7BA-B5CF-83ED9FBE712C}"/>
              </a:ext>
            </a:extLst>
          </p:cNvPr>
          <p:cNvSpPr>
            <a:spLocks noGrp="1"/>
          </p:cNvSpPr>
          <p:nvPr>
            <p:ph type="title"/>
          </p:nvPr>
        </p:nvSpPr>
        <p:spPr/>
        <p:txBody>
          <a:bodyPr/>
          <a:lstStyle/>
          <a:p>
            <a:r>
              <a:rPr lang="ru-RU" dirty="0"/>
              <a:t>Заголовок</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D5DB8D7C-AAC6-A046-9AF3-FA60E5FEF297}"/>
              </a:ext>
            </a:extLst>
          </p:cNvPr>
          <p:cNvSpPr>
            <a:spLocks noGrp="1"/>
          </p:cNvSpPr>
          <p:nvPr>
            <p:ph type="sldNum" sz="quarter" idx="4"/>
          </p:nvPr>
        </p:nvSpPr>
        <p:spPr/>
        <p:txBody>
          <a:bodyPr/>
          <a:lstStyle/>
          <a:p>
            <a:fld id="{13FB4C0F-BB20-4298-B11D-AEB97E17A107}" type="slidenum">
              <a:rPr lang="ru-RU" smtClean="0"/>
              <a:pPr/>
              <a:t>90</a:t>
            </a:fld>
            <a:endParaRPr lang="ru-RU" dirty="0"/>
          </a:p>
        </p:txBody>
      </p:sp>
      <p:sp>
        <p:nvSpPr>
          <p:cNvPr id="4" name="Текст 3">
            <a:extLst>
              <a:ext uri="{FF2B5EF4-FFF2-40B4-BE49-F238E27FC236}">
                <a16:creationId xmlns:a16="http://schemas.microsoft.com/office/drawing/2014/main" id="{C9E61FCD-19A0-C58E-3FC9-75F5E95DB4DE}"/>
              </a:ext>
            </a:extLst>
          </p:cNvPr>
          <p:cNvSpPr>
            <a:spLocks noGrp="1"/>
          </p:cNvSpPr>
          <p:nvPr>
            <p:ph type="body" sz="quarter" idx="27"/>
          </p:nvPr>
        </p:nvSpPr>
        <p:spPr/>
        <p:txBody>
          <a:bodyPr/>
          <a:lstStyle/>
          <a:p>
            <a:pPr>
              <a:lnSpc>
                <a:spcPts val="1760"/>
              </a:lnSpc>
            </a:pPr>
            <a:r>
              <a:rPr lang="ru-RU" dirty="0">
                <a:solidFill>
                  <a:srgbClr val="000000">
                    <a:alpha val="100000"/>
                  </a:srgbClr>
                </a:solidFill>
                <a:latin typeface="Stapel" panose="020B0504020202020204" pitchFamily="34" charset="-52"/>
                <a:ea typeface="Stapel" pitchFamily="34" charset="-122"/>
                <a:cs typeface="Stapel" pitchFamily="34" charset="-120"/>
              </a:rPr>
              <a:t>Название</a:t>
            </a:r>
            <a:r>
              <a:rPr lang="en-US" dirty="0">
                <a:solidFill>
                  <a:srgbClr val="000000">
                    <a:alpha val="100000"/>
                  </a:srgbClr>
                </a:solidFill>
                <a:latin typeface="Stapel" panose="020B0504020202020204" pitchFamily="34" charset="-52"/>
                <a:ea typeface="Stapel" pitchFamily="34" charset="-122"/>
                <a:cs typeface="Stapel" pitchFamily="34" charset="-120"/>
              </a:rPr>
              <a:t> </a:t>
            </a:r>
            <a:r>
              <a:rPr lang="ru-RU" dirty="0">
                <a:solidFill>
                  <a:srgbClr val="000000">
                    <a:alpha val="100000"/>
                  </a:srgbClr>
                </a:solidFill>
                <a:latin typeface="Stapel" panose="020B0504020202020204" pitchFamily="34" charset="-52"/>
                <a:ea typeface="Stapel" pitchFamily="34" charset="-122"/>
                <a:cs typeface="Stapel" pitchFamily="34" charset="-120"/>
              </a:rPr>
              <a:t>компании</a:t>
            </a:r>
            <a:endParaRPr lang="en-US" dirty="0"/>
          </a:p>
        </p:txBody>
      </p:sp>
      <p:sp>
        <p:nvSpPr>
          <p:cNvPr id="5" name="Текст 4">
            <a:extLst>
              <a:ext uri="{FF2B5EF4-FFF2-40B4-BE49-F238E27FC236}">
                <a16:creationId xmlns:a16="http://schemas.microsoft.com/office/drawing/2014/main" id="{19E0CF08-74D5-7A81-D486-C78D05426784}"/>
              </a:ext>
            </a:extLst>
          </p:cNvPr>
          <p:cNvSpPr>
            <a:spLocks noGrp="1"/>
          </p:cNvSpPr>
          <p:nvPr>
            <p:ph type="body" sz="quarter" idx="42"/>
          </p:nvPr>
        </p:nvSpPr>
        <p:spPr/>
        <p:txBody>
          <a:bodyPr/>
          <a:lstStyle/>
          <a:p>
            <a:pPr>
              <a:lnSpc>
                <a:spcPts val="1760"/>
              </a:lnSpc>
            </a:pPr>
            <a:r>
              <a:rPr lang="ru-RU" dirty="0">
                <a:solidFill>
                  <a:srgbClr val="000000">
                    <a:alpha val="100000"/>
                  </a:srgbClr>
                </a:solidFill>
                <a:ea typeface="Stapel" pitchFamily="34" charset="-122"/>
                <a:cs typeface="Stapel" pitchFamily="34" charset="-120"/>
              </a:rPr>
              <a:t>Проблема клиента</a:t>
            </a:r>
            <a:endParaRPr lang="en-US" dirty="0"/>
          </a:p>
        </p:txBody>
      </p:sp>
      <p:sp>
        <p:nvSpPr>
          <p:cNvPr id="6" name="Текст 5">
            <a:extLst>
              <a:ext uri="{FF2B5EF4-FFF2-40B4-BE49-F238E27FC236}">
                <a16:creationId xmlns:a16="http://schemas.microsoft.com/office/drawing/2014/main" id="{75885D18-289E-71FD-5D57-DCAEEDD27C9B}"/>
              </a:ext>
            </a:extLst>
          </p:cNvPr>
          <p:cNvSpPr>
            <a:spLocks noGrp="1"/>
          </p:cNvSpPr>
          <p:nvPr>
            <p:ph type="body" sz="quarter" idx="97"/>
          </p:nvPr>
        </p:nvSpPr>
        <p:spPr>
          <a:xfrm>
            <a:off x="6479600" y="5230392"/>
            <a:ext cx="5267641" cy="833113"/>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p:txBody>
      </p:sp>
      <p:sp>
        <p:nvSpPr>
          <p:cNvPr id="7" name="Текст 6">
            <a:extLst>
              <a:ext uri="{FF2B5EF4-FFF2-40B4-BE49-F238E27FC236}">
                <a16:creationId xmlns:a16="http://schemas.microsoft.com/office/drawing/2014/main" id="{BE29B044-1BF3-F6C1-182D-6FD678F2223D}"/>
              </a:ext>
            </a:extLst>
          </p:cNvPr>
          <p:cNvSpPr>
            <a:spLocks noGrp="1"/>
          </p:cNvSpPr>
          <p:nvPr>
            <p:ph type="body" sz="quarter" idx="47"/>
          </p:nvPr>
        </p:nvSpPr>
        <p:spPr/>
        <p:txBody>
          <a:bodyPr/>
          <a:lstStyle/>
          <a:p>
            <a:r>
              <a:rPr lang="en-US" dirty="0">
                <a:solidFill>
                  <a:srgbClr val="000000">
                    <a:alpha val="100000"/>
                  </a:srgbClr>
                </a:solidFill>
                <a:ea typeface="Stapel" pitchFamily="34" charset="-122"/>
                <a:cs typeface="Stapel" pitchFamily="34" charset="-120"/>
              </a:rPr>
              <a:t>Lorem ipsum dolor sit </a:t>
            </a:r>
            <a:r>
              <a:rPr lang="en-US" dirty="0" err="1">
                <a:solidFill>
                  <a:srgbClr val="000000">
                    <a:alpha val="100000"/>
                  </a:srgbClr>
                </a:solidFill>
                <a:ea typeface="Stapel" pitchFamily="34" charset="-122"/>
                <a:cs typeface="Stapel" pitchFamily="34" charset="-120"/>
              </a:rPr>
              <a:t>amet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idque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iuvaret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ut</a:t>
            </a:r>
            <a:r>
              <a:rPr lang="en-US" dirty="0">
                <a:solidFill>
                  <a:srgbClr val="000000">
                    <a:alpha val="100000"/>
                  </a:srgbClr>
                </a:solidFill>
                <a:ea typeface="Stapel" pitchFamily="34" charset="-122"/>
                <a:cs typeface="Stapel" pitchFamily="34" charset="-120"/>
              </a:rPr>
              <a:t> cum. Mel </a:t>
            </a:r>
            <a:r>
              <a:rPr lang="en-US" dirty="0" err="1">
                <a:solidFill>
                  <a:srgbClr val="000000">
                    <a:alpha val="100000"/>
                  </a:srgbClr>
                </a:solidFill>
                <a:ea typeface="Stapel" pitchFamily="34" charset="-122"/>
                <a:cs typeface="Stapel" pitchFamily="34" charset="-120"/>
              </a:rPr>
              <a:t>dolores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senserit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elaboraret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eu</a:t>
            </a:r>
            <a:r>
              <a:rPr lang="en-US" dirty="0">
                <a:solidFill>
                  <a:srgbClr val="000000">
                    <a:alpha val="100000"/>
                  </a:srgbClr>
                </a:solidFill>
                <a:ea typeface="Stapel" pitchFamily="34" charset="-122"/>
                <a:cs typeface="Stapel" pitchFamily="34" charset="-120"/>
              </a:rPr>
              <a:t>. Cetero </a:t>
            </a:r>
            <a:r>
              <a:rPr lang="en-US" dirty="0" err="1">
                <a:solidFill>
                  <a:srgbClr val="000000">
                    <a:alpha val="100000"/>
                  </a:srgbClr>
                </a:solidFill>
                <a:ea typeface="Stapel" pitchFamily="34" charset="-122"/>
                <a:cs typeface="Stapel" pitchFamily="34" charset="-120"/>
              </a:rPr>
              <a:t>ceteros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invidunt</a:t>
            </a:r>
            <a:r>
              <a:rPr lang="en-US" dirty="0">
                <a:solidFill>
                  <a:srgbClr val="000000">
                    <a:alpha val="100000"/>
                  </a:srgbClr>
                </a:solidFill>
                <a:ea typeface="Stapel" pitchFamily="34" charset="-122"/>
                <a:cs typeface="Stapel" pitchFamily="34" charset="-120"/>
              </a:rPr>
              <a:t> ad his, </a:t>
            </a:r>
            <a:r>
              <a:rPr lang="en-US" dirty="0" err="1">
                <a:solidFill>
                  <a:srgbClr val="000000">
                    <a:alpha val="100000"/>
                  </a:srgbClr>
                </a:solidFill>
                <a:ea typeface="Stapel" pitchFamily="34" charset="-122"/>
                <a:cs typeface="Stapel" pitchFamily="34" charset="-120"/>
              </a:rPr>
              <a:t>habeo</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gloriatur</a:t>
            </a:r>
            <a:r>
              <a:rPr lang="en-US" dirty="0">
                <a:solidFill>
                  <a:srgbClr val="000000">
                    <a:alpha val="100000"/>
                  </a:srgbClr>
                </a:solidFill>
                <a:ea typeface="Stapel" pitchFamily="34" charset="-122"/>
                <a:cs typeface="Stapel" pitchFamily="34" charset="-120"/>
              </a:rPr>
              <a:t>  pro id, no </a:t>
            </a:r>
            <a:r>
              <a:rPr lang="en-US" dirty="0" err="1">
                <a:solidFill>
                  <a:srgbClr val="000000">
                    <a:alpha val="100000"/>
                  </a:srgbClr>
                </a:solidFill>
                <a:ea typeface="Stapel" pitchFamily="34" charset="-122"/>
                <a:cs typeface="Stapel" pitchFamily="34" charset="-120"/>
              </a:rPr>
              <a:t>vix</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omnis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denique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deleniti</a:t>
            </a:r>
            <a:r>
              <a:rPr lang="en-US" dirty="0">
                <a:solidFill>
                  <a:srgbClr val="000000">
                    <a:alpha val="100000"/>
                  </a:srgbClr>
                </a:solidFill>
                <a:ea typeface="Stapel" pitchFamily="34" charset="-122"/>
                <a:cs typeface="Stapel" pitchFamily="34" charset="-120"/>
              </a:rPr>
              <a:t>. Mea </a:t>
            </a:r>
            <a:r>
              <a:rPr lang="en-US" dirty="0" err="1">
                <a:solidFill>
                  <a:srgbClr val="000000">
                    <a:alpha val="100000"/>
                  </a:srgbClr>
                </a:solidFill>
                <a:ea typeface="Stapel" pitchFamily="34" charset="-122"/>
                <a:cs typeface="Stapel" pitchFamily="34" charset="-120"/>
              </a:rPr>
              <a:t>quando</a:t>
            </a:r>
            <a:r>
              <a:rPr lang="en-US" dirty="0">
                <a:solidFill>
                  <a:srgbClr val="000000">
                    <a:alpha val="100000"/>
                  </a:srgbClr>
                </a:solidFill>
                <a:ea typeface="Stapel" pitchFamily="34" charset="-122"/>
                <a:cs typeface="Stapel" pitchFamily="34" charset="-120"/>
              </a:rPr>
              <a:t> delectus accommodare ad, </a:t>
            </a:r>
            <a:r>
              <a:rPr lang="en-US" dirty="0" err="1">
                <a:solidFill>
                  <a:srgbClr val="000000">
                    <a:alpha val="100000"/>
                  </a:srgbClr>
                </a:solidFill>
                <a:ea typeface="Stapel" pitchFamily="34" charset="-122"/>
                <a:cs typeface="Stapel" pitchFamily="34" charset="-120"/>
              </a:rPr>
              <a:t>nulla</a:t>
            </a:r>
            <a:r>
              <a:rPr lang="en-US" dirty="0">
                <a:solidFill>
                  <a:srgbClr val="000000">
                    <a:alpha val="100000"/>
                  </a:srgbClr>
                </a:solidFill>
                <a:ea typeface="Stapel" pitchFamily="34" charset="-122"/>
                <a:cs typeface="Stapel" pitchFamily="34" charset="-120"/>
              </a:rPr>
              <a:t> aeterno </a:t>
            </a:r>
            <a:r>
              <a:rPr lang="en-US" dirty="0" err="1">
                <a:solidFill>
                  <a:srgbClr val="000000">
                    <a:alpha val="100000"/>
                  </a:srgbClr>
                </a:solidFill>
                <a:ea typeface="Stapel" pitchFamily="34" charset="-122"/>
                <a:cs typeface="Stapel" pitchFamily="34" charset="-120"/>
              </a:rPr>
              <a:t>deterruisset</a:t>
            </a:r>
            <a:r>
              <a:rPr lang="en-US" dirty="0">
                <a:solidFill>
                  <a:srgbClr val="000000">
                    <a:alpha val="100000"/>
                  </a:srgbClr>
                </a:solidFill>
                <a:ea typeface="Stapel" pitchFamily="34" charset="-122"/>
                <a:cs typeface="Stapel" pitchFamily="34" charset="-120"/>
              </a:rPr>
              <a:t> sed in, </a:t>
            </a:r>
            <a:r>
              <a:rPr lang="en-US" dirty="0" err="1">
                <a:solidFill>
                  <a:srgbClr val="000000">
                    <a:alpha val="100000"/>
                  </a:srgbClr>
                </a:solidFill>
                <a:ea typeface="Stapel" pitchFamily="34" charset="-122"/>
                <a:cs typeface="Stapel" pitchFamily="34" charset="-120"/>
              </a:rPr>
              <a:t>nam</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possit</a:t>
            </a:r>
            <a:r>
              <a:rPr lang="en-US" dirty="0">
                <a:solidFill>
                  <a:srgbClr val="000000">
                    <a:alpha val="100000"/>
                  </a:srgbClr>
                </a:solidFill>
                <a:ea typeface="Stapel" pitchFamily="34" charset="-122"/>
                <a:cs typeface="Stapel" pitchFamily="34" charset="-120"/>
              </a:rPr>
              <a:t> aliquip  delectus no. Lorem ipsum dolor sit </a:t>
            </a:r>
            <a:r>
              <a:rPr lang="en-US" dirty="0" err="1">
                <a:solidFill>
                  <a:srgbClr val="000000">
                    <a:alpha val="100000"/>
                  </a:srgbClr>
                </a:solidFill>
                <a:ea typeface="Stapel" pitchFamily="34" charset="-122"/>
                <a:cs typeface="Stapel" pitchFamily="34" charset="-120"/>
              </a:rPr>
              <a:t>amet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idque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iuvaret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ut</a:t>
            </a:r>
            <a:r>
              <a:rPr lang="en-US" dirty="0">
                <a:solidFill>
                  <a:srgbClr val="000000">
                    <a:alpha val="100000"/>
                  </a:srgbClr>
                </a:solidFill>
                <a:ea typeface="Stapel" pitchFamily="34" charset="-122"/>
                <a:cs typeface="Stapel" pitchFamily="34" charset="-120"/>
              </a:rPr>
              <a:t> cum. Mel </a:t>
            </a:r>
            <a:r>
              <a:rPr lang="en-US" dirty="0" err="1">
                <a:solidFill>
                  <a:srgbClr val="000000">
                    <a:alpha val="100000"/>
                  </a:srgbClr>
                </a:solidFill>
                <a:ea typeface="Stapel" pitchFamily="34" charset="-122"/>
                <a:cs typeface="Stapel" pitchFamily="34" charset="-120"/>
              </a:rPr>
              <a:t>dolores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senserit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elaboraret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eu</a:t>
            </a:r>
            <a:r>
              <a:rPr lang="en-US" dirty="0">
                <a:solidFill>
                  <a:srgbClr val="000000">
                    <a:alpha val="100000"/>
                  </a:srgbClr>
                </a:solidFill>
                <a:ea typeface="Stapel" pitchFamily="34" charset="-122"/>
                <a:cs typeface="Stapel" pitchFamily="34" charset="-120"/>
              </a:rPr>
              <a:t>. Cetero </a:t>
            </a:r>
            <a:r>
              <a:rPr lang="en-US" dirty="0" err="1">
                <a:solidFill>
                  <a:srgbClr val="000000">
                    <a:alpha val="100000"/>
                  </a:srgbClr>
                </a:solidFill>
                <a:ea typeface="Stapel" pitchFamily="34" charset="-122"/>
                <a:cs typeface="Stapel" pitchFamily="34" charset="-120"/>
              </a:rPr>
              <a:t>ceteros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invidunt</a:t>
            </a:r>
            <a:r>
              <a:rPr lang="en-US" dirty="0">
                <a:solidFill>
                  <a:srgbClr val="000000">
                    <a:alpha val="100000"/>
                  </a:srgbClr>
                </a:solidFill>
                <a:ea typeface="Stapel" pitchFamily="34" charset="-122"/>
                <a:cs typeface="Stapel" pitchFamily="34" charset="-120"/>
              </a:rPr>
              <a:t> ad his, </a:t>
            </a:r>
            <a:r>
              <a:rPr lang="en-US" dirty="0" err="1">
                <a:solidFill>
                  <a:srgbClr val="000000">
                    <a:alpha val="100000"/>
                  </a:srgbClr>
                </a:solidFill>
                <a:ea typeface="Stapel" pitchFamily="34" charset="-122"/>
                <a:cs typeface="Stapel" pitchFamily="34" charset="-120"/>
              </a:rPr>
              <a:t>habeo</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gloriatur</a:t>
            </a:r>
            <a:r>
              <a:rPr lang="en-US" dirty="0">
                <a:solidFill>
                  <a:srgbClr val="000000">
                    <a:alpha val="100000"/>
                  </a:srgbClr>
                </a:solidFill>
                <a:ea typeface="Stapel" pitchFamily="34" charset="-122"/>
                <a:cs typeface="Stapel" pitchFamily="34" charset="-120"/>
              </a:rPr>
              <a:t>  pro id, no </a:t>
            </a:r>
            <a:r>
              <a:rPr lang="en-US" dirty="0" err="1">
                <a:solidFill>
                  <a:srgbClr val="000000">
                    <a:alpha val="100000"/>
                  </a:srgbClr>
                </a:solidFill>
                <a:ea typeface="Stapel" pitchFamily="34" charset="-122"/>
                <a:cs typeface="Stapel" pitchFamily="34" charset="-120"/>
              </a:rPr>
              <a:t>vix</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omnis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denique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deleniti</a:t>
            </a:r>
            <a:r>
              <a:rPr lang="en-US" dirty="0">
                <a:solidFill>
                  <a:srgbClr val="000000">
                    <a:alpha val="100000"/>
                  </a:srgbClr>
                </a:solidFill>
                <a:ea typeface="Stapel" pitchFamily="34" charset="-122"/>
                <a:cs typeface="Stapel" pitchFamily="34" charset="-120"/>
              </a:rPr>
              <a:t>. Mea </a:t>
            </a:r>
            <a:r>
              <a:rPr lang="en-US" dirty="0" err="1">
                <a:solidFill>
                  <a:srgbClr val="000000">
                    <a:alpha val="100000"/>
                  </a:srgbClr>
                </a:solidFill>
                <a:ea typeface="Stapel" pitchFamily="34" charset="-122"/>
                <a:cs typeface="Stapel" pitchFamily="34" charset="-120"/>
              </a:rPr>
              <a:t>quando</a:t>
            </a:r>
            <a:r>
              <a:rPr lang="en-US" dirty="0">
                <a:solidFill>
                  <a:srgbClr val="000000">
                    <a:alpha val="100000"/>
                  </a:srgbClr>
                </a:solidFill>
                <a:ea typeface="Stapel" pitchFamily="34" charset="-122"/>
                <a:cs typeface="Stapel" pitchFamily="34" charset="-120"/>
              </a:rPr>
              <a:t> delectus accommodare ad, </a:t>
            </a:r>
            <a:r>
              <a:rPr lang="en-US" dirty="0" err="1">
                <a:solidFill>
                  <a:srgbClr val="000000">
                    <a:alpha val="100000"/>
                  </a:srgbClr>
                </a:solidFill>
                <a:ea typeface="Stapel" pitchFamily="34" charset="-122"/>
                <a:cs typeface="Stapel" pitchFamily="34" charset="-120"/>
              </a:rPr>
              <a:t>nulla</a:t>
            </a:r>
            <a:r>
              <a:rPr lang="en-US" dirty="0">
                <a:solidFill>
                  <a:srgbClr val="000000">
                    <a:alpha val="100000"/>
                  </a:srgbClr>
                </a:solidFill>
                <a:ea typeface="Stapel" pitchFamily="34" charset="-122"/>
                <a:cs typeface="Stapel" pitchFamily="34" charset="-120"/>
              </a:rPr>
              <a:t> aeterno </a:t>
            </a:r>
            <a:r>
              <a:rPr lang="en-US" dirty="0" err="1">
                <a:solidFill>
                  <a:srgbClr val="000000">
                    <a:alpha val="100000"/>
                  </a:srgbClr>
                </a:solidFill>
                <a:ea typeface="Stapel" pitchFamily="34" charset="-122"/>
                <a:cs typeface="Stapel" pitchFamily="34" charset="-120"/>
              </a:rPr>
              <a:t>deterruisset</a:t>
            </a:r>
            <a:r>
              <a:rPr lang="en-US" dirty="0">
                <a:solidFill>
                  <a:srgbClr val="000000">
                    <a:alpha val="100000"/>
                  </a:srgbClr>
                </a:solidFill>
                <a:ea typeface="Stapel" pitchFamily="34" charset="-122"/>
                <a:cs typeface="Stapel" pitchFamily="34" charset="-120"/>
              </a:rPr>
              <a:t> sed in, </a:t>
            </a:r>
            <a:r>
              <a:rPr lang="en-US" dirty="0" err="1">
                <a:solidFill>
                  <a:srgbClr val="000000">
                    <a:alpha val="100000"/>
                  </a:srgbClr>
                </a:solidFill>
                <a:ea typeface="Stapel" pitchFamily="34" charset="-122"/>
                <a:cs typeface="Stapel" pitchFamily="34" charset="-120"/>
              </a:rPr>
              <a:t>nam</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possit</a:t>
            </a:r>
            <a:r>
              <a:rPr lang="en-US" dirty="0">
                <a:solidFill>
                  <a:srgbClr val="000000">
                    <a:alpha val="100000"/>
                  </a:srgbClr>
                </a:solidFill>
                <a:ea typeface="Stapel" pitchFamily="34" charset="-122"/>
                <a:cs typeface="Stapel" pitchFamily="34" charset="-120"/>
              </a:rPr>
              <a:t> aliquip  delectus no.</a:t>
            </a:r>
            <a:endParaRPr lang="en-US" dirty="0"/>
          </a:p>
        </p:txBody>
      </p:sp>
      <p:sp>
        <p:nvSpPr>
          <p:cNvPr id="8" name="Текст 7">
            <a:extLst>
              <a:ext uri="{FF2B5EF4-FFF2-40B4-BE49-F238E27FC236}">
                <a16:creationId xmlns:a16="http://schemas.microsoft.com/office/drawing/2014/main" id="{3BC5FB90-4C60-3A28-E414-A41FD8793B59}"/>
              </a:ext>
            </a:extLst>
          </p:cNvPr>
          <p:cNvSpPr>
            <a:spLocks noGrp="1"/>
          </p:cNvSpPr>
          <p:nvPr>
            <p:ph type="body" sz="quarter" idx="98"/>
          </p:nvPr>
        </p:nvSpPr>
        <p:spPr/>
        <p:txBody>
          <a:bodyPr/>
          <a:lstStyle/>
          <a:p>
            <a:pPr>
              <a:lnSpc>
                <a:spcPts val="1760"/>
              </a:lnSpc>
            </a:pPr>
            <a:r>
              <a:rPr lang="ru-RU" dirty="0">
                <a:solidFill>
                  <a:srgbClr val="000000">
                    <a:alpha val="100000"/>
                  </a:srgbClr>
                </a:solidFill>
                <a:ea typeface="Stapel" pitchFamily="34" charset="-122"/>
                <a:cs typeface="Stapel" pitchFamily="34" charset="-120"/>
              </a:rPr>
              <a:t>Наше решение</a:t>
            </a:r>
            <a:endParaRPr lang="en-US" dirty="0"/>
          </a:p>
        </p:txBody>
      </p:sp>
      <p:sp>
        <p:nvSpPr>
          <p:cNvPr id="9" name="Текст 8">
            <a:extLst>
              <a:ext uri="{FF2B5EF4-FFF2-40B4-BE49-F238E27FC236}">
                <a16:creationId xmlns:a16="http://schemas.microsoft.com/office/drawing/2014/main" id="{69C1EC36-D814-5F7E-A814-5702D1405555}"/>
              </a:ext>
            </a:extLst>
          </p:cNvPr>
          <p:cNvSpPr>
            <a:spLocks noGrp="1"/>
          </p:cNvSpPr>
          <p:nvPr>
            <p:ph type="body" sz="quarter" idx="99"/>
          </p:nvPr>
        </p:nvSpPr>
        <p:spPr/>
        <p:txBody>
          <a:bodyPr/>
          <a:lstStyle/>
          <a:p>
            <a:r>
              <a:rPr lang="en-US" dirty="0">
                <a:solidFill>
                  <a:srgbClr val="000000">
                    <a:alpha val="100000"/>
                  </a:srgbClr>
                </a:solidFill>
                <a:ea typeface="Stapel" pitchFamily="34" charset="-122"/>
                <a:cs typeface="Stapel" pitchFamily="34" charset="-120"/>
              </a:rPr>
              <a:t>Lorem ipsum dolor sit </a:t>
            </a:r>
            <a:r>
              <a:rPr lang="en-US" dirty="0" err="1">
                <a:solidFill>
                  <a:srgbClr val="000000">
                    <a:alpha val="100000"/>
                  </a:srgbClr>
                </a:solidFill>
                <a:ea typeface="Stapel" pitchFamily="34" charset="-122"/>
                <a:cs typeface="Stapel" pitchFamily="34" charset="-120"/>
              </a:rPr>
              <a:t>amet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idque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iuvaret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ut</a:t>
            </a:r>
            <a:r>
              <a:rPr lang="en-US" dirty="0">
                <a:solidFill>
                  <a:srgbClr val="000000">
                    <a:alpha val="100000"/>
                  </a:srgbClr>
                </a:solidFill>
                <a:ea typeface="Stapel" pitchFamily="34" charset="-122"/>
                <a:cs typeface="Stapel" pitchFamily="34" charset="-120"/>
              </a:rPr>
              <a:t> cum. Mel </a:t>
            </a:r>
            <a:r>
              <a:rPr lang="en-US" dirty="0" err="1">
                <a:solidFill>
                  <a:srgbClr val="000000">
                    <a:alpha val="100000"/>
                  </a:srgbClr>
                </a:solidFill>
                <a:ea typeface="Stapel" pitchFamily="34" charset="-122"/>
                <a:cs typeface="Stapel" pitchFamily="34" charset="-120"/>
              </a:rPr>
              <a:t>dolores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senserit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elaboraret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eu</a:t>
            </a:r>
            <a:r>
              <a:rPr lang="en-US" dirty="0">
                <a:solidFill>
                  <a:srgbClr val="000000">
                    <a:alpha val="100000"/>
                  </a:srgbClr>
                </a:solidFill>
                <a:ea typeface="Stapel" pitchFamily="34" charset="-122"/>
                <a:cs typeface="Stapel" pitchFamily="34" charset="-120"/>
              </a:rPr>
              <a:t>. Cetero </a:t>
            </a:r>
            <a:r>
              <a:rPr lang="en-US" dirty="0" err="1">
                <a:solidFill>
                  <a:srgbClr val="000000">
                    <a:alpha val="100000"/>
                  </a:srgbClr>
                </a:solidFill>
                <a:ea typeface="Stapel" pitchFamily="34" charset="-122"/>
                <a:cs typeface="Stapel" pitchFamily="34" charset="-120"/>
              </a:rPr>
              <a:t>ceteros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invidunt</a:t>
            </a:r>
            <a:r>
              <a:rPr lang="en-US" dirty="0">
                <a:solidFill>
                  <a:srgbClr val="000000">
                    <a:alpha val="100000"/>
                  </a:srgbClr>
                </a:solidFill>
                <a:ea typeface="Stapel" pitchFamily="34" charset="-122"/>
                <a:cs typeface="Stapel" pitchFamily="34" charset="-120"/>
              </a:rPr>
              <a:t> ad his, </a:t>
            </a:r>
            <a:r>
              <a:rPr lang="en-US" dirty="0" err="1">
                <a:solidFill>
                  <a:srgbClr val="000000">
                    <a:alpha val="100000"/>
                  </a:srgbClr>
                </a:solidFill>
                <a:ea typeface="Stapel" pitchFamily="34" charset="-122"/>
                <a:cs typeface="Stapel" pitchFamily="34" charset="-120"/>
              </a:rPr>
              <a:t>habeo</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gloriatur</a:t>
            </a:r>
            <a:r>
              <a:rPr lang="en-US" dirty="0">
                <a:solidFill>
                  <a:srgbClr val="000000">
                    <a:alpha val="100000"/>
                  </a:srgbClr>
                </a:solidFill>
                <a:ea typeface="Stapel" pitchFamily="34" charset="-122"/>
                <a:cs typeface="Stapel" pitchFamily="34" charset="-120"/>
              </a:rPr>
              <a:t>  pro id, no </a:t>
            </a:r>
            <a:r>
              <a:rPr lang="en-US" dirty="0" err="1">
                <a:solidFill>
                  <a:srgbClr val="000000">
                    <a:alpha val="100000"/>
                  </a:srgbClr>
                </a:solidFill>
                <a:ea typeface="Stapel" pitchFamily="34" charset="-122"/>
                <a:cs typeface="Stapel" pitchFamily="34" charset="-120"/>
              </a:rPr>
              <a:t>vix</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omnis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denique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deleniti</a:t>
            </a:r>
            <a:r>
              <a:rPr lang="en-US" dirty="0">
                <a:solidFill>
                  <a:srgbClr val="000000">
                    <a:alpha val="100000"/>
                  </a:srgbClr>
                </a:solidFill>
                <a:ea typeface="Stapel" pitchFamily="34" charset="-122"/>
                <a:cs typeface="Stapel" pitchFamily="34" charset="-120"/>
              </a:rPr>
              <a:t>. Mea </a:t>
            </a:r>
            <a:r>
              <a:rPr lang="en-US" dirty="0" err="1">
                <a:solidFill>
                  <a:srgbClr val="000000">
                    <a:alpha val="100000"/>
                  </a:srgbClr>
                </a:solidFill>
                <a:ea typeface="Stapel" pitchFamily="34" charset="-122"/>
                <a:cs typeface="Stapel" pitchFamily="34" charset="-120"/>
              </a:rPr>
              <a:t>quando</a:t>
            </a:r>
            <a:r>
              <a:rPr lang="en-US" dirty="0">
                <a:solidFill>
                  <a:srgbClr val="000000">
                    <a:alpha val="100000"/>
                  </a:srgbClr>
                </a:solidFill>
                <a:ea typeface="Stapel" pitchFamily="34" charset="-122"/>
                <a:cs typeface="Stapel" pitchFamily="34" charset="-120"/>
              </a:rPr>
              <a:t> delectus accommodare ad, </a:t>
            </a:r>
            <a:r>
              <a:rPr lang="en-US" dirty="0" err="1">
                <a:solidFill>
                  <a:srgbClr val="000000">
                    <a:alpha val="100000"/>
                  </a:srgbClr>
                </a:solidFill>
                <a:ea typeface="Stapel" pitchFamily="34" charset="-122"/>
                <a:cs typeface="Stapel" pitchFamily="34" charset="-120"/>
              </a:rPr>
              <a:t>nulla</a:t>
            </a:r>
            <a:r>
              <a:rPr lang="en-US" dirty="0">
                <a:solidFill>
                  <a:srgbClr val="000000">
                    <a:alpha val="100000"/>
                  </a:srgbClr>
                </a:solidFill>
                <a:ea typeface="Stapel" pitchFamily="34" charset="-122"/>
                <a:cs typeface="Stapel" pitchFamily="34" charset="-120"/>
              </a:rPr>
              <a:t> aeterno </a:t>
            </a:r>
            <a:r>
              <a:rPr lang="en-US" dirty="0" err="1">
                <a:solidFill>
                  <a:srgbClr val="000000">
                    <a:alpha val="100000"/>
                  </a:srgbClr>
                </a:solidFill>
                <a:ea typeface="Stapel" pitchFamily="34" charset="-122"/>
                <a:cs typeface="Stapel" pitchFamily="34" charset="-120"/>
              </a:rPr>
              <a:t>deterruisset</a:t>
            </a:r>
            <a:r>
              <a:rPr lang="en-US" dirty="0">
                <a:solidFill>
                  <a:srgbClr val="000000">
                    <a:alpha val="100000"/>
                  </a:srgbClr>
                </a:solidFill>
                <a:ea typeface="Stapel" pitchFamily="34" charset="-122"/>
                <a:cs typeface="Stapel" pitchFamily="34" charset="-120"/>
              </a:rPr>
              <a:t> sed in, </a:t>
            </a:r>
            <a:r>
              <a:rPr lang="en-US" dirty="0" err="1">
                <a:solidFill>
                  <a:srgbClr val="000000">
                    <a:alpha val="100000"/>
                  </a:srgbClr>
                </a:solidFill>
                <a:ea typeface="Stapel" pitchFamily="34" charset="-122"/>
                <a:cs typeface="Stapel" pitchFamily="34" charset="-120"/>
              </a:rPr>
              <a:t>nam</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possit</a:t>
            </a:r>
            <a:r>
              <a:rPr lang="en-US" dirty="0">
                <a:solidFill>
                  <a:srgbClr val="000000">
                    <a:alpha val="100000"/>
                  </a:srgbClr>
                </a:solidFill>
                <a:ea typeface="Stapel" pitchFamily="34" charset="-122"/>
                <a:cs typeface="Stapel" pitchFamily="34" charset="-120"/>
              </a:rPr>
              <a:t> aliquip  delectus no. Lorem ipsum dolor sit </a:t>
            </a:r>
            <a:r>
              <a:rPr lang="en-US" dirty="0" err="1">
                <a:solidFill>
                  <a:srgbClr val="000000">
                    <a:alpha val="100000"/>
                  </a:srgbClr>
                </a:solidFill>
                <a:ea typeface="Stapel" pitchFamily="34" charset="-122"/>
                <a:cs typeface="Stapel" pitchFamily="34" charset="-120"/>
              </a:rPr>
              <a:t>amet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idque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iuvaret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ut</a:t>
            </a:r>
            <a:r>
              <a:rPr lang="en-US" dirty="0">
                <a:solidFill>
                  <a:srgbClr val="000000">
                    <a:alpha val="100000"/>
                  </a:srgbClr>
                </a:solidFill>
                <a:ea typeface="Stapel" pitchFamily="34" charset="-122"/>
                <a:cs typeface="Stapel" pitchFamily="34" charset="-120"/>
              </a:rPr>
              <a:t> cum. Mel </a:t>
            </a:r>
            <a:r>
              <a:rPr lang="en-US" dirty="0" err="1">
                <a:solidFill>
                  <a:srgbClr val="000000">
                    <a:alpha val="100000"/>
                  </a:srgbClr>
                </a:solidFill>
                <a:ea typeface="Stapel" pitchFamily="34" charset="-122"/>
                <a:cs typeface="Stapel" pitchFamily="34" charset="-120"/>
              </a:rPr>
              <a:t>dolores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senserit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elaboraret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eu</a:t>
            </a:r>
            <a:r>
              <a:rPr lang="en-US" dirty="0">
                <a:solidFill>
                  <a:srgbClr val="000000">
                    <a:alpha val="100000"/>
                  </a:srgbClr>
                </a:solidFill>
                <a:ea typeface="Stapel" pitchFamily="34" charset="-122"/>
                <a:cs typeface="Stapel" pitchFamily="34" charset="-120"/>
              </a:rPr>
              <a:t>. Cetero </a:t>
            </a:r>
            <a:r>
              <a:rPr lang="en-US" dirty="0" err="1">
                <a:solidFill>
                  <a:srgbClr val="000000">
                    <a:alpha val="100000"/>
                  </a:srgbClr>
                </a:solidFill>
                <a:ea typeface="Stapel" pitchFamily="34" charset="-122"/>
                <a:cs typeface="Stapel" pitchFamily="34" charset="-120"/>
              </a:rPr>
              <a:t>ceteros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invidunt</a:t>
            </a:r>
            <a:r>
              <a:rPr lang="en-US" dirty="0">
                <a:solidFill>
                  <a:srgbClr val="000000">
                    <a:alpha val="100000"/>
                  </a:srgbClr>
                </a:solidFill>
                <a:ea typeface="Stapel" pitchFamily="34" charset="-122"/>
                <a:cs typeface="Stapel" pitchFamily="34" charset="-120"/>
              </a:rPr>
              <a:t> ad his, </a:t>
            </a:r>
            <a:r>
              <a:rPr lang="en-US" dirty="0" err="1">
                <a:solidFill>
                  <a:srgbClr val="000000">
                    <a:alpha val="100000"/>
                  </a:srgbClr>
                </a:solidFill>
                <a:ea typeface="Stapel" pitchFamily="34" charset="-122"/>
                <a:cs typeface="Stapel" pitchFamily="34" charset="-120"/>
              </a:rPr>
              <a:t>habeo</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gloriatur</a:t>
            </a:r>
            <a:r>
              <a:rPr lang="en-US" dirty="0">
                <a:solidFill>
                  <a:srgbClr val="000000">
                    <a:alpha val="100000"/>
                  </a:srgbClr>
                </a:solidFill>
                <a:ea typeface="Stapel" pitchFamily="34" charset="-122"/>
                <a:cs typeface="Stapel" pitchFamily="34" charset="-120"/>
              </a:rPr>
              <a:t>  pro id, no </a:t>
            </a:r>
            <a:r>
              <a:rPr lang="en-US" dirty="0" err="1">
                <a:solidFill>
                  <a:srgbClr val="000000">
                    <a:alpha val="100000"/>
                  </a:srgbClr>
                </a:solidFill>
                <a:ea typeface="Stapel" pitchFamily="34" charset="-122"/>
                <a:cs typeface="Stapel" pitchFamily="34" charset="-120"/>
              </a:rPr>
              <a:t>vix</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omnis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denique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deleniti</a:t>
            </a:r>
            <a:r>
              <a:rPr lang="en-US" dirty="0">
                <a:solidFill>
                  <a:srgbClr val="000000">
                    <a:alpha val="100000"/>
                  </a:srgbClr>
                </a:solidFill>
                <a:ea typeface="Stapel" pitchFamily="34" charset="-122"/>
                <a:cs typeface="Stapel" pitchFamily="34" charset="-120"/>
              </a:rPr>
              <a:t>. Mea </a:t>
            </a:r>
            <a:r>
              <a:rPr lang="en-US" dirty="0" err="1">
                <a:solidFill>
                  <a:srgbClr val="000000">
                    <a:alpha val="100000"/>
                  </a:srgbClr>
                </a:solidFill>
                <a:ea typeface="Stapel" pitchFamily="34" charset="-122"/>
                <a:cs typeface="Stapel" pitchFamily="34" charset="-120"/>
              </a:rPr>
              <a:t>quando</a:t>
            </a:r>
            <a:r>
              <a:rPr lang="en-US" dirty="0">
                <a:solidFill>
                  <a:srgbClr val="000000">
                    <a:alpha val="100000"/>
                  </a:srgbClr>
                </a:solidFill>
                <a:ea typeface="Stapel" pitchFamily="34" charset="-122"/>
                <a:cs typeface="Stapel" pitchFamily="34" charset="-120"/>
              </a:rPr>
              <a:t> delectus accommodare ad, </a:t>
            </a:r>
            <a:r>
              <a:rPr lang="en-US" dirty="0" err="1">
                <a:solidFill>
                  <a:srgbClr val="000000">
                    <a:alpha val="100000"/>
                  </a:srgbClr>
                </a:solidFill>
                <a:ea typeface="Stapel" pitchFamily="34" charset="-122"/>
                <a:cs typeface="Stapel" pitchFamily="34" charset="-120"/>
              </a:rPr>
              <a:t>nulla</a:t>
            </a:r>
            <a:r>
              <a:rPr lang="en-US" dirty="0">
                <a:solidFill>
                  <a:srgbClr val="000000">
                    <a:alpha val="100000"/>
                  </a:srgbClr>
                </a:solidFill>
                <a:ea typeface="Stapel" pitchFamily="34" charset="-122"/>
                <a:cs typeface="Stapel" pitchFamily="34" charset="-120"/>
              </a:rPr>
              <a:t> aeterno </a:t>
            </a:r>
            <a:r>
              <a:rPr lang="en-US" dirty="0" err="1">
                <a:solidFill>
                  <a:srgbClr val="000000">
                    <a:alpha val="100000"/>
                  </a:srgbClr>
                </a:solidFill>
                <a:ea typeface="Stapel" pitchFamily="34" charset="-122"/>
                <a:cs typeface="Stapel" pitchFamily="34" charset="-120"/>
              </a:rPr>
              <a:t>deterruisset</a:t>
            </a:r>
            <a:r>
              <a:rPr lang="en-US" dirty="0">
                <a:solidFill>
                  <a:srgbClr val="000000">
                    <a:alpha val="100000"/>
                  </a:srgbClr>
                </a:solidFill>
                <a:ea typeface="Stapel" pitchFamily="34" charset="-122"/>
                <a:cs typeface="Stapel" pitchFamily="34" charset="-120"/>
              </a:rPr>
              <a:t> sed in, </a:t>
            </a:r>
            <a:r>
              <a:rPr lang="en-US" dirty="0" err="1">
                <a:solidFill>
                  <a:srgbClr val="000000">
                    <a:alpha val="100000"/>
                  </a:srgbClr>
                </a:solidFill>
                <a:ea typeface="Stapel" pitchFamily="34" charset="-122"/>
                <a:cs typeface="Stapel" pitchFamily="34" charset="-120"/>
              </a:rPr>
              <a:t>nam</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possit</a:t>
            </a:r>
            <a:r>
              <a:rPr lang="en-US" dirty="0">
                <a:solidFill>
                  <a:srgbClr val="000000">
                    <a:alpha val="100000"/>
                  </a:srgbClr>
                </a:solidFill>
                <a:ea typeface="Stapel" pitchFamily="34" charset="-122"/>
                <a:cs typeface="Stapel" pitchFamily="34" charset="-120"/>
              </a:rPr>
              <a:t> aliquip  delectus no.</a:t>
            </a:r>
            <a:endParaRPr lang="en-US" dirty="0"/>
          </a:p>
        </p:txBody>
      </p:sp>
      <p:sp>
        <p:nvSpPr>
          <p:cNvPr id="10" name="Текст 9">
            <a:extLst>
              <a:ext uri="{FF2B5EF4-FFF2-40B4-BE49-F238E27FC236}">
                <a16:creationId xmlns:a16="http://schemas.microsoft.com/office/drawing/2014/main" id="{48DA9ABD-F18A-697C-30F9-523D4EF7FE0E}"/>
              </a:ext>
            </a:extLst>
          </p:cNvPr>
          <p:cNvSpPr>
            <a:spLocks noGrp="1"/>
          </p:cNvSpPr>
          <p:nvPr>
            <p:ph type="body" sz="quarter" idx="100"/>
          </p:nvPr>
        </p:nvSpPr>
        <p:spPr/>
        <p:txBody>
          <a:bodyPr/>
          <a:lstStyle/>
          <a:p>
            <a:pPr>
              <a:lnSpc>
                <a:spcPts val="1760"/>
              </a:lnSpc>
            </a:pPr>
            <a:r>
              <a:rPr lang="ru-RU" dirty="0">
                <a:solidFill>
                  <a:srgbClr val="000000">
                    <a:alpha val="100000"/>
                  </a:srgbClr>
                </a:solidFill>
                <a:ea typeface="Stapel" pitchFamily="34" charset="-122"/>
                <a:cs typeface="Stapel" pitchFamily="34" charset="-120"/>
              </a:rPr>
              <a:t>Результаты проекта</a:t>
            </a:r>
            <a:endParaRPr lang="en-US" dirty="0"/>
          </a:p>
        </p:txBody>
      </p:sp>
      <p:sp>
        <p:nvSpPr>
          <p:cNvPr id="11" name="Текст 10">
            <a:extLst>
              <a:ext uri="{FF2B5EF4-FFF2-40B4-BE49-F238E27FC236}">
                <a16:creationId xmlns:a16="http://schemas.microsoft.com/office/drawing/2014/main" id="{63313C9C-9691-9E71-9A35-C1083321E993}"/>
              </a:ext>
            </a:extLst>
          </p:cNvPr>
          <p:cNvSpPr>
            <a:spLocks noGrp="1"/>
          </p:cNvSpPr>
          <p:nvPr>
            <p:ph type="body" sz="quarter" idx="101"/>
          </p:nvPr>
        </p:nvSpPr>
        <p:spPr/>
        <p:txBody>
          <a:bodyPr/>
          <a:lstStyle/>
          <a:p>
            <a:r>
              <a:rPr lang="ru-RU" dirty="0"/>
              <a:t>150+</a:t>
            </a:r>
          </a:p>
        </p:txBody>
      </p:sp>
      <p:sp>
        <p:nvSpPr>
          <p:cNvPr id="12" name="Текст 11">
            <a:extLst>
              <a:ext uri="{FF2B5EF4-FFF2-40B4-BE49-F238E27FC236}">
                <a16:creationId xmlns:a16="http://schemas.microsoft.com/office/drawing/2014/main" id="{9899F886-60CE-8A08-E743-D52626E10BFF}"/>
              </a:ext>
            </a:extLst>
          </p:cNvPr>
          <p:cNvSpPr>
            <a:spLocks noGrp="1"/>
          </p:cNvSpPr>
          <p:nvPr>
            <p:ph type="body" sz="quarter" idx="102"/>
          </p:nvPr>
        </p:nvSpPr>
        <p:spPr/>
        <p:txBody>
          <a:bodyPr/>
          <a:lstStyle/>
          <a:p>
            <a:r>
              <a:rPr lang="ru-RU" dirty="0"/>
              <a:t>Кастомных отчетов</a:t>
            </a:r>
          </a:p>
        </p:txBody>
      </p:sp>
      <p:sp>
        <p:nvSpPr>
          <p:cNvPr id="13" name="Текст 12">
            <a:extLst>
              <a:ext uri="{FF2B5EF4-FFF2-40B4-BE49-F238E27FC236}">
                <a16:creationId xmlns:a16="http://schemas.microsoft.com/office/drawing/2014/main" id="{EA913E4A-C462-2691-CD0D-49AED4B77D43}"/>
              </a:ext>
            </a:extLst>
          </p:cNvPr>
          <p:cNvSpPr>
            <a:spLocks noGrp="1"/>
          </p:cNvSpPr>
          <p:nvPr>
            <p:ph type="body" sz="quarter" idx="103"/>
          </p:nvPr>
        </p:nvSpPr>
        <p:spPr/>
        <p:txBody>
          <a:bodyPr/>
          <a:lstStyle/>
          <a:p>
            <a:r>
              <a:rPr lang="ru-RU" dirty="0"/>
              <a:t>80+</a:t>
            </a:r>
          </a:p>
        </p:txBody>
      </p:sp>
      <p:sp>
        <p:nvSpPr>
          <p:cNvPr id="14" name="Текст 13">
            <a:extLst>
              <a:ext uri="{FF2B5EF4-FFF2-40B4-BE49-F238E27FC236}">
                <a16:creationId xmlns:a16="http://schemas.microsoft.com/office/drawing/2014/main" id="{83F27CB1-FCAC-59D8-8D1B-D6B655F9961F}"/>
              </a:ext>
            </a:extLst>
          </p:cNvPr>
          <p:cNvSpPr>
            <a:spLocks noGrp="1"/>
          </p:cNvSpPr>
          <p:nvPr>
            <p:ph type="body" sz="quarter" idx="104"/>
          </p:nvPr>
        </p:nvSpPr>
        <p:spPr/>
        <p:txBody>
          <a:bodyPr/>
          <a:lstStyle/>
          <a:p>
            <a:r>
              <a:rPr lang="ru-RU" dirty="0"/>
              <a:t>Интеграций</a:t>
            </a:r>
          </a:p>
        </p:txBody>
      </p:sp>
      <p:sp>
        <p:nvSpPr>
          <p:cNvPr id="15" name="Текст 14">
            <a:extLst>
              <a:ext uri="{FF2B5EF4-FFF2-40B4-BE49-F238E27FC236}">
                <a16:creationId xmlns:a16="http://schemas.microsoft.com/office/drawing/2014/main" id="{5341CEFA-1502-BB1C-D562-E78414F55278}"/>
              </a:ext>
            </a:extLst>
          </p:cNvPr>
          <p:cNvSpPr>
            <a:spLocks noGrp="1"/>
          </p:cNvSpPr>
          <p:nvPr>
            <p:ph type="body" sz="quarter" idx="105"/>
          </p:nvPr>
        </p:nvSpPr>
        <p:spPr/>
        <p:txBody>
          <a:bodyPr/>
          <a:lstStyle/>
          <a:p>
            <a:r>
              <a:rPr lang="ru-RU" dirty="0"/>
              <a:t>16 000+</a:t>
            </a:r>
          </a:p>
        </p:txBody>
      </p:sp>
      <p:sp>
        <p:nvSpPr>
          <p:cNvPr id="16" name="Текст 15">
            <a:extLst>
              <a:ext uri="{FF2B5EF4-FFF2-40B4-BE49-F238E27FC236}">
                <a16:creationId xmlns:a16="http://schemas.microsoft.com/office/drawing/2014/main" id="{702CE0AA-B98A-D8E7-B4C3-C1FFFAF0B2A8}"/>
              </a:ext>
            </a:extLst>
          </p:cNvPr>
          <p:cNvSpPr>
            <a:spLocks noGrp="1"/>
          </p:cNvSpPr>
          <p:nvPr>
            <p:ph type="body" sz="quarter" idx="106"/>
          </p:nvPr>
        </p:nvSpPr>
        <p:spPr/>
        <p:txBody>
          <a:bodyPr/>
          <a:lstStyle/>
          <a:p>
            <a:r>
              <a:rPr lang="ru-RU" dirty="0"/>
              <a:t>Сотрудников и физлиц</a:t>
            </a:r>
          </a:p>
        </p:txBody>
      </p:sp>
      <p:sp>
        <p:nvSpPr>
          <p:cNvPr id="17" name="Текст 16">
            <a:extLst>
              <a:ext uri="{FF2B5EF4-FFF2-40B4-BE49-F238E27FC236}">
                <a16:creationId xmlns:a16="http://schemas.microsoft.com/office/drawing/2014/main" id="{400CF6AA-5A16-59D7-9685-5A7999256F70}"/>
              </a:ext>
            </a:extLst>
          </p:cNvPr>
          <p:cNvSpPr>
            <a:spLocks noGrp="1"/>
          </p:cNvSpPr>
          <p:nvPr>
            <p:ph type="body" sz="quarter" idx="107"/>
          </p:nvPr>
        </p:nvSpPr>
        <p:spPr/>
        <p:txBody>
          <a:bodyPr/>
          <a:lstStyle/>
          <a:p>
            <a:r>
              <a:rPr lang="ru-RU" dirty="0"/>
              <a:t>60+</a:t>
            </a:r>
          </a:p>
        </p:txBody>
      </p:sp>
      <p:sp>
        <p:nvSpPr>
          <p:cNvPr id="18" name="Текст 17">
            <a:extLst>
              <a:ext uri="{FF2B5EF4-FFF2-40B4-BE49-F238E27FC236}">
                <a16:creationId xmlns:a16="http://schemas.microsoft.com/office/drawing/2014/main" id="{F4E474D2-A040-6D6E-9936-1753042E7ADD}"/>
              </a:ext>
            </a:extLst>
          </p:cNvPr>
          <p:cNvSpPr>
            <a:spLocks noGrp="1"/>
          </p:cNvSpPr>
          <p:nvPr>
            <p:ph type="body" sz="quarter" idx="108"/>
          </p:nvPr>
        </p:nvSpPr>
        <p:spPr/>
        <p:txBody>
          <a:bodyPr/>
          <a:lstStyle/>
          <a:p>
            <a:r>
              <a:rPr lang="ru-RU" dirty="0"/>
              <a:t>Юридических лиц в орг. периметре</a:t>
            </a:r>
          </a:p>
        </p:txBody>
      </p:sp>
      <p:sp>
        <p:nvSpPr>
          <p:cNvPr id="20" name="Текст 19">
            <a:extLst>
              <a:ext uri="{FF2B5EF4-FFF2-40B4-BE49-F238E27FC236}">
                <a16:creationId xmlns:a16="http://schemas.microsoft.com/office/drawing/2014/main" id="{8835224F-27FD-0654-7D73-991DCBA88A72}"/>
              </a:ext>
            </a:extLst>
          </p:cNvPr>
          <p:cNvSpPr>
            <a:spLocks noGrp="1"/>
          </p:cNvSpPr>
          <p:nvPr>
            <p:ph type="body" sz="quarter" idx="41"/>
          </p:nvPr>
        </p:nvSpPr>
        <p:spPr>
          <a:xfrm>
            <a:off x="352684" y="1814808"/>
            <a:ext cx="4555218" cy="1292662"/>
          </a:xfrm>
        </p:spPr>
        <p:txBody>
          <a:bodyPr/>
          <a:lstStyle/>
          <a:p>
            <a:r>
              <a:rPr lang="ru-RU" dirty="0"/>
              <a:t>Заголовок в одну или несколько строк с описанием сути кейса</a:t>
            </a:r>
          </a:p>
        </p:txBody>
      </p:sp>
    </p:spTree>
    <p:extLst>
      <p:ext uri="{BB962C8B-B14F-4D97-AF65-F5344CB8AC3E}">
        <p14:creationId xmlns:p14="http://schemas.microsoft.com/office/powerpoint/2010/main" val="283064611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a:extLst>
              <a:ext uri="{FF2B5EF4-FFF2-40B4-BE49-F238E27FC236}">
                <a16:creationId xmlns:a16="http://schemas.microsoft.com/office/drawing/2014/main" id="{A61F0992-A2BF-64EB-BBF0-C8CF4952B702}"/>
              </a:ext>
            </a:extLst>
          </p:cNvPr>
          <p:cNvPicPr>
            <a:picLocks noGrp="1" noChangeAspect="1"/>
          </p:cNvPicPr>
          <p:nvPr>
            <p:ph type="pic" sz="quarter" idx="109"/>
          </p:nvPr>
        </p:nvPicPr>
        <p:blipFill>
          <a:blip r:embed="rId2" cstate="screen">
            <a:extLst>
              <a:ext uri="{28A0092B-C50C-407E-A947-70E740481C1C}">
                <a14:useLocalDpi xmlns:a14="http://schemas.microsoft.com/office/drawing/2010/main"/>
              </a:ext>
            </a:extLst>
          </a:blip>
          <a:srcRect/>
          <a:stretch/>
        </p:blipFill>
        <p:spPr>
          <a:xfrm>
            <a:off x="0" y="1588"/>
            <a:ext cx="6045200" cy="6856412"/>
          </a:xfrm>
        </p:spPr>
      </p:pic>
      <p:sp>
        <p:nvSpPr>
          <p:cNvPr id="3" name="Номер слайда 2">
            <a:extLst>
              <a:ext uri="{FF2B5EF4-FFF2-40B4-BE49-F238E27FC236}">
                <a16:creationId xmlns:a16="http://schemas.microsoft.com/office/drawing/2014/main" id="{8314A73B-908D-CF7E-59BA-0907F320D16F}"/>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91</a:t>
            </a:fld>
            <a:endParaRPr lang="ru-RU" dirty="0"/>
          </a:p>
        </p:txBody>
      </p:sp>
      <p:sp>
        <p:nvSpPr>
          <p:cNvPr id="5" name="Текст 4">
            <a:extLst>
              <a:ext uri="{FF2B5EF4-FFF2-40B4-BE49-F238E27FC236}">
                <a16:creationId xmlns:a16="http://schemas.microsoft.com/office/drawing/2014/main" id="{26327261-8E53-CC70-A2A7-1F5AC1AF2223}"/>
              </a:ext>
            </a:extLst>
          </p:cNvPr>
          <p:cNvSpPr>
            <a:spLocks noGrp="1"/>
          </p:cNvSpPr>
          <p:nvPr>
            <p:ph type="body" sz="quarter" idx="42"/>
          </p:nvPr>
        </p:nvSpPr>
        <p:spPr>
          <a:xfrm>
            <a:off x="6400800" y="1387475"/>
            <a:ext cx="3432175" cy="203200"/>
          </a:xfrm>
        </p:spPr>
        <p:txBody>
          <a:bodyPr/>
          <a:lstStyle/>
          <a:p>
            <a:r>
              <a:rPr lang="ru-RU" dirty="0"/>
              <a:t>Проблема клиента</a:t>
            </a:r>
            <a:endParaRPr lang="en-US" dirty="0"/>
          </a:p>
        </p:txBody>
      </p:sp>
      <p:sp>
        <p:nvSpPr>
          <p:cNvPr id="27" name="Текст 26">
            <a:extLst>
              <a:ext uri="{FF2B5EF4-FFF2-40B4-BE49-F238E27FC236}">
                <a16:creationId xmlns:a16="http://schemas.microsoft.com/office/drawing/2014/main" id="{BB8BAC84-B6B4-80A0-5B08-0F425FC9D2AB}"/>
              </a:ext>
            </a:extLst>
          </p:cNvPr>
          <p:cNvSpPr>
            <a:spLocks noGrp="1"/>
          </p:cNvSpPr>
          <p:nvPr>
            <p:ph type="body" sz="quarter" idx="97"/>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p:txBody>
      </p:sp>
      <p:sp>
        <p:nvSpPr>
          <p:cNvPr id="26" name="Текст 25">
            <a:extLst>
              <a:ext uri="{FF2B5EF4-FFF2-40B4-BE49-F238E27FC236}">
                <a16:creationId xmlns:a16="http://schemas.microsoft.com/office/drawing/2014/main" id="{6F445FF0-F63F-4FDB-5E4A-60C2FDE9B170}"/>
              </a:ext>
            </a:extLst>
          </p:cNvPr>
          <p:cNvSpPr>
            <a:spLocks noGrp="1"/>
          </p:cNvSpPr>
          <p:nvPr>
            <p:ph type="body" sz="quarter" idx="47"/>
          </p:nvPr>
        </p:nvSpPr>
        <p:spPr/>
        <p:txBody>
          <a:bodyPr/>
          <a:lstStyle/>
          <a:p>
            <a:r>
              <a:rPr lang="en-US" dirty="0">
                <a:solidFill>
                  <a:srgbClr val="000000">
                    <a:alpha val="100000"/>
                  </a:srgbClr>
                </a:solidFill>
                <a:ea typeface="Stapel" pitchFamily="34" charset="-122"/>
                <a:cs typeface="Stapel" pitchFamily="34" charset="-120"/>
              </a:rPr>
              <a:t>Lorem ipsum dolor sit </a:t>
            </a:r>
            <a:r>
              <a:rPr lang="en-US" dirty="0" err="1">
                <a:solidFill>
                  <a:srgbClr val="000000">
                    <a:alpha val="100000"/>
                  </a:srgbClr>
                </a:solidFill>
                <a:ea typeface="Stapel" pitchFamily="34" charset="-122"/>
                <a:cs typeface="Stapel" pitchFamily="34" charset="-120"/>
              </a:rPr>
              <a:t>amet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idque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iuvaret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ut</a:t>
            </a:r>
            <a:r>
              <a:rPr lang="en-US" dirty="0">
                <a:solidFill>
                  <a:srgbClr val="000000">
                    <a:alpha val="100000"/>
                  </a:srgbClr>
                </a:solidFill>
                <a:ea typeface="Stapel" pitchFamily="34" charset="-122"/>
                <a:cs typeface="Stapel" pitchFamily="34" charset="-120"/>
              </a:rPr>
              <a:t> cum. Mel </a:t>
            </a:r>
            <a:r>
              <a:rPr lang="en-US" dirty="0" err="1">
                <a:solidFill>
                  <a:srgbClr val="000000">
                    <a:alpha val="100000"/>
                  </a:srgbClr>
                </a:solidFill>
                <a:ea typeface="Stapel" pitchFamily="34" charset="-122"/>
                <a:cs typeface="Stapel" pitchFamily="34" charset="-120"/>
              </a:rPr>
              <a:t>dolores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senserit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elaboraret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eu</a:t>
            </a:r>
            <a:r>
              <a:rPr lang="en-US" dirty="0">
                <a:solidFill>
                  <a:srgbClr val="000000">
                    <a:alpha val="100000"/>
                  </a:srgbClr>
                </a:solidFill>
                <a:ea typeface="Stapel" pitchFamily="34" charset="-122"/>
                <a:cs typeface="Stapel" pitchFamily="34" charset="-120"/>
              </a:rPr>
              <a:t>. Cetero </a:t>
            </a:r>
            <a:r>
              <a:rPr lang="en-US" dirty="0" err="1">
                <a:solidFill>
                  <a:srgbClr val="000000">
                    <a:alpha val="100000"/>
                  </a:srgbClr>
                </a:solidFill>
                <a:ea typeface="Stapel" pitchFamily="34" charset="-122"/>
                <a:cs typeface="Stapel" pitchFamily="34" charset="-120"/>
              </a:rPr>
              <a:t>ceteros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invidunt</a:t>
            </a:r>
            <a:r>
              <a:rPr lang="en-US" dirty="0">
                <a:solidFill>
                  <a:srgbClr val="000000">
                    <a:alpha val="100000"/>
                  </a:srgbClr>
                </a:solidFill>
                <a:ea typeface="Stapel" pitchFamily="34" charset="-122"/>
                <a:cs typeface="Stapel" pitchFamily="34" charset="-120"/>
              </a:rPr>
              <a:t> ad his, </a:t>
            </a:r>
            <a:r>
              <a:rPr lang="en-US" dirty="0" err="1">
                <a:solidFill>
                  <a:srgbClr val="000000">
                    <a:alpha val="100000"/>
                  </a:srgbClr>
                </a:solidFill>
                <a:ea typeface="Stapel" pitchFamily="34" charset="-122"/>
                <a:cs typeface="Stapel" pitchFamily="34" charset="-120"/>
              </a:rPr>
              <a:t>habeo</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gloriatur</a:t>
            </a:r>
            <a:r>
              <a:rPr lang="en-US" dirty="0">
                <a:solidFill>
                  <a:srgbClr val="000000">
                    <a:alpha val="100000"/>
                  </a:srgbClr>
                </a:solidFill>
                <a:ea typeface="Stapel" pitchFamily="34" charset="-122"/>
                <a:cs typeface="Stapel" pitchFamily="34" charset="-120"/>
              </a:rPr>
              <a:t>  pro id, no </a:t>
            </a:r>
            <a:r>
              <a:rPr lang="en-US" dirty="0" err="1">
                <a:solidFill>
                  <a:srgbClr val="000000">
                    <a:alpha val="100000"/>
                  </a:srgbClr>
                </a:solidFill>
                <a:ea typeface="Stapel" pitchFamily="34" charset="-122"/>
                <a:cs typeface="Stapel" pitchFamily="34" charset="-120"/>
              </a:rPr>
              <a:t>vix</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omnis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denique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deleniti</a:t>
            </a:r>
            <a:r>
              <a:rPr lang="en-US" dirty="0">
                <a:solidFill>
                  <a:srgbClr val="000000">
                    <a:alpha val="100000"/>
                  </a:srgbClr>
                </a:solidFill>
                <a:ea typeface="Stapel" pitchFamily="34" charset="-122"/>
                <a:cs typeface="Stapel" pitchFamily="34" charset="-120"/>
              </a:rPr>
              <a:t>. Mea </a:t>
            </a:r>
            <a:r>
              <a:rPr lang="en-US" dirty="0" err="1">
                <a:solidFill>
                  <a:srgbClr val="000000">
                    <a:alpha val="100000"/>
                  </a:srgbClr>
                </a:solidFill>
                <a:ea typeface="Stapel" pitchFamily="34" charset="-122"/>
                <a:cs typeface="Stapel" pitchFamily="34" charset="-120"/>
              </a:rPr>
              <a:t>quando</a:t>
            </a:r>
            <a:r>
              <a:rPr lang="en-US" dirty="0">
                <a:solidFill>
                  <a:srgbClr val="000000">
                    <a:alpha val="100000"/>
                  </a:srgbClr>
                </a:solidFill>
                <a:ea typeface="Stapel" pitchFamily="34" charset="-122"/>
                <a:cs typeface="Stapel" pitchFamily="34" charset="-120"/>
              </a:rPr>
              <a:t> delectus accommodare ad, </a:t>
            </a:r>
            <a:r>
              <a:rPr lang="en-US" dirty="0" err="1">
                <a:solidFill>
                  <a:srgbClr val="000000">
                    <a:alpha val="100000"/>
                  </a:srgbClr>
                </a:solidFill>
                <a:ea typeface="Stapel" pitchFamily="34" charset="-122"/>
                <a:cs typeface="Stapel" pitchFamily="34" charset="-120"/>
              </a:rPr>
              <a:t>nulla</a:t>
            </a:r>
            <a:r>
              <a:rPr lang="en-US" dirty="0">
                <a:solidFill>
                  <a:srgbClr val="000000">
                    <a:alpha val="100000"/>
                  </a:srgbClr>
                </a:solidFill>
                <a:ea typeface="Stapel" pitchFamily="34" charset="-122"/>
                <a:cs typeface="Stapel" pitchFamily="34" charset="-120"/>
              </a:rPr>
              <a:t> aeterno </a:t>
            </a:r>
            <a:r>
              <a:rPr lang="en-US" dirty="0" err="1">
                <a:solidFill>
                  <a:srgbClr val="000000">
                    <a:alpha val="100000"/>
                  </a:srgbClr>
                </a:solidFill>
                <a:ea typeface="Stapel" pitchFamily="34" charset="-122"/>
                <a:cs typeface="Stapel" pitchFamily="34" charset="-120"/>
              </a:rPr>
              <a:t>deterruisset</a:t>
            </a:r>
            <a:r>
              <a:rPr lang="en-US" dirty="0">
                <a:solidFill>
                  <a:srgbClr val="000000">
                    <a:alpha val="100000"/>
                  </a:srgbClr>
                </a:solidFill>
                <a:ea typeface="Stapel" pitchFamily="34" charset="-122"/>
                <a:cs typeface="Stapel" pitchFamily="34" charset="-120"/>
              </a:rPr>
              <a:t> sed in, </a:t>
            </a:r>
            <a:r>
              <a:rPr lang="en-US" dirty="0" err="1">
                <a:solidFill>
                  <a:srgbClr val="000000">
                    <a:alpha val="100000"/>
                  </a:srgbClr>
                </a:solidFill>
                <a:ea typeface="Stapel" pitchFamily="34" charset="-122"/>
                <a:cs typeface="Stapel" pitchFamily="34" charset="-120"/>
              </a:rPr>
              <a:t>nam</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possit</a:t>
            </a:r>
            <a:r>
              <a:rPr lang="en-US" dirty="0">
                <a:solidFill>
                  <a:srgbClr val="000000">
                    <a:alpha val="100000"/>
                  </a:srgbClr>
                </a:solidFill>
                <a:ea typeface="Stapel" pitchFamily="34" charset="-122"/>
                <a:cs typeface="Stapel" pitchFamily="34" charset="-120"/>
              </a:rPr>
              <a:t> aliquip  delectus no. Lorem ipsum dolor sit </a:t>
            </a:r>
            <a:r>
              <a:rPr lang="en-US" dirty="0" err="1">
                <a:solidFill>
                  <a:srgbClr val="000000">
                    <a:alpha val="100000"/>
                  </a:srgbClr>
                </a:solidFill>
                <a:ea typeface="Stapel" pitchFamily="34" charset="-122"/>
                <a:cs typeface="Stapel" pitchFamily="34" charset="-120"/>
              </a:rPr>
              <a:t>amet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idque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iuvaret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ut</a:t>
            </a:r>
            <a:r>
              <a:rPr lang="en-US" dirty="0">
                <a:solidFill>
                  <a:srgbClr val="000000">
                    <a:alpha val="100000"/>
                  </a:srgbClr>
                </a:solidFill>
                <a:ea typeface="Stapel" pitchFamily="34" charset="-122"/>
                <a:cs typeface="Stapel" pitchFamily="34" charset="-120"/>
              </a:rPr>
              <a:t> cum. Mel </a:t>
            </a:r>
            <a:r>
              <a:rPr lang="en-US" dirty="0" err="1">
                <a:solidFill>
                  <a:srgbClr val="000000">
                    <a:alpha val="100000"/>
                  </a:srgbClr>
                </a:solidFill>
                <a:ea typeface="Stapel" pitchFamily="34" charset="-122"/>
                <a:cs typeface="Stapel" pitchFamily="34" charset="-120"/>
              </a:rPr>
              <a:t>dolores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senserit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elaboraret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eu</a:t>
            </a:r>
            <a:r>
              <a:rPr lang="en-US" dirty="0">
                <a:solidFill>
                  <a:srgbClr val="000000">
                    <a:alpha val="100000"/>
                  </a:srgbClr>
                </a:solidFill>
                <a:ea typeface="Stapel" pitchFamily="34" charset="-122"/>
                <a:cs typeface="Stapel" pitchFamily="34" charset="-120"/>
              </a:rPr>
              <a:t>. Cetero </a:t>
            </a:r>
            <a:r>
              <a:rPr lang="en-US" dirty="0" err="1">
                <a:solidFill>
                  <a:srgbClr val="000000">
                    <a:alpha val="100000"/>
                  </a:srgbClr>
                </a:solidFill>
                <a:ea typeface="Stapel" pitchFamily="34" charset="-122"/>
                <a:cs typeface="Stapel" pitchFamily="34" charset="-120"/>
              </a:rPr>
              <a:t>ceteros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invidunt</a:t>
            </a:r>
            <a:r>
              <a:rPr lang="en-US" dirty="0">
                <a:solidFill>
                  <a:srgbClr val="000000">
                    <a:alpha val="100000"/>
                  </a:srgbClr>
                </a:solidFill>
                <a:ea typeface="Stapel" pitchFamily="34" charset="-122"/>
                <a:cs typeface="Stapel" pitchFamily="34" charset="-120"/>
              </a:rPr>
              <a:t> ad his, </a:t>
            </a:r>
            <a:r>
              <a:rPr lang="en-US" dirty="0" err="1">
                <a:solidFill>
                  <a:srgbClr val="000000">
                    <a:alpha val="100000"/>
                  </a:srgbClr>
                </a:solidFill>
                <a:ea typeface="Stapel" pitchFamily="34" charset="-122"/>
                <a:cs typeface="Stapel" pitchFamily="34" charset="-120"/>
              </a:rPr>
              <a:t>habeo</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gloriatur</a:t>
            </a:r>
            <a:r>
              <a:rPr lang="en-US" dirty="0">
                <a:solidFill>
                  <a:srgbClr val="000000">
                    <a:alpha val="100000"/>
                  </a:srgbClr>
                </a:solidFill>
                <a:ea typeface="Stapel" pitchFamily="34" charset="-122"/>
                <a:cs typeface="Stapel" pitchFamily="34" charset="-120"/>
              </a:rPr>
              <a:t>  pro id, no </a:t>
            </a:r>
            <a:r>
              <a:rPr lang="en-US" dirty="0" err="1">
                <a:solidFill>
                  <a:srgbClr val="000000">
                    <a:alpha val="100000"/>
                  </a:srgbClr>
                </a:solidFill>
                <a:ea typeface="Stapel" pitchFamily="34" charset="-122"/>
                <a:cs typeface="Stapel" pitchFamily="34" charset="-120"/>
              </a:rPr>
              <a:t>vix</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omnis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denique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deleniti</a:t>
            </a:r>
            <a:r>
              <a:rPr lang="en-US" dirty="0">
                <a:solidFill>
                  <a:srgbClr val="000000">
                    <a:alpha val="100000"/>
                  </a:srgbClr>
                </a:solidFill>
                <a:ea typeface="Stapel" pitchFamily="34" charset="-122"/>
                <a:cs typeface="Stapel" pitchFamily="34" charset="-120"/>
              </a:rPr>
              <a:t>. Mea </a:t>
            </a:r>
            <a:r>
              <a:rPr lang="en-US" dirty="0" err="1">
                <a:solidFill>
                  <a:srgbClr val="000000">
                    <a:alpha val="100000"/>
                  </a:srgbClr>
                </a:solidFill>
                <a:ea typeface="Stapel" pitchFamily="34" charset="-122"/>
                <a:cs typeface="Stapel" pitchFamily="34" charset="-120"/>
              </a:rPr>
              <a:t>quando</a:t>
            </a:r>
            <a:r>
              <a:rPr lang="en-US" dirty="0">
                <a:solidFill>
                  <a:srgbClr val="000000">
                    <a:alpha val="100000"/>
                  </a:srgbClr>
                </a:solidFill>
                <a:ea typeface="Stapel" pitchFamily="34" charset="-122"/>
                <a:cs typeface="Stapel" pitchFamily="34" charset="-120"/>
              </a:rPr>
              <a:t> delectus accommodare ad, </a:t>
            </a:r>
            <a:r>
              <a:rPr lang="en-US" dirty="0" err="1">
                <a:solidFill>
                  <a:srgbClr val="000000">
                    <a:alpha val="100000"/>
                  </a:srgbClr>
                </a:solidFill>
                <a:ea typeface="Stapel" pitchFamily="34" charset="-122"/>
                <a:cs typeface="Stapel" pitchFamily="34" charset="-120"/>
              </a:rPr>
              <a:t>nulla</a:t>
            </a:r>
            <a:r>
              <a:rPr lang="en-US" dirty="0">
                <a:solidFill>
                  <a:srgbClr val="000000">
                    <a:alpha val="100000"/>
                  </a:srgbClr>
                </a:solidFill>
                <a:ea typeface="Stapel" pitchFamily="34" charset="-122"/>
                <a:cs typeface="Stapel" pitchFamily="34" charset="-120"/>
              </a:rPr>
              <a:t> aeterno </a:t>
            </a:r>
            <a:r>
              <a:rPr lang="en-US" dirty="0" err="1">
                <a:solidFill>
                  <a:srgbClr val="000000">
                    <a:alpha val="100000"/>
                  </a:srgbClr>
                </a:solidFill>
                <a:ea typeface="Stapel" pitchFamily="34" charset="-122"/>
                <a:cs typeface="Stapel" pitchFamily="34" charset="-120"/>
              </a:rPr>
              <a:t>deterruisset</a:t>
            </a:r>
            <a:r>
              <a:rPr lang="en-US" dirty="0">
                <a:solidFill>
                  <a:srgbClr val="000000">
                    <a:alpha val="100000"/>
                  </a:srgbClr>
                </a:solidFill>
                <a:ea typeface="Stapel" pitchFamily="34" charset="-122"/>
                <a:cs typeface="Stapel" pitchFamily="34" charset="-120"/>
              </a:rPr>
              <a:t> sed in, </a:t>
            </a:r>
            <a:r>
              <a:rPr lang="en-US" dirty="0" err="1">
                <a:solidFill>
                  <a:srgbClr val="000000">
                    <a:alpha val="100000"/>
                  </a:srgbClr>
                </a:solidFill>
                <a:ea typeface="Stapel" pitchFamily="34" charset="-122"/>
                <a:cs typeface="Stapel" pitchFamily="34" charset="-120"/>
              </a:rPr>
              <a:t>nam</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possit</a:t>
            </a:r>
            <a:r>
              <a:rPr lang="en-US" dirty="0">
                <a:solidFill>
                  <a:srgbClr val="000000">
                    <a:alpha val="100000"/>
                  </a:srgbClr>
                </a:solidFill>
                <a:ea typeface="Stapel" pitchFamily="34" charset="-122"/>
                <a:cs typeface="Stapel" pitchFamily="34" charset="-120"/>
              </a:rPr>
              <a:t> aliquip  delectus no.</a:t>
            </a:r>
            <a:endParaRPr lang="en-US" dirty="0"/>
          </a:p>
        </p:txBody>
      </p:sp>
      <p:sp>
        <p:nvSpPr>
          <p:cNvPr id="28" name="Текст 27">
            <a:extLst>
              <a:ext uri="{FF2B5EF4-FFF2-40B4-BE49-F238E27FC236}">
                <a16:creationId xmlns:a16="http://schemas.microsoft.com/office/drawing/2014/main" id="{4F984F1D-AC18-6A09-040D-3A88B26EFDAE}"/>
              </a:ext>
            </a:extLst>
          </p:cNvPr>
          <p:cNvSpPr>
            <a:spLocks noGrp="1"/>
          </p:cNvSpPr>
          <p:nvPr>
            <p:ph type="body" sz="quarter" idx="98"/>
          </p:nvPr>
        </p:nvSpPr>
        <p:spPr/>
        <p:txBody>
          <a:bodyPr/>
          <a:lstStyle/>
          <a:p>
            <a:pPr>
              <a:lnSpc>
                <a:spcPts val="1760"/>
              </a:lnSpc>
            </a:pPr>
            <a:r>
              <a:rPr lang="ru-RU" dirty="0">
                <a:solidFill>
                  <a:srgbClr val="000000">
                    <a:alpha val="100000"/>
                  </a:srgbClr>
                </a:solidFill>
                <a:ea typeface="Stapel" pitchFamily="34" charset="-122"/>
                <a:cs typeface="Stapel" pitchFamily="34" charset="-120"/>
              </a:rPr>
              <a:t>Наше решение</a:t>
            </a:r>
            <a:endParaRPr lang="en-US" dirty="0"/>
          </a:p>
        </p:txBody>
      </p:sp>
      <p:sp>
        <p:nvSpPr>
          <p:cNvPr id="29" name="Текст 28">
            <a:extLst>
              <a:ext uri="{FF2B5EF4-FFF2-40B4-BE49-F238E27FC236}">
                <a16:creationId xmlns:a16="http://schemas.microsoft.com/office/drawing/2014/main" id="{0C455EE1-AEF1-90E1-D328-A03B0DC70368}"/>
              </a:ext>
            </a:extLst>
          </p:cNvPr>
          <p:cNvSpPr>
            <a:spLocks noGrp="1"/>
          </p:cNvSpPr>
          <p:nvPr>
            <p:ph type="body" sz="quarter" idx="99"/>
          </p:nvPr>
        </p:nvSpPr>
        <p:spPr/>
        <p:txBody>
          <a:bodyPr/>
          <a:lstStyle/>
          <a:p>
            <a:r>
              <a:rPr lang="en-US" dirty="0">
                <a:solidFill>
                  <a:srgbClr val="000000">
                    <a:alpha val="100000"/>
                  </a:srgbClr>
                </a:solidFill>
                <a:ea typeface="Stapel" pitchFamily="34" charset="-122"/>
                <a:cs typeface="Stapel" pitchFamily="34" charset="-120"/>
              </a:rPr>
              <a:t>Lorem ipsum dolor sit </a:t>
            </a:r>
            <a:r>
              <a:rPr lang="en-US" dirty="0" err="1">
                <a:solidFill>
                  <a:srgbClr val="000000">
                    <a:alpha val="100000"/>
                  </a:srgbClr>
                </a:solidFill>
                <a:ea typeface="Stapel" pitchFamily="34" charset="-122"/>
                <a:cs typeface="Stapel" pitchFamily="34" charset="-120"/>
              </a:rPr>
              <a:t>amet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idque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iuvaret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ut</a:t>
            </a:r>
            <a:r>
              <a:rPr lang="en-US" dirty="0">
                <a:solidFill>
                  <a:srgbClr val="000000">
                    <a:alpha val="100000"/>
                  </a:srgbClr>
                </a:solidFill>
                <a:ea typeface="Stapel" pitchFamily="34" charset="-122"/>
                <a:cs typeface="Stapel" pitchFamily="34" charset="-120"/>
              </a:rPr>
              <a:t> cum. Mel </a:t>
            </a:r>
            <a:r>
              <a:rPr lang="en-US" dirty="0" err="1">
                <a:solidFill>
                  <a:srgbClr val="000000">
                    <a:alpha val="100000"/>
                  </a:srgbClr>
                </a:solidFill>
                <a:ea typeface="Stapel" pitchFamily="34" charset="-122"/>
                <a:cs typeface="Stapel" pitchFamily="34" charset="-120"/>
              </a:rPr>
              <a:t>dolores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senserit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elaboraret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eu</a:t>
            </a:r>
            <a:r>
              <a:rPr lang="en-US" dirty="0">
                <a:solidFill>
                  <a:srgbClr val="000000">
                    <a:alpha val="100000"/>
                  </a:srgbClr>
                </a:solidFill>
                <a:ea typeface="Stapel" pitchFamily="34" charset="-122"/>
                <a:cs typeface="Stapel" pitchFamily="34" charset="-120"/>
              </a:rPr>
              <a:t>. Cetero </a:t>
            </a:r>
            <a:r>
              <a:rPr lang="en-US" dirty="0" err="1">
                <a:solidFill>
                  <a:srgbClr val="000000">
                    <a:alpha val="100000"/>
                  </a:srgbClr>
                </a:solidFill>
                <a:ea typeface="Stapel" pitchFamily="34" charset="-122"/>
                <a:cs typeface="Stapel" pitchFamily="34" charset="-120"/>
              </a:rPr>
              <a:t>ceteros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invidunt</a:t>
            </a:r>
            <a:r>
              <a:rPr lang="en-US" dirty="0">
                <a:solidFill>
                  <a:srgbClr val="000000">
                    <a:alpha val="100000"/>
                  </a:srgbClr>
                </a:solidFill>
                <a:ea typeface="Stapel" pitchFamily="34" charset="-122"/>
                <a:cs typeface="Stapel" pitchFamily="34" charset="-120"/>
              </a:rPr>
              <a:t> ad his, </a:t>
            </a:r>
            <a:r>
              <a:rPr lang="en-US" dirty="0" err="1">
                <a:solidFill>
                  <a:srgbClr val="000000">
                    <a:alpha val="100000"/>
                  </a:srgbClr>
                </a:solidFill>
                <a:ea typeface="Stapel" pitchFamily="34" charset="-122"/>
                <a:cs typeface="Stapel" pitchFamily="34" charset="-120"/>
              </a:rPr>
              <a:t>habeo</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gloriatur</a:t>
            </a:r>
            <a:r>
              <a:rPr lang="en-US" dirty="0">
                <a:solidFill>
                  <a:srgbClr val="000000">
                    <a:alpha val="100000"/>
                  </a:srgbClr>
                </a:solidFill>
                <a:ea typeface="Stapel" pitchFamily="34" charset="-122"/>
                <a:cs typeface="Stapel" pitchFamily="34" charset="-120"/>
              </a:rPr>
              <a:t>  pro id, no </a:t>
            </a:r>
            <a:r>
              <a:rPr lang="en-US" dirty="0" err="1">
                <a:solidFill>
                  <a:srgbClr val="000000">
                    <a:alpha val="100000"/>
                  </a:srgbClr>
                </a:solidFill>
                <a:ea typeface="Stapel" pitchFamily="34" charset="-122"/>
                <a:cs typeface="Stapel" pitchFamily="34" charset="-120"/>
              </a:rPr>
              <a:t>vix</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omnis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denique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deleniti</a:t>
            </a:r>
            <a:r>
              <a:rPr lang="en-US" dirty="0">
                <a:solidFill>
                  <a:srgbClr val="000000">
                    <a:alpha val="100000"/>
                  </a:srgbClr>
                </a:solidFill>
                <a:ea typeface="Stapel" pitchFamily="34" charset="-122"/>
                <a:cs typeface="Stapel" pitchFamily="34" charset="-120"/>
              </a:rPr>
              <a:t>. Mea </a:t>
            </a:r>
            <a:r>
              <a:rPr lang="en-US" dirty="0" err="1">
                <a:solidFill>
                  <a:srgbClr val="000000">
                    <a:alpha val="100000"/>
                  </a:srgbClr>
                </a:solidFill>
                <a:ea typeface="Stapel" pitchFamily="34" charset="-122"/>
                <a:cs typeface="Stapel" pitchFamily="34" charset="-120"/>
              </a:rPr>
              <a:t>quando</a:t>
            </a:r>
            <a:r>
              <a:rPr lang="en-US" dirty="0">
                <a:solidFill>
                  <a:srgbClr val="000000">
                    <a:alpha val="100000"/>
                  </a:srgbClr>
                </a:solidFill>
                <a:ea typeface="Stapel" pitchFamily="34" charset="-122"/>
                <a:cs typeface="Stapel" pitchFamily="34" charset="-120"/>
              </a:rPr>
              <a:t> delectus accommodare ad, </a:t>
            </a:r>
            <a:r>
              <a:rPr lang="en-US" dirty="0" err="1">
                <a:solidFill>
                  <a:srgbClr val="000000">
                    <a:alpha val="100000"/>
                  </a:srgbClr>
                </a:solidFill>
                <a:ea typeface="Stapel" pitchFamily="34" charset="-122"/>
                <a:cs typeface="Stapel" pitchFamily="34" charset="-120"/>
              </a:rPr>
              <a:t>nulla</a:t>
            </a:r>
            <a:r>
              <a:rPr lang="en-US" dirty="0">
                <a:solidFill>
                  <a:srgbClr val="000000">
                    <a:alpha val="100000"/>
                  </a:srgbClr>
                </a:solidFill>
                <a:ea typeface="Stapel" pitchFamily="34" charset="-122"/>
                <a:cs typeface="Stapel" pitchFamily="34" charset="-120"/>
              </a:rPr>
              <a:t> aeterno </a:t>
            </a:r>
            <a:r>
              <a:rPr lang="en-US" dirty="0" err="1">
                <a:solidFill>
                  <a:srgbClr val="000000">
                    <a:alpha val="100000"/>
                  </a:srgbClr>
                </a:solidFill>
                <a:ea typeface="Stapel" pitchFamily="34" charset="-122"/>
                <a:cs typeface="Stapel" pitchFamily="34" charset="-120"/>
              </a:rPr>
              <a:t>deterruisset</a:t>
            </a:r>
            <a:r>
              <a:rPr lang="en-US" dirty="0">
                <a:solidFill>
                  <a:srgbClr val="000000">
                    <a:alpha val="100000"/>
                  </a:srgbClr>
                </a:solidFill>
                <a:ea typeface="Stapel" pitchFamily="34" charset="-122"/>
                <a:cs typeface="Stapel" pitchFamily="34" charset="-120"/>
              </a:rPr>
              <a:t> sed in, </a:t>
            </a:r>
            <a:r>
              <a:rPr lang="en-US" dirty="0" err="1">
                <a:solidFill>
                  <a:srgbClr val="000000">
                    <a:alpha val="100000"/>
                  </a:srgbClr>
                </a:solidFill>
                <a:ea typeface="Stapel" pitchFamily="34" charset="-122"/>
                <a:cs typeface="Stapel" pitchFamily="34" charset="-120"/>
              </a:rPr>
              <a:t>nam</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possit</a:t>
            </a:r>
            <a:r>
              <a:rPr lang="en-US" dirty="0">
                <a:solidFill>
                  <a:srgbClr val="000000">
                    <a:alpha val="100000"/>
                  </a:srgbClr>
                </a:solidFill>
                <a:ea typeface="Stapel" pitchFamily="34" charset="-122"/>
                <a:cs typeface="Stapel" pitchFamily="34" charset="-120"/>
              </a:rPr>
              <a:t> aliquip  delectus no. Lorem ipsum dolor sit </a:t>
            </a:r>
            <a:r>
              <a:rPr lang="en-US" dirty="0" err="1">
                <a:solidFill>
                  <a:srgbClr val="000000">
                    <a:alpha val="100000"/>
                  </a:srgbClr>
                </a:solidFill>
                <a:ea typeface="Stapel" pitchFamily="34" charset="-122"/>
                <a:cs typeface="Stapel" pitchFamily="34" charset="-120"/>
              </a:rPr>
              <a:t>amet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idque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iuvaret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ut</a:t>
            </a:r>
            <a:r>
              <a:rPr lang="en-US" dirty="0">
                <a:solidFill>
                  <a:srgbClr val="000000">
                    <a:alpha val="100000"/>
                  </a:srgbClr>
                </a:solidFill>
                <a:ea typeface="Stapel" pitchFamily="34" charset="-122"/>
                <a:cs typeface="Stapel" pitchFamily="34" charset="-120"/>
              </a:rPr>
              <a:t> cum. Mel </a:t>
            </a:r>
            <a:r>
              <a:rPr lang="en-US" dirty="0" err="1">
                <a:solidFill>
                  <a:srgbClr val="000000">
                    <a:alpha val="100000"/>
                  </a:srgbClr>
                </a:solidFill>
                <a:ea typeface="Stapel" pitchFamily="34" charset="-122"/>
                <a:cs typeface="Stapel" pitchFamily="34" charset="-120"/>
              </a:rPr>
              <a:t>dolores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senserit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elaboraret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eu</a:t>
            </a:r>
            <a:r>
              <a:rPr lang="en-US" dirty="0">
                <a:solidFill>
                  <a:srgbClr val="000000">
                    <a:alpha val="100000"/>
                  </a:srgbClr>
                </a:solidFill>
                <a:ea typeface="Stapel" pitchFamily="34" charset="-122"/>
                <a:cs typeface="Stapel" pitchFamily="34" charset="-120"/>
              </a:rPr>
              <a:t>. Cetero </a:t>
            </a:r>
            <a:r>
              <a:rPr lang="en-US" dirty="0" err="1">
                <a:solidFill>
                  <a:srgbClr val="000000">
                    <a:alpha val="100000"/>
                  </a:srgbClr>
                </a:solidFill>
                <a:ea typeface="Stapel" pitchFamily="34" charset="-122"/>
                <a:cs typeface="Stapel" pitchFamily="34" charset="-120"/>
              </a:rPr>
              <a:t>ceteros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invidunt</a:t>
            </a:r>
            <a:r>
              <a:rPr lang="en-US" dirty="0">
                <a:solidFill>
                  <a:srgbClr val="000000">
                    <a:alpha val="100000"/>
                  </a:srgbClr>
                </a:solidFill>
                <a:ea typeface="Stapel" pitchFamily="34" charset="-122"/>
                <a:cs typeface="Stapel" pitchFamily="34" charset="-120"/>
              </a:rPr>
              <a:t> ad his, </a:t>
            </a:r>
            <a:r>
              <a:rPr lang="en-US" dirty="0" err="1">
                <a:solidFill>
                  <a:srgbClr val="000000">
                    <a:alpha val="100000"/>
                  </a:srgbClr>
                </a:solidFill>
                <a:ea typeface="Stapel" pitchFamily="34" charset="-122"/>
                <a:cs typeface="Stapel" pitchFamily="34" charset="-120"/>
              </a:rPr>
              <a:t>habeo</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gloriatur</a:t>
            </a:r>
            <a:r>
              <a:rPr lang="en-US" dirty="0">
                <a:solidFill>
                  <a:srgbClr val="000000">
                    <a:alpha val="100000"/>
                  </a:srgbClr>
                </a:solidFill>
                <a:ea typeface="Stapel" pitchFamily="34" charset="-122"/>
                <a:cs typeface="Stapel" pitchFamily="34" charset="-120"/>
              </a:rPr>
              <a:t>  pro id, no </a:t>
            </a:r>
            <a:r>
              <a:rPr lang="en-US" dirty="0" err="1">
                <a:solidFill>
                  <a:srgbClr val="000000">
                    <a:alpha val="100000"/>
                  </a:srgbClr>
                </a:solidFill>
                <a:ea typeface="Stapel" pitchFamily="34" charset="-122"/>
                <a:cs typeface="Stapel" pitchFamily="34" charset="-120"/>
              </a:rPr>
              <a:t>vix</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omnis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denique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deleniti</a:t>
            </a:r>
            <a:r>
              <a:rPr lang="en-US" dirty="0">
                <a:solidFill>
                  <a:srgbClr val="000000">
                    <a:alpha val="100000"/>
                  </a:srgbClr>
                </a:solidFill>
                <a:ea typeface="Stapel" pitchFamily="34" charset="-122"/>
                <a:cs typeface="Stapel" pitchFamily="34" charset="-120"/>
              </a:rPr>
              <a:t>. Mea </a:t>
            </a:r>
            <a:r>
              <a:rPr lang="en-US" dirty="0" err="1">
                <a:solidFill>
                  <a:srgbClr val="000000">
                    <a:alpha val="100000"/>
                  </a:srgbClr>
                </a:solidFill>
                <a:ea typeface="Stapel" pitchFamily="34" charset="-122"/>
                <a:cs typeface="Stapel" pitchFamily="34" charset="-120"/>
              </a:rPr>
              <a:t>quando</a:t>
            </a:r>
            <a:r>
              <a:rPr lang="en-US" dirty="0">
                <a:solidFill>
                  <a:srgbClr val="000000">
                    <a:alpha val="100000"/>
                  </a:srgbClr>
                </a:solidFill>
                <a:ea typeface="Stapel" pitchFamily="34" charset="-122"/>
                <a:cs typeface="Stapel" pitchFamily="34" charset="-120"/>
              </a:rPr>
              <a:t> delectus accommodare ad, </a:t>
            </a:r>
            <a:r>
              <a:rPr lang="en-US" dirty="0" err="1">
                <a:solidFill>
                  <a:srgbClr val="000000">
                    <a:alpha val="100000"/>
                  </a:srgbClr>
                </a:solidFill>
                <a:ea typeface="Stapel" pitchFamily="34" charset="-122"/>
                <a:cs typeface="Stapel" pitchFamily="34" charset="-120"/>
              </a:rPr>
              <a:t>nulla</a:t>
            </a:r>
            <a:r>
              <a:rPr lang="en-US" dirty="0">
                <a:solidFill>
                  <a:srgbClr val="000000">
                    <a:alpha val="100000"/>
                  </a:srgbClr>
                </a:solidFill>
                <a:ea typeface="Stapel" pitchFamily="34" charset="-122"/>
                <a:cs typeface="Stapel" pitchFamily="34" charset="-120"/>
              </a:rPr>
              <a:t> aeterno </a:t>
            </a:r>
            <a:r>
              <a:rPr lang="en-US" dirty="0" err="1">
                <a:solidFill>
                  <a:srgbClr val="000000">
                    <a:alpha val="100000"/>
                  </a:srgbClr>
                </a:solidFill>
                <a:ea typeface="Stapel" pitchFamily="34" charset="-122"/>
                <a:cs typeface="Stapel" pitchFamily="34" charset="-120"/>
              </a:rPr>
              <a:t>deterruisset</a:t>
            </a:r>
            <a:r>
              <a:rPr lang="en-US" dirty="0">
                <a:solidFill>
                  <a:srgbClr val="000000">
                    <a:alpha val="100000"/>
                  </a:srgbClr>
                </a:solidFill>
                <a:ea typeface="Stapel" pitchFamily="34" charset="-122"/>
                <a:cs typeface="Stapel" pitchFamily="34" charset="-120"/>
              </a:rPr>
              <a:t> sed in, </a:t>
            </a:r>
            <a:r>
              <a:rPr lang="en-US" dirty="0" err="1">
                <a:solidFill>
                  <a:srgbClr val="000000">
                    <a:alpha val="100000"/>
                  </a:srgbClr>
                </a:solidFill>
                <a:ea typeface="Stapel" pitchFamily="34" charset="-122"/>
                <a:cs typeface="Stapel" pitchFamily="34" charset="-120"/>
              </a:rPr>
              <a:t>nam</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possit</a:t>
            </a:r>
            <a:r>
              <a:rPr lang="en-US" dirty="0">
                <a:solidFill>
                  <a:srgbClr val="000000">
                    <a:alpha val="100000"/>
                  </a:srgbClr>
                </a:solidFill>
                <a:ea typeface="Stapel" pitchFamily="34" charset="-122"/>
                <a:cs typeface="Stapel" pitchFamily="34" charset="-120"/>
              </a:rPr>
              <a:t> aliquip  delectus no.</a:t>
            </a:r>
            <a:endParaRPr lang="en-US" dirty="0"/>
          </a:p>
        </p:txBody>
      </p:sp>
      <p:sp>
        <p:nvSpPr>
          <p:cNvPr id="30" name="Текст 29">
            <a:extLst>
              <a:ext uri="{FF2B5EF4-FFF2-40B4-BE49-F238E27FC236}">
                <a16:creationId xmlns:a16="http://schemas.microsoft.com/office/drawing/2014/main" id="{027EE863-E8E1-A678-6966-6CFF085CA1B0}"/>
              </a:ext>
            </a:extLst>
          </p:cNvPr>
          <p:cNvSpPr>
            <a:spLocks noGrp="1"/>
          </p:cNvSpPr>
          <p:nvPr>
            <p:ph type="body" sz="quarter" idx="100"/>
          </p:nvPr>
        </p:nvSpPr>
        <p:spPr/>
        <p:txBody>
          <a:bodyPr/>
          <a:lstStyle/>
          <a:p>
            <a:pPr>
              <a:lnSpc>
                <a:spcPts val="1760"/>
              </a:lnSpc>
            </a:pPr>
            <a:r>
              <a:rPr lang="ru-RU" dirty="0">
                <a:solidFill>
                  <a:srgbClr val="000000">
                    <a:alpha val="100000"/>
                  </a:srgbClr>
                </a:solidFill>
                <a:ea typeface="Stapel" pitchFamily="34" charset="-122"/>
                <a:cs typeface="Stapel" pitchFamily="34" charset="-120"/>
              </a:rPr>
              <a:t>Результаты проекта</a:t>
            </a:r>
            <a:endParaRPr lang="en-US" dirty="0"/>
          </a:p>
        </p:txBody>
      </p:sp>
      <p:sp>
        <p:nvSpPr>
          <p:cNvPr id="31" name="Текст 30">
            <a:extLst>
              <a:ext uri="{FF2B5EF4-FFF2-40B4-BE49-F238E27FC236}">
                <a16:creationId xmlns:a16="http://schemas.microsoft.com/office/drawing/2014/main" id="{688AA8FD-223B-784D-65C5-B348F582E803}"/>
              </a:ext>
            </a:extLst>
          </p:cNvPr>
          <p:cNvSpPr>
            <a:spLocks noGrp="1"/>
          </p:cNvSpPr>
          <p:nvPr>
            <p:ph type="body" sz="quarter" idx="101"/>
          </p:nvPr>
        </p:nvSpPr>
        <p:spPr/>
        <p:txBody>
          <a:bodyPr/>
          <a:lstStyle/>
          <a:p>
            <a:r>
              <a:rPr lang="ru-RU" dirty="0"/>
              <a:t>150+</a:t>
            </a:r>
          </a:p>
        </p:txBody>
      </p:sp>
      <p:sp>
        <p:nvSpPr>
          <p:cNvPr id="32" name="Текст 31">
            <a:extLst>
              <a:ext uri="{FF2B5EF4-FFF2-40B4-BE49-F238E27FC236}">
                <a16:creationId xmlns:a16="http://schemas.microsoft.com/office/drawing/2014/main" id="{D395FAC3-2CF1-48EB-5C79-07E73D4B5083}"/>
              </a:ext>
            </a:extLst>
          </p:cNvPr>
          <p:cNvSpPr>
            <a:spLocks noGrp="1"/>
          </p:cNvSpPr>
          <p:nvPr>
            <p:ph type="body" sz="quarter" idx="102"/>
          </p:nvPr>
        </p:nvSpPr>
        <p:spPr>
          <a:xfrm>
            <a:off x="349925" y="5364385"/>
            <a:ext cx="2639529" cy="153888"/>
          </a:xfrm>
        </p:spPr>
        <p:txBody>
          <a:bodyPr/>
          <a:lstStyle/>
          <a:p>
            <a:r>
              <a:rPr lang="ru-RU" dirty="0"/>
              <a:t>Кастомных отчетов</a:t>
            </a:r>
          </a:p>
        </p:txBody>
      </p:sp>
      <p:sp>
        <p:nvSpPr>
          <p:cNvPr id="33" name="Текст 32">
            <a:extLst>
              <a:ext uri="{FF2B5EF4-FFF2-40B4-BE49-F238E27FC236}">
                <a16:creationId xmlns:a16="http://schemas.microsoft.com/office/drawing/2014/main" id="{745DCC38-D9A8-8D79-4A60-FE0EE8ABE71D}"/>
              </a:ext>
            </a:extLst>
          </p:cNvPr>
          <p:cNvSpPr>
            <a:spLocks noGrp="1"/>
          </p:cNvSpPr>
          <p:nvPr>
            <p:ph type="body" sz="quarter" idx="103"/>
          </p:nvPr>
        </p:nvSpPr>
        <p:spPr/>
        <p:txBody>
          <a:bodyPr/>
          <a:lstStyle/>
          <a:p>
            <a:r>
              <a:rPr lang="ru-RU" dirty="0"/>
              <a:t>80+</a:t>
            </a:r>
          </a:p>
        </p:txBody>
      </p:sp>
      <p:sp>
        <p:nvSpPr>
          <p:cNvPr id="34" name="Текст 33">
            <a:extLst>
              <a:ext uri="{FF2B5EF4-FFF2-40B4-BE49-F238E27FC236}">
                <a16:creationId xmlns:a16="http://schemas.microsoft.com/office/drawing/2014/main" id="{0978E7EB-6243-EFD0-BC31-4E1DFE5210C1}"/>
              </a:ext>
            </a:extLst>
          </p:cNvPr>
          <p:cNvSpPr>
            <a:spLocks noGrp="1"/>
          </p:cNvSpPr>
          <p:nvPr>
            <p:ph type="body" sz="quarter" idx="104"/>
          </p:nvPr>
        </p:nvSpPr>
        <p:spPr/>
        <p:txBody>
          <a:bodyPr/>
          <a:lstStyle/>
          <a:p>
            <a:r>
              <a:rPr lang="ru-RU" dirty="0"/>
              <a:t>Интеграций</a:t>
            </a:r>
          </a:p>
        </p:txBody>
      </p:sp>
      <p:sp>
        <p:nvSpPr>
          <p:cNvPr id="35" name="Текст 34">
            <a:extLst>
              <a:ext uri="{FF2B5EF4-FFF2-40B4-BE49-F238E27FC236}">
                <a16:creationId xmlns:a16="http://schemas.microsoft.com/office/drawing/2014/main" id="{3F626BA1-AE3D-2E00-BFC4-3429DA040521}"/>
              </a:ext>
            </a:extLst>
          </p:cNvPr>
          <p:cNvSpPr>
            <a:spLocks noGrp="1"/>
          </p:cNvSpPr>
          <p:nvPr>
            <p:ph type="body" sz="quarter" idx="105"/>
          </p:nvPr>
        </p:nvSpPr>
        <p:spPr/>
        <p:txBody>
          <a:bodyPr/>
          <a:lstStyle/>
          <a:p>
            <a:r>
              <a:rPr lang="ru-RU" dirty="0"/>
              <a:t>16 000+</a:t>
            </a:r>
          </a:p>
        </p:txBody>
      </p:sp>
      <p:sp>
        <p:nvSpPr>
          <p:cNvPr id="36" name="Текст 35">
            <a:extLst>
              <a:ext uri="{FF2B5EF4-FFF2-40B4-BE49-F238E27FC236}">
                <a16:creationId xmlns:a16="http://schemas.microsoft.com/office/drawing/2014/main" id="{5E0D7A10-0506-9FBB-4D41-30F0BEF56177}"/>
              </a:ext>
            </a:extLst>
          </p:cNvPr>
          <p:cNvSpPr>
            <a:spLocks noGrp="1"/>
          </p:cNvSpPr>
          <p:nvPr>
            <p:ph type="body" sz="quarter" idx="106"/>
          </p:nvPr>
        </p:nvSpPr>
        <p:spPr/>
        <p:txBody>
          <a:bodyPr/>
          <a:lstStyle/>
          <a:p>
            <a:r>
              <a:rPr lang="ru-RU" dirty="0"/>
              <a:t>Сотрудников и физлиц</a:t>
            </a:r>
          </a:p>
        </p:txBody>
      </p:sp>
      <p:sp>
        <p:nvSpPr>
          <p:cNvPr id="37" name="Текст 36">
            <a:extLst>
              <a:ext uri="{FF2B5EF4-FFF2-40B4-BE49-F238E27FC236}">
                <a16:creationId xmlns:a16="http://schemas.microsoft.com/office/drawing/2014/main" id="{C9FFFFF3-B894-27E1-B3F4-20C7C96C54A8}"/>
              </a:ext>
            </a:extLst>
          </p:cNvPr>
          <p:cNvSpPr>
            <a:spLocks noGrp="1"/>
          </p:cNvSpPr>
          <p:nvPr>
            <p:ph type="body" sz="quarter" idx="107"/>
          </p:nvPr>
        </p:nvSpPr>
        <p:spPr/>
        <p:txBody>
          <a:bodyPr/>
          <a:lstStyle/>
          <a:p>
            <a:r>
              <a:rPr lang="ru-RU" dirty="0"/>
              <a:t>60+</a:t>
            </a:r>
          </a:p>
        </p:txBody>
      </p:sp>
      <p:sp>
        <p:nvSpPr>
          <p:cNvPr id="38" name="Текст 37">
            <a:extLst>
              <a:ext uri="{FF2B5EF4-FFF2-40B4-BE49-F238E27FC236}">
                <a16:creationId xmlns:a16="http://schemas.microsoft.com/office/drawing/2014/main" id="{90CC894D-A013-281A-AE8D-5C0D65FD48D9}"/>
              </a:ext>
            </a:extLst>
          </p:cNvPr>
          <p:cNvSpPr>
            <a:spLocks noGrp="1"/>
          </p:cNvSpPr>
          <p:nvPr>
            <p:ph type="body" sz="quarter" idx="108"/>
          </p:nvPr>
        </p:nvSpPr>
        <p:spPr/>
        <p:txBody>
          <a:bodyPr/>
          <a:lstStyle/>
          <a:p>
            <a:r>
              <a:rPr lang="ru-RU" dirty="0"/>
              <a:t>Юридических лиц в орг. периметре</a:t>
            </a:r>
          </a:p>
        </p:txBody>
      </p:sp>
      <p:sp>
        <p:nvSpPr>
          <p:cNvPr id="39" name="Текст 38">
            <a:extLst>
              <a:ext uri="{FF2B5EF4-FFF2-40B4-BE49-F238E27FC236}">
                <a16:creationId xmlns:a16="http://schemas.microsoft.com/office/drawing/2014/main" id="{9CCD5FE5-FA08-D6C1-9AAA-A88BEAC038A1}"/>
              </a:ext>
            </a:extLst>
          </p:cNvPr>
          <p:cNvSpPr>
            <a:spLocks noGrp="1"/>
          </p:cNvSpPr>
          <p:nvPr>
            <p:ph type="body" sz="quarter" idx="110"/>
          </p:nvPr>
        </p:nvSpPr>
        <p:spPr/>
        <p:txBody>
          <a:bodyPr/>
          <a:lstStyle/>
          <a:p>
            <a:r>
              <a:rPr lang="ru-RU" dirty="0"/>
              <a:t>Название компании</a:t>
            </a:r>
          </a:p>
        </p:txBody>
      </p:sp>
      <p:sp>
        <p:nvSpPr>
          <p:cNvPr id="40" name="Текст 39">
            <a:extLst>
              <a:ext uri="{FF2B5EF4-FFF2-40B4-BE49-F238E27FC236}">
                <a16:creationId xmlns:a16="http://schemas.microsoft.com/office/drawing/2014/main" id="{C8BBCDED-6237-C683-621E-CBD45AEB8C42}"/>
              </a:ext>
            </a:extLst>
          </p:cNvPr>
          <p:cNvSpPr>
            <a:spLocks noGrp="1"/>
          </p:cNvSpPr>
          <p:nvPr>
            <p:ph type="body" sz="quarter" idx="111"/>
          </p:nvPr>
        </p:nvSpPr>
        <p:spPr/>
        <p:txBody>
          <a:bodyPr/>
          <a:lstStyle/>
          <a:p>
            <a:r>
              <a:rPr lang="ru-RU" dirty="0"/>
              <a:t>Кейс</a:t>
            </a:r>
          </a:p>
        </p:txBody>
      </p:sp>
      <p:sp>
        <p:nvSpPr>
          <p:cNvPr id="6" name="Текст 5">
            <a:extLst>
              <a:ext uri="{FF2B5EF4-FFF2-40B4-BE49-F238E27FC236}">
                <a16:creationId xmlns:a16="http://schemas.microsoft.com/office/drawing/2014/main" id="{EC715E30-A1E3-D8F9-9041-6B59A5BECA1D}"/>
              </a:ext>
            </a:extLst>
          </p:cNvPr>
          <p:cNvSpPr>
            <a:spLocks noGrp="1"/>
          </p:cNvSpPr>
          <p:nvPr>
            <p:ph type="body" sz="quarter" idx="41"/>
          </p:nvPr>
        </p:nvSpPr>
        <p:spPr>
          <a:xfrm>
            <a:off x="352684" y="1814808"/>
            <a:ext cx="4555218" cy="1292662"/>
          </a:xfrm>
        </p:spPr>
        <p:txBody>
          <a:bodyPr/>
          <a:lstStyle/>
          <a:p>
            <a:r>
              <a:rPr lang="ru-RU" dirty="0"/>
              <a:t>Заголовок в одну или несколько строк с описанием сути кейса</a:t>
            </a:r>
          </a:p>
        </p:txBody>
      </p:sp>
    </p:spTree>
    <p:extLst>
      <p:ext uri="{BB962C8B-B14F-4D97-AF65-F5344CB8AC3E}">
        <p14:creationId xmlns:p14="http://schemas.microsoft.com/office/powerpoint/2010/main" val="388888796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9FC2C-3C38-0369-1936-5B5E85D3299C}"/>
            </a:ext>
          </a:extLst>
        </p:cNvPr>
        <p:cNvGrpSpPr/>
        <p:nvPr/>
      </p:nvGrpSpPr>
      <p:grpSpPr>
        <a:xfrm>
          <a:off x="0" y="0"/>
          <a:ext cx="0" cy="0"/>
          <a:chOff x="0" y="0"/>
          <a:chExt cx="0" cy="0"/>
        </a:xfrm>
      </p:grpSpPr>
      <p:pic>
        <p:nvPicPr>
          <p:cNvPr id="21" name="Рисунок 20">
            <a:extLst>
              <a:ext uri="{FF2B5EF4-FFF2-40B4-BE49-F238E27FC236}">
                <a16:creationId xmlns:a16="http://schemas.microsoft.com/office/drawing/2014/main" id="{FDF1300D-E6B9-22C7-22E3-6E58F4F5B28A}"/>
              </a:ext>
            </a:extLst>
          </p:cNvPr>
          <p:cNvPicPr>
            <a:picLocks noGrp="1" noChangeAspect="1"/>
          </p:cNvPicPr>
          <p:nvPr>
            <p:ph type="pic" sz="quarter" idx="109"/>
          </p:nvPr>
        </p:nvPicPr>
        <p:blipFill>
          <a:blip r:embed="rId2" cstate="screen">
            <a:extLst>
              <a:ext uri="{28A0092B-C50C-407E-A947-70E740481C1C}">
                <a14:useLocalDpi xmlns:a14="http://schemas.microsoft.com/office/drawing/2010/main"/>
              </a:ext>
            </a:extLst>
          </a:blip>
          <a:srcRect/>
          <a:stretch/>
        </p:blipFill>
        <p:spPr/>
      </p:pic>
      <p:sp>
        <p:nvSpPr>
          <p:cNvPr id="3" name="Номер слайда 2">
            <a:extLst>
              <a:ext uri="{FF2B5EF4-FFF2-40B4-BE49-F238E27FC236}">
                <a16:creationId xmlns:a16="http://schemas.microsoft.com/office/drawing/2014/main" id="{9444BFF9-A6EA-543E-A31F-A8FA9018331C}"/>
              </a:ext>
            </a:extLst>
          </p:cNvPr>
          <p:cNvSpPr>
            <a:spLocks noGrp="1"/>
          </p:cNvSpPr>
          <p:nvPr>
            <p:ph type="sldNum" sz="quarter" idx="4"/>
          </p:nvPr>
        </p:nvSpPr>
        <p:spPr/>
        <p:txBody>
          <a:bodyPr/>
          <a:lstStyle/>
          <a:p>
            <a:fld id="{13FB4C0F-BB20-4298-B11D-AEB97E17A107}" type="slidenum">
              <a:rPr lang="ru-RU" smtClean="0"/>
              <a:pPr/>
              <a:t>92</a:t>
            </a:fld>
            <a:endParaRPr lang="ru-RU" dirty="0"/>
          </a:p>
        </p:txBody>
      </p:sp>
      <p:sp>
        <p:nvSpPr>
          <p:cNvPr id="5" name="Текст 4">
            <a:extLst>
              <a:ext uri="{FF2B5EF4-FFF2-40B4-BE49-F238E27FC236}">
                <a16:creationId xmlns:a16="http://schemas.microsoft.com/office/drawing/2014/main" id="{CCD3477D-91BD-AF6D-B6A0-778FB0EFB768}"/>
              </a:ext>
            </a:extLst>
          </p:cNvPr>
          <p:cNvSpPr>
            <a:spLocks noGrp="1"/>
          </p:cNvSpPr>
          <p:nvPr>
            <p:ph type="body" sz="quarter" idx="42"/>
          </p:nvPr>
        </p:nvSpPr>
        <p:spPr/>
        <p:txBody>
          <a:bodyPr/>
          <a:lstStyle/>
          <a:p>
            <a:r>
              <a:rPr lang="ru-RU" dirty="0"/>
              <a:t>Проблема клиента</a:t>
            </a:r>
            <a:endParaRPr lang="en-US" dirty="0"/>
          </a:p>
        </p:txBody>
      </p:sp>
      <p:sp>
        <p:nvSpPr>
          <p:cNvPr id="27" name="Текст 26">
            <a:extLst>
              <a:ext uri="{FF2B5EF4-FFF2-40B4-BE49-F238E27FC236}">
                <a16:creationId xmlns:a16="http://schemas.microsoft.com/office/drawing/2014/main" id="{91AD48F8-B45F-CA1A-CBAB-0FE66F1AE61A}"/>
              </a:ext>
            </a:extLst>
          </p:cNvPr>
          <p:cNvSpPr>
            <a:spLocks noGrp="1"/>
          </p:cNvSpPr>
          <p:nvPr>
            <p:ph type="body" sz="quarter" idx="97"/>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p:txBody>
      </p:sp>
      <p:sp>
        <p:nvSpPr>
          <p:cNvPr id="26" name="Текст 25">
            <a:extLst>
              <a:ext uri="{FF2B5EF4-FFF2-40B4-BE49-F238E27FC236}">
                <a16:creationId xmlns:a16="http://schemas.microsoft.com/office/drawing/2014/main" id="{BC2FDDF7-2564-D5F3-A19B-BE0319FD6D94}"/>
              </a:ext>
            </a:extLst>
          </p:cNvPr>
          <p:cNvSpPr>
            <a:spLocks noGrp="1"/>
          </p:cNvSpPr>
          <p:nvPr>
            <p:ph type="body" sz="quarter" idx="47"/>
          </p:nvPr>
        </p:nvSpPr>
        <p:spPr/>
        <p:txBody>
          <a:bodyPr/>
          <a:lstStyle/>
          <a:p>
            <a:r>
              <a:rPr lang="en-US" dirty="0">
                <a:solidFill>
                  <a:srgbClr val="000000">
                    <a:alpha val="100000"/>
                  </a:srgbClr>
                </a:solidFill>
                <a:ea typeface="Stapel" pitchFamily="34" charset="-122"/>
                <a:cs typeface="Stapel" pitchFamily="34" charset="-120"/>
              </a:rPr>
              <a:t>Lorem ipsum dolor sit </a:t>
            </a:r>
            <a:r>
              <a:rPr lang="en-US" dirty="0" err="1">
                <a:solidFill>
                  <a:srgbClr val="000000">
                    <a:alpha val="100000"/>
                  </a:srgbClr>
                </a:solidFill>
                <a:ea typeface="Stapel" pitchFamily="34" charset="-122"/>
                <a:cs typeface="Stapel" pitchFamily="34" charset="-120"/>
              </a:rPr>
              <a:t>amet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idque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iuvaret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ut</a:t>
            </a:r>
            <a:r>
              <a:rPr lang="en-US" dirty="0">
                <a:solidFill>
                  <a:srgbClr val="000000">
                    <a:alpha val="100000"/>
                  </a:srgbClr>
                </a:solidFill>
                <a:ea typeface="Stapel" pitchFamily="34" charset="-122"/>
                <a:cs typeface="Stapel" pitchFamily="34" charset="-120"/>
              </a:rPr>
              <a:t> cum. Mel </a:t>
            </a:r>
            <a:r>
              <a:rPr lang="en-US" dirty="0" err="1">
                <a:solidFill>
                  <a:srgbClr val="000000">
                    <a:alpha val="100000"/>
                  </a:srgbClr>
                </a:solidFill>
                <a:ea typeface="Stapel" pitchFamily="34" charset="-122"/>
                <a:cs typeface="Stapel" pitchFamily="34" charset="-120"/>
              </a:rPr>
              <a:t>dolores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senserit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elaboraret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eu</a:t>
            </a:r>
            <a:r>
              <a:rPr lang="en-US" dirty="0">
                <a:solidFill>
                  <a:srgbClr val="000000">
                    <a:alpha val="100000"/>
                  </a:srgbClr>
                </a:solidFill>
                <a:ea typeface="Stapel" pitchFamily="34" charset="-122"/>
                <a:cs typeface="Stapel" pitchFamily="34" charset="-120"/>
              </a:rPr>
              <a:t>. Cetero </a:t>
            </a:r>
            <a:r>
              <a:rPr lang="en-US" dirty="0" err="1">
                <a:solidFill>
                  <a:srgbClr val="000000">
                    <a:alpha val="100000"/>
                  </a:srgbClr>
                </a:solidFill>
                <a:ea typeface="Stapel" pitchFamily="34" charset="-122"/>
                <a:cs typeface="Stapel" pitchFamily="34" charset="-120"/>
              </a:rPr>
              <a:t>ceteros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invidunt</a:t>
            </a:r>
            <a:r>
              <a:rPr lang="en-US" dirty="0">
                <a:solidFill>
                  <a:srgbClr val="000000">
                    <a:alpha val="100000"/>
                  </a:srgbClr>
                </a:solidFill>
                <a:ea typeface="Stapel" pitchFamily="34" charset="-122"/>
                <a:cs typeface="Stapel" pitchFamily="34" charset="-120"/>
              </a:rPr>
              <a:t> ad his, </a:t>
            </a:r>
            <a:r>
              <a:rPr lang="en-US" dirty="0" err="1">
                <a:solidFill>
                  <a:srgbClr val="000000">
                    <a:alpha val="100000"/>
                  </a:srgbClr>
                </a:solidFill>
                <a:ea typeface="Stapel" pitchFamily="34" charset="-122"/>
                <a:cs typeface="Stapel" pitchFamily="34" charset="-120"/>
              </a:rPr>
              <a:t>habeo</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gloriatur</a:t>
            </a:r>
            <a:r>
              <a:rPr lang="en-US" dirty="0">
                <a:solidFill>
                  <a:srgbClr val="000000">
                    <a:alpha val="100000"/>
                  </a:srgbClr>
                </a:solidFill>
                <a:ea typeface="Stapel" pitchFamily="34" charset="-122"/>
                <a:cs typeface="Stapel" pitchFamily="34" charset="-120"/>
              </a:rPr>
              <a:t>  pro id, no </a:t>
            </a:r>
            <a:r>
              <a:rPr lang="en-US" dirty="0" err="1">
                <a:solidFill>
                  <a:srgbClr val="000000">
                    <a:alpha val="100000"/>
                  </a:srgbClr>
                </a:solidFill>
                <a:ea typeface="Stapel" pitchFamily="34" charset="-122"/>
                <a:cs typeface="Stapel" pitchFamily="34" charset="-120"/>
              </a:rPr>
              <a:t>vix</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omnis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denique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deleniti</a:t>
            </a:r>
            <a:r>
              <a:rPr lang="en-US" dirty="0">
                <a:solidFill>
                  <a:srgbClr val="000000">
                    <a:alpha val="100000"/>
                  </a:srgbClr>
                </a:solidFill>
                <a:ea typeface="Stapel" pitchFamily="34" charset="-122"/>
                <a:cs typeface="Stapel" pitchFamily="34" charset="-120"/>
              </a:rPr>
              <a:t>. Mea </a:t>
            </a:r>
            <a:r>
              <a:rPr lang="en-US" dirty="0" err="1">
                <a:solidFill>
                  <a:srgbClr val="000000">
                    <a:alpha val="100000"/>
                  </a:srgbClr>
                </a:solidFill>
                <a:ea typeface="Stapel" pitchFamily="34" charset="-122"/>
                <a:cs typeface="Stapel" pitchFamily="34" charset="-120"/>
              </a:rPr>
              <a:t>quando</a:t>
            </a:r>
            <a:r>
              <a:rPr lang="en-US" dirty="0">
                <a:solidFill>
                  <a:srgbClr val="000000">
                    <a:alpha val="100000"/>
                  </a:srgbClr>
                </a:solidFill>
                <a:ea typeface="Stapel" pitchFamily="34" charset="-122"/>
                <a:cs typeface="Stapel" pitchFamily="34" charset="-120"/>
              </a:rPr>
              <a:t> delectus accommodare ad, </a:t>
            </a:r>
            <a:r>
              <a:rPr lang="en-US" dirty="0" err="1">
                <a:solidFill>
                  <a:srgbClr val="000000">
                    <a:alpha val="100000"/>
                  </a:srgbClr>
                </a:solidFill>
                <a:ea typeface="Stapel" pitchFamily="34" charset="-122"/>
                <a:cs typeface="Stapel" pitchFamily="34" charset="-120"/>
              </a:rPr>
              <a:t>nulla</a:t>
            </a:r>
            <a:r>
              <a:rPr lang="en-US" dirty="0">
                <a:solidFill>
                  <a:srgbClr val="000000">
                    <a:alpha val="100000"/>
                  </a:srgbClr>
                </a:solidFill>
                <a:ea typeface="Stapel" pitchFamily="34" charset="-122"/>
                <a:cs typeface="Stapel" pitchFamily="34" charset="-120"/>
              </a:rPr>
              <a:t> aeterno </a:t>
            </a:r>
            <a:r>
              <a:rPr lang="en-US" dirty="0" err="1">
                <a:solidFill>
                  <a:srgbClr val="000000">
                    <a:alpha val="100000"/>
                  </a:srgbClr>
                </a:solidFill>
                <a:ea typeface="Stapel" pitchFamily="34" charset="-122"/>
                <a:cs typeface="Stapel" pitchFamily="34" charset="-120"/>
              </a:rPr>
              <a:t>deterruisset</a:t>
            </a:r>
            <a:r>
              <a:rPr lang="en-US" dirty="0">
                <a:solidFill>
                  <a:srgbClr val="000000">
                    <a:alpha val="100000"/>
                  </a:srgbClr>
                </a:solidFill>
                <a:ea typeface="Stapel" pitchFamily="34" charset="-122"/>
                <a:cs typeface="Stapel" pitchFamily="34" charset="-120"/>
              </a:rPr>
              <a:t> sed in, </a:t>
            </a:r>
            <a:r>
              <a:rPr lang="en-US" dirty="0" err="1">
                <a:solidFill>
                  <a:srgbClr val="000000">
                    <a:alpha val="100000"/>
                  </a:srgbClr>
                </a:solidFill>
                <a:ea typeface="Stapel" pitchFamily="34" charset="-122"/>
                <a:cs typeface="Stapel" pitchFamily="34" charset="-120"/>
              </a:rPr>
              <a:t>nam</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possit</a:t>
            </a:r>
            <a:r>
              <a:rPr lang="en-US" dirty="0">
                <a:solidFill>
                  <a:srgbClr val="000000">
                    <a:alpha val="100000"/>
                  </a:srgbClr>
                </a:solidFill>
                <a:ea typeface="Stapel" pitchFamily="34" charset="-122"/>
                <a:cs typeface="Stapel" pitchFamily="34" charset="-120"/>
              </a:rPr>
              <a:t> aliquip  delectus no. Lorem ipsum dolor sit </a:t>
            </a:r>
            <a:r>
              <a:rPr lang="en-US" dirty="0" err="1">
                <a:solidFill>
                  <a:srgbClr val="000000">
                    <a:alpha val="100000"/>
                  </a:srgbClr>
                </a:solidFill>
                <a:ea typeface="Stapel" pitchFamily="34" charset="-122"/>
                <a:cs typeface="Stapel" pitchFamily="34" charset="-120"/>
              </a:rPr>
              <a:t>amet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idque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iuvaret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ut</a:t>
            </a:r>
            <a:r>
              <a:rPr lang="en-US" dirty="0">
                <a:solidFill>
                  <a:srgbClr val="000000">
                    <a:alpha val="100000"/>
                  </a:srgbClr>
                </a:solidFill>
                <a:ea typeface="Stapel" pitchFamily="34" charset="-122"/>
                <a:cs typeface="Stapel" pitchFamily="34" charset="-120"/>
              </a:rPr>
              <a:t> cum. Mel </a:t>
            </a:r>
            <a:r>
              <a:rPr lang="en-US" dirty="0" err="1">
                <a:solidFill>
                  <a:srgbClr val="000000">
                    <a:alpha val="100000"/>
                  </a:srgbClr>
                </a:solidFill>
                <a:ea typeface="Stapel" pitchFamily="34" charset="-122"/>
                <a:cs typeface="Stapel" pitchFamily="34" charset="-120"/>
              </a:rPr>
              <a:t>dolores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senserit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elaboraret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eu</a:t>
            </a:r>
            <a:r>
              <a:rPr lang="en-US" dirty="0">
                <a:solidFill>
                  <a:srgbClr val="000000">
                    <a:alpha val="100000"/>
                  </a:srgbClr>
                </a:solidFill>
                <a:ea typeface="Stapel" pitchFamily="34" charset="-122"/>
                <a:cs typeface="Stapel" pitchFamily="34" charset="-120"/>
              </a:rPr>
              <a:t>. Cetero </a:t>
            </a:r>
            <a:r>
              <a:rPr lang="en-US" dirty="0" err="1">
                <a:solidFill>
                  <a:srgbClr val="000000">
                    <a:alpha val="100000"/>
                  </a:srgbClr>
                </a:solidFill>
                <a:ea typeface="Stapel" pitchFamily="34" charset="-122"/>
                <a:cs typeface="Stapel" pitchFamily="34" charset="-120"/>
              </a:rPr>
              <a:t>ceteros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invidunt</a:t>
            </a:r>
            <a:r>
              <a:rPr lang="en-US" dirty="0">
                <a:solidFill>
                  <a:srgbClr val="000000">
                    <a:alpha val="100000"/>
                  </a:srgbClr>
                </a:solidFill>
                <a:ea typeface="Stapel" pitchFamily="34" charset="-122"/>
                <a:cs typeface="Stapel" pitchFamily="34" charset="-120"/>
              </a:rPr>
              <a:t> ad his, </a:t>
            </a:r>
            <a:r>
              <a:rPr lang="en-US" dirty="0" err="1">
                <a:solidFill>
                  <a:srgbClr val="000000">
                    <a:alpha val="100000"/>
                  </a:srgbClr>
                </a:solidFill>
                <a:ea typeface="Stapel" pitchFamily="34" charset="-122"/>
                <a:cs typeface="Stapel" pitchFamily="34" charset="-120"/>
              </a:rPr>
              <a:t>habeo</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gloriatur</a:t>
            </a:r>
            <a:r>
              <a:rPr lang="en-US" dirty="0">
                <a:solidFill>
                  <a:srgbClr val="000000">
                    <a:alpha val="100000"/>
                  </a:srgbClr>
                </a:solidFill>
                <a:ea typeface="Stapel" pitchFamily="34" charset="-122"/>
                <a:cs typeface="Stapel" pitchFamily="34" charset="-120"/>
              </a:rPr>
              <a:t>  pro id, no </a:t>
            </a:r>
            <a:r>
              <a:rPr lang="en-US" dirty="0" err="1">
                <a:solidFill>
                  <a:srgbClr val="000000">
                    <a:alpha val="100000"/>
                  </a:srgbClr>
                </a:solidFill>
                <a:ea typeface="Stapel" pitchFamily="34" charset="-122"/>
                <a:cs typeface="Stapel" pitchFamily="34" charset="-120"/>
              </a:rPr>
              <a:t>vix</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omnis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denique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deleniti</a:t>
            </a:r>
            <a:r>
              <a:rPr lang="en-US" dirty="0">
                <a:solidFill>
                  <a:srgbClr val="000000">
                    <a:alpha val="100000"/>
                  </a:srgbClr>
                </a:solidFill>
                <a:ea typeface="Stapel" pitchFamily="34" charset="-122"/>
                <a:cs typeface="Stapel" pitchFamily="34" charset="-120"/>
              </a:rPr>
              <a:t>. Mea </a:t>
            </a:r>
            <a:r>
              <a:rPr lang="en-US" dirty="0" err="1">
                <a:solidFill>
                  <a:srgbClr val="000000">
                    <a:alpha val="100000"/>
                  </a:srgbClr>
                </a:solidFill>
                <a:ea typeface="Stapel" pitchFamily="34" charset="-122"/>
                <a:cs typeface="Stapel" pitchFamily="34" charset="-120"/>
              </a:rPr>
              <a:t>quando</a:t>
            </a:r>
            <a:r>
              <a:rPr lang="en-US" dirty="0">
                <a:solidFill>
                  <a:srgbClr val="000000">
                    <a:alpha val="100000"/>
                  </a:srgbClr>
                </a:solidFill>
                <a:ea typeface="Stapel" pitchFamily="34" charset="-122"/>
                <a:cs typeface="Stapel" pitchFamily="34" charset="-120"/>
              </a:rPr>
              <a:t> delectus accommodare ad, </a:t>
            </a:r>
            <a:r>
              <a:rPr lang="en-US" dirty="0" err="1">
                <a:solidFill>
                  <a:srgbClr val="000000">
                    <a:alpha val="100000"/>
                  </a:srgbClr>
                </a:solidFill>
                <a:ea typeface="Stapel" pitchFamily="34" charset="-122"/>
                <a:cs typeface="Stapel" pitchFamily="34" charset="-120"/>
              </a:rPr>
              <a:t>nulla</a:t>
            </a:r>
            <a:r>
              <a:rPr lang="en-US" dirty="0">
                <a:solidFill>
                  <a:srgbClr val="000000">
                    <a:alpha val="100000"/>
                  </a:srgbClr>
                </a:solidFill>
                <a:ea typeface="Stapel" pitchFamily="34" charset="-122"/>
                <a:cs typeface="Stapel" pitchFamily="34" charset="-120"/>
              </a:rPr>
              <a:t> aeterno </a:t>
            </a:r>
            <a:r>
              <a:rPr lang="en-US" dirty="0" err="1">
                <a:solidFill>
                  <a:srgbClr val="000000">
                    <a:alpha val="100000"/>
                  </a:srgbClr>
                </a:solidFill>
                <a:ea typeface="Stapel" pitchFamily="34" charset="-122"/>
                <a:cs typeface="Stapel" pitchFamily="34" charset="-120"/>
              </a:rPr>
              <a:t>deterruisset</a:t>
            </a:r>
            <a:r>
              <a:rPr lang="en-US" dirty="0">
                <a:solidFill>
                  <a:srgbClr val="000000">
                    <a:alpha val="100000"/>
                  </a:srgbClr>
                </a:solidFill>
                <a:ea typeface="Stapel" pitchFamily="34" charset="-122"/>
                <a:cs typeface="Stapel" pitchFamily="34" charset="-120"/>
              </a:rPr>
              <a:t> sed in, </a:t>
            </a:r>
            <a:r>
              <a:rPr lang="en-US" dirty="0" err="1">
                <a:solidFill>
                  <a:srgbClr val="000000">
                    <a:alpha val="100000"/>
                  </a:srgbClr>
                </a:solidFill>
                <a:ea typeface="Stapel" pitchFamily="34" charset="-122"/>
                <a:cs typeface="Stapel" pitchFamily="34" charset="-120"/>
              </a:rPr>
              <a:t>nam</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possit</a:t>
            </a:r>
            <a:r>
              <a:rPr lang="en-US" dirty="0">
                <a:solidFill>
                  <a:srgbClr val="000000">
                    <a:alpha val="100000"/>
                  </a:srgbClr>
                </a:solidFill>
                <a:ea typeface="Stapel" pitchFamily="34" charset="-122"/>
                <a:cs typeface="Stapel" pitchFamily="34" charset="-120"/>
              </a:rPr>
              <a:t> aliquip  delectus no.</a:t>
            </a:r>
            <a:endParaRPr lang="en-US" dirty="0"/>
          </a:p>
        </p:txBody>
      </p:sp>
      <p:sp>
        <p:nvSpPr>
          <p:cNvPr id="28" name="Текст 27">
            <a:extLst>
              <a:ext uri="{FF2B5EF4-FFF2-40B4-BE49-F238E27FC236}">
                <a16:creationId xmlns:a16="http://schemas.microsoft.com/office/drawing/2014/main" id="{3F302F0D-1A80-5312-049A-8E6F2C67F03E}"/>
              </a:ext>
            </a:extLst>
          </p:cNvPr>
          <p:cNvSpPr>
            <a:spLocks noGrp="1"/>
          </p:cNvSpPr>
          <p:nvPr>
            <p:ph type="body" sz="quarter" idx="98"/>
          </p:nvPr>
        </p:nvSpPr>
        <p:spPr/>
        <p:txBody>
          <a:bodyPr/>
          <a:lstStyle/>
          <a:p>
            <a:pPr>
              <a:lnSpc>
                <a:spcPts val="1760"/>
              </a:lnSpc>
            </a:pPr>
            <a:r>
              <a:rPr lang="ru-RU" dirty="0">
                <a:solidFill>
                  <a:srgbClr val="000000">
                    <a:alpha val="100000"/>
                  </a:srgbClr>
                </a:solidFill>
                <a:ea typeface="Stapel" pitchFamily="34" charset="-122"/>
                <a:cs typeface="Stapel" pitchFamily="34" charset="-120"/>
              </a:rPr>
              <a:t>Наше решение</a:t>
            </a:r>
            <a:endParaRPr lang="en-US" dirty="0"/>
          </a:p>
        </p:txBody>
      </p:sp>
      <p:sp>
        <p:nvSpPr>
          <p:cNvPr id="29" name="Текст 28">
            <a:extLst>
              <a:ext uri="{FF2B5EF4-FFF2-40B4-BE49-F238E27FC236}">
                <a16:creationId xmlns:a16="http://schemas.microsoft.com/office/drawing/2014/main" id="{9D765E30-E3E8-53CB-BE4E-F7156AE6F5C4}"/>
              </a:ext>
            </a:extLst>
          </p:cNvPr>
          <p:cNvSpPr>
            <a:spLocks noGrp="1"/>
          </p:cNvSpPr>
          <p:nvPr>
            <p:ph type="body" sz="quarter" idx="99"/>
          </p:nvPr>
        </p:nvSpPr>
        <p:spPr/>
        <p:txBody>
          <a:bodyPr/>
          <a:lstStyle/>
          <a:p>
            <a:r>
              <a:rPr lang="en-US" dirty="0">
                <a:solidFill>
                  <a:srgbClr val="000000">
                    <a:alpha val="100000"/>
                  </a:srgbClr>
                </a:solidFill>
                <a:ea typeface="Stapel" pitchFamily="34" charset="-122"/>
                <a:cs typeface="Stapel" pitchFamily="34" charset="-120"/>
              </a:rPr>
              <a:t>Lorem ipsum dolor sit </a:t>
            </a:r>
            <a:r>
              <a:rPr lang="en-US" dirty="0" err="1">
                <a:solidFill>
                  <a:srgbClr val="000000">
                    <a:alpha val="100000"/>
                  </a:srgbClr>
                </a:solidFill>
                <a:ea typeface="Stapel" pitchFamily="34" charset="-122"/>
                <a:cs typeface="Stapel" pitchFamily="34" charset="-120"/>
              </a:rPr>
              <a:t>amet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idque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iuvaret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ut</a:t>
            </a:r>
            <a:r>
              <a:rPr lang="en-US" dirty="0">
                <a:solidFill>
                  <a:srgbClr val="000000">
                    <a:alpha val="100000"/>
                  </a:srgbClr>
                </a:solidFill>
                <a:ea typeface="Stapel" pitchFamily="34" charset="-122"/>
                <a:cs typeface="Stapel" pitchFamily="34" charset="-120"/>
              </a:rPr>
              <a:t> cum. Mel </a:t>
            </a:r>
            <a:r>
              <a:rPr lang="en-US" dirty="0" err="1">
                <a:solidFill>
                  <a:srgbClr val="000000">
                    <a:alpha val="100000"/>
                  </a:srgbClr>
                </a:solidFill>
                <a:ea typeface="Stapel" pitchFamily="34" charset="-122"/>
                <a:cs typeface="Stapel" pitchFamily="34" charset="-120"/>
              </a:rPr>
              <a:t>dolores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senserit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elaboraret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eu</a:t>
            </a:r>
            <a:r>
              <a:rPr lang="en-US" dirty="0">
                <a:solidFill>
                  <a:srgbClr val="000000">
                    <a:alpha val="100000"/>
                  </a:srgbClr>
                </a:solidFill>
                <a:ea typeface="Stapel" pitchFamily="34" charset="-122"/>
                <a:cs typeface="Stapel" pitchFamily="34" charset="-120"/>
              </a:rPr>
              <a:t>. Cetero </a:t>
            </a:r>
            <a:r>
              <a:rPr lang="en-US" dirty="0" err="1">
                <a:solidFill>
                  <a:srgbClr val="000000">
                    <a:alpha val="100000"/>
                  </a:srgbClr>
                </a:solidFill>
                <a:ea typeface="Stapel" pitchFamily="34" charset="-122"/>
                <a:cs typeface="Stapel" pitchFamily="34" charset="-120"/>
              </a:rPr>
              <a:t>ceteros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invidunt</a:t>
            </a:r>
            <a:r>
              <a:rPr lang="en-US" dirty="0">
                <a:solidFill>
                  <a:srgbClr val="000000">
                    <a:alpha val="100000"/>
                  </a:srgbClr>
                </a:solidFill>
                <a:ea typeface="Stapel" pitchFamily="34" charset="-122"/>
                <a:cs typeface="Stapel" pitchFamily="34" charset="-120"/>
              </a:rPr>
              <a:t> ad his, </a:t>
            </a:r>
            <a:r>
              <a:rPr lang="en-US" dirty="0" err="1">
                <a:solidFill>
                  <a:srgbClr val="000000">
                    <a:alpha val="100000"/>
                  </a:srgbClr>
                </a:solidFill>
                <a:ea typeface="Stapel" pitchFamily="34" charset="-122"/>
                <a:cs typeface="Stapel" pitchFamily="34" charset="-120"/>
              </a:rPr>
              <a:t>habeo</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gloriatur</a:t>
            </a:r>
            <a:r>
              <a:rPr lang="en-US" dirty="0">
                <a:solidFill>
                  <a:srgbClr val="000000">
                    <a:alpha val="100000"/>
                  </a:srgbClr>
                </a:solidFill>
                <a:ea typeface="Stapel" pitchFamily="34" charset="-122"/>
                <a:cs typeface="Stapel" pitchFamily="34" charset="-120"/>
              </a:rPr>
              <a:t>  pro id, no </a:t>
            </a:r>
            <a:r>
              <a:rPr lang="en-US" dirty="0" err="1">
                <a:solidFill>
                  <a:srgbClr val="000000">
                    <a:alpha val="100000"/>
                  </a:srgbClr>
                </a:solidFill>
                <a:ea typeface="Stapel" pitchFamily="34" charset="-122"/>
                <a:cs typeface="Stapel" pitchFamily="34" charset="-120"/>
              </a:rPr>
              <a:t>vix</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omnis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denique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deleniti</a:t>
            </a:r>
            <a:r>
              <a:rPr lang="en-US" dirty="0">
                <a:solidFill>
                  <a:srgbClr val="000000">
                    <a:alpha val="100000"/>
                  </a:srgbClr>
                </a:solidFill>
                <a:ea typeface="Stapel" pitchFamily="34" charset="-122"/>
                <a:cs typeface="Stapel" pitchFamily="34" charset="-120"/>
              </a:rPr>
              <a:t>. Mea </a:t>
            </a:r>
            <a:r>
              <a:rPr lang="en-US" dirty="0" err="1">
                <a:solidFill>
                  <a:srgbClr val="000000">
                    <a:alpha val="100000"/>
                  </a:srgbClr>
                </a:solidFill>
                <a:ea typeface="Stapel" pitchFamily="34" charset="-122"/>
                <a:cs typeface="Stapel" pitchFamily="34" charset="-120"/>
              </a:rPr>
              <a:t>quando</a:t>
            </a:r>
            <a:r>
              <a:rPr lang="en-US" dirty="0">
                <a:solidFill>
                  <a:srgbClr val="000000">
                    <a:alpha val="100000"/>
                  </a:srgbClr>
                </a:solidFill>
                <a:ea typeface="Stapel" pitchFamily="34" charset="-122"/>
                <a:cs typeface="Stapel" pitchFamily="34" charset="-120"/>
              </a:rPr>
              <a:t> delectus accommodare ad, </a:t>
            </a:r>
            <a:r>
              <a:rPr lang="en-US" dirty="0" err="1">
                <a:solidFill>
                  <a:srgbClr val="000000">
                    <a:alpha val="100000"/>
                  </a:srgbClr>
                </a:solidFill>
                <a:ea typeface="Stapel" pitchFamily="34" charset="-122"/>
                <a:cs typeface="Stapel" pitchFamily="34" charset="-120"/>
              </a:rPr>
              <a:t>nulla</a:t>
            </a:r>
            <a:r>
              <a:rPr lang="en-US" dirty="0">
                <a:solidFill>
                  <a:srgbClr val="000000">
                    <a:alpha val="100000"/>
                  </a:srgbClr>
                </a:solidFill>
                <a:ea typeface="Stapel" pitchFamily="34" charset="-122"/>
                <a:cs typeface="Stapel" pitchFamily="34" charset="-120"/>
              </a:rPr>
              <a:t> aeterno </a:t>
            </a:r>
            <a:r>
              <a:rPr lang="en-US" dirty="0" err="1">
                <a:solidFill>
                  <a:srgbClr val="000000">
                    <a:alpha val="100000"/>
                  </a:srgbClr>
                </a:solidFill>
                <a:ea typeface="Stapel" pitchFamily="34" charset="-122"/>
                <a:cs typeface="Stapel" pitchFamily="34" charset="-120"/>
              </a:rPr>
              <a:t>deterruisset</a:t>
            </a:r>
            <a:r>
              <a:rPr lang="en-US" dirty="0">
                <a:solidFill>
                  <a:srgbClr val="000000">
                    <a:alpha val="100000"/>
                  </a:srgbClr>
                </a:solidFill>
                <a:ea typeface="Stapel" pitchFamily="34" charset="-122"/>
                <a:cs typeface="Stapel" pitchFamily="34" charset="-120"/>
              </a:rPr>
              <a:t> sed in, </a:t>
            </a:r>
            <a:r>
              <a:rPr lang="en-US" dirty="0" err="1">
                <a:solidFill>
                  <a:srgbClr val="000000">
                    <a:alpha val="100000"/>
                  </a:srgbClr>
                </a:solidFill>
                <a:ea typeface="Stapel" pitchFamily="34" charset="-122"/>
                <a:cs typeface="Stapel" pitchFamily="34" charset="-120"/>
              </a:rPr>
              <a:t>nam</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possit</a:t>
            </a:r>
            <a:r>
              <a:rPr lang="en-US" dirty="0">
                <a:solidFill>
                  <a:srgbClr val="000000">
                    <a:alpha val="100000"/>
                  </a:srgbClr>
                </a:solidFill>
                <a:ea typeface="Stapel" pitchFamily="34" charset="-122"/>
                <a:cs typeface="Stapel" pitchFamily="34" charset="-120"/>
              </a:rPr>
              <a:t> aliquip  delectus no. Lorem ipsum dolor sit </a:t>
            </a:r>
            <a:r>
              <a:rPr lang="en-US" dirty="0" err="1">
                <a:solidFill>
                  <a:srgbClr val="000000">
                    <a:alpha val="100000"/>
                  </a:srgbClr>
                </a:solidFill>
                <a:ea typeface="Stapel" pitchFamily="34" charset="-122"/>
                <a:cs typeface="Stapel" pitchFamily="34" charset="-120"/>
              </a:rPr>
              <a:t>amet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idque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iuvaret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ut</a:t>
            </a:r>
            <a:r>
              <a:rPr lang="en-US" dirty="0">
                <a:solidFill>
                  <a:srgbClr val="000000">
                    <a:alpha val="100000"/>
                  </a:srgbClr>
                </a:solidFill>
                <a:ea typeface="Stapel" pitchFamily="34" charset="-122"/>
                <a:cs typeface="Stapel" pitchFamily="34" charset="-120"/>
              </a:rPr>
              <a:t> cum. Mel </a:t>
            </a:r>
            <a:r>
              <a:rPr lang="en-US" dirty="0" err="1">
                <a:solidFill>
                  <a:srgbClr val="000000">
                    <a:alpha val="100000"/>
                  </a:srgbClr>
                </a:solidFill>
                <a:ea typeface="Stapel" pitchFamily="34" charset="-122"/>
                <a:cs typeface="Stapel" pitchFamily="34" charset="-120"/>
              </a:rPr>
              <a:t>dolores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senserit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elaboraret</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eu</a:t>
            </a:r>
            <a:r>
              <a:rPr lang="en-US" dirty="0">
                <a:solidFill>
                  <a:srgbClr val="000000">
                    <a:alpha val="100000"/>
                  </a:srgbClr>
                </a:solidFill>
                <a:ea typeface="Stapel" pitchFamily="34" charset="-122"/>
                <a:cs typeface="Stapel" pitchFamily="34" charset="-120"/>
              </a:rPr>
              <a:t>. Cetero </a:t>
            </a:r>
            <a:r>
              <a:rPr lang="en-US" dirty="0" err="1">
                <a:solidFill>
                  <a:srgbClr val="000000">
                    <a:alpha val="100000"/>
                  </a:srgbClr>
                </a:solidFill>
                <a:ea typeface="Stapel" pitchFamily="34" charset="-122"/>
                <a:cs typeface="Stapel" pitchFamily="34" charset="-120"/>
              </a:rPr>
              <a:t>ceteros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invidunt</a:t>
            </a:r>
            <a:r>
              <a:rPr lang="en-US" dirty="0">
                <a:solidFill>
                  <a:srgbClr val="000000">
                    <a:alpha val="100000"/>
                  </a:srgbClr>
                </a:solidFill>
                <a:ea typeface="Stapel" pitchFamily="34" charset="-122"/>
                <a:cs typeface="Stapel" pitchFamily="34" charset="-120"/>
              </a:rPr>
              <a:t> ad his, </a:t>
            </a:r>
            <a:r>
              <a:rPr lang="en-US" dirty="0" err="1">
                <a:solidFill>
                  <a:srgbClr val="000000">
                    <a:alpha val="100000"/>
                  </a:srgbClr>
                </a:solidFill>
                <a:ea typeface="Stapel" pitchFamily="34" charset="-122"/>
                <a:cs typeface="Stapel" pitchFamily="34" charset="-120"/>
              </a:rPr>
              <a:t>habeo</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gloriatur</a:t>
            </a:r>
            <a:r>
              <a:rPr lang="en-US" dirty="0">
                <a:solidFill>
                  <a:srgbClr val="000000">
                    <a:alpha val="100000"/>
                  </a:srgbClr>
                </a:solidFill>
                <a:ea typeface="Stapel" pitchFamily="34" charset="-122"/>
                <a:cs typeface="Stapel" pitchFamily="34" charset="-120"/>
              </a:rPr>
              <a:t>  pro id, no </a:t>
            </a:r>
            <a:r>
              <a:rPr lang="en-US" dirty="0" err="1">
                <a:solidFill>
                  <a:srgbClr val="000000">
                    <a:alpha val="100000"/>
                  </a:srgbClr>
                </a:solidFill>
                <a:ea typeface="Stapel" pitchFamily="34" charset="-122"/>
                <a:cs typeface="Stapel" pitchFamily="34" charset="-120"/>
              </a:rPr>
              <a:t>vix</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omnis</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denique</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deleniti</a:t>
            </a:r>
            <a:r>
              <a:rPr lang="en-US" dirty="0">
                <a:solidFill>
                  <a:srgbClr val="000000">
                    <a:alpha val="100000"/>
                  </a:srgbClr>
                </a:solidFill>
                <a:ea typeface="Stapel" pitchFamily="34" charset="-122"/>
                <a:cs typeface="Stapel" pitchFamily="34" charset="-120"/>
              </a:rPr>
              <a:t>. Mea </a:t>
            </a:r>
            <a:r>
              <a:rPr lang="en-US" dirty="0" err="1">
                <a:solidFill>
                  <a:srgbClr val="000000">
                    <a:alpha val="100000"/>
                  </a:srgbClr>
                </a:solidFill>
                <a:ea typeface="Stapel" pitchFamily="34" charset="-122"/>
                <a:cs typeface="Stapel" pitchFamily="34" charset="-120"/>
              </a:rPr>
              <a:t>quando</a:t>
            </a:r>
            <a:r>
              <a:rPr lang="en-US" dirty="0">
                <a:solidFill>
                  <a:srgbClr val="000000">
                    <a:alpha val="100000"/>
                  </a:srgbClr>
                </a:solidFill>
                <a:ea typeface="Stapel" pitchFamily="34" charset="-122"/>
                <a:cs typeface="Stapel" pitchFamily="34" charset="-120"/>
              </a:rPr>
              <a:t> delectus accommodare ad, </a:t>
            </a:r>
            <a:r>
              <a:rPr lang="en-US" dirty="0" err="1">
                <a:solidFill>
                  <a:srgbClr val="000000">
                    <a:alpha val="100000"/>
                  </a:srgbClr>
                </a:solidFill>
                <a:ea typeface="Stapel" pitchFamily="34" charset="-122"/>
                <a:cs typeface="Stapel" pitchFamily="34" charset="-120"/>
              </a:rPr>
              <a:t>nulla</a:t>
            </a:r>
            <a:r>
              <a:rPr lang="en-US" dirty="0">
                <a:solidFill>
                  <a:srgbClr val="000000">
                    <a:alpha val="100000"/>
                  </a:srgbClr>
                </a:solidFill>
                <a:ea typeface="Stapel" pitchFamily="34" charset="-122"/>
                <a:cs typeface="Stapel" pitchFamily="34" charset="-120"/>
              </a:rPr>
              <a:t> aeterno </a:t>
            </a:r>
            <a:r>
              <a:rPr lang="en-US" dirty="0" err="1">
                <a:solidFill>
                  <a:srgbClr val="000000">
                    <a:alpha val="100000"/>
                  </a:srgbClr>
                </a:solidFill>
                <a:ea typeface="Stapel" pitchFamily="34" charset="-122"/>
                <a:cs typeface="Stapel" pitchFamily="34" charset="-120"/>
              </a:rPr>
              <a:t>deterruisset</a:t>
            </a:r>
            <a:r>
              <a:rPr lang="en-US" dirty="0">
                <a:solidFill>
                  <a:srgbClr val="000000">
                    <a:alpha val="100000"/>
                  </a:srgbClr>
                </a:solidFill>
                <a:ea typeface="Stapel" pitchFamily="34" charset="-122"/>
                <a:cs typeface="Stapel" pitchFamily="34" charset="-120"/>
              </a:rPr>
              <a:t> sed in, </a:t>
            </a:r>
            <a:r>
              <a:rPr lang="en-US" dirty="0" err="1">
                <a:solidFill>
                  <a:srgbClr val="000000">
                    <a:alpha val="100000"/>
                  </a:srgbClr>
                </a:solidFill>
                <a:ea typeface="Stapel" pitchFamily="34" charset="-122"/>
                <a:cs typeface="Stapel" pitchFamily="34" charset="-120"/>
              </a:rPr>
              <a:t>nam</a:t>
            </a:r>
            <a:r>
              <a:rPr lang="en-US" dirty="0">
                <a:solidFill>
                  <a:srgbClr val="000000">
                    <a:alpha val="100000"/>
                  </a:srgbClr>
                </a:solidFill>
                <a:ea typeface="Stapel" pitchFamily="34" charset="-122"/>
                <a:cs typeface="Stapel" pitchFamily="34" charset="-120"/>
              </a:rPr>
              <a:t> </a:t>
            </a:r>
            <a:r>
              <a:rPr lang="en-US" dirty="0" err="1">
                <a:solidFill>
                  <a:srgbClr val="000000">
                    <a:alpha val="100000"/>
                  </a:srgbClr>
                </a:solidFill>
                <a:ea typeface="Stapel" pitchFamily="34" charset="-122"/>
                <a:cs typeface="Stapel" pitchFamily="34" charset="-120"/>
              </a:rPr>
              <a:t>possit</a:t>
            </a:r>
            <a:r>
              <a:rPr lang="en-US" dirty="0">
                <a:solidFill>
                  <a:srgbClr val="000000">
                    <a:alpha val="100000"/>
                  </a:srgbClr>
                </a:solidFill>
                <a:ea typeface="Stapel" pitchFamily="34" charset="-122"/>
                <a:cs typeface="Stapel" pitchFamily="34" charset="-120"/>
              </a:rPr>
              <a:t> aliquip  delectus no.</a:t>
            </a:r>
            <a:endParaRPr lang="en-US" dirty="0"/>
          </a:p>
        </p:txBody>
      </p:sp>
      <p:sp>
        <p:nvSpPr>
          <p:cNvPr id="30" name="Текст 29">
            <a:extLst>
              <a:ext uri="{FF2B5EF4-FFF2-40B4-BE49-F238E27FC236}">
                <a16:creationId xmlns:a16="http://schemas.microsoft.com/office/drawing/2014/main" id="{F4B45390-24D2-4FB1-906C-273723A63D6B}"/>
              </a:ext>
            </a:extLst>
          </p:cNvPr>
          <p:cNvSpPr>
            <a:spLocks noGrp="1"/>
          </p:cNvSpPr>
          <p:nvPr>
            <p:ph type="body" sz="quarter" idx="100"/>
          </p:nvPr>
        </p:nvSpPr>
        <p:spPr/>
        <p:txBody>
          <a:bodyPr/>
          <a:lstStyle/>
          <a:p>
            <a:pPr>
              <a:lnSpc>
                <a:spcPts val="1760"/>
              </a:lnSpc>
            </a:pPr>
            <a:r>
              <a:rPr lang="ru-RU" dirty="0">
                <a:solidFill>
                  <a:srgbClr val="000000">
                    <a:alpha val="100000"/>
                  </a:srgbClr>
                </a:solidFill>
                <a:ea typeface="Stapel" pitchFamily="34" charset="-122"/>
                <a:cs typeface="Stapel" pitchFamily="34" charset="-120"/>
              </a:rPr>
              <a:t>Результаты проекта</a:t>
            </a:r>
            <a:endParaRPr lang="en-US" dirty="0"/>
          </a:p>
        </p:txBody>
      </p:sp>
      <p:sp>
        <p:nvSpPr>
          <p:cNvPr id="31" name="Текст 30">
            <a:extLst>
              <a:ext uri="{FF2B5EF4-FFF2-40B4-BE49-F238E27FC236}">
                <a16:creationId xmlns:a16="http://schemas.microsoft.com/office/drawing/2014/main" id="{93789622-1A36-7974-C041-3F775EE18B85}"/>
              </a:ext>
            </a:extLst>
          </p:cNvPr>
          <p:cNvSpPr>
            <a:spLocks noGrp="1"/>
          </p:cNvSpPr>
          <p:nvPr>
            <p:ph type="body" sz="quarter" idx="101"/>
          </p:nvPr>
        </p:nvSpPr>
        <p:spPr/>
        <p:txBody>
          <a:bodyPr/>
          <a:lstStyle/>
          <a:p>
            <a:r>
              <a:rPr lang="ru-RU" dirty="0"/>
              <a:t>150+</a:t>
            </a:r>
          </a:p>
        </p:txBody>
      </p:sp>
      <p:sp>
        <p:nvSpPr>
          <p:cNvPr id="32" name="Текст 31">
            <a:extLst>
              <a:ext uri="{FF2B5EF4-FFF2-40B4-BE49-F238E27FC236}">
                <a16:creationId xmlns:a16="http://schemas.microsoft.com/office/drawing/2014/main" id="{8977BAD5-97E1-0B42-8E77-3C6699F7024A}"/>
              </a:ext>
            </a:extLst>
          </p:cNvPr>
          <p:cNvSpPr>
            <a:spLocks noGrp="1"/>
          </p:cNvSpPr>
          <p:nvPr>
            <p:ph type="body" sz="quarter" idx="102"/>
          </p:nvPr>
        </p:nvSpPr>
        <p:spPr/>
        <p:txBody>
          <a:bodyPr/>
          <a:lstStyle/>
          <a:p>
            <a:r>
              <a:rPr lang="ru-RU" dirty="0"/>
              <a:t>Кастомных отчетов</a:t>
            </a:r>
          </a:p>
        </p:txBody>
      </p:sp>
      <p:sp>
        <p:nvSpPr>
          <p:cNvPr id="33" name="Текст 32">
            <a:extLst>
              <a:ext uri="{FF2B5EF4-FFF2-40B4-BE49-F238E27FC236}">
                <a16:creationId xmlns:a16="http://schemas.microsoft.com/office/drawing/2014/main" id="{6A945658-7718-5E79-87FF-8E6212D45C84}"/>
              </a:ext>
            </a:extLst>
          </p:cNvPr>
          <p:cNvSpPr>
            <a:spLocks noGrp="1"/>
          </p:cNvSpPr>
          <p:nvPr>
            <p:ph type="body" sz="quarter" idx="103"/>
          </p:nvPr>
        </p:nvSpPr>
        <p:spPr/>
        <p:txBody>
          <a:bodyPr/>
          <a:lstStyle/>
          <a:p>
            <a:r>
              <a:rPr lang="ru-RU" dirty="0"/>
              <a:t>80+</a:t>
            </a:r>
          </a:p>
        </p:txBody>
      </p:sp>
      <p:sp>
        <p:nvSpPr>
          <p:cNvPr id="34" name="Текст 33">
            <a:extLst>
              <a:ext uri="{FF2B5EF4-FFF2-40B4-BE49-F238E27FC236}">
                <a16:creationId xmlns:a16="http://schemas.microsoft.com/office/drawing/2014/main" id="{E6F23EA9-6DBC-2545-2D83-FEB4C9A074D2}"/>
              </a:ext>
            </a:extLst>
          </p:cNvPr>
          <p:cNvSpPr>
            <a:spLocks noGrp="1"/>
          </p:cNvSpPr>
          <p:nvPr>
            <p:ph type="body" sz="quarter" idx="104"/>
          </p:nvPr>
        </p:nvSpPr>
        <p:spPr/>
        <p:txBody>
          <a:bodyPr/>
          <a:lstStyle/>
          <a:p>
            <a:r>
              <a:rPr lang="ru-RU" dirty="0"/>
              <a:t>Интеграций</a:t>
            </a:r>
          </a:p>
        </p:txBody>
      </p:sp>
      <p:sp>
        <p:nvSpPr>
          <p:cNvPr id="35" name="Текст 34">
            <a:extLst>
              <a:ext uri="{FF2B5EF4-FFF2-40B4-BE49-F238E27FC236}">
                <a16:creationId xmlns:a16="http://schemas.microsoft.com/office/drawing/2014/main" id="{26461F1C-C40B-7DB0-3AE7-C1814D5CBD5E}"/>
              </a:ext>
            </a:extLst>
          </p:cNvPr>
          <p:cNvSpPr>
            <a:spLocks noGrp="1"/>
          </p:cNvSpPr>
          <p:nvPr>
            <p:ph type="body" sz="quarter" idx="105"/>
          </p:nvPr>
        </p:nvSpPr>
        <p:spPr/>
        <p:txBody>
          <a:bodyPr/>
          <a:lstStyle/>
          <a:p>
            <a:r>
              <a:rPr lang="ru-RU" dirty="0"/>
              <a:t>16 000+</a:t>
            </a:r>
          </a:p>
        </p:txBody>
      </p:sp>
      <p:sp>
        <p:nvSpPr>
          <p:cNvPr id="36" name="Текст 35">
            <a:extLst>
              <a:ext uri="{FF2B5EF4-FFF2-40B4-BE49-F238E27FC236}">
                <a16:creationId xmlns:a16="http://schemas.microsoft.com/office/drawing/2014/main" id="{2A3ADF43-CE2B-4A49-28D7-190CBEC53912}"/>
              </a:ext>
            </a:extLst>
          </p:cNvPr>
          <p:cNvSpPr>
            <a:spLocks noGrp="1"/>
          </p:cNvSpPr>
          <p:nvPr>
            <p:ph type="body" sz="quarter" idx="106"/>
          </p:nvPr>
        </p:nvSpPr>
        <p:spPr/>
        <p:txBody>
          <a:bodyPr/>
          <a:lstStyle/>
          <a:p>
            <a:r>
              <a:rPr lang="ru-RU" dirty="0"/>
              <a:t>Сотрудников и физлиц</a:t>
            </a:r>
          </a:p>
        </p:txBody>
      </p:sp>
      <p:sp>
        <p:nvSpPr>
          <p:cNvPr id="37" name="Текст 36">
            <a:extLst>
              <a:ext uri="{FF2B5EF4-FFF2-40B4-BE49-F238E27FC236}">
                <a16:creationId xmlns:a16="http://schemas.microsoft.com/office/drawing/2014/main" id="{F79D0C01-9A7B-F047-2725-EE2F7857A95A}"/>
              </a:ext>
            </a:extLst>
          </p:cNvPr>
          <p:cNvSpPr>
            <a:spLocks noGrp="1"/>
          </p:cNvSpPr>
          <p:nvPr>
            <p:ph type="body" sz="quarter" idx="107"/>
          </p:nvPr>
        </p:nvSpPr>
        <p:spPr/>
        <p:txBody>
          <a:bodyPr/>
          <a:lstStyle/>
          <a:p>
            <a:r>
              <a:rPr lang="ru-RU" dirty="0"/>
              <a:t>60+</a:t>
            </a:r>
          </a:p>
        </p:txBody>
      </p:sp>
      <p:sp>
        <p:nvSpPr>
          <p:cNvPr id="38" name="Текст 37">
            <a:extLst>
              <a:ext uri="{FF2B5EF4-FFF2-40B4-BE49-F238E27FC236}">
                <a16:creationId xmlns:a16="http://schemas.microsoft.com/office/drawing/2014/main" id="{435661BF-9784-5160-3D05-98C3375183B8}"/>
              </a:ext>
            </a:extLst>
          </p:cNvPr>
          <p:cNvSpPr>
            <a:spLocks noGrp="1"/>
          </p:cNvSpPr>
          <p:nvPr>
            <p:ph type="body" sz="quarter" idx="108"/>
          </p:nvPr>
        </p:nvSpPr>
        <p:spPr/>
        <p:txBody>
          <a:bodyPr/>
          <a:lstStyle/>
          <a:p>
            <a:r>
              <a:rPr lang="ru-RU" dirty="0"/>
              <a:t>Юридических лиц в орг. периметре</a:t>
            </a:r>
          </a:p>
        </p:txBody>
      </p:sp>
      <p:sp>
        <p:nvSpPr>
          <p:cNvPr id="39" name="Текст 38">
            <a:extLst>
              <a:ext uri="{FF2B5EF4-FFF2-40B4-BE49-F238E27FC236}">
                <a16:creationId xmlns:a16="http://schemas.microsoft.com/office/drawing/2014/main" id="{75FB651D-B004-925F-11E9-1320591243EA}"/>
              </a:ext>
            </a:extLst>
          </p:cNvPr>
          <p:cNvSpPr>
            <a:spLocks noGrp="1"/>
          </p:cNvSpPr>
          <p:nvPr>
            <p:ph type="body" sz="quarter" idx="110"/>
          </p:nvPr>
        </p:nvSpPr>
        <p:spPr/>
        <p:txBody>
          <a:bodyPr/>
          <a:lstStyle/>
          <a:p>
            <a:r>
              <a:rPr lang="ru-RU" dirty="0"/>
              <a:t>Название компании</a:t>
            </a:r>
          </a:p>
        </p:txBody>
      </p:sp>
      <p:sp>
        <p:nvSpPr>
          <p:cNvPr id="40" name="Текст 39">
            <a:extLst>
              <a:ext uri="{FF2B5EF4-FFF2-40B4-BE49-F238E27FC236}">
                <a16:creationId xmlns:a16="http://schemas.microsoft.com/office/drawing/2014/main" id="{E285F4A6-8FF1-8408-0F0E-9D6EF9744FA5}"/>
              </a:ext>
            </a:extLst>
          </p:cNvPr>
          <p:cNvSpPr>
            <a:spLocks noGrp="1"/>
          </p:cNvSpPr>
          <p:nvPr>
            <p:ph type="body" sz="quarter" idx="111"/>
          </p:nvPr>
        </p:nvSpPr>
        <p:spPr/>
        <p:txBody>
          <a:bodyPr/>
          <a:lstStyle/>
          <a:p>
            <a:r>
              <a:rPr lang="ru-RU" dirty="0"/>
              <a:t>Кейс</a:t>
            </a:r>
          </a:p>
        </p:txBody>
      </p:sp>
      <p:sp>
        <p:nvSpPr>
          <p:cNvPr id="6" name="Текст 5">
            <a:extLst>
              <a:ext uri="{FF2B5EF4-FFF2-40B4-BE49-F238E27FC236}">
                <a16:creationId xmlns:a16="http://schemas.microsoft.com/office/drawing/2014/main" id="{7EB6BA23-C8DA-0EAD-649A-E141A2E2EA0E}"/>
              </a:ext>
            </a:extLst>
          </p:cNvPr>
          <p:cNvSpPr>
            <a:spLocks noGrp="1"/>
          </p:cNvSpPr>
          <p:nvPr>
            <p:ph type="body" sz="quarter" idx="41"/>
          </p:nvPr>
        </p:nvSpPr>
        <p:spPr>
          <a:xfrm>
            <a:off x="352684" y="1814808"/>
            <a:ext cx="4555218" cy="1292662"/>
          </a:xfrm>
        </p:spPr>
        <p:txBody>
          <a:bodyPr/>
          <a:lstStyle/>
          <a:p>
            <a:r>
              <a:rPr lang="ru-RU" dirty="0"/>
              <a:t>Заголовок в одну или несколько строк с описанием сути кейса</a:t>
            </a:r>
          </a:p>
        </p:txBody>
      </p:sp>
    </p:spTree>
    <p:extLst>
      <p:ext uri="{BB962C8B-B14F-4D97-AF65-F5344CB8AC3E}">
        <p14:creationId xmlns:p14="http://schemas.microsoft.com/office/powerpoint/2010/main" val="26131648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a:extLst>
              <a:ext uri="{FF2B5EF4-FFF2-40B4-BE49-F238E27FC236}">
                <a16:creationId xmlns:a16="http://schemas.microsoft.com/office/drawing/2014/main" id="{A420D6B3-36C0-E52E-0EF5-38664C74D4E4}"/>
              </a:ext>
            </a:extLst>
          </p:cNvPr>
          <p:cNvPicPr>
            <a:picLocks noGrp="1" noChangeAspect="1"/>
          </p:cNvPicPr>
          <p:nvPr>
            <p:ph type="pic" sz="quarter" idx="109"/>
          </p:nvPr>
        </p:nvPicPr>
        <p:blipFill>
          <a:blip r:embed="rId2" cstate="screen">
            <a:extLst>
              <a:ext uri="{28A0092B-C50C-407E-A947-70E740481C1C}">
                <a14:useLocalDpi xmlns:a14="http://schemas.microsoft.com/office/drawing/2010/main"/>
              </a:ext>
            </a:extLst>
          </a:blip>
          <a:srcRect/>
          <a:stretch/>
        </p:blipFill>
        <p:spPr>
          <a:xfrm>
            <a:off x="0" y="3479514"/>
            <a:ext cx="6045200" cy="3378486"/>
          </a:xfrm>
        </p:spPr>
      </p:pic>
      <p:sp>
        <p:nvSpPr>
          <p:cNvPr id="3" name="Номер слайда 2">
            <a:extLst>
              <a:ext uri="{FF2B5EF4-FFF2-40B4-BE49-F238E27FC236}">
                <a16:creationId xmlns:a16="http://schemas.microsoft.com/office/drawing/2014/main" id="{E8E8DAD6-52C9-AD42-CF8E-67CD07A2EDAC}"/>
              </a:ext>
            </a:extLst>
          </p:cNvPr>
          <p:cNvSpPr>
            <a:spLocks noGrp="1"/>
          </p:cNvSpPr>
          <p:nvPr>
            <p:ph type="sldNum" sz="quarter" idx="4"/>
          </p:nvPr>
        </p:nvSpPr>
        <p:spPr/>
        <p:txBody>
          <a:bodyPr/>
          <a:lstStyle/>
          <a:p>
            <a:fld id="{13FB4C0F-BB20-4298-B11D-AEB97E17A107}" type="slidenum">
              <a:rPr lang="ru-RU" smtClean="0"/>
              <a:pPr/>
              <a:t>93</a:t>
            </a:fld>
            <a:endParaRPr lang="ru-RU" dirty="0"/>
          </a:p>
        </p:txBody>
      </p:sp>
      <p:sp>
        <p:nvSpPr>
          <p:cNvPr id="5" name="Текст 4">
            <a:extLst>
              <a:ext uri="{FF2B5EF4-FFF2-40B4-BE49-F238E27FC236}">
                <a16:creationId xmlns:a16="http://schemas.microsoft.com/office/drawing/2014/main" id="{C68DE305-4601-2304-FA1E-FB4069719069}"/>
              </a:ext>
            </a:extLst>
          </p:cNvPr>
          <p:cNvSpPr>
            <a:spLocks noGrp="1"/>
          </p:cNvSpPr>
          <p:nvPr>
            <p:ph type="body" sz="quarter" idx="42"/>
          </p:nvPr>
        </p:nvSpPr>
        <p:spPr/>
        <p:txBody>
          <a:bodyPr/>
          <a:lstStyle/>
          <a:p>
            <a:r>
              <a:rPr lang="ru-RU" dirty="0"/>
              <a:t>Проблема клиента</a:t>
            </a:r>
          </a:p>
        </p:txBody>
      </p:sp>
      <p:sp>
        <p:nvSpPr>
          <p:cNvPr id="6" name="Текст 5">
            <a:extLst>
              <a:ext uri="{FF2B5EF4-FFF2-40B4-BE49-F238E27FC236}">
                <a16:creationId xmlns:a16="http://schemas.microsoft.com/office/drawing/2014/main" id="{E400C95D-F897-7348-C50C-5A9B75DA6BBB}"/>
              </a:ext>
            </a:extLst>
          </p:cNvPr>
          <p:cNvSpPr>
            <a:spLocks noGrp="1"/>
          </p:cNvSpPr>
          <p:nvPr>
            <p:ph type="body" sz="quarter" idx="97"/>
          </p:nvPr>
        </p:nvSpPr>
        <p:spPr>
          <a:xfrm>
            <a:off x="6479600" y="5230392"/>
            <a:ext cx="5267641" cy="971613"/>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pPr marL="0" indent="0">
              <a:buNone/>
            </a:pPr>
            <a:endParaRPr lang="ru-RU" dirty="0"/>
          </a:p>
        </p:txBody>
      </p:sp>
      <p:sp>
        <p:nvSpPr>
          <p:cNvPr id="7" name="Текст 6">
            <a:extLst>
              <a:ext uri="{FF2B5EF4-FFF2-40B4-BE49-F238E27FC236}">
                <a16:creationId xmlns:a16="http://schemas.microsoft.com/office/drawing/2014/main" id="{3A0CC5EC-99E8-072B-9525-285ACBD22A2B}"/>
              </a:ext>
            </a:extLst>
          </p:cNvPr>
          <p:cNvSpPr>
            <a:spLocks noGrp="1"/>
          </p:cNvSpPr>
          <p:nvPr>
            <p:ph type="body" sz="quarter" idx="47"/>
          </p:nvPr>
        </p:nvSpPr>
        <p:spPr>
          <a:xfrm>
            <a:off x="6400766" y="1734312"/>
            <a:ext cx="5346475" cy="1077218"/>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a:t>
            </a:r>
          </a:p>
        </p:txBody>
      </p:sp>
      <p:sp>
        <p:nvSpPr>
          <p:cNvPr id="8" name="Текст 7">
            <a:extLst>
              <a:ext uri="{FF2B5EF4-FFF2-40B4-BE49-F238E27FC236}">
                <a16:creationId xmlns:a16="http://schemas.microsoft.com/office/drawing/2014/main" id="{59185095-EBEF-9479-DF47-ADA94AF5830D}"/>
              </a:ext>
            </a:extLst>
          </p:cNvPr>
          <p:cNvSpPr>
            <a:spLocks noGrp="1"/>
          </p:cNvSpPr>
          <p:nvPr>
            <p:ph type="body" sz="quarter" idx="98"/>
          </p:nvPr>
        </p:nvSpPr>
        <p:spPr/>
        <p:txBody>
          <a:bodyPr/>
          <a:lstStyle/>
          <a:p>
            <a:r>
              <a:rPr lang="ru-RU" dirty="0"/>
              <a:t>Наше решение</a:t>
            </a:r>
          </a:p>
        </p:txBody>
      </p:sp>
      <p:sp>
        <p:nvSpPr>
          <p:cNvPr id="9" name="Текст 8">
            <a:extLst>
              <a:ext uri="{FF2B5EF4-FFF2-40B4-BE49-F238E27FC236}">
                <a16:creationId xmlns:a16="http://schemas.microsoft.com/office/drawing/2014/main" id="{E2525269-4136-4B5C-A3A2-2F84081249F6}"/>
              </a:ext>
            </a:extLst>
          </p:cNvPr>
          <p:cNvSpPr>
            <a:spLocks noGrp="1"/>
          </p:cNvSpPr>
          <p:nvPr>
            <p:ph type="body" sz="quarter" idx="99"/>
          </p:nvPr>
        </p:nvSpPr>
        <p:spPr>
          <a:xfrm>
            <a:off x="6400766" y="3479513"/>
            <a:ext cx="5346475" cy="1077218"/>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a:t>
            </a:r>
          </a:p>
        </p:txBody>
      </p:sp>
      <p:sp>
        <p:nvSpPr>
          <p:cNvPr id="10" name="Текст 9">
            <a:extLst>
              <a:ext uri="{FF2B5EF4-FFF2-40B4-BE49-F238E27FC236}">
                <a16:creationId xmlns:a16="http://schemas.microsoft.com/office/drawing/2014/main" id="{C84BC009-5BC0-6E3D-7AC8-CE1A99ECB776}"/>
              </a:ext>
            </a:extLst>
          </p:cNvPr>
          <p:cNvSpPr>
            <a:spLocks noGrp="1"/>
          </p:cNvSpPr>
          <p:nvPr>
            <p:ph type="body" sz="quarter" idx="100"/>
          </p:nvPr>
        </p:nvSpPr>
        <p:spPr/>
        <p:txBody>
          <a:bodyPr/>
          <a:lstStyle/>
          <a:p>
            <a:r>
              <a:rPr lang="ru-RU" dirty="0"/>
              <a:t>Результаты проекта</a:t>
            </a:r>
          </a:p>
        </p:txBody>
      </p:sp>
      <p:sp>
        <p:nvSpPr>
          <p:cNvPr id="11" name="Текст 10">
            <a:extLst>
              <a:ext uri="{FF2B5EF4-FFF2-40B4-BE49-F238E27FC236}">
                <a16:creationId xmlns:a16="http://schemas.microsoft.com/office/drawing/2014/main" id="{8FB332A5-59AD-C8DC-0F57-B45F430574A0}"/>
              </a:ext>
            </a:extLst>
          </p:cNvPr>
          <p:cNvSpPr>
            <a:spLocks noGrp="1"/>
          </p:cNvSpPr>
          <p:nvPr>
            <p:ph type="body" sz="quarter" idx="101"/>
          </p:nvPr>
        </p:nvSpPr>
        <p:spPr>
          <a:xfrm>
            <a:off x="355598" y="4903490"/>
            <a:ext cx="2630198" cy="430887"/>
          </a:xfrm>
        </p:spPr>
        <p:txBody>
          <a:bodyPr/>
          <a:lstStyle/>
          <a:p>
            <a:r>
              <a:rPr lang="ru-RU" dirty="0"/>
              <a:t>150+</a:t>
            </a:r>
          </a:p>
        </p:txBody>
      </p:sp>
      <p:sp>
        <p:nvSpPr>
          <p:cNvPr id="12" name="Текст 11">
            <a:extLst>
              <a:ext uri="{FF2B5EF4-FFF2-40B4-BE49-F238E27FC236}">
                <a16:creationId xmlns:a16="http://schemas.microsoft.com/office/drawing/2014/main" id="{57947BFB-9E83-7E7C-4C8A-E67B4375C8C3}"/>
              </a:ext>
            </a:extLst>
          </p:cNvPr>
          <p:cNvSpPr>
            <a:spLocks noGrp="1"/>
          </p:cNvSpPr>
          <p:nvPr>
            <p:ph type="body" sz="quarter" idx="102"/>
          </p:nvPr>
        </p:nvSpPr>
        <p:spPr>
          <a:xfrm>
            <a:off x="349925" y="5364385"/>
            <a:ext cx="2639529" cy="153888"/>
          </a:xfrm>
        </p:spPr>
        <p:txBody>
          <a:bodyPr/>
          <a:lstStyle/>
          <a:p>
            <a:r>
              <a:rPr lang="ru-RU" dirty="0"/>
              <a:t>Кастомных отчетов</a:t>
            </a:r>
          </a:p>
        </p:txBody>
      </p:sp>
      <p:sp>
        <p:nvSpPr>
          <p:cNvPr id="13" name="Текст 12">
            <a:extLst>
              <a:ext uri="{FF2B5EF4-FFF2-40B4-BE49-F238E27FC236}">
                <a16:creationId xmlns:a16="http://schemas.microsoft.com/office/drawing/2014/main" id="{32B91659-8B66-07BE-8D63-CBFFE695787E}"/>
              </a:ext>
            </a:extLst>
          </p:cNvPr>
          <p:cNvSpPr>
            <a:spLocks noGrp="1"/>
          </p:cNvSpPr>
          <p:nvPr>
            <p:ph type="body" sz="quarter" idx="103"/>
          </p:nvPr>
        </p:nvSpPr>
        <p:spPr>
          <a:xfrm>
            <a:off x="355598" y="5901427"/>
            <a:ext cx="2630198" cy="430887"/>
          </a:xfrm>
        </p:spPr>
        <p:txBody>
          <a:bodyPr/>
          <a:lstStyle/>
          <a:p>
            <a:r>
              <a:rPr lang="ru-RU" dirty="0"/>
              <a:t>80+</a:t>
            </a:r>
          </a:p>
        </p:txBody>
      </p:sp>
      <p:sp>
        <p:nvSpPr>
          <p:cNvPr id="14" name="Текст 13">
            <a:extLst>
              <a:ext uri="{FF2B5EF4-FFF2-40B4-BE49-F238E27FC236}">
                <a16:creationId xmlns:a16="http://schemas.microsoft.com/office/drawing/2014/main" id="{81F7F285-5045-BD00-F310-38F19816A64F}"/>
              </a:ext>
            </a:extLst>
          </p:cNvPr>
          <p:cNvSpPr>
            <a:spLocks noGrp="1"/>
          </p:cNvSpPr>
          <p:nvPr>
            <p:ph type="body" sz="quarter" idx="104"/>
          </p:nvPr>
        </p:nvSpPr>
        <p:spPr>
          <a:xfrm>
            <a:off x="349925" y="6362322"/>
            <a:ext cx="2639529" cy="153888"/>
          </a:xfrm>
        </p:spPr>
        <p:txBody>
          <a:bodyPr/>
          <a:lstStyle/>
          <a:p>
            <a:r>
              <a:rPr lang="ru-RU" dirty="0"/>
              <a:t>Интеграций</a:t>
            </a:r>
          </a:p>
        </p:txBody>
      </p:sp>
      <p:sp>
        <p:nvSpPr>
          <p:cNvPr id="15" name="Текст 14">
            <a:extLst>
              <a:ext uri="{FF2B5EF4-FFF2-40B4-BE49-F238E27FC236}">
                <a16:creationId xmlns:a16="http://schemas.microsoft.com/office/drawing/2014/main" id="{D85E5A9C-C0F2-D664-D70F-8AB1440021D6}"/>
              </a:ext>
            </a:extLst>
          </p:cNvPr>
          <p:cNvSpPr>
            <a:spLocks noGrp="1"/>
          </p:cNvSpPr>
          <p:nvPr>
            <p:ph type="body" sz="quarter" idx="105"/>
          </p:nvPr>
        </p:nvSpPr>
        <p:spPr>
          <a:xfrm>
            <a:off x="3251572" y="4903490"/>
            <a:ext cx="2630198" cy="430887"/>
          </a:xfrm>
        </p:spPr>
        <p:txBody>
          <a:bodyPr/>
          <a:lstStyle/>
          <a:p>
            <a:r>
              <a:rPr lang="ru-RU" dirty="0"/>
              <a:t>16 000+</a:t>
            </a:r>
          </a:p>
        </p:txBody>
      </p:sp>
      <p:sp>
        <p:nvSpPr>
          <p:cNvPr id="16" name="Текст 15">
            <a:extLst>
              <a:ext uri="{FF2B5EF4-FFF2-40B4-BE49-F238E27FC236}">
                <a16:creationId xmlns:a16="http://schemas.microsoft.com/office/drawing/2014/main" id="{F11D2856-783D-7093-A1CE-FB26E5926D56}"/>
              </a:ext>
            </a:extLst>
          </p:cNvPr>
          <p:cNvSpPr>
            <a:spLocks noGrp="1"/>
          </p:cNvSpPr>
          <p:nvPr>
            <p:ph type="body" sz="quarter" idx="106"/>
          </p:nvPr>
        </p:nvSpPr>
        <p:spPr>
          <a:xfrm>
            <a:off x="3245899" y="5364385"/>
            <a:ext cx="2639529" cy="153888"/>
          </a:xfrm>
        </p:spPr>
        <p:txBody>
          <a:bodyPr/>
          <a:lstStyle/>
          <a:p>
            <a:r>
              <a:rPr lang="ru-RU" dirty="0"/>
              <a:t>Сотрудников и физлиц</a:t>
            </a:r>
          </a:p>
        </p:txBody>
      </p:sp>
      <p:sp>
        <p:nvSpPr>
          <p:cNvPr id="17" name="Текст 16">
            <a:extLst>
              <a:ext uri="{FF2B5EF4-FFF2-40B4-BE49-F238E27FC236}">
                <a16:creationId xmlns:a16="http://schemas.microsoft.com/office/drawing/2014/main" id="{46FF0525-55D5-8664-2205-EDBD74F4EA9C}"/>
              </a:ext>
            </a:extLst>
          </p:cNvPr>
          <p:cNvSpPr>
            <a:spLocks noGrp="1"/>
          </p:cNvSpPr>
          <p:nvPr>
            <p:ph type="body" sz="quarter" idx="107"/>
          </p:nvPr>
        </p:nvSpPr>
        <p:spPr>
          <a:xfrm>
            <a:off x="3251572" y="5901427"/>
            <a:ext cx="2630198" cy="430887"/>
          </a:xfrm>
        </p:spPr>
        <p:txBody>
          <a:bodyPr/>
          <a:lstStyle/>
          <a:p>
            <a:r>
              <a:rPr lang="ru-RU" dirty="0"/>
              <a:t>60+</a:t>
            </a:r>
          </a:p>
        </p:txBody>
      </p:sp>
      <p:sp>
        <p:nvSpPr>
          <p:cNvPr id="18" name="Текст 17">
            <a:extLst>
              <a:ext uri="{FF2B5EF4-FFF2-40B4-BE49-F238E27FC236}">
                <a16:creationId xmlns:a16="http://schemas.microsoft.com/office/drawing/2014/main" id="{9AD5F184-39CA-F55B-8608-892C0B406E22}"/>
              </a:ext>
            </a:extLst>
          </p:cNvPr>
          <p:cNvSpPr>
            <a:spLocks noGrp="1"/>
          </p:cNvSpPr>
          <p:nvPr>
            <p:ph type="body" sz="quarter" idx="108"/>
          </p:nvPr>
        </p:nvSpPr>
        <p:spPr>
          <a:xfrm>
            <a:off x="3245899" y="6362322"/>
            <a:ext cx="2639529" cy="153888"/>
          </a:xfrm>
        </p:spPr>
        <p:txBody>
          <a:bodyPr/>
          <a:lstStyle/>
          <a:p>
            <a:r>
              <a:rPr lang="ru-RU" dirty="0"/>
              <a:t>Юридических лиц в орг. периметре</a:t>
            </a:r>
          </a:p>
        </p:txBody>
      </p:sp>
      <p:sp>
        <p:nvSpPr>
          <p:cNvPr id="19" name="Текст 18">
            <a:extLst>
              <a:ext uri="{FF2B5EF4-FFF2-40B4-BE49-F238E27FC236}">
                <a16:creationId xmlns:a16="http://schemas.microsoft.com/office/drawing/2014/main" id="{335E9817-F4EF-DBF1-2A8E-CB48FD4D8EAD}"/>
              </a:ext>
            </a:extLst>
          </p:cNvPr>
          <p:cNvSpPr>
            <a:spLocks noGrp="1"/>
          </p:cNvSpPr>
          <p:nvPr>
            <p:ph type="body" sz="quarter" idx="110"/>
          </p:nvPr>
        </p:nvSpPr>
        <p:spPr>
          <a:xfrm>
            <a:off x="349250" y="1406137"/>
            <a:ext cx="4559300" cy="224933"/>
          </a:xfrm>
        </p:spPr>
        <p:txBody>
          <a:bodyPr/>
          <a:lstStyle/>
          <a:p>
            <a:r>
              <a:rPr lang="ru-RU" dirty="0"/>
              <a:t>Название компании</a:t>
            </a:r>
          </a:p>
        </p:txBody>
      </p:sp>
      <p:sp>
        <p:nvSpPr>
          <p:cNvPr id="20" name="Текст 19">
            <a:extLst>
              <a:ext uri="{FF2B5EF4-FFF2-40B4-BE49-F238E27FC236}">
                <a16:creationId xmlns:a16="http://schemas.microsoft.com/office/drawing/2014/main" id="{0DC0E78B-3478-44EF-F60E-737B5C40A211}"/>
              </a:ext>
            </a:extLst>
          </p:cNvPr>
          <p:cNvSpPr>
            <a:spLocks noGrp="1"/>
          </p:cNvSpPr>
          <p:nvPr>
            <p:ph type="body" sz="quarter" idx="111"/>
          </p:nvPr>
        </p:nvSpPr>
        <p:spPr/>
        <p:txBody>
          <a:bodyPr/>
          <a:lstStyle/>
          <a:p>
            <a:r>
              <a:rPr lang="ru-RU" dirty="0"/>
              <a:t>Кейс</a:t>
            </a:r>
          </a:p>
        </p:txBody>
      </p:sp>
      <p:sp>
        <p:nvSpPr>
          <p:cNvPr id="22" name="Текст 21">
            <a:extLst>
              <a:ext uri="{FF2B5EF4-FFF2-40B4-BE49-F238E27FC236}">
                <a16:creationId xmlns:a16="http://schemas.microsoft.com/office/drawing/2014/main" id="{142E7E45-7DC9-56D4-3826-1C49FF1243C6}"/>
              </a:ext>
            </a:extLst>
          </p:cNvPr>
          <p:cNvSpPr>
            <a:spLocks noGrp="1"/>
          </p:cNvSpPr>
          <p:nvPr>
            <p:ph type="body" sz="quarter" idx="41"/>
          </p:nvPr>
        </p:nvSpPr>
        <p:spPr>
          <a:xfrm>
            <a:off x="352684" y="1814808"/>
            <a:ext cx="4555218" cy="1292662"/>
          </a:xfrm>
        </p:spPr>
        <p:txBody>
          <a:bodyPr/>
          <a:lstStyle/>
          <a:p>
            <a:r>
              <a:rPr lang="ru-RU" dirty="0"/>
              <a:t>Заголовок в одну или несколько строк с описанием сути кейса</a:t>
            </a:r>
          </a:p>
        </p:txBody>
      </p:sp>
    </p:spTree>
    <p:extLst>
      <p:ext uri="{BB962C8B-B14F-4D97-AF65-F5344CB8AC3E}">
        <p14:creationId xmlns:p14="http://schemas.microsoft.com/office/powerpoint/2010/main" val="12757632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94233-3292-2EA4-E385-F36365F6ED75}"/>
            </a:ext>
          </a:extLst>
        </p:cNvPr>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367B4305-4A37-B6DC-A6E0-C7B9FCA3D9F4}"/>
              </a:ext>
            </a:extLst>
          </p:cNvPr>
          <p:cNvSpPr>
            <a:spLocks noGrp="1"/>
          </p:cNvSpPr>
          <p:nvPr>
            <p:ph type="sldNum" sz="quarter" idx="4"/>
          </p:nvPr>
        </p:nvSpPr>
        <p:spPr/>
        <p:txBody>
          <a:bodyPr/>
          <a:lstStyle/>
          <a:p>
            <a:fld id="{13FB4C0F-BB20-4298-B11D-AEB97E17A107}" type="slidenum">
              <a:rPr lang="ru-RU" smtClean="0"/>
              <a:pPr/>
              <a:t>94</a:t>
            </a:fld>
            <a:endParaRPr lang="ru-RU" dirty="0"/>
          </a:p>
        </p:txBody>
      </p:sp>
      <p:sp>
        <p:nvSpPr>
          <p:cNvPr id="5" name="Текст 4">
            <a:extLst>
              <a:ext uri="{FF2B5EF4-FFF2-40B4-BE49-F238E27FC236}">
                <a16:creationId xmlns:a16="http://schemas.microsoft.com/office/drawing/2014/main" id="{08DD5A12-98EA-6380-E4DE-34D365E4CA51}"/>
              </a:ext>
            </a:extLst>
          </p:cNvPr>
          <p:cNvSpPr>
            <a:spLocks noGrp="1"/>
          </p:cNvSpPr>
          <p:nvPr>
            <p:ph type="body" sz="quarter" idx="42"/>
          </p:nvPr>
        </p:nvSpPr>
        <p:spPr/>
        <p:txBody>
          <a:bodyPr/>
          <a:lstStyle/>
          <a:p>
            <a:r>
              <a:rPr lang="ru-RU" dirty="0"/>
              <a:t>Проблема клиента</a:t>
            </a:r>
            <a:endParaRPr lang="en-US" dirty="0"/>
          </a:p>
        </p:txBody>
      </p:sp>
      <p:sp>
        <p:nvSpPr>
          <p:cNvPr id="27" name="Текст 26">
            <a:extLst>
              <a:ext uri="{FF2B5EF4-FFF2-40B4-BE49-F238E27FC236}">
                <a16:creationId xmlns:a16="http://schemas.microsoft.com/office/drawing/2014/main" id="{CA82928B-9116-7219-1723-54258DD4E958}"/>
              </a:ext>
            </a:extLst>
          </p:cNvPr>
          <p:cNvSpPr>
            <a:spLocks noGrp="1"/>
          </p:cNvSpPr>
          <p:nvPr>
            <p:ph type="body" sz="quarter" idx="97"/>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a:t>
            </a:r>
            <a:endParaRPr lang="en-US" dirty="0">
              <a:effectLst/>
            </a:endParaRPr>
          </a:p>
        </p:txBody>
      </p:sp>
      <p:sp>
        <p:nvSpPr>
          <p:cNvPr id="26" name="Текст 25">
            <a:extLst>
              <a:ext uri="{FF2B5EF4-FFF2-40B4-BE49-F238E27FC236}">
                <a16:creationId xmlns:a16="http://schemas.microsoft.com/office/drawing/2014/main" id="{6412ED7D-6BF8-3DC5-4D42-21A9A2A0C287}"/>
              </a:ext>
            </a:extLst>
          </p:cNvPr>
          <p:cNvSpPr>
            <a:spLocks noGrp="1"/>
          </p:cNvSpPr>
          <p:nvPr>
            <p:ph type="body" sz="quarter" idx="47"/>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a:t>
            </a:r>
          </a:p>
        </p:txBody>
      </p:sp>
      <p:sp>
        <p:nvSpPr>
          <p:cNvPr id="28" name="Текст 27">
            <a:extLst>
              <a:ext uri="{FF2B5EF4-FFF2-40B4-BE49-F238E27FC236}">
                <a16:creationId xmlns:a16="http://schemas.microsoft.com/office/drawing/2014/main" id="{726F6B17-50DD-0852-0438-7929A08DA129}"/>
              </a:ext>
            </a:extLst>
          </p:cNvPr>
          <p:cNvSpPr>
            <a:spLocks noGrp="1"/>
          </p:cNvSpPr>
          <p:nvPr>
            <p:ph type="body" sz="quarter" idx="98"/>
          </p:nvPr>
        </p:nvSpPr>
        <p:spPr/>
        <p:txBody>
          <a:bodyPr/>
          <a:lstStyle/>
          <a:p>
            <a:pPr>
              <a:lnSpc>
                <a:spcPts val="1760"/>
              </a:lnSpc>
            </a:pPr>
            <a:r>
              <a:rPr lang="ru-RU" dirty="0">
                <a:solidFill>
                  <a:srgbClr val="000000">
                    <a:alpha val="100000"/>
                  </a:srgbClr>
                </a:solidFill>
                <a:ea typeface="Stapel" pitchFamily="34" charset="-122"/>
                <a:cs typeface="Stapel" pitchFamily="34" charset="-120"/>
              </a:rPr>
              <a:t>Наше решение</a:t>
            </a:r>
            <a:endParaRPr lang="en-US" dirty="0"/>
          </a:p>
        </p:txBody>
      </p:sp>
      <p:sp>
        <p:nvSpPr>
          <p:cNvPr id="29" name="Текст 28">
            <a:extLst>
              <a:ext uri="{FF2B5EF4-FFF2-40B4-BE49-F238E27FC236}">
                <a16:creationId xmlns:a16="http://schemas.microsoft.com/office/drawing/2014/main" id="{5E2B2AE8-83D6-8BD1-71B4-6AF3362B6702}"/>
              </a:ext>
            </a:extLst>
          </p:cNvPr>
          <p:cNvSpPr>
            <a:spLocks noGrp="1"/>
          </p:cNvSpPr>
          <p:nvPr>
            <p:ph type="body" sz="quarter" idx="99"/>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a:t>
            </a:r>
          </a:p>
        </p:txBody>
      </p:sp>
      <p:sp>
        <p:nvSpPr>
          <p:cNvPr id="30" name="Текст 29">
            <a:extLst>
              <a:ext uri="{FF2B5EF4-FFF2-40B4-BE49-F238E27FC236}">
                <a16:creationId xmlns:a16="http://schemas.microsoft.com/office/drawing/2014/main" id="{F1039F6E-8C02-498B-AE7A-801EAC387089}"/>
              </a:ext>
            </a:extLst>
          </p:cNvPr>
          <p:cNvSpPr>
            <a:spLocks noGrp="1"/>
          </p:cNvSpPr>
          <p:nvPr>
            <p:ph type="body" sz="quarter" idx="100"/>
          </p:nvPr>
        </p:nvSpPr>
        <p:spPr/>
        <p:txBody>
          <a:bodyPr/>
          <a:lstStyle/>
          <a:p>
            <a:pPr>
              <a:lnSpc>
                <a:spcPts val="1760"/>
              </a:lnSpc>
            </a:pPr>
            <a:r>
              <a:rPr lang="ru-RU" dirty="0">
                <a:solidFill>
                  <a:srgbClr val="000000">
                    <a:alpha val="100000"/>
                  </a:srgbClr>
                </a:solidFill>
                <a:ea typeface="Stapel" pitchFamily="34" charset="-122"/>
                <a:cs typeface="Stapel" pitchFamily="34" charset="-120"/>
              </a:rPr>
              <a:t>Результаты проекта</a:t>
            </a:r>
            <a:endParaRPr lang="en-US" dirty="0"/>
          </a:p>
        </p:txBody>
      </p:sp>
      <p:sp>
        <p:nvSpPr>
          <p:cNvPr id="31" name="Текст 30">
            <a:extLst>
              <a:ext uri="{FF2B5EF4-FFF2-40B4-BE49-F238E27FC236}">
                <a16:creationId xmlns:a16="http://schemas.microsoft.com/office/drawing/2014/main" id="{9D4040C2-B486-926A-216A-E1AE6FDB084E}"/>
              </a:ext>
            </a:extLst>
          </p:cNvPr>
          <p:cNvSpPr>
            <a:spLocks noGrp="1"/>
          </p:cNvSpPr>
          <p:nvPr>
            <p:ph type="body" sz="quarter" idx="101"/>
          </p:nvPr>
        </p:nvSpPr>
        <p:spPr/>
        <p:txBody>
          <a:bodyPr/>
          <a:lstStyle/>
          <a:p>
            <a:r>
              <a:rPr lang="ru-RU" dirty="0"/>
              <a:t>150+</a:t>
            </a:r>
          </a:p>
        </p:txBody>
      </p:sp>
      <p:sp>
        <p:nvSpPr>
          <p:cNvPr id="32" name="Текст 31">
            <a:extLst>
              <a:ext uri="{FF2B5EF4-FFF2-40B4-BE49-F238E27FC236}">
                <a16:creationId xmlns:a16="http://schemas.microsoft.com/office/drawing/2014/main" id="{AD2E866F-EAF9-E032-D6B9-0A7D3EE7E9C3}"/>
              </a:ext>
            </a:extLst>
          </p:cNvPr>
          <p:cNvSpPr>
            <a:spLocks noGrp="1"/>
          </p:cNvSpPr>
          <p:nvPr>
            <p:ph type="body" sz="quarter" idx="102"/>
          </p:nvPr>
        </p:nvSpPr>
        <p:spPr/>
        <p:txBody>
          <a:bodyPr/>
          <a:lstStyle/>
          <a:p>
            <a:r>
              <a:rPr lang="ru-RU" dirty="0"/>
              <a:t>Кастомных отчетов</a:t>
            </a:r>
          </a:p>
        </p:txBody>
      </p:sp>
      <p:sp>
        <p:nvSpPr>
          <p:cNvPr id="33" name="Текст 32">
            <a:extLst>
              <a:ext uri="{FF2B5EF4-FFF2-40B4-BE49-F238E27FC236}">
                <a16:creationId xmlns:a16="http://schemas.microsoft.com/office/drawing/2014/main" id="{B34617E9-6EC6-EE76-5C07-4A97B82AF03A}"/>
              </a:ext>
            </a:extLst>
          </p:cNvPr>
          <p:cNvSpPr>
            <a:spLocks noGrp="1"/>
          </p:cNvSpPr>
          <p:nvPr>
            <p:ph type="body" sz="quarter" idx="103"/>
          </p:nvPr>
        </p:nvSpPr>
        <p:spPr/>
        <p:txBody>
          <a:bodyPr/>
          <a:lstStyle/>
          <a:p>
            <a:r>
              <a:rPr lang="ru-RU" dirty="0"/>
              <a:t>80+</a:t>
            </a:r>
          </a:p>
        </p:txBody>
      </p:sp>
      <p:sp>
        <p:nvSpPr>
          <p:cNvPr id="34" name="Текст 33">
            <a:extLst>
              <a:ext uri="{FF2B5EF4-FFF2-40B4-BE49-F238E27FC236}">
                <a16:creationId xmlns:a16="http://schemas.microsoft.com/office/drawing/2014/main" id="{4477294C-74B7-05D6-A060-CA5579A027A4}"/>
              </a:ext>
            </a:extLst>
          </p:cNvPr>
          <p:cNvSpPr>
            <a:spLocks noGrp="1"/>
          </p:cNvSpPr>
          <p:nvPr>
            <p:ph type="body" sz="quarter" idx="104"/>
          </p:nvPr>
        </p:nvSpPr>
        <p:spPr/>
        <p:txBody>
          <a:bodyPr/>
          <a:lstStyle/>
          <a:p>
            <a:r>
              <a:rPr lang="ru-RU" dirty="0"/>
              <a:t>Интеграций</a:t>
            </a:r>
          </a:p>
        </p:txBody>
      </p:sp>
      <p:sp>
        <p:nvSpPr>
          <p:cNvPr id="35" name="Текст 34">
            <a:extLst>
              <a:ext uri="{FF2B5EF4-FFF2-40B4-BE49-F238E27FC236}">
                <a16:creationId xmlns:a16="http://schemas.microsoft.com/office/drawing/2014/main" id="{0F0198CB-35DB-A0CC-EEF4-C88270F39C42}"/>
              </a:ext>
            </a:extLst>
          </p:cNvPr>
          <p:cNvSpPr>
            <a:spLocks noGrp="1"/>
          </p:cNvSpPr>
          <p:nvPr>
            <p:ph type="body" sz="quarter" idx="105"/>
          </p:nvPr>
        </p:nvSpPr>
        <p:spPr/>
        <p:txBody>
          <a:bodyPr/>
          <a:lstStyle/>
          <a:p>
            <a:r>
              <a:rPr lang="ru-RU" dirty="0"/>
              <a:t>16 000+</a:t>
            </a:r>
          </a:p>
        </p:txBody>
      </p:sp>
      <p:sp>
        <p:nvSpPr>
          <p:cNvPr id="36" name="Текст 35">
            <a:extLst>
              <a:ext uri="{FF2B5EF4-FFF2-40B4-BE49-F238E27FC236}">
                <a16:creationId xmlns:a16="http://schemas.microsoft.com/office/drawing/2014/main" id="{2AE64650-C1D4-BD99-1E1A-ABA9CE6F6EB2}"/>
              </a:ext>
            </a:extLst>
          </p:cNvPr>
          <p:cNvSpPr>
            <a:spLocks noGrp="1"/>
          </p:cNvSpPr>
          <p:nvPr>
            <p:ph type="body" sz="quarter" idx="106"/>
          </p:nvPr>
        </p:nvSpPr>
        <p:spPr/>
        <p:txBody>
          <a:bodyPr/>
          <a:lstStyle/>
          <a:p>
            <a:r>
              <a:rPr lang="ru-RU" dirty="0"/>
              <a:t>Сотрудников и физлиц</a:t>
            </a:r>
          </a:p>
        </p:txBody>
      </p:sp>
      <p:sp>
        <p:nvSpPr>
          <p:cNvPr id="37" name="Текст 36">
            <a:extLst>
              <a:ext uri="{FF2B5EF4-FFF2-40B4-BE49-F238E27FC236}">
                <a16:creationId xmlns:a16="http://schemas.microsoft.com/office/drawing/2014/main" id="{46B495B3-26C4-90D3-BF19-615398324922}"/>
              </a:ext>
            </a:extLst>
          </p:cNvPr>
          <p:cNvSpPr>
            <a:spLocks noGrp="1"/>
          </p:cNvSpPr>
          <p:nvPr>
            <p:ph type="body" sz="quarter" idx="107"/>
          </p:nvPr>
        </p:nvSpPr>
        <p:spPr/>
        <p:txBody>
          <a:bodyPr/>
          <a:lstStyle/>
          <a:p>
            <a:r>
              <a:rPr lang="ru-RU" dirty="0"/>
              <a:t>60+</a:t>
            </a:r>
          </a:p>
        </p:txBody>
      </p:sp>
      <p:sp>
        <p:nvSpPr>
          <p:cNvPr id="38" name="Текст 37">
            <a:extLst>
              <a:ext uri="{FF2B5EF4-FFF2-40B4-BE49-F238E27FC236}">
                <a16:creationId xmlns:a16="http://schemas.microsoft.com/office/drawing/2014/main" id="{C957273E-6FD3-79F7-A03A-F71403FCF523}"/>
              </a:ext>
            </a:extLst>
          </p:cNvPr>
          <p:cNvSpPr>
            <a:spLocks noGrp="1"/>
          </p:cNvSpPr>
          <p:nvPr>
            <p:ph type="body" sz="quarter" idx="108"/>
          </p:nvPr>
        </p:nvSpPr>
        <p:spPr/>
        <p:txBody>
          <a:bodyPr/>
          <a:lstStyle/>
          <a:p>
            <a:r>
              <a:rPr lang="ru-RU" dirty="0"/>
              <a:t>Юридических лиц в орг. периметре</a:t>
            </a:r>
          </a:p>
        </p:txBody>
      </p:sp>
      <p:sp>
        <p:nvSpPr>
          <p:cNvPr id="39" name="Текст 38">
            <a:extLst>
              <a:ext uri="{FF2B5EF4-FFF2-40B4-BE49-F238E27FC236}">
                <a16:creationId xmlns:a16="http://schemas.microsoft.com/office/drawing/2014/main" id="{9D2EC9DB-AAB3-1267-427A-1458D22FD25B}"/>
              </a:ext>
            </a:extLst>
          </p:cNvPr>
          <p:cNvSpPr>
            <a:spLocks noGrp="1"/>
          </p:cNvSpPr>
          <p:nvPr>
            <p:ph type="body" sz="quarter" idx="110"/>
          </p:nvPr>
        </p:nvSpPr>
        <p:spPr/>
        <p:txBody>
          <a:bodyPr/>
          <a:lstStyle/>
          <a:p>
            <a:r>
              <a:rPr lang="ru-RU" dirty="0"/>
              <a:t>Название компании</a:t>
            </a:r>
          </a:p>
        </p:txBody>
      </p:sp>
      <p:sp>
        <p:nvSpPr>
          <p:cNvPr id="40" name="Текст 39">
            <a:extLst>
              <a:ext uri="{FF2B5EF4-FFF2-40B4-BE49-F238E27FC236}">
                <a16:creationId xmlns:a16="http://schemas.microsoft.com/office/drawing/2014/main" id="{08903302-8FCF-1B48-C7C6-E5022A4D50DA}"/>
              </a:ext>
            </a:extLst>
          </p:cNvPr>
          <p:cNvSpPr>
            <a:spLocks noGrp="1"/>
          </p:cNvSpPr>
          <p:nvPr>
            <p:ph type="body" sz="quarter" idx="111"/>
          </p:nvPr>
        </p:nvSpPr>
        <p:spPr/>
        <p:txBody>
          <a:bodyPr/>
          <a:lstStyle/>
          <a:p>
            <a:r>
              <a:rPr lang="ru-RU" dirty="0"/>
              <a:t>Кейс</a:t>
            </a:r>
          </a:p>
        </p:txBody>
      </p:sp>
      <p:pic>
        <p:nvPicPr>
          <p:cNvPr id="44" name="Рисунок 43">
            <a:extLst>
              <a:ext uri="{FF2B5EF4-FFF2-40B4-BE49-F238E27FC236}">
                <a16:creationId xmlns:a16="http://schemas.microsoft.com/office/drawing/2014/main" id="{78E1DF8E-38A6-4D8F-8E93-0F94C31C82C6}"/>
              </a:ext>
            </a:extLst>
          </p:cNvPr>
          <p:cNvPicPr>
            <a:picLocks noGrp="1" noChangeAspect="1"/>
          </p:cNvPicPr>
          <p:nvPr>
            <p:ph type="pic" sz="quarter" idx="109"/>
          </p:nvPr>
        </p:nvPicPr>
        <p:blipFill>
          <a:blip r:embed="rId2" cstate="screen">
            <a:extLst>
              <a:ext uri="{28A0092B-C50C-407E-A947-70E740481C1C}">
                <a14:useLocalDpi xmlns:a14="http://schemas.microsoft.com/office/drawing/2010/main"/>
              </a:ext>
            </a:extLst>
          </a:blip>
          <a:srcRect/>
          <a:stretch>
            <a:fillRect/>
          </a:stretch>
        </p:blipFill>
        <p:spPr/>
      </p:pic>
      <p:sp>
        <p:nvSpPr>
          <p:cNvPr id="6" name="Текст 5">
            <a:extLst>
              <a:ext uri="{FF2B5EF4-FFF2-40B4-BE49-F238E27FC236}">
                <a16:creationId xmlns:a16="http://schemas.microsoft.com/office/drawing/2014/main" id="{1EC6D397-CC55-76B9-04E7-3C37FEA3FDB0}"/>
              </a:ext>
            </a:extLst>
          </p:cNvPr>
          <p:cNvSpPr>
            <a:spLocks noGrp="1"/>
          </p:cNvSpPr>
          <p:nvPr>
            <p:ph type="body" sz="quarter" idx="41"/>
          </p:nvPr>
        </p:nvSpPr>
        <p:spPr>
          <a:xfrm>
            <a:off x="352684" y="1814808"/>
            <a:ext cx="4555218" cy="1292662"/>
          </a:xfrm>
        </p:spPr>
        <p:txBody>
          <a:bodyPr/>
          <a:lstStyle/>
          <a:p>
            <a:r>
              <a:rPr lang="ru-RU" dirty="0"/>
              <a:t>Заголовок в одну или несколько строк с описанием сути кейса</a:t>
            </a:r>
          </a:p>
        </p:txBody>
      </p:sp>
    </p:spTree>
    <p:extLst>
      <p:ext uri="{BB962C8B-B14F-4D97-AF65-F5344CB8AC3E}">
        <p14:creationId xmlns:p14="http://schemas.microsoft.com/office/powerpoint/2010/main" val="207281254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C93F8-3EFA-1C70-2961-F3BC4283E7EA}"/>
            </a:ext>
          </a:extLst>
        </p:cNvPr>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99AC364E-22B7-0F1D-74C6-F56B96CD3648}"/>
              </a:ext>
            </a:extLst>
          </p:cNvPr>
          <p:cNvSpPr>
            <a:spLocks noGrp="1"/>
          </p:cNvSpPr>
          <p:nvPr>
            <p:ph type="sldNum" sz="quarter" idx="4"/>
          </p:nvPr>
        </p:nvSpPr>
        <p:spPr/>
        <p:txBody>
          <a:bodyPr/>
          <a:lstStyle/>
          <a:p>
            <a:fld id="{13FB4C0F-BB20-4298-B11D-AEB97E17A107}" type="slidenum">
              <a:rPr lang="ru-RU" smtClean="0"/>
              <a:pPr/>
              <a:t>95</a:t>
            </a:fld>
            <a:endParaRPr lang="ru-RU" dirty="0"/>
          </a:p>
        </p:txBody>
      </p:sp>
      <p:sp>
        <p:nvSpPr>
          <p:cNvPr id="5" name="Текст 4">
            <a:extLst>
              <a:ext uri="{FF2B5EF4-FFF2-40B4-BE49-F238E27FC236}">
                <a16:creationId xmlns:a16="http://schemas.microsoft.com/office/drawing/2014/main" id="{91659896-4DD3-2C42-6838-B16945F513DC}"/>
              </a:ext>
            </a:extLst>
          </p:cNvPr>
          <p:cNvSpPr>
            <a:spLocks noGrp="1"/>
          </p:cNvSpPr>
          <p:nvPr>
            <p:ph type="body" sz="quarter" idx="42"/>
          </p:nvPr>
        </p:nvSpPr>
        <p:spPr/>
        <p:txBody>
          <a:bodyPr/>
          <a:lstStyle/>
          <a:p>
            <a:r>
              <a:rPr lang="ru-RU" dirty="0"/>
              <a:t>Проблема клиента</a:t>
            </a:r>
            <a:endParaRPr lang="en-US" dirty="0"/>
          </a:p>
        </p:txBody>
      </p:sp>
      <p:sp>
        <p:nvSpPr>
          <p:cNvPr id="27" name="Текст 26">
            <a:extLst>
              <a:ext uri="{FF2B5EF4-FFF2-40B4-BE49-F238E27FC236}">
                <a16:creationId xmlns:a16="http://schemas.microsoft.com/office/drawing/2014/main" id="{845739C0-1CF0-D1C7-16FA-BAE8C3E1B4FB}"/>
              </a:ext>
            </a:extLst>
          </p:cNvPr>
          <p:cNvSpPr>
            <a:spLocks noGrp="1"/>
          </p:cNvSpPr>
          <p:nvPr>
            <p:ph type="body" sz="quarter" idx="97"/>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a:t>
            </a:r>
            <a:endParaRPr lang="en-US" dirty="0">
              <a:effectLst/>
            </a:endParaRPr>
          </a:p>
        </p:txBody>
      </p:sp>
      <p:sp>
        <p:nvSpPr>
          <p:cNvPr id="26" name="Текст 25">
            <a:extLst>
              <a:ext uri="{FF2B5EF4-FFF2-40B4-BE49-F238E27FC236}">
                <a16:creationId xmlns:a16="http://schemas.microsoft.com/office/drawing/2014/main" id="{6898A2F3-B841-AFE4-9BF3-78137161FC6A}"/>
              </a:ext>
            </a:extLst>
          </p:cNvPr>
          <p:cNvSpPr>
            <a:spLocks noGrp="1"/>
          </p:cNvSpPr>
          <p:nvPr>
            <p:ph type="body" sz="quarter" idx="47"/>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a:t>
            </a:r>
          </a:p>
        </p:txBody>
      </p:sp>
      <p:sp>
        <p:nvSpPr>
          <p:cNvPr id="28" name="Текст 27">
            <a:extLst>
              <a:ext uri="{FF2B5EF4-FFF2-40B4-BE49-F238E27FC236}">
                <a16:creationId xmlns:a16="http://schemas.microsoft.com/office/drawing/2014/main" id="{99CD3A51-4AD6-709F-32DD-30A107BFD0D0}"/>
              </a:ext>
            </a:extLst>
          </p:cNvPr>
          <p:cNvSpPr>
            <a:spLocks noGrp="1"/>
          </p:cNvSpPr>
          <p:nvPr>
            <p:ph type="body" sz="quarter" idx="98"/>
          </p:nvPr>
        </p:nvSpPr>
        <p:spPr/>
        <p:txBody>
          <a:bodyPr/>
          <a:lstStyle/>
          <a:p>
            <a:pPr>
              <a:lnSpc>
                <a:spcPts val="1760"/>
              </a:lnSpc>
            </a:pPr>
            <a:r>
              <a:rPr lang="ru-RU" dirty="0">
                <a:solidFill>
                  <a:srgbClr val="000000">
                    <a:alpha val="100000"/>
                  </a:srgbClr>
                </a:solidFill>
                <a:ea typeface="Stapel" pitchFamily="34" charset="-122"/>
                <a:cs typeface="Stapel" pitchFamily="34" charset="-120"/>
              </a:rPr>
              <a:t>Наше решение</a:t>
            </a:r>
            <a:endParaRPr lang="en-US" dirty="0"/>
          </a:p>
        </p:txBody>
      </p:sp>
      <p:sp>
        <p:nvSpPr>
          <p:cNvPr id="29" name="Текст 28">
            <a:extLst>
              <a:ext uri="{FF2B5EF4-FFF2-40B4-BE49-F238E27FC236}">
                <a16:creationId xmlns:a16="http://schemas.microsoft.com/office/drawing/2014/main" id="{AE3A6605-20AA-D628-139D-8C37777564B4}"/>
              </a:ext>
            </a:extLst>
          </p:cNvPr>
          <p:cNvSpPr>
            <a:spLocks noGrp="1"/>
          </p:cNvSpPr>
          <p:nvPr>
            <p:ph type="body" sz="quarter" idx="99"/>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a:t>
            </a:r>
          </a:p>
        </p:txBody>
      </p:sp>
      <p:sp>
        <p:nvSpPr>
          <p:cNvPr id="30" name="Текст 29">
            <a:extLst>
              <a:ext uri="{FF2B5EF4-FFF2-40B4-BE49-F238E27FC236}">
                <a16:creationId xmlns:a16="http://schemas.microsoft.com/office/drawing/2014/main" id="{F46BAC6C-FEA7-1033-D2FA-56C00DDCDA3F}"/>
              </a:ext>
            </a:extLst>
          </p:cNvPr>
          <p:cNvSpPr>
            <a:spLocks noGrp="1"/>
          </p:cNvSpPr>
          <p:nvPr>
            <p:ph type="body" sz="quarter" idx="100"/>
          </p:nvPr>
        </p:nvSpPr>
        <p:spPr/>
        <p:txBody>
          <a:bodyPr/>
          <a:lstStyle/>
          <a:p>
            <a:pPr>
              <a:lnSpc>
                <a:spcPts val="1760"/>
              </a:lnSpc>
            </a:pPr>
            <a:r>
              <a:rPr lang="ru-RU" dirty="0">
                <a:solidFill>
                  <a:srgbClr val="000000">
                    <a:alpha val="100000"/>
                  </a:srgbClr>
                </a:solidFill>
                <a:ea typeface="Stapel" pitchFamily="34" charset="-122"/>
                <a:cs typeface="Stapel" pitchFamily="34" charset="-120"/>
              </a:rPr>
              <a:t>Результаты проекта</a:t>
            </a:r>
            <a:endParaRPr lang="en-US" dirty="0"/>
          </a:p>
        </p:txBody>
      </p:sp>
      <p:sp>
        <p:nvSpPr>
          <p:cNvPr id="31" name="Текст 30">
            <a:extLst>
              <a:ext uri="{FF2B5EF4-FFF2-40B4-BE49-F238E27FC236}">
                <a16:creationId xmlns:a16="http://schemas.microsoft.com/office/drawing/2014/main" id="{3E42BDA4-19AD-B931-AEF3-34F38230C7D5}"/>
              </a:ext>
            </a:extLst>
          </p:cNvPr>
          <p:cNvSpPr>
            <a:spLocks noGrp="1"/>
          </p:cNvSpPr>
          <p:nvPr>
            <p:ph type="body" sz="quarter" idx="101"/>
          </p:nvPr>
        </p:nvSpPr>
        <p:spPr/>
        <p:txBody>
          <a:bodyPr/>
          <a:lstStyle/>
          <a:p>
            <a:r>
              <a:rPr lang="ru-RU" dirty="0"/>
              <a:t>150+</a:t>
            </a:r>
          </a:p>
        </p:txBody>
      </p:sp>
      <p:sp>
        <p:nvSpPr>
          <p:cNvPr id="32" name="Текст 31">
            <a:extLst>
              <a:ext uri="{FF2B5EF4-FFF2-40B4-BE49-F238E27FC236}">
                <a16:creationId xmlns:a16="http://schemas.microsoft.com/office/drawing/2014/main" id="{D77379C8-C18C-218B-83EF-AA2830B70EE2}"/>
              </a:ext>
            </a:extLst>
          </p:cNvPr>
          <p:cNvSpPr>
            <a:spLocks noGrp="1"/>
          </p:cNvSpPr>
          <p:nvPr>
            <p:ph type="body" sz="quarter" idx="102"/>
          </p:nvPr>
        </p:nvSpPr>
        <p:spPr/>
        <p:txBody>
          <a:bodyPr/>
          <a:lstStyle/>
          <a:p>
            <a:r>
              <a:rPr lang="ru-RU" dirty="0"/>
              <a:t>Кастомных отчетов</a:t>
            </a:r>
          </a:p>
        </p:txBody>
      </p:sp>
      <p:sp>
        <p:nvSpPr>
          <p:cNvPr id="33" name="Текст 32">
            <a:extLst>
              <a:ext uri="{FF2B5EF4-FFF2-40B4-BE49-F238E27FC236}">
                <a16:creationId xmlns:a16="http://schemas.microsoft.com/office/drawing/2014/main" id="{7879997F-B0B7-9BD2-5DDC-58F229CCD248}"/>
              </a:ext>
            </a:extLst>
          </p:cNvPr>
          <p:cNvSpPr>
            <a:spLocks noGrp="1"/>
          </p:cNvSpPr>
          <p:nvPr>
            <p:ph type="body" sz="quarter" idx="103"/>
          </p:nvPr>
        </p:nvSpPr>
        <p:spPr/>
        <p:txBody>
          <a:bodyPr/>
          <a:lstStyle/>
          <a:p>
            <a:r>
              <a:rPr lang="ru-RU" dirty="0"/>
              <a:t>80+</a:t>
            </a:r>
          </a:p>
        </p:txBody>
      </p:sp>
      <p:sp>
        <p:nvSpPr>
          <p:cNvPr id="34" name="Текст 33">
            <a:extLst>
              <a:ext uri="{FF2B5EF4-FFF2-40B4-BE49-F238E27FC236}">
                <a16:creationId xmlns:a16="http://schemas.microsoft.com/office/drawing/2014/main" id="{14941D45-D6DB-DE66-ADD3-570358218403}"/>
              </a:ext>
            </a:extLst>
          </p:cNvPr>
          <p:cNvSpPr>
            <a:spLocks noGrp="1"/>
          </p:cNvSpPr>
          <p:nvPr>
            <p:ph type="body" sz="quarter" idx="104"/>
          </p:nvPr>
        </p:nvSpPr>
        <p:spPr/>
        <p:txBody>
          <a:bodyPr/>
          <a:lstStyle/>
          <a:p>
            <a:r>
              <a:rPr lang="ru-RU" dirty="0"/>
              <a:t>Интеграций</a:t>
            </a:r>
          </a:p>
        </p:txBody>
      </p:sp>
      <p:sp>
        <p:nvSpPr>
          <p:cNvPr id="35" name="Текст 34">
            <a:extLst>
              <a:ext uri="{FF2B5EF4-FFF2-40B4-BE49-F238E27FC236}">
                <a16:creationId xmlns:a16="http://schemas.microsoft.com/office/drawing/2014/main" id="{FC3E8DE3-8F86-D676-F2B1-FBC469F7CFF3}"/>
              </a:ext>
            </a:extLst>
          </p:cNvPr>
          <p:cNvSpPr>
            <a:spLocks noGrp="1"/>
          </p:cNvSpPr>
          <p:nvPr>
            <p:ph type="body" sz="quarter" idx="105"/>
          </p:nvPr>
        </p:nvSpPr>
        <p:spPr/>
        <p:txBody>
          <a:bodyPr/>
          <a:lstStyle/>
          <a:p>
            <a:r>
              <a:rPr lang="ru-RU" dirty="0"/>
              <a:t>16 000+</a:t>
            </a:r>
          </a:p>
        </p:txBody>
      </p:sp>
      <p:sp>
        <p:nvSpPr>
          <p:cNvPr id="36" name="Текст 35">
            <a:extLst>
              <a:ext uri="{FF2B5EF4-FFF2-40B4-BE49-F238E27FC236}">
                <a16:creationId xmlns:a16="http://schemas.microsoft.com/office/drawing/2014/main" id="{FDE1DFC3-5A8D-23BF-79EA-BBB6CF178141}"/>
              </a:ext>
            </a:extLst>
          </p:cNvPr>
          <p:cNvSpPr>
            <a:spLocks noGrp="1"/>
          </p:cNvSpPr>
          <p:nvPr>
            <p:ph type="body" sz="quarter" idx="106"/>
          </p:nvPr>
        </p:nvSpPr>
        <p:spPr/>
        <p:txBody>
          <a:bodyPr/>
          <a:lstStyle/>
          <a:p>
            <a:r>
              <a:rPr lang="ru-RU" dirty="0"/>
              <a:t>Сотрудников и физлиц</a:t>
            </a:r>
          </a:p>
        </p:txBody>
      </p:sp>
      <p:sp>
        <p:nvSpPr>
          <p:cNvPr id="37" name="Текст 36">
            <a:extLst>
              <a:ext uri="{FF2B5EF4-FFF2-40B4-BE49-F238E27FC236}">
                <a16:creationId xmlns:a16="http://schemas.microsoft.com/office/drawing/2014/main" id="{14CFB129-B627-0212-FAD5-B8BE319E6554}"/>
              </a:ext>
            </a:extLst>
          </p:cNvPr>
          <p:cNvSpPr>
            <a:spLocks noGrp="1"/>
          </p:cNvSpPr>
          <p:nvPr>
            <p:ph type="body" sz="quarter" idx="107"/>
          </p:nvPr>
        </p:nvSpPr>
        <p:spPr/>
        <p:txBody>
          <a:bodyPr/>
          <a:lstStyle/>
          <a:p>
            <a:r>
              <a:rPr lang="ru-RU" dirty="0"/>
              <a:t>60+</a:t>
            </a:r>
          </a:p>
        </p:txBody>
      </p:sp>
      <p:sp>
        <p:nvSpPr>
          <p:cNvPr id="38" name="Текст 37">
            <a:extLst>
              <a:ext uri="{FF2B5EF4-FFF2-40B4-BE49-F238E27FC236}">
                <a16:creationId xmlns:a16="http://schemas.microsoft.com/office/drawing/2014/main" id="{4B4CCF1F-42F4-5052-D1F9-C36D71B1B393}"/>
              </a:ext>
            </a:extLst>
          </p:cNvPr>
          <p:cNvSpPr>
            <a:spLocks noGrp="1"/>
          </p:cNvSpPr>
          <p:nvPr>
            <p:ph type="body" sz="quarter" idx="108"/>
          </p:nvPr>
        </p:nvSpPr>
        <p:spPr/>
        <p:txBody>
          <a:bodyPr/>
          <a:lstStyle/>
          <a:p>
            <a:r>
              <a:rPr lang="ru-RU" dirty="0"/>
              <a:t>Юридических лиц в орг. периметре</a:t>
            </a:r>
          </a:p>
        </p:txBody>
      </p:sp>
      <p:sp>
        <p:nvSpPr>
          <p:cNvPr id="39" name="Текст 38">
            <a:extLst>
              <a:ext uri="{FF2B5EF4-FFF2-40B4-BE49-F238E27FC236}">
                <a16:creationId xmlns:a16="http://schemas.microsoft.com/office/drawing/2014/main" id="{7BCC5967-5D0C-810D-EBB6-318ADC3D6442}"/>
              </a:ext>
            </a:extLst>
          </p:cNvPr>
          <p:cNvSpPr>
            <a:spLocks noGrp="1"/>
          </p:cNvSpPr>
          <p:nvPr>
            <p:ph type="body" sz="quarter" idx="110"/>
          </p:nvPr>
        </p:nvSpPr>
        <p:spPr/>
        <p:txBody>
          <a:bodyPr/>
          <a:lstStyle/>
          <a:p>
            <a:r>
              <a:rPr lang="ru-RU" dirty="0"/>
              <a:t>Название компании</a:t>
            </a:r>
          </a:p>
        </p:txBody>
      </p:sp>
      <p:sp>
        <p:nvSpPr>
          <p:cNvPr id="40" name="Текст 39">
            <a:extLst>
              <a:ext uri="{FF2B5EF4-FFF2-40B4-BE49-F238E27FC236}">
                <a16:creationId xmlns:a16="http://schemas.microsoft.com/office/drawing/2014/main" id="{8A6BA851-1FE9-69FC-87DE-B4B9E2792931}"/>
              </a:ext>
            </a:extLst>
          </p:cNvPr>
          <p:cNvSpPr>
            <a:spLocks noGrp="1"/>
          </p:cNvSpPr>
          <p:nvPr>
            <p:ph type="body" sz="quarter" idx="111"/>
          </p:nvPr>
        </p:nvSpPr>
        <p:spPr/>
        <p:txBody>
          <a:bodyPr/>
          <a:lstStyle/>
          <a:p>
            <a:r>
              <a:rPr lang="ru-RU" dirty="0"/>
              <a:t>Кейс</a:t>
            </a:r>
          </a:p>
        </p:txBody>
      </p:sp>
      <p:pic>
        <p:nvPicPr>
          <p:cNvPr id="8" name="Рисунок 7">
            <a:extLst>
              <a:ext uri="{FF2B5EF4-FFF2-40B4-BE49-F238E27FC236}">
                <a16:creationId xmlns:a16="http://schemas.microsoft.com/office/drawing/2014/main" id="{CC6A17D5-37FD-4C6A-939B-A59ED319E158}"/>
              </a:ext>
            </a:extLst>
          </p:cNvPr>
          <p:cNvPicPr>
            <a:picLocks noGrp="1" noChangeAspect="1"/>
          </p:cNvPicPr>
          <p:nvPr>
            <p:ph type="pic" sz="quarter" idx="109"/>
          </p:nvPr>
        </p:nvPicPr>
        <p:blipFill>
          <a:blip r:embed="rId2" cstate="screen">
            <a:extLst>
              <a:ext uri="{28A0092B-C50C-407E-A947-70E740481C1C}">
                <a14:useLocalDpi xmlns:a14="http://schemas.microsoft.com/office/drawing/2010/main"/>
              </a:ext>
            </a:extLst>
          </a:blip>
          <a:srcRect/>
          <a:stretch>
            <a:fillRect/>
          </a:stretch>
        </p:blipFill>
        <p:spPr/>
      </p:pic>
      <p:sp>
        <p:nvSpPr>
          <p:cNvPr id="6" name="Текст 5">
            <a:extLst>
              <a:ext uri="{FF2B5EF4-FFF2-40B4-BE49-F238E27FC236}">
                <a16:creationId xmlns:a16="http://schemas.microsoft.com/office/drawing/2014/main" id="{7938E3F8-ED29-904F-A56F-CC073304C871}"/>
              </a:ext>
            </a:extLst>
          </p:cNvPr>
          <p:cNvSpPr>
            <a:spLocks noGrp="1"/>
          </p:cNvSpPr>
          <p:nvPr>
            <p:ph type="body" sz="quarter" idx="41"/>
          </p:nvPr>
        </p:nvSpPr>
        <p:spPr>
          <a:xfrm>
            <a:off x="352684" y="1814808"/>
            <a:ext cx="4555218" cy="1292662"/>
          </a:xfrm>
        </p:spPr>
        <p:txBody>
          <a:bodyPr/>
          <a:lstStyle/>
          <a:p>
            <a:r>
              <a:rPr lang="ru-RU" dirty="0"/>
              <a:t>Заголовок в одну или несколько строк с описанием сути кейса</a:t>
            </a:r>
          </a:p>
        </p:txBody>
      </p:sp>
    </p:spTree>
    <p:extLst>
      <p:ext uri="{BB962C8B-B14F-4D97-AF65-F5344CB8AC3E}">
        <p14:creationId xmlns:p14="http://schemas.microsoft.com/office/powerpoint/2010/main" val="361552666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E062D99D-4CD1-1C04-DFF8-AA8EC7D42052}"/>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96</a:t>
            </a:fld>
            <a:endParaRPr lang="ru-RU" dirty="0"/>
          </a:p>
        </p:txBody>
      </p:sp>
      <p:sp>
        <p:nvSpPr>
          <p:cNvPr id="5" name="Текст 4">
            <a:extLst>
              <a:ext uri="{FF2B5EF4-FFF2-40B4-BE49-F238E27FC236}">
                <a16:creationId xmlns:a16="http://schemas.microsoft.com/office/drawing/2014/main" id="{AB616394-7818-EEBF-D915-EFB3FA3444FF}"/>
              </a:ext>
            </a:extLst>
          </p:cNvPr>
          <p:cNvSpPr>
            <a:spLocks noGrp="1"/>
          </p:cNvSpPr>
          <p:nvPr>
            <p:ph type="body" sz="quarter" idx="43"/>
          </p:nvPr>
        </p:nvSpPr>
        <p:spPr>
          <a:xfrm>
            <a:off x="352684" y="2943812"/>
            <a:ext cx="3492000" cy="307777"/>
          </a:xfrm>
        </p:spPr>
        <p:txBody>
          <a:bodyPr/>
          <a:lstStyle/>
          <a:p>
            <a:r>
              <a:rPr lang="ru-RU" dirty="0"/>
              <a:t>Проблема клиента</a:t>
            </a:r>
          </a:p>
        </p:txBody>
      </p:sp>
      <p:sp>
        <p:nvSpPr>
          <p:cNvPr id="6" name="Текст 5">
            <a:extLst>
              <a:ext uri="{FF2B5EF4-FFF2-40B4-BE49-F238E27FC236}">
                <a16:creationId xmlns:a16="http://schemas.microsoft.com/office/drawing/2014/main" id="{D2F4188F-DF7C-9A0E-9792-7B2D23695E30}"/>
              </a:ext>
            </a:extLst>
          </p:cNvPr>
          <p:cNvSpPr>
            <a:spLocks noGrp="1"/>
          </p:cNvSpPr>
          <p:nvPr>
            <p:ph type="body" sz="quarter" idx="46"/>
          </p:nvPr>
        </p:nvSpPr>
        <p:spPr>
          <a:xfrm>
            <a:off x="4218394" y="2943812"/>
            <a:ext cx="3492000" cy="307777"/>
          </a:xfrm>
        </p:spPr>
        <p:txBody>
          <a:bodyPr/>
          <a:lstStyle/>
          <a:p>
            <a:r>
              <a:rPr lang="ru-RU" dirty="0"/>
              <a:t>Наше решение</a:t>
            </a:r>
          </a:p>
        </p:txBody>
      </p:sp>
      <p:sp>
        <p:nvSpPr>
          <p:cNvPr id="7" name="Текст 6">
            <a:extLst>
              <a:ext uri="{FF2B5EF4-FFF2-40B4-BE49-F238E27FC236}">
                <a16:creationId xmlns:a16="http://schemas.microsoft.com/office/drawing/2014/main" id="{6B3B71C5-37BA-CA27-5EC9-7F58E539CC14}"/>
              </a:ext>
            </a:extLst>
          </p:cNvPr>
          <p:cNvSpPr>
            <a:spLocks noGrp="1"/>
          </p:cNvSpPr>
          <p:nvPr>
            <p:ph type="body" sz="quarter" idx="51"/>
          </p:nvPr>
        </p:nvSpPr>
        <p:spPr>
          <a:xfrm>
            <a:off x="8077158" y="2943812"/>
            <a:ext cx="3492000" cy="307777"/>
          </a:xfrm>
        </p:spPr>
        <p:txBody>
          <a:bodyPr/>
          <a:lstStyle/>
          <a:p>
            <a:r>
              <a:rPr lang="ru-RU" dirty="0"/>
              <a:t>Результаты</a:t>
            </a:r>
          </a:p>
        </p:txBody>
      </p:sp>
      <p:sp>
        <p:nvSpPr>
          <p:cNvPr id="8" name="Текст 7">
            <a:extLst>
              <a:ext uri="{FF2B5EF4-FFF2-40B4-BE49-F238E27FC236}">
                <a16:creationId xmlns:a16="http://schemas.microsoft.com/office/drawing/2014/main" id="{638F5695-6FDE-4D41-CC53-3C4E7AE5ECD4}"/>
              </a:ext>
            </a:extLst>
          </p:cNvPr>
          <p:cNvSpPr>
            <a:spLocks noGrp="1"/>
          </p:cNvSpPr>
          <p:nvPr>
            <p:ph type="body" sz="quarter" idx="47"/>
          </p:nvPr>
        </p:nvSpPr>
        <p:spPr>
          <a:xfrm>
            <a:off x="352529" y="3551120"/>
            <a:ext cx="3492000" cy="1155188"/>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9" name="Текст 8">
            <a:extLst>
              <a:ext uri="{FF2B5EF4-FFF2-40B4-BE49-F238E27FC236}">
                <a16:creationId xmlns:a16="http://schemas.microsoft.com/office/drawing/2014/main" id="{162CA81A-3B04-05A6-932F-8DD990105B03}"/>
              </a:ext>
            </a:extLst>
          </p:cNvPr>
          <p:cNvSpPr>
            <a:spLocks noGrp="1"/>
          </p:cNvSpPr>
          <p:nvPr>
            <p:ph type="body" sz="quarter" idx="50"/>
          </p:nvPr>
        </p:nvSpPr>
        <p:spPr>
          <a:xfrm>
            <a:off x="4218239" y="3551120"/>
            <a:ext cx="3492000" cy="1155188"/>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10" name="Текст 9">
            <a:extLst>
              <a:ext uri="{FF2B5EF4-FFF2-40B4-BE49-F238E27FC236}">
                <a16:creationId xmlns:a16="http://schemas.microsoft.com/office/drawing/2014/main" id="{9100BC69-0F71-6BE1-EACD-4AA4786C69D6}"/>
              </a:ext>
            </a:extLst>
          </p:cNvPr>
          <p:cNvSpPr>
            <a:spLocks noGrp="1"/>
          </p:cNvSpPr>
          <p:nvPr>
            <p:ph type="body" sz="quarter" idx="92"/>
          </p:nvPr>
        </p:nvSpPr>
        <p:spPr>
          <a:xfrm>
            <a:off x="8140420" y="3551120"/>
            <a:ext cx="3492000" cy="1155188"/>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p:txBody>
      </p:sp>
      <p:sp>
        <p:nvSpPr>
          <p:cNvPr id="11" name="Текст 10">
            <a:extLst>
              <a:ext uri="{FF2B5EF4-FFF2-40B4-BE49-F238E27FC236}">
                <a16:creationId xmlns:a16="http://schemas.microsoft.com/office/drawing/2014/main" id="{9997B635-587C-EF58-F547-7747215EE298}"/>
              </a:ext>
            </a:extLst>
          </p:cNvPr>
          <p:cNvSpPr>
            <a:spLocks noGrp="1"/>
          </p:cNvSpPr>
          <p:nvPr>
            <p:ph type="body" sz="quarter" idx="58"/>
          </p:nvPr>
        </p:nvSpPr>
        <p:spPr>
          <a:xfrm>
            <a:off x="557087" y="6022530"/>
            <a:ext cx="3283785" cy="153888"/>
          </a:xfrm>
        </p:spPr>
        <p:txBody>
          <a:bodyPr/>
          <a:lstStyle/>
          <a:p>
            <a:r>
              <a:rPr lang="ru-RU" dirty="0"/>
              <a:t>На запуск платформы в эксплуатацию</a:t>
            </a:r>
          </a:p>
        </p:txBody>
      </p:sp>
      <p:sp>
        <p:nvSpPr>
          <p:cNvPr id="12" name="Текст 11">
            <a:extLst>
              <a:ext uri="{FF2B5EF4-FFF2-40B4-BE49-F238E27FC236}">
                <a16:creationId xmlns:a16="http://schemas.microsoft.com/office/drawing/2014/main" id="{2387F994-FE28-94D5-CBA0-F4F9722BBCBE}"/>
              </a:ext>
            </a:extLst>
          </p:cNvPr>
          <p:cNvSpPr>
            <a:spLocks noGrp="1"/>
          </p:cNvSpPr>
          <p:nvPr>
            <p:ph type="body" sz="quarter" idx="34"/>
          </p:nvPr>
        </p:nvSpPr>
        <p:spPr>
          <a:xfrm>
            <a:off x="557087" y="5545963"/>
            <a:ext cx="3278111" cy="430887"/>
          </a:xfrm>
        </p:spPr>
        <p:txBody>
          <a:bodyPr/>
          <a:lstStyle/>
          <a:p>
            <a:r>
              <a:rPr lang="ru-RU" dirty="0"/>
              <a:t>‹ 9 мес.</a:t>
            </a:r>
          </a:p>
        </p:txBody>
      </p:sp>
      <p:sp>
        <p:nvSpPr>
          <p:cNvPr id="13" name="Текст 12">
            <a:extLst>
              <a:ext uri="{FF2B5EF4-FFF2-40B4-BE49-F238E27FC236}">
                <a16:creationId xmlns:a16="http://schemas.microsoft.com/office/drawing/2014/main" id="{35D7DE09-BD99-9761-47E2-52E048208E0B}"/>
              </a:ext>
            </a:extLst>
          </p:cNvPr>
          <p:cNvSpPr>
            <a:spLocks noGrp="1"/>
          </p:cNvSpPr>
          <p:nvPr>
            <p:ph type="body" sz="quarter" idx="93"/>
          </p:nvPr>
        </p:nvSpPr>
        <p:spPr>
          <a:xfrm>
            <a:off x="4425927" y="6022530"/>
            <a:ext cx="3283785" cy="307777"/>
          </a:xfrm>
        </p:spPr>
        <p:txBody>
          <a:bodyPr/>
          <a:lstStyle/>
          <a:p>
            <a:r>
              <a:rPr lang="ru-RU" dirty="0"/>
              <a:t>Сокращение времени разработки </a:t>
            </a:r>
            <a:br>
              <a:rPr lang="ru-RU" dirty="0"/>
            </a:br>
            <a:r>
              <a:rPr lang="ru-RU" dirty="0"/>
              <a:t>одного продукта после внедрения</a:t>
            </a:r>
          </a:p>
        </p:txBody>
      </p:sp>
      <p:sp>
        <p:nvSpPr>
          <p:cNvPr id="14" name="Текст 13">
            <a:extLst>
              <a:ext uri="{FF2B5EF4-FFF2-40B4-BE49-F238E27FC236}">
                <a16:creationId xmlns:a16="http://schemas.microsoft.com/office/drawing/2014/main" id="{C3B6A21A-7ED4-DC0D-CF88-75C440225841}"/>
              </a:ext>
            </a:extLst>
          </p:cNvPr>
          <p:cNvSpPr>
            <a:spLocks noGrp="1"/>
          </p:cNvSpPr>
          <p:nvPr>
            <p:ph type="body" sz="quarter" idx="94"/>
          </p:nvPr>
        </p:nvSpPr>
        <p:spPr>
          <a:xfrm>
            <a:off x="4425927" y="5545963"/>
            <a:ext cx="3278111" cy="430887"/>
          </a:xfrm>
        </p:spPr>
        <p:txBody>
          <a:bodyPr/>
          <a:lstStyle/>
          <a:p>
            <a:r>
              <a:rPr lang="ru-RU" dirty="0"/>
              <a:t>с 60 до 2 дней</a:t>
            </a:r>
          </a:p>
        </p:txBody>
      </p:sp>
      <p:sp>
        <p:nvSpPr>
          <p:cNvPr id="15" name="Текст 14">
            <a:extLst>
              <a:ext uri="{FF2B5EF4-FFF2-40B4-BE49-F238E27FC236}">
                <a16:creationId xmlns:a16="http://schemas.microsoft.com/office/drawing/2014/main" id="{B4F472A1-BA1C-1CF0-F00C-2B78F6E2BE0E}"/>
              </a:ext>
            </a:extLst>
          </p:cNvPr>
          <p:cNvSpPr>
            <a:spLocks noGrp="1"/>
          </p:cNvSpPr>
          <p:nvPr>
            <p:ph type="body" sz="quarter" idx="95"/>
          </p:nvPr>
        </p:nvSpPr>
        <p:spPr>
          <a:xfrm>
            <a:off x="8285373" y="6022530"/>
            <a:ext cx="3283785" cy="307777"/>
          </a:xfrm>
        </p:spPr>
        <p:txBody>
          <a:bodyPr/>
          <a:lstStyle/>
          <a:p>
            <a:r>
              <a:rPr lang="ru-RU" dirty="0"/>
              <a:t>Сокращение трудоемкости создания прототипов пользовательского интерфейсов за счет </a:t>
            </a:r>
            <a:r>
              <a:rPr lang="ru-RU" dirty="0" err="1"/>
              <a:t>GenAI</a:t>
            </a:r>
            <a:endParaRPr lang="ru-RU" dirty="0"/>
          </a:p>
        </p:txBody>
      </p:sp>
      <p:sp>
        <p:nvSpPr>
          <p:cNvPr id="16" name="Текст 15">
            <a:extLst>
              <a:ext uri="{FF2B5EF4-FFF2-40B4-BE49-F238E27FC236}">
                <a16:creationId xmlns:a16="http://schemas.microsoft.com/office/drawing/2014/main" id="{B5D064D6-63B2-3B4A-3DBA-1097A87C0D69}"/>
              </a:ext>
            </a:extLst>
          </p:cNvPr>
          <p:cNvSpPr>
            <a:spLocks noGrp="1"/>
          </p:cNvSpPr>
          <p:nvPr>
            <p:ph type="body" sz="quarter" idx="96"/>
          </p:nvPr>
        </p:nvSpPr>
        <p:spPr>
          <a:xfrm>
            <a:off x="8285373" y="5545963"/>
            <a:ext cx="3278111" cy="430887"/>
          </a:xfrm>
        </p:spPr>
        <p:txBody>
          <a:bodyPr/>
          <a:lstStyle/>
          <a:p>
            <a:r>
              <a:rPr lang="ru-RU" dirty="0"/>
              <a:t>в 4 раза</a:t>
            </a:r>
          </a:p>
        </p:txBody>
      </p:sp>
      <p:pic>
        <p:nvPicPr>
          <p:cNvPr id="20" name="Рисунок 19">
            <a:extLst>
              <a:ext uri="{FF2B5EF4-FFF2-40B4-BE49-F238E27FC236}">
                <a16:creationId xmlns:a16="http://schemas.microsoft.com/office/drawing/2014/main" id="{FA4CFD11-CA83-4F70-C512-4CB8D2ABDD5F}"/>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01854" y="1790518"/>
            <a:ext cx="684000" cy="407890"/>
          </a:xfrm>
          <a:prstGeom prst="rect">
            <a:avLst/>
          </a:prstGeom>
        </p:spPr>
      </p:pic>
      <p:sp>
        <p:nvSpPr>
          <p:cNvPr id="17" name="Текст 16">
            <a:extLst>
              <a:ext uri="{FF2B5EF4-FFF2-40B4-BE49-F238E27FC236}">
                <a16:creationId xmlns:a16="http://schemas.microsoft.com/office/drawing/2014/main" id="{E883529E-3BAB-4189-BDE4-5983A8CF139A}"/>
              </a:ext>
            </a:extLst>
          </p:cNvPr>
          <p:cNvSpPr>
            <a:spLocks noGrp="1"/>
          </p:cNvSpPr>
          <p:nvPr>
            <p:ph type="body" sz="quarter" idx="41"/>
          </p:nvPr>
        </p:nvSpPr>
        <p:spPr>
          <a:xfrm>
            <a:off x="345681" y="675637"/>
            <a:ext cx="7044163" cy="781496"/>
          </a:xfrm>
        </p:spPr>
        <p:txBody>
          <a:bodyPr/>
          <a:lstStyle/>
          <a:p>
            <a:r>
              <a:rPr lang="ru-RU" dirty="0"/>
              <a:t>Заголовок в одну или несколько строк </a:t>
            </a:r>
            <a:br>
              <a:rPr lang="ru-RU" dirty="0"/>
            </a:br>
            <a:r>
              <a:rPr lang="ru-RU" dirty="0"/>
              <a:t>с описанием сути кейса</a:t>
            </a:r>
          </a:p>
        </p:txBody>
      </p:sp>
    </p:spTree>
    <p:extLst>
      <p:ext uri="{BB962C8B-B14F-4D97-AF65-F5344CB8AC3E}">
        <p14:creationId xmlns:p14="http://schemas.microsoft.com/office/powerpoint/2010/main" val="13073629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 name="Рисунок 194">
            <a:extLst>
              <a:ext uri="{FF2B5EF4-FFF2-40B4-BE49-F238E27FC236}">
                <a16:creationId xmlns:a16="http://schemas.microsoft.com/office/drawing/2014/main" id="{6C54BDDA-B2EF-BA56-EEAC-77FF33BC5976}"/>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2192000" cy="2638800"/>
          </a:xfrm>
          <a:prstGeom prst="rect">
            <a:avLst/>
          </a:prstGeom>
        </p:spPr>
      </p:pic>
      <p:sp>
        <p:nvSpPr>
          <p:cNvPr id="196" name="Прямоугольник 195">
            <a:extLst>
              <a:ext uri="{FF2B5EF4-FFF2-40B4-BE49-F238E27FC236}">
                <a16:creationId xmlns:a16="http://schemas.microsoft.com/office/drawing/2014/main" id="{B2017990-7F19-35D4-98B9-5F0DBEFA9C6F}"/>
              </a:ext>
            </a:extLst>
          </p:cNvPr>
          <p:cNvSpPr/>
          <p:nvPr/>
        </p:nvSpPr>
        <p:spPr>
          <a:xfrm>
            <a:off x="345681" y="1655544"/>
            <a:ext cx="1404000" cy="684000"/>
          </a:xfrm>
          <a:prstGeom prst="rect">
            <a:avLst/>
          </a:prstGeom>
          <a:solidFill>
            <a:schemeClr val="bg1"/>
          </a:solidFill>
          <a:ln/>
        </p:spPr>
        <p:txBody>
          <a:bodyPr rtlCol="0" anchor="ctr"/>
          <a:lstStyle/>
          <a:p>
            <a:pPr algn="ctr"/>
            <a:endParaRPr lang="ru-RU" dirty="0">
              <a:blipFill>
                <a:blip r:embed="rId3"/>
                <a:stretch>
                  <a:fillRect/>
                </a:stretch>
              </a:blipFill>
            </a:endParaRPr>
          </a:p>
        </p:txBody>
      </p:sp>
      <p:pic>
        <p:nvPicPr>
          <p:cNvPr id="197" name="Рисунок 196">
            <a:extLst>
              <a:ext uri="{FF2B5EF4-FFF2-40B4-BE49-F238E27FC236}">
                <a16:creationId xmlns:a16="http://schemas.microsoft.com/office/drawing/2014/main" id="{FC89AE60-10AF-BF0D-013C-6072FFDD4443}"/>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701854" y="1790518"/>
            <a:ext cx="684000" cy="407890"/>
          </a:xfrm>
          <a:prstGeom prst="rect">
            <a:avLst/>
          </a:prstGeom>
        </p:spPr>
      </p:pic>
      <p:pic>
        <p:nvPicPr>
          <p:cNvPr id="198" name="Image 1" descr=" ">
            <a:extLst>
              <a:ext uri="{FF2B5EF4-FFF2-40B4-BE49-F238E27FC236}">
                <a16:creationId xmlns:a16="http://schemas.microsoft.com/office/drawing/2014/main" id="{4CFB9848-F53C-B9D9-5B97-9A0E867BB46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445695" y="355600"/>
            <a:ext cx="1390643" cy="203200"/>
          </a:xfrm>
          <a:prstGeom prst="rect">
            <a:avLst/>
          </a:prstGeom>
        </p:spPr>
      </p:pic>
      <p:sp>
        <p:nvSpPr>
          <p:cNvPr id="2" name="Номер слайда 1">
            <a:extLst>
              <a:ext uri="{FF2B5EF4-FFF2-40B4-BE49-F238E27FC236}">
                <a16:creationId xmlns:a16="http://schemas.microsoft.com/office/drawing/2014/main" id="{E062D99D-4CD1-1C04-DFF8-AA8EC7D42052}"/>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97</a:t>
            </a:fld>
            <a:endParaRPr lang="ru-RU" dirty="0"/>
          </a:p>
        </p:txBody>
      </p:sp>
      <p:sp>
        <p:nvSpPr>
          <p:cNvPr id="5" name="Текст 4">
            <a:extLst>
              <a:ext uri="{FF2B5EF4-FFF2-40B4-BE49-F238E27FC236}">
                <a16:creationId xmlns:a16="http://schemas.microsoft.com/office/drawing/2014/main" id="{AB616394-7818-EEBF-D915-EFB3FA3444FF}"/>
              </a:ext>
            </a:extLst>
          </p:cNvPr>
          <p:cNvSpPr>
            <a:spLocks noGrp="1"/>
          </p:cNvSpPr>
          <p:nvPr>
            <p:ph type="body" sz="quarter" idx="43"/>
          </p:nvPr>
        </p:nvSpPr>
        <p:spPr>
          <a:xfrm>
            <a:off x="352684" y="2943812"/>
            <a:ext cx="3492000" cy="307777"/>
          </a:xfrm>
        </p:spPr>
        <p:txBody>
          <a:bodyPr/>
          <a:lstStyle/>
          <a:p>
            <a:r>
              <a:rPr lang="ru-RU" dirty="0"/>
              <a:t>Проблема клиента</a:t>
            </a:r>
          </a:p>
        </p:txBody>
      </p:sp>
      <p:sp>
        <p:nvSpPr>
          <p:cNvPr id="6" name="Текст 5">
            <a:extLst>
              <a:ext uri="{FF2B5EF4-FFF2-40B4-BE49-F238E27FC236}">
                <a16:creationId xmlns:a16="http://schemas.microsoft.com/office/drawing/2014/main" id="{D2F4188F-DF7C-9A0E-9792-7B2D23695E30}"/>
              </a:ext>
            </a:extLst>
          </p:cNvPr>
          <p:cNvSpPr>
            <a:spLocks noGrp="1"/>
          </p:cNvSpPr>
          <p:nvPr>
            <p:ph type="body" sz="quarter" idx="46"/>
          </p:nvPr>
        </p:nvSpPr>
        <p:spPr>
          <a:xfrm>
            <a:off x="4218394" y="2943812"/>
            <a:ext cx="3492000" cy="307777"/>
          </a:xfrm>
        </p:spPr>
        <p:txBody>
          <a:bodyPr/>
          <a:lstStyle/>
          <a:p>
            <a:r>
              <a:rPr lang="ru-RU" dirty="0"/>
              <a:t>Наше решение</a:t>
            </a:r>
          </a:p>
        </p:txBody>
      </p:sp>
      <p:sp>
        <p:nvSpPr>
          <p:cNvPr id="7" name="Текст 6">
            <a:extLst>
              <a:ext uri="{FF2B5EF4-FFF2-40B4-BE49-F238E27FC236}">
                <a16:creationId xmlns:a16="http://schemas.microsoft.com/office/drawing/2014/main" id="{6B3B71C5-37BA-CA27-5EC9-7F58E539CC14}"/>
              </a:ext>
            </a:extLst>
          </p:cNvPr>
          <p:cNvSpPr>
            <a:spLocks noGrp="1"/>
          </p:cNvSpPr>
          <p:nvPr>
            <p:ph type="body" sz="quarter" idx="51"/>
          </p:nvPr>
        </p:nvSpPr>
        <p:spPr>
          <a:xfrm>
            <a:off x="8077158" y="2943812"/>
            <a:ext cx="3492000" cy="307777"/>
          </a:xfrm>
        </p:spPr>
        <p:txBody>
          <a:bodyPr/>
          <a:lstStyle/>
          <a:p>
            <a:r>
              <a:rPr lang="ru-RU" dirty="0"/>
              <a:t>Результаты</a:t>
            </a:r>
          </a:p>
        </p:txBody>
      </p:sp>
      <p:sp>
        <p:nvSpPr>
          <p:cNvPr id="8" name="Текст 7">
            <a:extLst>
              <a:ext uri="{FF2B5EF4-FFF2-40B4-BE49-F238E27FC236}">
                <a16:creationId xmlns:a16="http://schemas.microsoft.com/office/drawing/2014/main" id="{638F5695-6FDE-4D41-CC53-3C4E7AE5ECD4}"/>
              </a:ext>
            </a:extLst>
          </p:cNvPr>
          <p:cNvSpPr>
            <a:spLocks noGrp="1"/>
          </p:cNvSpPr>
          <p:nvPr>
            <p:ph type="body" sz="quarter" idx="47"/>
          </p:nvPr>
        </p:nvSpPr>
        <p:spPr>
          <a:xfrm>
            <a:off x="352529" y="3551120"/>
            <a:ext cx="3492000" cy="1155188"/>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9" name="Текст 8">
            <a:extLst>
              <a:ext uri="{FF2B5EF4-FFF2-40B4-BE49-F238E27FC236}">
                <a16:creationId xmlns:a16="http://schemas.microsoft.com/office/drawing/2014/main" id="{162CA81A-3B04-05A6-932F-8DD990105B03}"/>
              </a:ext>
            </a:extLst>
          </p:cNvPr>
          <p:cNvSpPr>
            <a:spLocks noGrp="1"/>
          </p:cNvSpPr>
          <p:nvPr>
            <p:ph type="body" sz="quarter" idx="50"/>
          </p:nvPr>
        </p:nvSpPr>
        <p:spPr>
          <a:xfrm>
            <a:off x="4218239" y="3551120"/>
            <a:ext cx="3492000" cy="1155188"/>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10" name="Текст 9">
            <a:extLst>
              <a:ext uri="{FF2B5EF4-FFF2-40B4-BE49-F238E27FC236}">
                <a16:creationId xmlns:a16="http://schemas.microsoft.com/office/drawing/2014/main" id="{9100BC69-0F71-6BE1-EACD-4AA4786C69D6}"/>
              </a:ext>
            </a:extLst>
          </p:cNvPr>
          <p:cNvSpPr>
            <a:spLocks noGrp="1"/>
          </p:cNvSpPr>
          <p:nvPr>
            <p:ph type="body" sz="quarter" idx="92"/>
          </p:nvPr>
        </p:nvSpPr>
        <p:spPr>
          <a:xfrm>
            <a:off x="8140420" y="3551120"/>
            <a:ext cx="3492000" cy="1155188"/>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p:txBody>
      </p:sp>
      <p:sp>
        <p:nvSpPr>
          <p:cNvPr id="11" name="Текст 10">
            <a:extLst>
              <a:ext uri="{FF2B5EF4-FFF2-40B4-BE49-F238E27FC236}">
                <a16:creationId xmlns:a16="http://schemas.microsoft.com/office/drawing/2014/main" id="{9997B635-587C-EF58-F547-7747215EE298}"/>
              </a:ext>
            </a:extLst>
          </p:cNvPr>
          <p:cNvSpPr>
            <a:spLocks noGrp="1"/>
          </p:cNvSpPr>
          <p:nvPr>
            <p:ph type="body" sz="quarter" idx="58"/>
          </p:nvPr>
        </p:nvSpPr>
        <p:spPr>
          <a:xfrm>
            <a:off x="557087" y="6022530"/>
            <a:ext cx="3283785" cy="153888"/>
          </a:xfrm>
        </p:spPr>
        <p:txBody>
          <a:bodyPr/>
          <a:lstStyle/>
          <a:p>
            <a:r>
              <a:rPr lang="ru-RU" dirty="0"/>
              <a:t>На запуск платформы в эксплуатацию</a:t>
            </a:r>
          </a:p>
        </p:txBody>
      </p:sp>
      <p:sp>
        <p:nvSpPr>
          <p:cNvPr id="12" name="Текст 11">
            <a:extLst>
              <a:ext uri="{FF2B5EF4-FFF2-40B4-BE49-F238E27FC236}">
                <a16:creationId xmlns:a16="http://schemas.microsoft.com/office/drawing/2014/main" id="{2387F994-FE28-94D5-CBA0-F4F9722BBCBE}"/>
              </a:ext>
            </a:extLst>
          </p:cNvPr>
          <p:cNvSpPr>
            <a:spLocks noGrp="1"/>
          </p:cNvSpPr>
          <p:nvPr>
            <p:ph type="body" sz="quarter" idx="34"/>
          </p:nvPr>
        </p:nvSpPr>
        <p:spPr>
          <a:xfrm>
            <a:off x="557087" y="5545963"/>
            <a:ext cx="3278111" cy="430887"/>
          </a:xfrm>
        </p:spPr>
        <p:txBody>
          <a:bodyPr/>
          <a:lstStyle/>
          <a:p>
            <a:r>
              <a:rPr lang="ru-RU" dirty="0"/>
              <a:t>‹ 9 мес.</a:t>
            </a:r>
          </a:p>
        </p:txBody>
      </p:sp>
      <p:sp>
        <p:nvSpPr>
          <p:cNvPr id="13" name="Текст 12">
            <a:extLst>
              <a:ext uri="{FF2B5EF4-FFF2-40B4-BE49-F238E27FC236}">
                <a16:creationId xmlns:a16="http://schemas.microsoft.com/office/drawing/2014/main" id="{35D7DE09-BD99-9761-47E2-52E048208E0B}"/>
              </a:ext>
            </a:extLst>
          </p:cNvPr>
          <p:cNvSpPr>
            <a:spLocks noGrp="1"/>
          </p:cNvSpPr>
          <p:nvPr>
            <p:ph type="body" sz="quarter" idx="93"/>
          </p:nvPr>
        </p:nvSpPr>
        <p:spPr>
          <a:xfrm>
            <a:off x="4425927" y="6022530"/>
            <a:ext cx="3283785" cy="307777"/>
          </a:xfrm>
        </p:spPr>
        <p:txBody>
          <a:bodyPr/>
          <a:lstStyle/>
          <a:p>
            <a:r>
              <a:rPr lang="ru-RU" dirty="0"/>
              <a:t>Сокращение времени разработки </a:t>
            </a:r>
            <a:br>
              <a:rPr lang="ru-RU" dirty="0"/>
            </a:br>
            <a:r>
              <a:rPr lang="ru-RU" dirty="0"/>
              <a:t>одного продукта после внедрения</a:t>
            </a:r>
          </a:p>
        </p:txBody>
      </p:sp>
      <p:sp>
        <p:nvSpPr>
          <p:cNvPr id="14" name="Текст 13">
            <a:extLst>
              <a:ext uri="{FF2B5EF4-FFF2-40B4-BE49-F238E27FC236}">
                <a16:creationId xmlns:a16="http://schemas.microsoft.com/office/drawing/2014/main" id="{C3B6A21A-7ED4-DC0D-CF88-75C440225841}"/>
              </a:ext>
            </a:extLst>
          </p:cNvPr>
          <p:cNvSpPr>
            <a:spLocks noGrp="1"/>
          </p:cNvSpPr>
          <p:nvPr>
            <p:ph type="body" sz="quarter" idx="94"/>
          </p:nvPr>
        </p:nvSpPr>
        <p:spPr>
          <a:xfrm>
            <a:off x="4425927" y="5545963"/>
            <a:ext cx="3278111" cy="430887"/>
          </a:xfrm>
        </p:spPr>
        <p:txBody>
          <a:bodyPr/>
          <a:lstStyle/>
          <a:p>
            <a:r>
              <a:rPr lang="ru-RU" dirty="0"/>
              <a:t>с 60 до 2 дней</a:t>
            </a:r>
          </a:p>
        </p:txBody>
      </p:sp>
      <p:sp>
        <p:nvSpPr>
          <p:cNvPr id="15" name="Текст 14">
            <a:extLst>
              <a:ext uri="{FF2B5EF4-FFF2-40B4-BE49-F238E27FC236}">
                <a16:creationId xmlns:a16="http://schemas.microsoft.com/office/drawing/2014/main" id="{B4F472A1-BA1C-1CF0-F00C-2B78F6E2BE0E}"/>
              </a:ext>
            </a:extLst>
          </p:cNvPr>
          <p:cNvSpPr>
            <a:spLocks noGrp="1"/>
          </p:cNvSpPr>
          <p:nvPr>
            <p:ph type="body" sz="quarter" idx="95"/>
          </p:nvPr>
        </p:nvSpPr>
        <p:spPr>
          <a:xfrm>
            <a:off x="8285373" y="6022530"/>
            <a:ext cx="3283785" cy="307777"/>
          </a:xfrm>
        </p:spPr>
        <p:txBody>
          <a:bodyPr/>
          <a:lstStyle/>
          <a:p>
            <a:r>
              <a:rPr lang="ru-RU" dirty="0"/>
              <a:t>Сокращение трудоемкости создания прототипов пользовательского интерфейсов за счет </a:t>
            </a:r>
            <a:r>
              <a:rPr lang="ru-RU" dirty="0" err="1"/>
              <a:t>GenAI</a:t>
            </a:r>
            <a:endParaRPr lang="ru-RU" dirty="0"/>
          </a:p>
        </p:txBody>
      </p:sp>
      <p:sp>
        <p:nvSpPr>
          <p:cNvPr id="16" name="Текст 15">
            <a:extLst>
              <a:ext uri="{FF2B5EF4-FFF2-40B4-BE49-F238E27FC236}">
                <a16:creationId xmlns:a16="http://schemas.microsoft.com/office/drawing/2014/main" id="{B5D064D6-63B2-3B4A-3DBA-1097A87C0D69}"/>
              </a:ext>
            </a:extLst>
          </p:cNvPr>
          <p:cNvSpPr>
            <a:spLocks noGrp="1"/>
          </p:cNvSpPr>
          <p:nvPr>
            <p:ph type="body" sz="quarter" idx="96"/>
          </p:nvPr>
        </p:nvSpPr>
        <p:spPr>
          <a:xfrm>
            <a:off x="8285373" y="5545963"/>
            <a:ext cx="3278111" cy="430887"/>
          </a:xfrm>
        </p:spPr>
        <p:txBody>
          <a:bodyPr/>
          <a:lstStyle/>
          <a:p>
            <a:r>
              <a:rPr lang="ru-RU" dirty="0"/>
              <a:t>в 4 раза</a:t>
            </a:r>
          </a:p>
        </p:txBody>
      </p:sp>
      <p:sp>
        <p:nvSpPr>
          <p:cNvPr id="39" name="Текст 38">
            <a:extLst>
              <a:ext uri="{FF2B5EF4-FFF2-40B4-BE49-F238E27FC236}">
                <a16:creationId xmlns:a16="http://schemas.microsoft.com/office/drawing/2014/main" id="{59A8A7EE-2FBA-6232-330D-BF01A40F3663}"/>
              </a:ext>
            </a:extLst>
          </p:cNvPr>
          <p:cNvSpPr>
            <a:spLocks noGrp="1"/>
          </p:cNvSpPr>
          <p:nvPr>
            <p:ph type="body" sz="quarter" idx="111"/>
          </p:nvPr>
        </p:nvSpPr>
        <p:spPr>
          <a:xfrm>
            <a:off x="349250" y="230875"/>
            <a:ext cx="4559300" cy="224933"/>
          </a:xfrm>
        </p:spPr>
        <p:txBody>
          <a:bodyPr/>
          <a:lstStyle/>
          <a:p>
            <a:r>
              <a:rPr lang="ru-RU" dirty="0"/>
              <a:t>Кейс</a:t>
            </a:r>
          </a:p>
        </p:txBody>
      </p:sp>
      <p:sp>
        <p:nvSpPr>
          <p:cNvPr id="17" name="Текст 16">
            <a:extLst>
              <a:ext uri="{FF2B5EF4-FFF2-40B4-BE49-F238E27FC236}">
                <a16:creationId xmlns:a16="http://schemas.microsoft.com/office/drawing/2014/main" id="{BCE98407-6205-FDC6-2FA1-2FB545E912A8}"/>
              </a:ext>
            </a:extLst>
          </p:cNvPr>
          <p:cNvSpPr>
            <a:spLocks noGrp="1"/>
          </p:cNvSpPr>
          <p:nvPr>
            <p:ph type="body" sz="quarter" idx="41"/>
          </p:nvPr>
        </p:nvSpPr>
        <p:spPr>
          <a:xfrm>
            <a:off x="345681" y="675637"/>
            <a:ext cx="7044163" cy="781496"/>
          </a:xfrm>
        </p:spPr>
        <p:txBody>
          <a:bodyPr/>
          <a:lstStyle/>
          <a:p>
            <a:r>
              <a:rPr lang="ru-RU" dirty="0"/>
              <a:t>Заголовок в одну или несколько строк </a:t>
            </a:r>
            <a:br>
              <a:rPr lang="ru-RU" dirty="0"/>
            </a:br>
            <a:r>
              <a:rPr lang="ru-RU" dirty="0"/>
              <a:t>с описанием сути кейса</a:t>
            </a:r>
          </a:p>
        </p:txBody>
      </p:sp>
    </p:spTree>
    <p:extLst>
      <p:ext uri="{BB962C8B-B14F-4D97-AF65-F5344CB8AC3E}">
        <p14:creationId xmlns:p14="http://schemas.microsoft.com/office/powerpoint/2010/main" val="13899358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A6446-7AB0-0B52-A727-34E7C1C1C281}"/>
            </a:ext>
          </a:extLst>
        </p:cNvPr>
        <p:cNvGrpSpPr/>
        <p:nvPr/>
      </p:nvGrpSpPr>
      <p:grpSpPr>
        <a:xfrm>
          <a:off x="0" y="0"/>
          <a:ext cx="0" cy="0"/>
          <a:chOff x="0" y="0"/>
          <a:chExt cx="0" cy="0"/>
        </a:xfrm>
      </p:grpSpPr>
      <p:pic>
        <p:nvPicPr>
          <p:cNvPr id="18" name="Рисунок 17">
            <a:extLst>
              <a:ext uri="{FF2B5EF4-FFF2-40B4-BE49-F238E27FC236}">
                <a16:creationId xmlns:a16="http://schemas.microsoft.com/office/drawing/2014/main" id="{753FD8F6-3AA7-182C-642D-3990F34F7B41}"/>
              </a:ext>
            </a:extLst>
          </p:cNvPr>
          <p:cNvPicPr>
            <a:picLocks noGrp="1" noChangeAspect="1"/>
          </p:cNvPicPr>
          <p:nvPr>
            <p:ph type="pic" sz="quarter" idx="112"/>
          </p:nvPr>
        </p:nvPicPr>
        <p:blipFill>
          <a:blip r:embed="rId2" cstate="screen">
            <a:extLst>
              <a:ext uri="{28A0092B-C50C-407E-A947-70E740481C1C}">
                <a14:useLocalDpi xmlns:a14="http://schemas.microsoft.com/office/drawing/2010/main"/>
              </a:ext>
            </a:extLst>
          </a:blip>
          <a:srcRect/>
          <a:stretch>
            <a:fillRect/>
          </a:stretch>
        </p:blipFill>
        <p:spPr/>
      </p:pic>
      <p:pic>
        <p:nvPicPr>
          <p:cNvPr id="198" name="Image 1" descr=" ">
            <a:extLst>
              <a:ext uri="{FF2B5EF4-FFF2-40B4-BE49-F238E27FC236}">
                <a16:creationId xmlns:a16="http://schemas.microsoft.com/office/drawing/2014/main" id="{DBE6DF1D-7458-EAF3-280B-FB6B46E000E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445695" y="355600"/>
            <a:ext cx="1390643" cy="203200"/>
          </a:xfrm>
          <a:prstGeom prst="rect">
            <a:avLst/>
          </a:prstGeom>
        </p:spPr>
      </p:pic>
      <p:sp>
        <p:nvSpPr>
          <p:cNvPr id="2" name="Номер слайда 1">
            <a:extLst>
              <a:ext uri="{FF2B5EF4-FFF2-40B4-BE49-F238E27FC236}">
                <a16:creationId xmlns:a16="http://schemas.microsoft.com/office/drawing/2014/main" id="{71B25E0D-907B-0E23-824E-D20E6BC9C150}"/>
              </a:ext>
            </a:extLst>
          </p:cNvPr>
          <p:cNvSpPr>
            <a:spLocks noGrp="1"/>
          </p:cNvSpPr>
          <p:nvPr>
            <p:ph type="sldNum" sz="quarter" idx="4"/>
          </p:nvPr>
        </p:nvSpPr>
        <p:spPr/>
        <p:txBody>
          <a:bodyPr/>
          <a:lstStyle/>
          <a:p>
            <a:fld id="{13FB4C0F-BB20-4298-B11D-AEB97E17A107}" type="slidenum">
              <a:rPr lang="ru-RU" smtClean="0"/>
              <a:pPr/>
              <a:t>98</a:t>
            </a:fld>
            <a:endParaRPr lang="ru-RU" dirty="0"/>
          </a:p>
        </p:txBody>
      </p:sp>
      <p:sp>
        <p:nvSpPr>
          <p:cNvPr id="5" name="Текст 4">
            <a:extLst>
              <a:ext uri="{FF2B5EF4-FFF2-40B4-BE49-F238E27FC236}">
                <a16:creationId xmlns:a16="http://schemas.microsoft.com/office/drawing/2014/main" id="{879D3A80-7F66-A4E1-5CA8-3142F424F5B1}"/>
              </a:ext>
            </a:extLst>
          </p:cNvPr>
          <p:cNvSpPr>
            <a:spLocks noGrp="1"/>
          </p:cNvSpPr>
          <p:nvPr>
            <p:ph type="body" sz="quarter" idx="43"/>
          </p:nvPr>
        </p:nvSpPr>
        <p:spPr/>
        <p:txBody>
          <a:bodyPr/>
          <a:lstStyle/>
          <a:p>
            <a:r>
              <a:rPr lang="ru-RU" dirty="0"/>
              <a:t>Проблема клиента</a:t>
            </a:r>
          </a:p>
        </p:txBody>
      </p:sp>
      <p:sp>
        <p:nvSpPr>
          <p:cNvPr id="6" name="Текст 5">
            <a:extLst>
              <a:ext uri="{FF2B5EF4-FFF2-40B4-BE49-F238E27FC236}">
                <a16:creationId xmlns:a16="http://schemas.microsoft.com/office/drawing/2014/main" id="{62785CB2-4811-E26F-28B8-4350F0650588}"/>
              </a:ext>
            </a:extLst>
          </p:cNvPr>
          <p:cNvSpPr>
            <a:spLocks noGrp="1"/>
          </p:cNvSpPr>
          <p:nvPr>
            <p:ph type="body" sz="quarter" idx="46"/>
          </p:nvPr>
        </p:nvSpPr>
        <p:spPr/>
        <p:txBody>
          <a:bodyPr/>
          <a:lstStyle/>
          <a:p>
            <a:r>
              <a:rPr lang="ru-RU" dirty="0"/>
              <a:t>Наше решение</a:t>
            </a:r>
          </a:p>
        </p:txBody>
      </p:sp>
      <p:sp>
        <p:nvSpPr>
          <p:cNvPr id="7" name="Текст 6">
            <a:extLst>
              <a:ext uri="{FF2B5EF4-FFF2-40B4-BE49-F238E27FC236}">
                <a16:creationId xmlns:a16="http://schemas.microsoft.com/office/drawing/2014/main" id="{1C0A530C-3A90-B200-B97F-27837975FD16}"/>
              </a:ext>
            </a:extLst>
          </p:cNvPr>
          <p:cNvSpPr>
            <a:spLocks noGrp="1"/>
          </p:cNvSpPr>
          <p:nvPr>
            <p:ph type="body" sz="quarter" idx="51"/>
          </p:nvPr>
        </p:nvSpPr>
        <p:spPr/>
        <p:txBody>
          <a:bodyPr/>
          <a:lstStyle/>
          <a:p>
            <a:r>
              <a:rPr lang="ru-RU" dirty="0"/>
              <a:t>Результаты</a:t>
            </a:r>
          </a:p>
        </p:txBody>
      </p:sp>
      <p:sp>
        <p:nvSpPr>
          <p:cNvPr id="8" name="Текст 7">
            <a:extLst>
              <a:ext uri="{FF2B5EF4-FFF2-40B4-BE49-F238E27FC236}">
                <a16:creationId xmlns:a16="http://schemas.microsoft.com/office/drawing/2014/main" id="{F73DE911-A518-7220-A565-0F1064B3E3D1}"/>
              </a:ext>
            </a:extLst>
          </p:cNvPr>
          <p:cNvSpPr>
            <a:spLocks noGrp="1"/>
          </p:cNvSpPr>
          <p:nvPr>
            <p:ph type="body" sz="quarter" idx="47"/>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9" name="Текст 8">
            <a:extLst>
              <a:ext uri="{FF2B5EF4-FFF2-40B4-BE49-F238E27FC236}">
                <a16:creationId xmlns:a16="http://schemas.microsoft.com/office/drawing/2014/main" id="{A7A6A783-62DC-CB84-0EE8-D602A8668EB5}"/>
              </a:ext>
            </a:extLst>
          </p:cNvPr>
          <p:cNvSpPr>
            <a:spLocks noGrp="1"/>
          </p:cNvSpPr>
          <p:nvPr>
            <p:ph type="body" sz="quarter" idx="50"/>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10" name="Текст 9">
            <a:extLst>
              <a:ext uri="{FF2B5EF4-FFF2-40B4-BE49-F238E27FC236}">
                <a16:creationId xmlns:a16="http://schemas.microsoft.com/office/drawing/2014/main" id="{3856C2DC-47DE-4107-E1DC-AA31EE5526E5}"/>
              </a:ext>
            </a:extLst>
          </p:cNvPr>
          <p:cNvSpPr>
            <a:spLocks noGrp="1"/>
          </p:cNvSpPr>
          <p:nvPr>
            <p:ph type="body" sz="quarter" idx="92"/>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p:txBody>
      </p:sp>
      <p:sp>
        <p:nvSpPr>
          <p:cNvPr id="11" name="Текст 10">
            <a:extLst>
              <a:ext uri="{FF2B5EF4-FFF2-40B4-BE49-F238E27FC236}">
                <a16:creationId xmlns:a16="http://schemas.microsoft.com/office/drawing/2014/main" id="{115B51A8-2CFE-E427-37DB-576993496D81}"/>
              </a:ext>
            </a:extLst>
          </p:cNvPr>
          <p:cNvSpPr>
            <a:spLocks noGrp="1"/>
          </p:cNvSpPr>
          <p:nvPr>
            <p:ph type="body" sz="quarter" idx="58"/>
          </p:nvPr>
        </p:nvSpPr>
        <p:spPr/>
        <p:txBody>
          <a:bodyPr/>
          <a:lstStyle/>
          <a:p>
            <a:r>
              <a:rPr lang="ru-RU" dirty="0"/>
              <a:t>На запуск платформы в эксплуатацию</a:t>
            </a:r>
          </a:p>
        </p:txBody>
      </p:sp>
      <p:sp>
        <p:nvSpPr>
          <p:cNvPr id="12" name="Текст 11">
            <a:extLst>
              <a:ext uri="{FF2B5EF4-FFF2-40B4-BE49-F238E27FC236}">
                <a16:creationId xmlns:a16="http://schemas.microsoft.com/office/drawing/2014/main" id="{B5AEE871-AC3D-20D6-27DD-CDCB4C350A27}"/>
              </a:ext>
            </a:extLst>
          </p:cNvPr>
          <p:cNvSpPr>
            <a:spLocks noGrp="1"/>
          </p:cNvSpPr>
          <p:nvPr>
            <p:ph type="body" sz="quarter" idx="34"/>
          </p:nvPr>
        </p:nvSpPr>
        <p:spPr/>
        <p:txBody>
          <a:bodyPr/>
          <a:lstStyle/>
          <a:p>
            <a:r>
              <a:rPr lang="ru-RU" dirty="0"/>
              <a:t>‹ 9 мес.</a:t>
            </a:r>
          </a:p>
        </p:txBody>
      </p:sp>
      <p:sp>
        <p:nvSpPr>
          <p:cNvPr id="13" name="Текст 12">
            <a:extLst>
              <a:ext uri="{FF2B5EF4-FFF2-40B4-BE49-F238E27FC236}">
                <a16:creationId xmlns:a16="http://schemas.microsoft.com/office/drawing/2014/main" id="{F94B6C93-19D0-AD02-E82E-8362A2175649}"/>
              </a:ext>
            </a:extLst>
          </p:cNvPr>
          <p:cNvSpPr>
            <a:spLocks noGrp="1"/>
          </p:cNvSpPr>
          <p:nvPr>
            <p:ph type="body" sz="quarter" idx="93"/>
          </p:nvPr>
        </p:nvSpPr>
        <p:spPr/>
        <p:txBody>
          <a:bodyPr/>
          <a:lstStyle/>
          <a:p>
            <a:r>
              <a:rPr lang="ru-RU" dirty="0"/>
              <a:t>Сокращение времени разработки </a:t>
            </a:r>
            <a:br>
              <a:rPr lang="ru-RU" dirty="0"/>
            </a:br>
            <a:r>
              <a:rPr lang="ru-RU" dirty="0"/>
              <a:t>одного продукта после внедрения</a:t>
            </a:r>
          </a:p>
        </p:txBody>
      </p:sp>
      <p:sp>
        <p:nvSpPr>
          <p:cNvPr id="14" name="Текст 13">
            <a:extLst>
              <a:ext uri="{FF2B5EF4-FFF2-40B4-BE49-F238E27FC236}">
                <a16:creationId xmlns:a16="http://schemas.microsoft.com/office/drawing/2014/main" id="{C307691C-D2EB-5342-BFAD-401C76361410}"/>
              </a:ext>
            </a:extLst>
          </p:cNvPr>
          <p:cNvSpPr>
            <a:spLocks noGrp="1"/>
          </p:cNvSpPr>
          <p:nvPr>
            <p:ph type="body" sz="quarter" idx="94"/>
          </p:nvPr>
        </p:nvSpPr>
        <p:spPr/>
        <p:txBody>
          <a:bodyPr/>
          <a:lstStyle/>
          <a:p>
            <a:r>
              <a:rPr lang="ru-RU" dirty="0"/>
              <a:t>с 60 до 2 дней</a:t>
            </a:r>
          </a:p>
        </p:txBody>
      </p:sp>
      <p:sp>
        <p:nvSpPr>
          <p:cNvPr id="15" name="Текст 14">
            <a:extLst>
              <a:ext uri="{FF2B5EF4-FFF2-40B4-BE49-F238E27FC236}">
                <a16:creationId xmlns:a16="http://schemas.microsoft.com/office/drawing/2014/main" id="{3A6FB910-A9B5-F6D0-BDD8-26AD8EDC670D}"/>
              </a:ext>
            </a:extLst>
          </p:cNvPr>
          <p:cNvSpPr>
            <a:spLocks noGrp="1"/>
          </p:cNvSpPr>
          <p:nvPr>
            <p:ph type="body" sz="quarter" idx="95"/>
          </p:nvPr>
        </p:nvSpPr>
        <p:spPr/>
        <p:txBody>
          <a:bodyPr/>
          <a:lstStyle/>
          <a:p>
            <a:r>
              <a:rPr lang="ru-RU" dirty="0"/>
              <a:t>Сокращение трудоемкости создания прототипов пользовательского интерфейсов за счет </a:t>
            </a:r>
            <a:r>
              <a:rPr lang="ru-RU" dirty="0" err="1"/>
              <a:t>GenAI</a:t>
            </a:r>
            <a:endParaRPr lang="ru-RU" dirty="0"/>
          </a:p>
        </p:txBody>
      </p:sp>
      <p:sp>
        <p:nvSpPr>
          <p:cNvPr id="16" name="Текст 15">
            <a:extLst>
              <a:ext uri="{FF2B5EF4-FFF2-40B4-BE49-F238E27FC236}">
                <a16:creationId xmlns:a16="http://schemas.microsoft.com/office/drawing/2014/main" id="{4B13F145-5986-FEA3-1E1E-D3F73812DB40}"/>
              </a:ext>
            </a:extLst>
          </p:cNvPr>
          <p:cNvSpPr>
            <a:spLocks noGrp="1"/>
          </p:cNvSpPr>
          <p:nvPr>
            <p:ph type="body" sz="quarter" idx="96"/>
          </p:nvPr>
        </p:nvSpPr>
        <p:spPr/>
        <p:txBody>
          <a:bodyPr/>
          <a:lstStyle/>
          <a:p>
            <a:r>
              <a:rPr lang="ru-RU" dirty="0"/>
              <a:t>в 4 раза</a:t>
            </a:r>
          </a:p>
        </p:txBody>
      </p:sp>
      <p:sp>
        <p:nvSpPr>
          <p:cNvPr id="39" name="Текст 38">
            <a:extLst>
              <a:ext uri="{FF2B5EF4-FFF2-40B4-BE49-F238E27FC236}">
                <a16:creationId xmlns:a16="http://schemas.microsoft.com/office/drawing/2014/main" id="{7B456BBA-D677-2F3F-3237-C24D30238562}"/>
              </a:ext>
            </a:extLst>
          </p:cNvPr>
          <p:cNvSpPr>
            <a:spLocks noGrp="1"/>
          </p:cNvSpPr>
          <p:nvPr>
            <p:ph type="body" sz="quarter" idx="111"/>
          </p:nvPr>
        </p:nvSpPr>
        <p:spPr/>
        <p:txBody>
          <a:bodyPr/>
          <a:lstStyle/>
          <a:p>
            <a:r>
              <a:rPr lang="ru-RU" dirty="0"/>
              <a:t>Кейс</a:t>
            </a:r>
          </a:p>
        </p:txBody>
      </p:sp>
      <p:sp>
        <p:nvSpPr>
          <p:cNvPr id="17" name="Текст 16">
            <a:extLst>
              <a:ext uri="{FF2B5EF4-FFF2-40B4-BE49-F238E27FC236}">
                <a16:creationId xmlns:a16="http://schemas.microsoft.com/office/drawing/2014/main" id="{D49B8DFB-7E37-03F3-5CC0-34A01CC32874}"/>
              </a:ext>
            </a:extLst>
          </p:cNvPr>
          <p:cNvSpPr>
            <a:spLocks noGrp="1"/>
          </p:cNvSpPr>
          <p:nvPr>
            <p:ph type="body" sz="quarter" idx="41"/>
          </p:nvPr>
        </p:nvSpPr>
        <p:spPr>
          <a:xfrm>
            <a:off x="345681" y="700087"/>
            <a:ext cx="5326533" cy="1050800"/>
          </a:xfrm>
        </p:spPr>
        <p:txBody>
          <a:bodyPr/>
          <a:lstStyle/>
          <a:p>
            <a:r>
              <a:rPr lang="ru-RU" dirty="0"/>
              <a:t>Заголовок в одну или несколько строк с описанием сути кейса</a:t>
            </a:r>
          </a:p>
        </p:txBody>
      </p:sp>
    </p:spTree>
    <p:extLst>
      <p:ext uri="{BB962C8B-B14F-4D97-AF65-F5344CB8AC3E}">
        <p14:creationId xmlns:p14="http://schemas.microsoft.com/office/powerpoint/2010/main" val="67365656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20C69-8B40-1732-0480-C4BAAA06EE7B}"/>
            </a:ext>
          </a:extLst>
        </p:cNvPr>
        <p:cNvGrpSpPr/>
        <p:nvPr/>
      </p:nvGrpSpPr>
      <p:grpSpPr>
        <a:xfrm>
          <a:off x="0" y="0"/>
          <a:ext cx="0" cy="0"/>
          <a:chOff x="0" y="0"/>
          <a:chExt cx="0" cy="0"/>
        </a:xfrm>
      </p:grpSpPr>
      <p:pic>
        <p:nvPicPr>
          <p:cNvPr id="216" name="Рисунок 215">
            <a:extLst>
              <a:ext uri="{FF2B5EF4-FFF2-40B4-BE49-F238E27FC236}">
                <a16:creationId xmlns:a16="http://schemas.microsoft.com/office/drawing/2014/main" id="{6AF68653-54DC-49A2-B826-BACDE55E30D3}"/>
              </a:ext>
            </a:extLst>
          </p:cNvPr>
          <p:cNvPicPr>
            <a:picLocks noGrp="1" noChangeAspect="1"/>
          </p:cNvPicPr>
          <p:nvPr>
            <p:ph type="pic" sz="quarter" idx="112"/>
          </p:nvPr>
        </p:nvPicPr>
        <p:blipFill>
          <a:blip r:embed="rId2" cstate="screen">
            <a:extLst>
              <a:ext uri="{28A0092B-C50C-407E-A947-70E740481C1C}">
                <a14:useLocalDpi xmlns:a14="http://schemas.microsoft.com/office/drawing/2010/main"/>
              </a:ext>
            </a:extLst>
          </a:blip>
          <a:srcRect/>
          <a:stretch>
            <a:fillRect/>
          </a:stretch>
        </p:blipFill>
        <p:spPr/>
      </p:pic>
      <p:pic>
        <p:nvPicPr>
          <p:cNvPr id="198" name="Image 1" descr=" ">
            <a:extLst>
              <a:ext uri="{FF2B5EF4-FFF2-40B4-BE49-F238E27FC236}">
                <a16:creationId xmlns:a16="http://schemas.microsoft.com/office/drawing/2014/main" id="{B7609517-A901-34BD-4A27-89B362254B5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445695" y="355600"/>
            <a:ext cx="1390643" cy="203200"/>
          </a:xfrm>
          <a:prstGeom prst="rect">
            <a:avLst/>
          </a:prstGeom>
        </p:spPr>
      </p:pic>
      <p:sp>
        <p:nvSpPr>
          <p:cNvPr id="2" name="Номер слайда 1">
            <a:extLst>
              <a:ext uri="{FF2B5EF4-FFF2-40B4-BE49-F238E27FC236}">
                <a16:creationId xmlns:a16="http://schemas.microsoft.com/office/drawing/2014/main" id="{FB3EB143-FDC3-414E-0040-5961FBD4747A}"/>
              </a:ext>
            </a:extLst>
          </p:cNvPr>
          <p:cNvSpPr>
            <a:spLocks noGrp="1"/>
          </p:cNvSpPr>
          <p:nvPr>
            <p:ph type="sldNum" sz="quarter" idx="4"/>
          </p:nvPr>
        </p:nvSpPr>
        <p:spPr/>
        <p:txBody>
          <a:bodyPr/>
          <a:lstStyle/>
          <a:p>
            <a:fld id="{13FB4C0F-BB20-4298-B11D-AEB97E17A107}" type="slidenum">
              <a:rPr lang="ru-RU" smtClean="0"/>
              <a:pPr/>
              <a:t>99</a:t>
            </a:fld>
            <a:endParaRPr lang="ru-RU" dirty="0"/>
          </a:p>
        </p:txBody>
      </p:sp>
      <p:sp>
        <p:nvSpPr>
          <p:cNvPr id="5" name="Текст 4">
            <a:extLst>
              <a:ext uri="{FF2B5EF4-FFF2-40B4-BE49-F238E27FC236}">
                <a16:creationId xmlns:a16="http://schemas.microsoft.com/office/drawing/2014/main" id="{1A5820D9-3627-88CB-E1AA-C530FD2AF8EB}"/>
              </a:ext>
            </a:extLst>
          </p:cNvPr>
          <p:cNvSpPr>
            <a:spLocks noGrp="1"/>
          </p:cNvSpPr>
          <p:nvPr>
            <p:ph type="body" sz="quarter" idx="43"/>
          </p:nvPr>
        </p:nvSpPr>
        <p:spPr/>
        <p:txBody>
          <a:bodyPr/>
          <a:lstStyle/>
          <a:p>
            <a:r>
              <a:rPr lang="ru-RU" dirty="0"/>
              <a:t>Проблема клиента</a:t>
            </a:r>
          </a:p>
        </p:txBody>
      </p:sp>
      <p:sp>
        <p:nvSpPr>
          <p:cNvPr id="6" name="Текст 5">
            <a:extLst>
              <a:ext uri="{FF2B5EF4-FFF2-40B4-BE49-F238E27FC236}">
                <a16:creationId xmlns:a16="http://schemas.microsoft.com/office/drawing/2014/main" id="{B26327EF-18F2-D3E6-CE77-B7E793081431}"/>
              </a:ext>
            </a:extLst>
          </p:cNvPr>
          <p:cNvSpPr>
            <a:spLocks noGrp="1"/>
          </p:cNvSpPr>
          <p:nvPr>
            <p:ph type="body" sz="quarter" idx="46"/>
          </p:nvPr>
        </p:nvSpPr>
        <p:spPr/>
        <p:txBody>
          <a:bodyPr/>
          <a:lstStyle/>
          <a:p>
            <a:r>
              <a:rPr lang="ru-RU" dirty="0"/>
              <a:t>Наше решение</a:t>
            </a:r>
          </a:p>
        </p:txBody>
      </p:sp>
      <p:sp>
        <p:nvSpPr>
          <p:cNvPr id="7" name="Текст 6">
            <a:extLst>
              <a:ext uri="{FF2B5EF4-FFF2-40B4-BE49-F238E27FC236}">
                <a16:creationId xmlns:a16="http://schemas.microsoft.com/office/drawing/2014/main" id="{CF926436-837B-3256-C406-64064DA20CFB}"/>
              </a:ext>
            </a:extLst>
          </p:cNvPr>
          <p:cNvSpPr>
            <a:spLocks noGrp="1"/>
          </p:cNvSpPr>
          <p:nvPr>
            <p:ph type="body" sz="quarter" idx="51"/>
          </p:nvPr>
        </p:nvSpPr>
        <p:spPr/>
        <p:txBody>
          <a:bodyPr/>
          <a:lstStyle/>
          <a:p>
            <a:r>
              <a:rPr lang="ru-RU" dirty="0"/>
              <a:t>Результаты</a:t>
            </a:r>
          </a:p>
        </p:txBody>
      </p:sp>
      <p:sp>
        <p:nvSpPr>
          <p:cNvPr id="8" name="Текст 7">
            <a:extLst>
              <a:ext uri="{FF2B5EF4-FFF2-40B4-BE49-F238E27FC236}">
                <a16:creationId xmlns:a16="http://schemas.microsoft.com/office/drawing/2014/main" id="{3778C43F-F781-CF30-767E-C52D28F3393B}"/>
              </a:ext>
            </a:extLst>
          </p:cNvPr>
          <p:cNvSpPr>
            <a:spLocks noGrp="1"/>
          </p:cNvSpPr>
          <p:nvPr>
            <p:ph type="body" sz="quarter" idx="47"/>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9" name="Текст 8">
            <a:extLst>
              <a:ext uri="{FF2B5EF4-FFF2-40B4-BE49-F238E27FC236}">
                <a16:creationId xmlns:a16="http://schemas.microsoft.com/office/drawing/2014/main" id="{3BD8FB77-2479-3226-5694-79C1BDA65866}"/>
              </a:ext>
            </a:extLst>
          </p:cNvPr>
          <p:cNvSpPr>
            <a:spLocks noGrp="1"/>
          </p:cNvSpPr>
          <p:nvPr>
            <p:ph type="body" sz="quarter" idx="50"/>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Maecenas tempus, </a:t>
            </a:r>
            <a:r>
              <a:rPr lang="en-US" dirty="0" err="1"/>
              <a:t>tellus</a:t>
            </a:r>
            <a:r>
              <a:rPr lang="en-US" dirty="0"/>
              <a:t> </a:t>
            </a:r>
            <a:r>
              <a:rPr lang="en-US" dirty="0" err="1"/>
              <a:t>eget</a:t>
            </a:r>
            <a:r>
              <a:rPr lang="en-US" dirty="0"/>
              <a:t> </a:t>
            </a:r>
            <a:r>
              <a:rPr lang="en-US" dirty="0" err="1"/>
              <a:t>condimentum</a:t>
            </a:r>
            <a:r>
              <a:rPr lang="en-US" dirty="0"/>
              <a:t> </a:t>
            </a:r>
            <a:r>
              <a:rPr lang="en-US" dirty="0" err="1"/>
              <a:t>rhoncus</a:t>
            </a:r>
            <a:r>
              <a:rPr lang="en-US" dirty="0"/>
              <a:t>, </a:t>
            </a:r>
            <a:r>
              <a:rPr lang="en-US" dirty="0" err="1"/>
              <a:t>sem</a:t>
            </a:r>
            <a:r>
              <a:rPr lang="en-US" dirty="0"/>
              <a:t> </a:t>
            </a:r>
            <a:r>
              <a:rPr lang="en-US" dirty="0" err="1"/>
              <a:t>quam</a:t>
            </a:r>
            <a:r>
              <a:rPr lang="en-US" dirty="0"/>
              <a:t> semper libero, sit </a:t>
            </a:r>
            <a:r>
              <a:rPr lang="en-US" dirty="0" err="1"/>
              <a:t>amet</a:t>
            </a:r>
            <a:r>
              <a:rPr lang="en-US" dirty="0"/>
              <a:t> </a:t>
            </a:r>
            <a:r>
              <a:rPr lang="en-US" dirty="0" err="1"/>
              <a:t>adipiscing</a:t>
            </a:r>
            <a:r>
              <a:rPr lang="en-US" dirty="0"/>
              <a:t> </a:t>
            </a:r>
            <a:r>
              <a:rPr lang="en-US" dirty="0" err="1"/>
              <a:t>sem</a:t>
            </a:r>
            <a:r>
              <a:rPr lang="en-US" dirty="0"/>
              <a:t> </a:t>
            </a:r>
            <a:r>
              <a:rPr lang="en-US" dirty="0" err="1"/>
              <a:t>neque</a:t>
            </a:r>
            <a:r>
              <a:rPr lang="en-US" dirty="0"/>
              <a:t> sed ipsum.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br>
              <a:rPr lang="en-US" dirty="0"/>
            </a:br>
            <a:br>
              <a:rPr lang="en-US" dirty="0"/>
            </a:br>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Nam </a:t>
            </a:r>
            <a:r>
              <a:rPr lang="en-US" dirty="0" err="1"/>
              <a:t>quam</a:t>
            </a:r>
            <a:r>
              <a:rPr lang="en-US" dirty="0"/>
              <a:t> </a:t>
            </a:r>
            <a:r>
              <a:rPr lang="en-US" dirty="0" err="1"/>
              <a:t>nunc</a:t>
            </a:r>
            <a:r>
              <a:rPr lang="en-US" dirty="0"/>
              <a:t>, </a:t>
            </a:r>
            <a:r>
              <a:rPr lang="en-US" dirty="0" err="1"/>
              <a:t>blandit</a:t>
            </a:r>
            <a:r>
              <a:rPr lang="en-US" dirty="0"/>
              <a:t> vel, </a:t>
            </a:r>
            <a:r>
              <a:rPr lang="en-US" dirty="0" err="1"/>
              <a:t>luctus</a:t>
            </a:r>
            <a:r>
              <a:rPr lang="en-US" dirty="0"/>
              <a:t> pulvinar, </a:t>
            </a:r>
            <a:r>
              <a:rPr lang="en-US" dirty="0" err="1"/>
              <a:t>hendrerit</a:t>
            </a:r>
            <a:r>
              <a:rPr lang="en-US" dirty="0"/>
              <a:t> id, lorem.</a:t>
            </a:r>
            <a:endParaRPr lang="ru-RU" dirty="0"/>
          </a:p>
        </p:txBody>
      </p:sp>
      <p:sp>
        <p:nvSpPr>
          <p:cNvPr id="10" name="Текст 9">
            <a:extLst>
              <a:ext uri="{FF2B5EF4-FFF2-40B4-BE49-F238E27FC236}">
                <a16:creationId xmlns:a16="http://schemas.microsoft.com/office/drawing/2014/main" id="{5D31B3CE-9349-3152-6840-A09190AA5417}"/>
              </a:ext>
            </a:extLst>
          </p:cNvPr>
          <p:cNvSpPr>
            <a:spLocks noGrp="1"/>
          </p:cNvSpPr>
          <p:nvPr>
            <p:ph type="body" sz="quarter" idx="92"/>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a:t>
            </a:r>
          </a:p>
        </p:txBody>
      </p:sp>
      <p:sp>
        <p:nvSpPr>
          <p:cNvPr id="11" name="Текст 10">
            <a:extLst>
              <a:ext uri="{FF2B5EF4-FFF2-40B4-BE49-F238E27FC236}">
                <a16:creationId xmlns:a16="http://schemas.microsoft.com/office/drawing/2014/main" id="{BC886572-7D7E-8A5C-FDEC-F0B96B23C7EA}"/>
              </a:ext>
            </a:extLst>
          </p:cNvPr>
          <p:cNvSpPr>
            <a:spLocks noGrp="1"/>
          </p:cNvSpPr>
          <p:nvPr>
            <p:ph type="body" sz="quarter" idx="58"/>
          </p:nvPr>
        </p:nvSpPr>
        <p:spPr/>
        <p:txBody>
          <a:bodyPr/>
          <a:lstStyle/>
          <a:p>
            <a:r>
              <a:rPr lang="ru-RU" dirty="0"/>
              <a:t>На запуск платформы в эксплуатацию</a:t>
            </a:r>
          </a:p>
        </p:txBody>
      </p:sp>
      <p:sp>
        <p:nvSpPr>
          <p:cNvPr id="12" name="Текст 11">
            <a:extLst>
              <a:ext uri="{FF2B5EF4-FFF2-40B4-BE49-F238E27FC236}">
                <a16:creationId xmlns:a16="http://schemas.microsoft.com/office/drawing/2014/main" id="{2408B449-90F9-28CA-5708-53959F3C255E}"/>
              </a:ext>
            </a:extLst>
          </p:cNvPr>
          <p:cNvSpPr>
            <a:spLocks noGrp="1"/>
          </p:cNvSpPr>
          <p:nvPr>
            <p:ph type="body" sz="quarter" idx="34"/>
          </p:nvPr>
        </p:nvSpPr>
        <p:spPr/>
        <p:txBody>
          <a:bodyPr/>
          <a:lstStyle/>
          <a:p>
            <a:r>
              <a:rPr lang="ru-RU" dirty="0"/>
              <a:t>‹ 9 мес.</a:t>
            </a:r>
          </a:p>
        </p:txBody>
      </p:sp>
      <p:sp>
        <p:nvSpPr>
          <p:cNvPr id="13" name="Текст 12">
            <a:extLst>
              <a:ext uri="{FF2B5EF4-FFF2-40B4-BE49-F238E27FC236}">
                <a16:creationId xmlns:a16="http://schemas.microsoft.com/office/drawing/2014/main" id="{22445297-319A-0B5A-53C0-9A1DD9AA3C41}"/>
              </a:ext>
            </a:extLst>
          </p:cNvPr>
          <p:cNvSpPr>
            <a:spLocks noGrp="1"/>
          </p:cNvSpPr>
          <p:nvPr>
            <p:ph type="body" sz="quarter" idx="93"/>
          </p:nvPr>
        </p:nvSpPr>
        <p:spPr/>
        <p:txBody>
          <a:bodyPr/>
          <a:lstStyle/>
          <a:p>
            <a:r>
              <a:rPr lang="ru-RU" dirty="0"/>
              <a:t>Сокращение времени разработки </a:t>
            </a:r>
            <a:br>
              <a:rPr lang="ru-RU" dirty="0"/>
            </a:br>
            <a:r>
              <a:rPr lang="ru-RU" dirty="0"/>
              <a:t>одного продукта после внедрения</a:t>
            </a:r>
          </a:p>
        </p:txBody>
      </p:sp>
      <p:sp>
        <p:nvSpPr>
          <p:cNvPr id="14" name="Текст 13">
            <a:extLst>
              <a:ext uri="{FF2B5EF4-FFF2-40B4-BE49-F238E27FC236}">
                <a16:creationId xmlns:a16="http://schemas.microsoft.com/office/drawing/2014/main" id="{67A70DDC-3B5D-22FB-8F6E-3EEBF6144B21}"/>
              </a:ext>
            </a:extLst>
          </p:cNvPr>
          <p:cNvSpPr>
            <a:spLocks noGrp="1"/>
          </p:cNvSpPr>
          <p:nvPr>
            <p:ph type="body" sz="quarter" idx="94"/>
          </p:nvPr>
        </p:nvSpPr>
        <p:spPr/>
        <p:txBody>
          <a:bodyPr/>
          <a:lstStyle/>
          <a:p>
            <a:r>
              <a:rPr lang="ru-RU" dirty="0"/>
              <a:t>с 60 до 2 дней</a:t>
            </a:r>
          </a:p>
        </p:txBody>
      </p:sp>
      <p:sp>
        <p:nvSpPr>
          <p:cNvPr id="15" name="Текст 14">
            <a:extLst>
              <a:ext uri="{FF2B5EF4-FFF2-40B4-BE49-F238E27FC236}">
                <a16:creationId xmlns:a16="http://schemas.microsoft.com/office/drawing/2014/main" id="{56FFDC6C-F3F5-6298-06E3-84E45A84BFC7}"/>
              </a:ext>
            </a:extLst>
          </p:cNvPr>
          <p:cNvSpPr>
            <a:spLocks noGrp="1"/>
          </p:cNvSpPr>
          <p:nvPr>
            <p:ph type="body" sz="quarter" idx="95"/>
          </p:nvPr>
        </p:nvSpPr>
        <p:spPr/>
        <p:txBody>
          <a:bodyPr/>
          <a:lstStyle/>
          <a:p>
            <a:r>
              <a:rPr lang="ru-RU" dirty="0"/>
              <a:t>Сокращение трудоемкости создания прототипов пользовательского интерфейсов за счет </a:t>
            </a:r>
            <a:r>
              <a:rPr lang="ru-RU" dirty="0" err="1"/>
              <a:t>GenAI</a:t>
            </a:r>
            <a:endParaRPr lang="ru-RU" dirty="0"/>
          </a:p>
        </p:txBody>
      </p:sp>
      <p:sp>
        <p:nvSpPr>
          <p:cNvPr id="16" name="Текст 15">
            <a:extLst>
              <a:ext uri="{FF2B5EF4-FFF2-40B4-BE49-F238E27FC236}">
                <a16:creationId xmlns:a16="http://schemas.microsoft.com/office/drawing/2014/main" id="{B23741C6-C00F-B337-8958-56DE02A56AF6}"/>
              </a:ext>
            </a:extLst>
          </p:cNvPr>
          <p:cNvSpPr>
            <a:spLocks noGrp="1"/>
          </p:cNvSpPr>
          <p:nvPr>
            <p:ph type="body" sz="quarter" idx="96"/>
          </p:nvPr>
        </p:nvSpPr>
        <p:spPr/>
        <p:txBody>
          <a:bodyPr/>
          <a:lstStyle/>
          <a:p>
            <a:r>
              <a:rPr lang="ru-RU" dirty="0"/>
              <a:t>в 4 раза</a:t>
            </a:r>
          </a:p>
        </p:txBody>
      </p:sp>
      <p:sp>
        <p:nvSpPr>
          <p:cNvPr id="39" name="Текст 38">
            <a:extLst>
              <a:ext uri="{FF2B5EF4-FFF2-40B4-BE49-F238E27FC236}">
                <a16:creationId xmlns:a16="http://schemas.microsoft.com/office/drawing/2014/main" id="{E239116F-651E-41A7-1174-C6416529B439}"/>
              </a:ext>
            </a:extLst>
          </p:cNvPr>
          <p:cNvSpPr>
            <a:spLocks noGrp="1"/>
          </p:cNvSpPr>
          <p:nvPr>
            <p:ph type="body" sz="quarter" idx="111"/>
          </p:nvPr>
        </p:nvSpPr>
        <p:spPr/>
        <p:txBody>
          <a:bodyPr/>
          <a:lstStyle/>
          <a:p>
            <a:r>
              <a:rPr lang="ru-RU" dirty="0"/>
              <a:t>Кейсы</a:t>
            </a:r>
          </a:p>
        </p:txBody>
      </p:sp>
      <p:sp>
        <p:nvSpPr>
          <p:cNvPr id="17" name="Текст 16">
            <a:extLst>
              <a:ext uri="{FF2B5EF4-FFF2-40B4-BE49-F238E27FC236}">
                <a16:creationId xmlns:a16="http://schemas.microsoft.com/office/drawing/2014/main" id="{93811307-4C1A-8B79-5A60-7F1A522889F5}"/>
              </a:ext>
            </a:extLst>
          </p:cNvPr>
          <p:cNvSpPr>
            <a:spLocks noGrp="1"/>
          </p:cNvSpPr>
          <p:nvPr>
            <p:ph type="body" sz="quarter" idx="41"/>
          </p:nvPr>
        </p:nvSpPr>
        <p:spPr>
          <a:xfrm>
            <a:off x="345681" y="700087"/>
            <a:ext cx="5326533" cy="1050800"/>
          </a:xfrm>
        </p:spPr>
        <p:txBody>
          <a:bodyPr/>
          <a:lstStyle/>
          <a:p>
            <a:r>
              <a:rPr lang="ru-RU" dirty="0"/>
              <a:t>Заголовок в одну или несколько строк с описанием сути кейса</a:t>
            </a:r>
          </a:p>
        </p:txBody>
      </p:sp>
    </p:spTree>
    <p:extLst>
      <p:ext uri="{BB962C8B-B14F-4D97-AF65-F5344CB8AC3E}">
        <p14:creationId xmlns:p14="http://schemas.microsoft.com/office/powerpoint/2010/main" val="210218281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
          <p:cNvSpPr/>
          <p:nvPr/>
        </p:nvSpPr>
        <p:spPr>
          <a:xfrm>
            <a:off x="4216378" y="4197250"/>
            <a:ext cx="3759181" cy="12698"/>
          </a:xfrm>
          <a:prstGeom prst="rect">
            <a:avLst/>
          </a:prstGeom>
          <a:solidFill>
            <a:srgbClr val="000000">
              <a:alpha val="100000"/>
            </a:srgbClr>
          </a:solidFill>
          <a:ln/>
        </p:spPr>
      </p:sp>
      <p:sp>
        <p:nvSpPr>
          <p:cNvPr id="6" name="Shape 3"/>
          <p:cNvSpPr/>
          <p:nvPr/>
        </p:nvSpPr>
        <p:spPr>
          <a:xfrm>
            <a:off x="355598" y="4197250"/>
            <a:ext cx="3759181" cy="12698"/>
          </a:xfrm>
          <a:prstGeom prst="rect">
            <a:avLst/>
          </a:prstGeom>
          <a:solidFill>
            <a:srgbClr val="000000">
              <a:alpha val="100000"/>
            </a:srgbClr>
          </a:solidFill>
          <a:ln/>
        </p:spPr>
      </p:sp>
      <p:sp>
        <p:nvSpPr>
          <p:cNvPr id="7" name="Shape 4"/>
          <p:cNvSpPr/>
          <p:nvPr/>
        </p:nvSpPr>
        <p:spPr>
          <a:xfrm>
            <a:off x="8077158" y="4197250"/>
            <a:ext cx="3759181" cy="12698"/>
          </a:xfrm>
          <a:prstGeom prst="rect">
            <a:avLst/>
          </a:prstGeom>
          <a:solidFill>
            <a:srgbClr val="000000">
              <a:alpha val="100000"/>
            </a:srgbClr>
          </a:solidFill>
          <a:ln/>
        </p:spPr>
      </p:sp>
      <p:sp>
        <p:nvSpPr>
          <p:cNvPr id="8" name="Text 5"/>
          <p:cNvSpPr/>
          <p:nvPr/>
        </p:nvSpPr>
        <p:spPr>
          <a:xfrm>
            <a:off x="4216378" y="4565502"/>
            <a:ext cx="2743186" cy="1015868"/>
          </a:xfrm>
          <a:prstGeom prst="rect">
            <a:avLst/>
          </a:prstGeom>
          <a:noFill/>
          <a:ln/>
        </p:spPr>
        <p:txBody>
          <a:bodyPr wrap="square" lIns="0" tIns="0" rIns="0" bIns="0" rtlCol="0" anchor="t"/>
          <a:lstStyle/>
          <a:p>
            <a:pPr>
              <a:lnSpc>
                <a:spcPts val="5999"/>
              </a:lnSpc>
            </a:pPr>
            <a:r>
              <a:rPr lang="en-US" sz="5999" dirty="0">
                <a:solidFill>
                  <a:srgbClr val="000000">
                    <a:alpha val="100000"/>
                  </a:srgbClr>
                </a:solidFill>
                <a:ea typeface="Stapel" pitchFamily="34" charset="-122"/>
                <a:cs typeface="Stapel" pitchFamily="34" charset="-120"/>
              </a:rPr>
              <a:t>XXX%</a:t>
            </a:r>
            <a:endParaRPr lang="en-US" sz="5999" dirty="0"/>
          </a:p>
        </p:txBody>
      </p:sp>
      <p:sp>
        <p:nvSpPr>
          <p:cNvPr id="9" name="Text 6"/>
          <p:cNvSpPr/>
          <p:nvPr/>
        </p:nvSpPr>
        <p:spPr>
          <a:xfrm>
            <a:off x="355598" y="4565502"/>
            <a:ext cx="2743186" cy="1015868"/>
          </a:xfrm>
          <a:prstGeom prst="rect">
            <a:avLst/>
          </a:prstGeom>
          <a:noFill/>
          <a:ln/>
        </p:spPr>
        <p:txBody>
          <a:bodyPr wrap="square" lIns="0" tIns="0" rIns="0" bIns="0" rtlCol="0" anchor="t"/>
          <a:lstStyle/>
          <a:p>
            <a:pPr>
              <a:lnSpc>
                <a:spcPts val="5999"/>
              </a:lnSpc>
            </a:pPr>
            <a:r>
              <a:rPr lang="en-US" sz="5999" dirty="0">
                <a:solidFill>
                  <a:srgbClr val="000000">
                    <a:alpha val="100000"/>
                  </a:srgbClr>
                </a:solidFill>
                <a:ea typeface="Stapel" pitchFamily="34" charset="-122"/>
                <a:cs typeface="Stapel" pitchFamily="34" charset="-120"/>
              </a:rPr>
              <a:t>XXX%</a:t>
            </a:r>
            <a:endParaRPr lang="en-US" sz="5999" dirty="0"/>
          </a:p>
        </p:txBody>
      </p:sp>
      <p:sp>
        <p:nvSpPr>
          <p:cNvPr id="10" name="Text 7"/>
          <p:cNvSpPr/>
          <p:nvPr/>
        </p:nvSpPr>
        <p:spPr>
          <a:xfrm>
            <a:off x="8077158" y="4565502"/>
            <a:ext cx="2743186" cy="1015868"/>
          </a:xfrm>
          <a:prstGeom prst="rect">
            <a:avLst/>
          </a:prstGeom>
          <a:noFill/>
          <a:ln/>
        </p:spPr>
        <p:txBody>
          <a:bodyPr wrap="square" lIns="0" tIns="0" rIns="0" bIns="0" rtlCol="0" anchor="t"/>
          <a:lstStyle/>
          <a:p>
            <a:pPr>
              <a:lnSpc>
                <a:spcPts val="5999"/>
              </a:lnSpc>
            </a:pPr>
            <a:r>
              <a:rPr lang="en-US" sz="5999" dirty="0">
                <a:solidFill>
                  <a:srgbClr val="000000">
                    <a:alpha val="100000"/>
                  </a:srgbClr>
                </a:solidFill>
                <a:ea typeface="Stapel" pitchFamily="34" charset="-122"/>
                <a:cs typeface="Stapel" pitchFamily="34" charset="-120"/>
              </a:rPr>
              <a:t>XXX%</a:t>
            </a:r>
            <a:endParaRPr lang="en-US" sz="5999" dirty="0"/>
          </a:p>
        </p:txBody>
      </p:sp>
      <p:sp>
        <p:nvSpPr>
          <p:cNvPr id="11" name="Text 8"/>
          <p:cNvSpPr/>
          <p:nvPr/>
        </p:nvSpPr>
        <p:spPr>
          <a:xfrm>
            <a:off x="4216378" y="5678724"/>
            <a:ext cx="2531520" cy="321692"/>
          </a:xfrm>
          <a:prstGeom prst="rect">
            <a:avLst/>
          </a:prstGeom>
          <a:noFill/>
          <a:ln/>
        </p:spPr>
        <p:txBody>
          <a:bodyPr wrap="square" lIns="0" tIns="0" rIns="0" bIns="0" rtlCol="0" anchor="b"/>
          <a:lstStyle/>
          <a:p>
            <a:pPr>
              <a:lnSpc>
                <a:spcPts val="1100"/>
              </a:lnSpc>
            </a:pPr>
            <a:r>
              <a:rPr lang="en-US" sz="1000" dirty="0">
                <a:solidFill>
                  <a:srgbClr val="000000">
                    <a:alpha val="100000"/>
                  </a:srgbClr>
                </a:solidFill>
                <a:ea typeface="Stapel" pitchFamily="34" charset="-122"/>
                <a:cs typeface="Stapel" pitchFamily="34" charset="-120"/>
              </a:rPr>
              <a:t>Здесь должен быть ваш текст </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в одну или несколько строк</a:t>
            </a:r>
            <a:endParaRPr lang="en-US" sz="1000" dirty="0"/>
          </a:p>
        </p:txBody>
      </p:sp>
      <p:sp>
        <p:nvSpPr>
          <p:cNvPr id="12" name="Text 9"/>
          <p:cNvSpPr/>
          <p:nvPr/>
        </p:nvSpPr>
        <p:spPr>
          <a:xfrm>
            <a:off x="4216378" y="5403593"/>
            <a:ext cx="2539987" cy="215872"/>
          </a:xfrm>
          <a:prstGeom prst="rect">
            <a:avLst/>
          </a:prstGeom>
          <a:noFill/>
          <a:ln/>
        </p:spPr>
        <p:txBody>
          <a:bodyPr wrap="square" lIns="0" tIns="0" rIns="0" bIns="0" rtlCol="0" anchor="b"/>
          <a:lstStyle/>
          <a:p>
            <a:pPr>
              <a:lnSpc>
                <a:spcPts val="1320"/>
              </a:lnSpc>
            </a:pPr>
            <a:r>
              <a:rPr lang="en-US" sz="1200" dirty="0">
                <a:solidFill>
                  <a:srgbClr val="000000">
                    <a:alpha val="100000"/>
                  </a:srgbClr>
                </a:solidFill>
                <a:ea typeface="Stapel" pitchFamily="34" charset="-122"/>
                <a:cs typeface="Stapel" pitchFamily="34" charset="-120"/>
              </a:rPr>
              <a:t>Заголовок</a:t>
            </a:r>
            <a:endParaRPr lang="en-US" sz="1200" dirty="0"/>
          </a:p>
        </p:txBody>
      </p:sp>
      <p:sp>
        <p:nvSpPr>
          <p:cNvPr id="13" name="Text 10"/>
          <p:cNvSpPr/>
          <p:nvPr/>
        </p:nvSpPr>
        <p:spPr>
          <a:xfrm>
            <a:off x="355599" y="5678724"/>
            <a:ext cx="2531520" cy="321692"/>
          </a:xfrm>
          <a:prstGeom prst="rect">
            <a:avLst/>
          </a:prstGeom>
          <a:noFill/>
          <a:ln/>
        </p:spPr>
        <p:txBody>
          <a:bodyPr wrap="square" lIns="0" tIns="0" rIns="0" bIns="0" rtlCol="0" anchor="b"/>
          <a:lstStyle/>
          <a:p>
            <a:pPr>
              <a:lnSpc>
                <a:spcPts val="1100"/>
              </a:lnSpc>
            </a:pPr>
            <a:r>
              <a:rPr lang="en-US" sz="1000" dirty="0">
                <a:solidFill>
                  <a:srgbClr val="000000">
                    <a:alpha val="100000"/>
                  </a:srgbClr>
                </a:solidFill>
                <a:ea typeface="Stapel" pitchFamily="34" charset="-122"/>
                <a:cs typeface="Stapel" pitchFamily="34" charset="-120"/>
              </a:rPr>
              <a:t>Здесь должен быть ваш текст </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в одну или несколько строк</a:t>
            </a:r>
            <a:endParaRPr lang="en-US" sz="1000" dirty="0"/>
          </a:p>
        </p:txBody>
      </p:sp>
      <p:sp>
        <p:nvSpPr>
          <p:cNvPr id="14" name="Text 11"/>
          <p:cNvSpPr/>
          <p:nvPr/>
        </p:nvSpPr>
        <p:spPr>
          <a:xfrm>
            <a:off x="8077158" y="5678724"/>
            <a:ext cx="2531520" cy="321692"/>
          </a:xfrm>
          <a:prstGeom prst="rect">
            <a:avLst/>
          </a:prstGeom>
          <a:noFill/>
          <a:ln/>
        </p:spPr>
        <p:txBody>
          <a:bodyPr wrap="square" lIns="0" tIns="0" rIns="0" bIns="0" rtlCol="0" anchor="b"/>
          <a:lstStyle/>
          <a:p>
            <a:pPr>
              <a:lnSpc>
                <a:spcPts val="1100"/>
              </a:lnSpc>
            </a:pPr>
            <a:r>
              <a:rPr lang="en-US" sz="1000" dirty="0">
                <a:solidFill>
                  <a:srgbClr val="000000">
                    <a:alpha val="100000"/>
                  </a:srgbClr>
                </a:solidFill>
                <a:ea typeface="Stapel" pitchFamily="34" charset="-122"/>
                <a:cs typeface="Stapel" pitchFamily="34" charset="-120"/>
              </a:rPr>
              <a:t>Здесь должен быть ваш текст </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в одну или несколько строк</a:t>
            </a:r>
            <a:endParaRPr lang="en-US" sz="1000" dirty="0"/>
          </a:p>
        </p:txBody>
      </p:sp>
      <p:sp>
        <p:nvSpPr>
          <p:cNvPr id="15" name="Text 12"/>
          <p:cNvSpPr/>
          <p:nvPr/>
        </p:nvSpPr>
        <p:spPr>
          <a:xfrm>
            <a:off x="355599" y="5403593"/>
            <a:ext cx="2539987" cy="215872"/>
          </a:xfrm>
          <a:prstGeom prst="rect">
            <a:avLst/>
          </a:prstGeom>
          <a:noFill/>
          <a:ln/>
        </p:spPr>
        <p:txBody>
          <a:bodyPr wrap="square" lIns="0" tIns="0" rIns="0" bIns="0" rtlCol="0" anchor="b"/>
          <a:lstStyle/>
          <a:p>
            <a:pPr>
              <a:lnSpc>
                <a:spcPts val="1320"/>
              </a:lnSpc>
            </a:pPr>
            <a:r>
              <a:rPr lang="en-US" sz="1200" dirty="0">
                <a:solidFill>
                  <a:srgbClr val="000000">
                    <a:alpha val="100000"/>
                  </a:srgbClr>
                </a:solidFill>
                <a:ea typeface="Stapel" pitchFamily="34" charset="-122"/>
                <a:cs typeface="Stapel" pitchFamily="34" charset="-120"/>
              </a:rPr>
              <a:t>Заголовок</a:t>
            </a:r>
            <a:endParaRPr lang="en-US" sz="1200" dirty="0"/>
          </a:p>
        </p:txBody>
      </p:sp>
      <p:sp>
        <p:nvSpPr>
          <p:cNvPr id="16" name="Text 13"/>
          <p:cNvSpPr/>
          <p:nvPr/>
        </p:nvSpPr>
        <p:spPr>
          <a:xfrm>
            <a:off x="8077158" y="5403593"/>
            <a:ext cx="2539987" cy="215872"/>
          </a:xfrm>
          <a:prstGeom prst="rect">
            <a:avLst/>
          </a:prstGeom>
          <a:noFill/>
          <a:ln/>
        </p:spPr>
        <p:txBody>
          <a:bodyPr wrap="square" lIns="0" tIns="0" rIns="0" bIns="0" rtlCol="0" anchor="b"/>
          <a:lstStyle/>
          <a:p>
            <a:pPr>
              <a:lnSpc>
                <a:spcPts val="1320"/>
              </a:lnSpc>
            </a:pPr>
            <a:r>
              <a:rPr lang="en-US" sz="1200" dirty="0">
                <a:solidFill>
                  <a:srgbClr val="000000">
                    <a:alpha val="100000"/>
                  </a:srgbClr>
                </a:solidFill>
                <a:ea typeface="Stapel" pitchFamily="34" charset="-122"/>
                <a:cs typeface="Stapel" pitchFamily="34" charset="-120"/>
              </a:rPr>
              <a:t>Заголовок</a:t>
            </a:r>
            <a:endParaRPr lang="en-US" sz="1200" dirty="0"/>
          </a:p>
        </p:txBody>
      </p:sp>
      <p:sp>
        <p:nvSpPr>
          <p:cNvPr id="17" name="Text 14"/>
          <p:cNvSpPr/>
          <p:nvPr/>
        </p:nvSpPr>
        <p:spPr>
          <a:xfrm>
            <a:off x="355598" y="1955992"/>
            <a:ext cx="5122307" cy="880419"/>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nam possit aliquip  delectus no. Cum cu audire viderer, maiorum officiis liberavisse mea et, tale contentiones voluptatibus ea est. Errem dissentias qui te,  te sint quaerendum vel. Sed ne utroque invidunt similique, ne nostro eloquentiam signiferumque.</a:t>
            </a:r>
            <a:endParaRPr lang="en-US" sz="1000" dirty="0"/>
          </a:p>
        </p:txBody>
      </p:sp>
      <p:sp>
        <p:nvSpPr>
          <p:cNvPr id="18" name="Text 15"/>
          <p:cNvSpPr/>
          <p:nvPr/>
        </p:nvSpPr>
        <p:spPr>
          <a:xfrm>
            <a:off x="6153118" y="1955992"/>
            <a:ext cx="5122307" cy="880419"/>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nam possit aliquip  delectus no. Cum cu audire viderer, maiorum officiis liberavisse mea et, tale contentiones voluptatibus ea est. Errem dissentias qui te,  te sint quaerendum vel. Sed ne utroque invidunt similique, ne nostro eloquentiam signiferumque.</a:t>
            </a:r>
            <a:endParaRPr lang="en-US" sz="1000" dirty="0"/>
          </a:p>
        </p:txBody>
      </p:sp>
      <p:sp>
        <p:nvSpPr>
          <p:cNvPr id="19" name="Text 16"/>
          <p:cNvSpPr/>
          <p:nvPr/>
        </p:nvSpPr>
        <p:spPr>
          <a:xfrm>
            <a:off x="355599" y="1397265"/>
            <a:ext cx="1386409" cy="338622"/>
          </a:xfrm>
          <a:prstGeom prst="rect">
            <a:avLst/>
          </a:prstGeom>
          <a:noFill/>
          <a:ln/>
        </p:spPr>
        <p:txBody>
          <a:bodyPr wrap="square" lIns="0" tIns="0" rIns="0" bIns="0" rtlCol="0" anchor="t"/>
          <a:lstStyle/>
          <a:p>
            <a:pPr>
              <a:lnSpc>
                <a:spcPts val="2000"/>
              </a:lnSpc>
            </a:pPr>
            <a:r>
              <a:rPr lang="en-US" sz="2000" dirty="0">
                <a:solidFill>
                  <a:srgbClr val="000000">
                    <a:alpha val="100000"/>
                  </a:srgbClr>
                </a:solidFill>
                <a:ea typeface="Stapel" pitchFamily="34" charset="-122"/>
                <a:cs typeface="Stapel" pitchFamily="34" charset="-120"/>
              </a:rPr>
              <a:t>Заголовок</a:t>
            </a:r>
            <a:endParaRPr lang="en-US" sz="2000" dirty="0"/>
          </a:p>
        </p:txBody>
      </p:sp>
      <p:sp>
        <p:nvSpPr>
          <p:cNvPr id="24" name="Номер слайда 6">
            <a:extLst>
              <a:ext uri="{FF2B5EF4-FFF2-40B4-BE49-F238E27FC236}">
                <a16:creationId xmlns:a16="http://schemas.microsoft.com/office/drawing/2014/main" id="{82262DCF-2DA2-28EF-7D58-0EF4E3A6A9AF}"/>
              </a:ext>
            </a:extLst>
          </p:cNvPr>
          <p:cNvSpPr>
            <a:spLocks noGrp="1"/>
          </p:cNvSpPr>
          <p:nvPr>
            <p:ph type="sldNum" sz="quarter" idx="4"/>
          </p:nvPr>
        </p:nvSpPr>
        <p:spPr>
          <a:xfrm>
            <a:off x="9078681" y="6576824"/>
            <a:ext cx="2743636" cy="153888"/>
          </a:xfrm>
        </p:spPr>
        <p:txBody>
          <a:bodyPr/>
          <a:lstStyle/>
          <a:p>
            <a:fld id="{13FB4C0F-BB20-4298-B11D-AEB97E17A107}" type="slidenum">
              <a:rPr lang="ru-RU" smtClean="0"/>
              <a:pPr/>
              <a:t>100</a:t>
            </a:fld>
            <a:endParaRPr lang="ru-RU" dirty="0"/>
          </a:p>
        </p:txBody>
      </p:sp>
      <p:sp>
        <p:nvSpPr>
          <p:cNvPr id="3" name="Заголовок 2">
            <a:extLst>
              <a:ext uri="{FF2B5EF4-FFF2-40B4-BE49-F238E27FC236}">
                <a16:creationId xmlns:a16="http://schemas.microsoft.com/office/drawing/2014/main" id="{D34A05D8-C974-896F-82A4-5DAFA803C9F5}"/>
              </a:ext>
            </a:extLst>
          </p:cNvPr>
          <p:cNvSpPr>
            <a:spLocks noGrp="1"/>
          </p:cNvSpPr>
          <p:nvPr>
            <p:ph type="title"/>
          </p:nvPr>
        </p:nvSpPr>
        <p:spPr/>
        <p:txBody>
          <a:bodyPr/>
          <a:lstStyle/>
          <a:p>
            <a:r>
              <a:rPr lang="ru-RU" dirty="0"/>
              <a:t>Текст + фактоиды с подписями</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
          <p:cNvSpPr/>
          <p:nvPr/>
        </p:nvSpPr>
        <p:spPr>
          <a:xfrm>
            <a:off x="355598" y="1397265"/>
            <a:ext cx="3759181" cy="12698"/>
          </a:xfrm>
          <a:prstGeom prst="rect">
            <a:avLst/>
          </a:prstGeom>
          <a:solidFill>
            <a:srgbClr val="000000">
              <a:alpha val="100000"/>
            </a:srgbClr>
          </a:solidFill>
          <a:ln/>
        </p:spPr>
      </p:sp>
      <p:sp>
        <p:nvSpPr>
          <p:cNvPr id="6" name="Shape 3"/>
          <p:cNvSpPr/>
          <p:nvPr/>
        </p:nvSpPr>
        <p:spPr>
          <a:xfrm>
            <a:off x="355598" y="3676618"/>
            <a:ext cx="3759181" cy="12698"/>
          </a:xfrm>
          <a:prstGeom prst="rect">
            <a:avLst/>
          </a:prstGeom>
          <a:solidFill>
            <a:srgbClr val="000000">
              <a:alpha val="100000"/>
            </a:srgbClr>
          </a:solidFill>
          <a:ln/>
        </p:spPr>
      </p:sp>
      <p:sp>
        <p:nvSpPr>
          <p:cNvPr id="7" name="Shape 4"/>
          <p:cNvSpPr/>
          <p:nvPr/>
        </p:nvSpPr>
        <p:spPr>
          <a:xfrm>
            <a:off x="4216378" y="1397265"/>
            <a:ext cx="3759181" cy="12698"/>
          </a:xfrm>
          <a:prstGeom prst="rect">
            <a:avLst/>
          </a:prstGeom>
          <a:solidFill>
            <a:srgbClr val="000000">
              <a:alpha val="100000"/>
            </a:srgbClr>
          </a:solidFill>
          <a:ln/>
        </p:spPr>
      </p:sp>
      <p:sp>
        <p:nvSpPr>
          <p:cNvPr id="8" name="Shape 5"/>
          <p:cNvSpPr/>
          <p:nvPr/>
        </p:nvSpPr>
        <p:spPr>
          <a:xfrm>
            <a:off x="4216378" y="3676618"/>
            <a:ext cx="3759181" cy="12698"/>
          </a:xfrm>
          <a:prstGeom prst="rect">
            <a:avLst/>
          </a:prstGeom>
          <a:solidFill>
            <a:srgbClr val="000000">
              <a:alpha val="100000"/>
            </a:srgbClr>
          </a:solidFill>
          <a:ln/>
        </p:spPr>
      </p:sp>
      <p:sp>
        <p:nvSpPr>
          <p:cNvPr id="9" name="Shape 6"/>
          <p:cNvSpPr/>
          <p:nvPr/>
        </p:nvSpPr>
        <p:spPr>
          <a:xfrm>
            <a:off x="8077158" y="1397265"/>
            <a:ext cx="3759181" cy="12698"/>
          </a:xfrm>
          <a:prstGeom prst="rect">
            <a:avLst/>
          </a:prstGeom>
          <a:solidFill>
            <a:srgbClr val="000000">
              <a:alpha val="100000"/>
            </a:srgbClr>
          </a:solidFill>
          <a:ln/>
        </p:spPr>
      </p:sp>
      <p:sp>
        <p:nvSpPr>
          <p:cNvPr id="10" name="Shape 7"/>
          <p:cNvSpPr/>
          <p:nvPr/>
        </p:nvSpPr>
        <p:spPr>
          <a:xfrm>
            <a:off x="8077158" y="3676618"/>
            <a:ext cx="3759181" cy="12698"/>
          </a:xfrm>
          <a:prstGeom prst="rect">
            <a:avLst/>
          </a:prstGeom>
          <a:solidFill>
            <a:srgbClr val="000000">
              <a:alpha val="100000"/>
            </a:srgbClr>
          </a:solidFill>
          <a:ln/>
        </p:spPr>
      </p:sp>
      <p:sp>
        <p:nvSpPr>
          <p:cNvPr id="11" name="Text 8"/>
          <p:cNvSpPr/>
          <p:nvPr/>
        </p:nvSpPr>
        <p:spPr>
          <a:xfrm>
            <a:off x="355598" y="1765516"/>
            <a:ext cx="2743186" cy="1015868"/>
          </a:xfrm>
          <a:prstGeom prst="rect">
            <a:avLst/>
          </a:prstGeom>
          <a:noFill/>
          <a:ln/>
        </p:spPr>
        <p:txBody>
          <a:bodyPr wrap="square" lIns="0" tIns="0" rIns="0" bIns="0" rtlCol="0" anchor="t"/>
          <a:lstStyle/>
          <a:p>
            <a:pPr>
              <a:lnSpc>
                <a:spcPts val="5999"/>
              </a:lnSpc>
            </a:pPr>
            <a:r>
              <a:rPr lang="en-US" sz="5999" dirty="0">
                <a:solidFill>
                  <a:srgbClr val="000000">
                    <a:alpha val="100000"/>
                  </a:srgbClr>
                </a:solidFill>
                <a:ea typeface="Stapel" pitchFamily="34" charset="-122"/>
                <a:cs typeface="Stapel" pitchFamily="34" charset="-120"/>
              </a:rPr>
              <a:t>XXX%</a:t>
            </a:r>
            <a:endParaRPr lang="en-US" sz="5999" dirty="0"/>
          </a:p>
        </p:txBody>
      </p:sp>
      <p:sp>
        <p:nvSpPr>
          <p:cNvPr id="12" name="Text 9"/>
          <p:cNvSpPr/>
          <p:nvPr/>
        </p:nvSpPr>
        <p:spPr>
          <a:xfrm>
            <a:off x="355598" y="4044870"/>
            <a:ext cx="2743186" cy="1015868"/>
          </a:xfrm>
          <a:prstGeom prst="rect">
            <a:avLst/>
          </a:prstGeom>
          <a:noFill/>
          <a:ln/>
        </p:spPr>
        <p:txBody>
          <a:bodyPr wrap="square" lIns="0" tIns="0" rIns="0" bIns="0" rtlCol="0" anchor="t"/>
          <a:lstStyle/>
          <a:p>
            <a:pPr>
              <a:lnSpc>
                <a:spcPts val="5999"/>
              </a:lnSpc>
            </a:pPr>
            <a:r>
              <a:rPr lang="en-US" sz="5999" dirty="0">
                <a:solidFill>
                  <a:srgbClr val="000000">
                    <a:alpha val="100000"/>
                  </a:srgbClr>
                </a:solidFill>
                <a:ea typeface="Stapel" pitchFamily="34" charset="-122"/>
                <a:cs typeface="Stapel" pitchFamily="34" charset="-120"/>
              </a:rPr>
              <a:t>XXX%</a:t>
            </a:r>
            <a:endParaRPr lang="en-US" sz="5999" dirty="0"/>
          </a:p>
        </p:txBody>
      </p:sp>
      <p:sp>
        <p:nvSpPr>
          <p:cNvPr id="13" name="Text 10"/>
          <p:cNvSpPr/>
          <p:nvPr/>
        </p:nvSpPr>
        <p:spPr>
          <a:xfrm>
            <a:off x="4216378" y="1765516"/>
            <a:ext cx="2743186" cy="1015868"/>
          </a:xfrm>
          <a:prstGeom prst="rect">
            <a:avLst/>
          </a:prstGeom>
          <a:noFill/>
          <a:ln/>
        </p:spPr>
        <p:txBody>
          <a:bodyPr wrap="square" lIns="0" tIns="0" rIns="0" bIns="0" rtlCol="0" anchor="t"/>
          <a:lstStyle/>
          <a:p>
            <a:pPr>
              <a:lnSpc>
                <a:spcPts val="5999"/>
              </a:lnSpc>
            </a:pPr>
            <a:r>
              <a:rPr lang="en-US" sz="5999" dirty="0">
                <a:solidFill>
                  <a:srgbClr val="000000">
                    <a:alpha val="100000"/>
                  </a:srgbClr>
                </a:solidFill>
                <a:ea typeface="Stapel" pitchFamily="34" charset="-122"/>
                <a:cs typeface="Stapel" pitchFamily="34" charset="-120"/>
              </a:rPr>
              <a:t>XXX%</a:t>
            </a:r>
            <a:endParaRPr lang="en-US" sz="5999" dirty="0"/>
          </a:p>
        </p:txBody>
      </p:sp>
      <p:sp>
        <p:nvSpPr>
          <p:cNvPr id="14" name="Text 11"/>
          <p:cNvSpPr/>
          <p:nvPr/>
        </p:nvSpPr>
        <p:spPr>
          <a:xfrm>
            <a:off x="4216378" y="4044870"/>
            <a:ext cx="2743186" cy="1015868"/>
          </a:xfrm>
          <a:prstGeom prst="rect">
            <a:avLst/>
          </a:prstGeom>
          <a:noFill/>
          <a:ln/>
        </p:spPr>
        <p:txBody>
          <a:bodyPr wrap="square" lIns="0" tIns="0" rIns="0" bIns="0" rtlCol="0" anchor="t"/>
          <a:lstStyle/>
          <a:p>
            <a:pPr>
              <a:lnSpc>
                <a:spcPts val="5999"/>
              </a:lnSpc>
            </a:pPr>
            <a:r>
              <a:rPr lang="en-US" sz="5999" dirty="0">
                <a:solidFill>
                  <a:srgbClr val="000000">
                    <a:alpha val="100000"/>
                  </a:srgbClr>
                </a:solidFill>
                <a:ea typeface="Stapel" pitchFamily="34" charset="-122"/>
                <a:cs typeface="Stapel" pitchFamily="34" charset="-120"/>
              </a:rPr>
              <a:t>XXX%</a:t>
            </a:r>
            <a:endParaRPr lang="en-US" sz="5999" dirty="0"/>
          </a:p>
        </p:txBody>
      </p:sp>
      <p:sp>
        <p:nvSpPr>
          <p:cNvPr id="15" name="Text 12"/>
          <p:cNvSpPr/>
          <p:nvPr/>
        </p:nvSpPr>
        <p:spPr>
          <a:xfrm>
            <a:off x="8077158" y="1765516"/>
            <a:ext cx="2743186" cy="1015868"/>
          </a:xfrm>
          <a:prstGeom prst="rect">
            <a:avLst/>
          </a:prstGeom>
          <a:noFill/>
          <a:ln/>
        </p:spPr>
        <p:txBody>
          <a:bodyPr wrap="square" lIns="0" tIns="0" rIns="0" bIns="0" rtlCol="0" anchor="t"/>
          <a:lstStyle/>
          <a:p>
            <a:pPr>
              <a:lnSpc>
                <a:spcPts val="5999"/>
              </a:lnSpc>
            </a:pPr>
            <a:r>
              <a:rPr lang="en-US" sz="5999" dirty="0">
                <a:solidFill>
                  <a:srgbClr val="000000">
                    <a:alpha val="100000"/>
                  </a:srgbClr>
                </a:solidFill>
                <a:ea typeface="Stapel" pitchFamily="34" charset="-122"/>
                <a:cs typeface="Stapel" pitchFamily="34" charset="-120"/>
              </a:rPr>
              <a:t>XXX%</a:t>
            </a:r>
            <a:endParaRPr lang="en-US" sz="5999" dirty="0"/>
          </a:p>
        </p:txBody>
      </p:sp>
      <p:sp>
        <p:nvSpPr>
          <p:cNvPr id="16" name="Text 13"/>
          <p:cNvSpPr/>
          <p:nvPr/>
        </p:nvSpPr>
        <p:spPr>
          <a:xfrm>
            <a:off x="8077158" y="4044870"/>
            <a:ext cx="2743186" cy="1015868"/>
          </a:xfrm>
          <a:prstGeom prst="rect">
            <a:avLst/>
          </a:prstGeom>
          <a:noFill/>
          <a:ln/>
        </p:spPr>
        <p:txBody>
          <a:bodyPr wrap="square" lIns="0" tIns="0" rIns="0" bIns="0" rtlCol="0" anchor="t"/>
          <a:lstStyle/>
          <a:p>
            <a:pPr>
              <a:lnSpc>
                <a:spcPts val="5999"/>
              </a:lnSpc>
            </a:pPr>
            <a:r>
              <a:rPr lang="en-US" sz="5999" dirty="0">
                <a:solidFill>
                  <a:srgbClr val="000000">
                    <a:alpha val="100000"/>
                  </a:srgbClr>
                </a:solidFill>
                <a:ea typeface="Stapel" pitchFamily="34" charset="-122"/>
                <a:cs typeface="Stapel" pitchFamily="34" charset="-120"/>
              </a:rPr>
              <a:t>XXX%</a:t>
            </a:r>
            <a:endParaRPr lang="en-US" sz="5999" dirty="0"/>
          </a:p>
        </p:txBody>
      </p:sp>
      <p:sp>
        <p:nvSpPr>
          <p:cNvPr id="17" name="Text 14"/>
          <p:cNvSpPr/>
          <p:nvPr/>
        </p:nvSpPr>
        <p:spPr>
          <a:xfrm>
            <a:off x="355599" y="2878738"/>
            <a:ext cx="2531520" cy="321692"/>
          </a:xfrm>
          <a:prstGeom prst="rect">
            <a:avLst/>
          </a:prstGeom>
          <a:noFill/>
          <a:ln/>
        </p:spPr>
        <p:txBody>
          <a:bodyPr wrap="square" lIns="0" tIns="0" rIns="0" bIns="0" rtlCol="0" anchor="b"/>
          <a:lstStyle/>
          <a:p>
            <a:pPr>
              <a:lnSpc>
                <a:spcPts val="1100"/>
              </a:lnSpc>
            </a:pPr>
            <a:r>
              <a:rPr lang="en-US" sz="1000" dirty="0">
                <a:solidFill>
                  <a:srgbClr val="000000">
                    <a:alpha val="100000"/>
                  </a:srgbClr>
                </a:solidFill>
                <a:ea typeface="Stapel" pitchFamily="34" charset="-122"/>
                <a:cs typeface="Stapel" pitchFamily="34" charset="-120"/>
              </a:rPr>
              <a:t>Здесь должен быть ваш текст </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в одну или несколько строк</a:t>
            </a:r>
            <a:endParaRPr lang="en-US" sz="1000" dirty="0"/>
          </a:p>
        </p:txBody>
      </p:sp>
      <p:sp>
        <p:nvSpPr>
          <p:cNvPr id="18" name="Text 15"/>
          <p:cNvSpPr/>
          <p:nvPr/>
        </p:nvSpPr>
        <p:spPr>
          <a:xfrm>
            <a:off x="355599" y="5158091"/>
            <a:ext cx="2531520" cy="321692"/>
          </a:xfrm>
          <a:prstGeom prst="rect">
            <a:avLst/>
          </a:prstGeom>
          <a:noFill/>
          <a:ln/>
        </p:spPr>
        <p:txBody>
          <a:bodyPr wrap="square" lIns="0" tIns="0" rIns="0" bIns="0" rtlCol="0" anchor="b"/>
          <a:lstStyle/>
          <a:p>
            <a:pPr>
              <a:lnSpc>
                <a:spcPts val="1100"/>
              </a:lnSpc>
            </a:pPr>
            <a:r>
              <a:rPr lang="en-US" sz="1000" dirty="0">
                <a:solidFill>
                  <a:srgbClr val="000000">
                    <a:alpha val="100000"/>
                  </a:srgbClr>
                </a:solidFill>
                <a:ea typeface="Stapel" pitchFamily="34" charset="-122"/>
                <a:cs typeface="Stapel" pitchFamily="34" charset="-120"/>
              </a:rPr>
              <a:t>Здесь должен быть ваш текст </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в одну или несколько строк</a:t>
            </a:r>
            <a:endParaRPr lang="en-US" sz="1000" dirty="0"/>
          </a:p>
        </p:txBody>
      </p:sp>
      <p:sp>
        <p:nvSpPr>
          <p:cNvPr id="19" name="Text 16"/>
          <p:cNvSpPr/>
          <p:nvPr/>
        </p:nvSpPr>
        <p:spPr>
          <a:xfrm>
            <a:off x="355599" y="2603607"/>
            <a:ext cx="2539987" cy="215872"/>
          </a:xfrm>
          <a:prstGeom prst="rect">
            <a:avLst/>
          </a:prstGeom>
          <a:noFill/>
          <a:ln/>
        </p:spPr>
        <p:txBody>
          <a:bodyPr wrap="square" lIns="0" tIns="0" rIns="0" bIns="0" rtlCol="0" anchor="b"/>
          <a:lstStyle/>
          <a:p>
            <a:pPr>
              <a:lnSpc>
                <a:spcPts val="1320"/>
              </a:lnSpc>
            </a:pPr>
            <a:r>
              <a:rPr lang="en-US" sz="1200" dirty="0">
                <a:solidFill>
                  <a:srgbClr val="000000">
                    <a:alpha val="100000"/>
                  </a:srgbClr>
                </a:solidFill>
                <a:ea typeface="Stapel" pitchFamily="34" charset="-122"/>
                <a:cs typeface="Stapel" pitchFamily="34" charset="-120"/>
              </a:rPr>
              <a:t>Заголовок</a:t>
            </a:r>
            <a:endParaRPr lang="en-US" sz="1200" dirty="0"/>
          </a:p>
        </p:txBody>
      </p:sp>
      <p:sp>
        <p:nvSpPr>
          <p:cNvPr id="20" name="Text 17"/>
          <p:cNvSpPr/>
          <p:nvPr/>
        </p:nvSpPr>
        <p:spPr>
          <a:xfrm>
            <a:off x="355599" y="4882961"/>
            <a:ext cx="2539987" cy="215872"/>
          </a:xfrm>
          <a:prstGeom prst="rect">
            <a:avLst/>
          </a:prstGeom>
          <a:noFill/>
          <a:ln/>
        </p:spPr>
        <p:txBody>
          <a:bodyPr wrap="square" lIns="0" tIns="0" rIns="0" bIns="0" rtlCol="0" anchor="b"/>
          <a:lstStyle/>
          <a:p>
            <a:pPr>
              <a:lnSpc>
                <a:spcPts val="1320"/>
              </a:lnSpc>
            </a:pPr>
            <a:r>
              <a:rPr lang="en-US" sz="1200" dirty="0">
                <a:solidFill>
                  <a:srgbClr val="000000">
                    <a:alpha val="100000"/>
                  </a:srgbClr>
                </a:solidFill>
                <a:ea typeface="Stapel" pitchFamily="34" charset="-122"/>
                <a:cs typeface="Stapel" pitchFamily="34" charset="-120"/>
              </a:rPr>
              <a:t>Заголовок</a:t>
            </a:r>
            <a:endParaRPr lang="en-US" sz="1200" dirty="0"/>
          </a:p>
        </p:txBody>
      </p:sp>
      <p:sp>
        <p:nvSpPr>
          <p:cNvPr id="21" name="Text 18"/>
          <p:cNvSpPr/>
          <p:nvPr/>
        </p:nvSpPr>
        <p:spPr>
          <a:xfrm>
            <a:off x="4216378" y="2878738"/>
            <a:ext cx="2531520" cy="321692"/>
          </a:xfrm>
          <a:prstGeom prst="rect">
            <a:avLst/>
          </a:prstGeom>
          <a:noFill/>
          <a:ln/>
        </p:spPr>
        <p:txBody>
          <a:bodyPr wrap="square" lIns="0" tIns="0" rIns="0" bIns="0" rtlCol="0" anchor="b"/>
          <a:lstStyle/>
          <a:p>
            <a:pPr>
              <a:lnSpc>
                <a:spcPts val="1100"/>
              </a:lnSpc>
            </a:pPr>
            <a:r>
              <a:rPr lang="en-US" sz="1000" dirty="0">
                <a:solidFill>
                  <a:srgbClr val="000000">
                    <a:alpha val="100000"/>
                  </a:srgbClr>
                </a:solidFill>
                <a:ea typeface="Stapel" pitchFamily="34" charset="-122"/>
                <a:cs typeface="Stapel" pitchFamily="34" charset="-120"/>
              </a:rPr>
              <a:t>Здесь должен быть ваш текст </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в одну или несколько строк</a:t>
            </a:r>
            <a:endParaRPr lang="en-US" sz="1000" dirty="0"/>
          </a:p>
        </p:txBody>
      </p:sp>
      <p:sp>
        <p:nvSpPr>
          <p:cNvPr id="22" name="Text 19"/>
          <p:cNvSpPr/>
          <p:nvPr/>
        </p:nvSpPr>
        <p:spPr>
          <a:xfrm>
            <a:off x="4216378" y="5158091"/>
            <a:ext cx="2531520" cy="321692"/>
          </a:xfrm>
          <a:prstGeom prst="rect">
            <a:avLst/>
          </a:prstGeom>
          <a:noFill/>
          <a:ln/>
        </p:spPr>
        <p:txBody>
          <a:bodyPr wrap="square" lIns="0" tIns="0" rIns="0" bIns="0" rtlCol="0" anchor="b"/>
          <a:lstStyle/>
          <a:p>
            <a:pPr>
              <a:lnSpc>
                <a:spcPts val="1100"/>
              </a:lnSpc>
            </a:pPr>
            <a:r>
              <a:rPr lang="en-US" sz="1000" dirty="0">
                <a:solidFill>
                  <a:srgbClr val="000000">
                    <a:alpha val="100000"/>
                  </a:srgbClr>
                </a:solidFill>
                <a:ea typeface="Stapel" pitchFamily="34" charset="-122"/>
                <a:cs typeface="Stapel" pitchFamily="34" charset="-120"/>
              </a:rPr>
              <a:t>Здесь должен быть ваш текст </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в одну или несколько строк</a:t>
            </a:r>
            <a:endParaRPr lang="en-US" sz="1000" dirty="0"/>
          </a:p>
        </p:txBody>
      </p:sp>
      <p:sp>
        <p:nvSpPr>
          <p:cNvPr id="23" name="Text 20"/>
          <p:cNvSpPr/>
          <p:nvPr/>
        </p:nvSpPr>
        <p:spPr>
          <a:xfrm>
            <a:off x="4216378" y="2603607"/>
            <a:ext cx="2539987" cy="215872"/>
          </a:xfrm>
          <a:prstGeom prst="rect">
            <a:avLst/>
          </a:prstGeom>
          <a:noFill/>
          <a:ln/>
        </p:spPr>
        <p:txBody>
          <a:bodyPr wrap="square" lIns="0" tIns="0" rIns="0" bIns="0" rtlCol="0" anchor="b"/>
          <a:lstStyle/>
          <a:p>
            <a:pPr>
              <a:lnSpc>
                <a:spcPts val="1320"/>
              </a:lnSpc>
            </a:pPr>
            <a:r>
              <a:rPr lang="en-US" sz="1200" dirty="0">
                <a:solidFill>
                  <a:srgbClr val="000000">
                    <a:alpha val="100000"/>
                  </a:srgbClr>
                </a:solidFill>
                <a:ea typeface="Stapel" pitchFamily="34" charset="-122"/>
                <a:cs typeface="Stapel" pitchFamily="34" charset="-120"/>
              </a:rPr>
              <a:t>Заголовок</a:t>
            </a:r>
            <a:endParaRPr lang="en-US" sz="1200" dirty="0"/>
          </a:p>
        </p:txBody>
      </p:sp>
      <p:sp>
        <p:nvSpPr>
          <p:cNvPr id="24" name="Text 21"/>
          <p:cNvSpPr/>
          <p:nvPr/>
        </p:nvSpPr>
        <p:spPr>
          <a:xfrm>
            <a:off x="4216378" y="4882961"/>
            <a:ext cx="2539987" cy="215872"/>
          </a:xfrm>
          <a:prstGeom prst="rect">
            <a:avLst/>
          </a:prstGeom>
          <a:noFill/>
          <a:ln/>
        </p:spPr>
        <p:txBody>
          <a:bodyPr wrap="square" lIns="0" tIns="0" rIns="0" bIns="0" rtlCol="0" anchor="b"/>
          <a:lstStyle/>
          <a:p>
            <a:pPr>
              <a:lnSpc>
                <a:spcPts val="1320"/>
              </a:lnSpc>
            </a:pPr>
            <a:r>
              <a:rPr lang="en-US" sz="1200" dirty="0">
                <a:solidFill>
                  <a:srgbClr val="000000">
                    <a:alpha val="100000"/>
                  </a:srgbClr>
                </a:solidFill>
                <a:ea typeface="Stapel" pitchFamily="34" charset="-122"/>
                <a:cs typeface="Stapel" pitchFamily="34" charset="-120"/>
              </a:rPr>
              <a:t>Заголовок</a:t>
            </a:r>
            <a:endParaRPr lang="en-US" sz="1200" dirty="0"/>
          </a:p>
        </p:txBody>
      </p:sp>
      <p:sp>
        <p:nvSpPr>
          <p:cNvPr id="25" name="Text 22"/>
          <p:cNvSpPr/>
          <p:nvPr/>
        </p:nvSpPr>
        <p:spPr>
          <a:xfrm>
            <a:off x="8077158" y="2878738"/>
            <a:ext cx="2531520" cy="321692"/>
          </a:xfrm>
          <a:prstGeom prst="rect">
            <a:avLst/>
          </a:prstGeom>
          <a:noFill/>
          <a:ln/>
        </p:spPr>
        <p:txBody>
          <a:bodyPr wrap="square" lIns="0" tIns="0" rIns="0" bIns="0" rtlCol="0" anchor="b"/>
          <a:lstStyle/>
          <a:p>
            <a:pPr>
              <a:lnSpc>
                <a:spcPts val="1100"/>
              </a:lnSpc>
            </a:pPr>
            <a:r>
              <a:rPr lang="en-US" sz="1000" dirty="0">
                <a:solidFill>
                  <a:srgbClr val="000000">
                    <a:alpha val="100000"/>
                  </a:srgbClr>
                </a:solidFill>
                <a:ea typeface="Stapel" pitchFamily="34" charset="-122"/>
                <a:cs typeface="Stapel" pitchFamily="34" charset="-120"/>
              </a:rPr>
              <a:t>Здесь должен быть ваш текст </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в одну или несколько строк</a:t>
            </a:r>
            <a:endParaRPr lang="en-US" sz="1000" dirty="0"/>
          </a:p>
        </p:txBody>
      </p:sp>
      <p:sp>
        <p:nvSpPr>
          <p:cNvPr id="26" name="Text 23"/>
          <p:cNvSpPr/>
          <p:nvPr/>
        </p:nvSpPr>
        <p:spPr>
          <a:xfrm>
            <a:off x="8077158" y="5158091"/>
            <a:ext cx="2531520" cy="321692"/>
          </a:xfrm>
          <a:prstGeom prst="rect">
            <a:avLst/>
          </a:prstGeom>
          <a:noFill/>
          <a:ln/>
        </p:spPr>
        <p:txBody>
          <a:bodyPr wrap="square" lIns="0" tIns="0" rIns="0" bIns="0" rtlCol="0" anchor="b"/>
          <a:lstStyle/>
          <a:p>
            <a:pPr>
              <a:lnSpc>
                <a:spcPts val="1100"/>
              </a:lnSpc>
            </a:pPr>
            <a:r>
              <a:rPr lang="en-US" sz="1000" dirty="0">
                <a:solidFill>
                  <a:srgbClr val="000000">
                    <a:alpha val="100000"/>
                  </a:srgbClr>
                </a:solidFill>
                <a:ea typeface="Stapel" pitchFamily="34" charset="-122"/>
                <a:cs typeface="Stapel" pitchFamily="34" charset="-120"/>
              </a:rPr>
              <a:t>Здесь должен быть ваш текст </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в одну или несколько строк</a:t>
            </a:r>
            <a:endParaRPr lang="en-US" sz="1000" dirty="0"/>
          </a:p>
        </p:txBody>
      </p:sp>
      <p:sp>
        <p:nvSpPr>
          <p:cNvPr id="27" name="Text 24"/>
          <p:cNvSpPr/>
          <p:nvPr/>
        </p:nvSpPr>
        <p:spPr>
          <a:xfrm>
            <a:off x="8077158" y="2603607"/>
            <a:ext cx="2539987" cy="215872"/>
          </a:xfrm>
          <a:prstGeom prst="rect">
            <a:avLst/>
          </a:prstGeom>
          <a:noFill/>
          <a:ln/>
        </p:spPr>
        <p:txBody>
          <a:bodyPr wrap="square" lIns="0" tIns="0" rIns="0" bIns="0" rtlCol="0" anchor="b"/>
          <a:lstStyle/>
          <a:p>
            <a:pPr>
              <a:lnSpc>
                <a:spcPts val="1320"/>
              </a:lnSpc>
            </a:pPr>
            <a:r>
              <a:rPr lang="en-US" sz="1200" dirty="0">
                <a:solidFill>
                  <a:srgbClr val="000000">
                    <a:alpha val="100000"/>
                  </a:srgbClr>
                </a:solidFill>
                <a:ea typeface="Stapel" pitchFamily="34" charset="-122"/>
                <a:cs typeface="Stapel" pitchFamily="34" charset="-120"/>
              </a:rPr>
              <a:t>Заголовок</a:t>
            </a:r>
            <a:endParaRPr lang="en-US" sz="1200" dirty="0"/>
          </a:p>
        </p:txBody>
      </p:sp>
      <p:sp>
        <p:nvSpPr>
          <p:cNvPr id="28" name="Text 25"/>
          <p:cNvSpPr/>
          <p:nvPr/>
        </p:nvSpPr>
        <p:spPr>
          <a:xfrm>
            <a:off x="8077158" y="4882961"/>
            <a:ext cx="2539987" cy="215872"/>
          </a:xfrm>
          <a:prstGeom prst="rect">
            <a:avLst/>
          </a:prstGeom>
          <a:noFill/>
          <a:ln/>
        </p:spPr>
        <p:txBody>
          <a:bodyPr wrap="square" lIns="0" tIns="0" rIns="0" bIns="0" rtlCol="0" anchor="b"/>
          <a:lstStyle/>
          <a:p>
            <a:pPr>
              <a:lnSpc>
                <a:spcPts val="1320"/>
              </a:lnSpc>
            </a:pPr>
            <a:r>
              <a:rPr lang="en-US" sz="1200" dirty="0">
                <a:solidFill>
                  <a:srgbClr val="000000">
                    <a:alpha val="100000"/>
                  </a:srgbClr>
                </a:solidFill>
                <a:ea typeface="Stapel" pitchFamily="34" charset="-122"/>
                <a:cs typeface="Stapel" pitchFamily="34" charset="-120"/>
              </a:rPr>
              <a:t>Заголовок</a:t>
            </a:r>
            <a:endParaRPr lang="en-US" sz="1200" dirty="0"/>
          </a:p>
        </p:txBody>
      </p:sp>
      <p:sp>
        <p:nvSpPr>
          <p:cNvPr id="32" name="Номер слайда 6">
            <a:extLst>
              <a:ext uri="{FF2B5EF4-FFF2-40B4-BE49-F238E27FC236}">
                <a16:creationId xmlns:a16="http://schemas.microsoft.com/office/drawing/2014/main" id="{5D8EF977-988B-E12B-4F57-45CBE96C36B5}"/>
              </a:ext>
            </a:extLst>
          </p:cNvPr>
          <p:cNvSpPr>
            <a:spLocks noGrp="1"/>
          </p:cNvSpPr>
          <p:nvPr>
            <p:ph type="sldNum" sz="quarter" idx="4"/>
          </p:nvPr>
        </p:nvSpPr>
        <p:spPr/>
        <p:txBody>
          <a:bodyPr/>
          <a:lstStyle/>
          <a:p>
            <a:fld id="{13FB4C0F-BB20-4298-B11D-AEB97E17A107}" type="slidenum">
              <a:rPr lang="ru-RU" smtClean="0"/>
              <a:pPr/>
              <a:t>101</a:t>
            </a:fld>
            <a:endParaRPr lang="ru-RU" dirty="0"/>
          </a:p>
        </p:txBody>
      </p:sp>
      <p:sp>
        <p:nvSpPr>
          <p:cNvPr id="3" name="Заголовок 2">
            <a:extLst>
              <a:ext uri="{FF2B5EF4-FFF2-40B4-BE49-F238E27FC236}">
                <a16:creationId xmlns:a16="http://schemas.microsoft.com/office/drawing/2014/main" id="{786FDDAA-D6B6-66B4-AB6F-755F86ABFBF3}"/>
              </a:ext>
            </a:extLst>
          </p:cNvPr>
          <p:cNvSpPr>
            <a:spLocks noGrp="1"/>
          </p:cNvSpPr>
          <p:nvPr>
            <p:ph type="title"/>
          </p:nvPr>
        </p:nvSpPr>
        <p:spPr/>
        <p:txBody>
          <a:bodyPr/>
          <a:lstStyle/>
          <a:p>
            <a:r>
              <a:rPr lang="ru-RU" dirty="0"/>
              <a:t>Фактоиды с подписями</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Shape 2"/>
          <p:cNvSpPr/>
          <p:nvPr/>
        </p:nvSpPr>
        <p:spPr>
          <a:xfrm>
            <a:off x="355599" y="1397265"/>
            <a:ext cx="11480740" cy="5104735"/>
          </a:xfrm>
          <a:prstGeom prst="rect">
            <a:avLst/>
          </a:prstGeom>
          <a:noFill/>
          <a:ln/>
        </p:spPr>
      </p:sp>
      <p:sp>
        <p:nvSpPr>
          <p:cNvPr id="6" name="Shape 3"/>
          <p:cNvSpPr/>
          <p:nvPr/>
        </p:nvSpPr>
        <p:spPr>
          <a:xfrm>
            <a:off x="355599" y="1397264"/>
            <a:ext cx="11480740" cy="1199994"/>
          </a:xfrm>
          <a:prstGeom prst="rect">
            <a:avLst/>
          </a:prstGeom>
          <a:noFill/>
          <a:ln/>
        </p:spPr>
      </p:sp>
      <p:sp>
        <p:nvSpPr>
          <p:cNvPr id="7" name="Shape 4"/>
          <p:cNvSpPr/>
          <p:nvPr/>
        </p:nvSpPr>
        <p:spPr>
          <a:xfrm>
            <a:off x="355598" y="1397264"/>
            <a:ext cx="3759181" cy="1199994"/>
          </a:xfrm>
          <a:prstGeom prst="rect">
            <a:avLst/>
          </a:prstGeom>
          <a:solidFill>
            <a:srgbClr val="FFFFFF">
              <a:alpha val="100000"/>
            </a:srgbClr>
          </a:solidFill>
          <a:ln/>
        </p:spPr>
      </p:sp>
      <p:sp>
        <p:nvSpPr>
          <p:cNvPr id="8" name="Shape 5"/>
          <p:cNvSpPr/>
          <p:nvPr/>
        </p:nvSpPr>
        <p:spPr>
          <a:xfrm>
            <a:off x="558797" y="1600438"/>
            <a:ext cx="609597" cy="609521"/>
          </a:xfrm>
          <a:prstGeom prst="rect">
            <a:avLst/>
          </a:prstGeom>
          <a:solidFill>
            <a:srgbClr val="CF0522">
              <a:alpha val="100000"/>
            </a:srgbClr>
          </a:solidFill>
          <a:ln/>
        </p:spPr>
      </p:sp>
      <p:sp>
        <p:nvSpPr>
          <p:cNvPr id="9" name="Shape 6"/>
          <p:cNvSpPr/>
          <p:nvPr/>
        </p:nvSpPr>
        <p:spPr>
          <a:xfrm>
            <a:off x="711197" y="1752818"/>
            <a:ext cx="304798" cy="304760"/>
          </a:xfrm>
          <a:prstGeom prst="rect">
            <a:avLst/>
          </a:prstGeom>
          <a:noFill/>
          <a:ln/>
        </p:spPr>
      </p:sp>
      <p:pic>
        <p:nvPicPr>
          <p:cNvPr id="10" name="Image 1" descr=" "/>
          <p:cNvPicPr>
            <a:picLocks noChangeAspect="1"/>
          </p:cNvPicPr>
          <p:nvPr/>
        </p:nvPicPr>
        <p:blipFill>
          <a:blip r:embed="rId3"/>
          <a:stretch>
            <a:fillRect/>
          </a:stretch>
        </p:blipFill>
        <p:spPr>
          <a:xfrm>
            <a:off x="711197" y="1752818"/>
            <a:ext cx="304798" cy="304760"/>
          </a:xfrm>
          <a:prstGeom prst="rect">
            <a:avLst/>
          </a:prstGeom>
          <a:blipFill dpi="0" rotWithShape="1">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a:blipFill>
        </p:spPr>
      </p:pic>
      <p:sp>
        <p:nvSpPr>
          <p:cNvPr id="15" name="Shape 9"/>
          <p:cNvSpPr/>
          <p:nvPr/>
        </p:nvSpPr>
        <p:spPr>
          <a:xfrm>
            <a:off x="4216379" y="1397264"/>
            <a:ext cx="7619960" cy="1199994"/>
          </a:xfrm>
          <a:prstGeom prst="rect">
            <a:avLst/>
          </a:prstGeom>
          <a:solidFill>
            <a:srgbClr val="FFFFFF">
              <a:alpha val="100000"/>
            </a:srgbClr>
          </a:solidFill>
          <a:ln/>
        </p:spPr>
      </p:sp>
      <p:sp>
        <p:nvSpPr>
          <p:cNvPr id="18" name="Shape 12"/>
          <p:cNvSpPr/>
          <p:nvPr/>
        </p:nvSpPr>
        <p:spPr>
          <a:xfrm>
            <a:off x="355599" y="2698845"/>
            <a:ext cx="11480740" cy="1199994"/>
          </a:xfrm>
          <a:prstGeom prst="rect">
            <a:avLst/>
          </a:prstGeom>
          <a:noFill/>
          <a:ln/>
        </p:spPr>
      </p:sp>
      <p:sp>
        <p:nvSpPr>
          <p:cNvPr id="19" name="Shape 13"/>
          <p:cNvSpPr/>
          <p:nvPr/>
        </p:nvSpPr>
        <p:spPr>
          <a:xfrm>
            <a:off x="355598" y="2698845"/>
            <a:ext cx="3759181" cy="1199994"/>
          </a:xfrm>
          <a:prstGeom prst="rect">
            <a:avLst/>
          </a:prstGeom>
          <a:solidFill>
            <a:srgbClr val="FFFFFF">
              <a:alpha val="100000"/>
            </a:srgbClr>
          </a:solidFill>
          <a:ln/>
        </p:spPr>
      </p:sp>
      <p:sp>
        <p:nvSpPr>
          <p:cNvPr id="20" name="Shape 14"/>
          <p:cNvSpPr/>
          <p:nvPr/>
        </p:nvSpPr>
        <p:spPr>
          <a:xfrm>
            <a:off x="558797" y="2902018"/>
            <a:ext cx="609597" cy="609521"/>
          </a:xfrm>
          <a:prstGeom prst="rect">
            <a:avLst/>
          </a:prstGeom>
          <a:solidFill>
            <a:srgbClr val="CF0522">
              <a:alpha val="100000"/>
            </a:srgbClr>
          </a:solidFill>
          <a:ln/>
        </p:spPr>
      </p:sp>
      <p:sp>
        <p:nvSpPr>
          <p:cNvPr id="21" name="Shape 15"/>
          <p:cNvSpPr/>
          <p:nvPr/>
        </p:nvSpPr>
        <p:spPr>
          <a:xfrm>
            <a:off x="711197" y="3054399"/>
            <a:ext cx="304798" cy="304760"/>
          </a:xfrm>
          <a:prstGeom prst="rect">
            <a:avLst/>
          </a:prstGeom>
          <a:noFill/>
          <a:ln/>
        </p:spPr>
      </p:sp>
      <p:pic>
        <p:nvPicPr>
          <p:cNvPr id="23" name="Image 5" descr=" "/>
          <p:cNvPicPr>
            <a:picLocks noChangeAspect="1"/>
          </p:cNvPicPr>
          <p:nvPr/>
        </p:nvPicPr>
        <p:blipFill>
          <a:blip r:embed="rId3"/>
          <a:stretch>
            <a:fillRect/>
          </a:stretch>
        </p:blipFill>
        <p:spPr>
          <a:xfrm>
            <a:off x="711197" y="3054399"/>
            <a:ext cx="304798" cy="304760"/>
          </a:xfrm>
          <a:prstGeom prst="rect">
            <a:avLst/>
          </a:prstGeom>
          <a:blipFill dpi="0" rotWithShape="1">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a:fillRect/>
            </a:stretch>
          </a:blipFill>
        </p:spPr>
      </p:pic>
      <p:sp>
        <p:nvSpPr>
          <p:cNvPr id="26" name="Shape 18"/>
          <p:cNvSpPr/>
          <p:nvPr/>
        </p:nvSpPr>
        <p:spPr>
          <a:xfrm>
            <a:off x="4216379" y="2698845"/>
            <a:ext cx="7619960" cy="1199994"/>
          </a:xfrm>
          <a:prstGeom prst="rect">
            <a:avLst/>
          </a:prstGeom>
          <a:solidFill>
            <a:srgbClr val="FFFFFF">
              <a:alpha val="100000"/>
            </a:srgbClr>
          </a:solidFill>
          <a:ln/>
        </p:spPr>
      </p:sp>
      <p:sp>
        <p:nvSpPr>
          <p:cNvPr id="29" name="Shape 21"/>
          <p:cNvSpPr/>
          <p:nvPr/>
        </p:nvSpPr>
        <p:spPr>
          <a:xfrm>
            <a:off x="355599" y="4000425"/>
            <a:ext cx="11480740" cy="1199994"/>
          </a:xfrm>
          <a:prstGeom prst="rect">
            <a:avLst/>
          </a:prstGeom>
          <a:noFill/>
          <a:ln/>
        </p:spPr>
      </p:sp>
      <p:sp>
        <p:nvSpPr>
          <p:cNvPr id="30" name="Shape 22"/>
          <p:cNvSpPr/>
          <p:nvPr/>
        </p:nvSpPr>
        <p:spPr>
          <a:xfrm>
            <a:off x="355598" y="4000425"/>
            <a:ext cx="3759181" cy="1199994"/>
          </a:xfrm>
          <a:prstGeom prst="rect">
            <a:avLst/>
          </a:prstGeom>
          <a:solidFill>
            <a:srgbClr val="FFFFFF">
              <a:alpha val="100000"/>
            </a:srgbClr>
          </a:solidFill>
          <a:ln/>
        </p:spPr>
      </p:sp>
      <p:sp>
        <p:nvSpPr>
          <p:cNvPr id="31" name="Shape 23"/>
          <p:cNvSpPr/>
          <p:nvPr/>
        </p:nvSpPr>
        <p:spPr>
          <a:xfrm>
            <a:off x="558797" y="4203599"/>
            <a:ext cx="609597" cy="609521"/>
          </a:xfrm>
          <a:prstGeom prst="rect">
            <a:avLst/>
          </a:prstGeom>
          <a:solidFill>
            <a:srgbClr val="CF0522">
              <a:alpha val="100000"/>
            </a:srgbClr>
          </a:solidFill>
          <a:ln/>
        </p:spPr>
      </p:sp>
      <p:sp>
        <p:nvSpPr>
          <p:cNvPr id="32" name="Shape 24"/>
          <p:cNvSpPr/>
          <p:nvPr/>
        </p:nvSpPr>
        <p:spPr>
          <a:xfrm>
            <a:off x="711197" y="4355979"/>
            <a:ext cx="304798" cy="304760"/>
          </a:xfrm>
          <a:prstGeom prst="rect">
            <a:avLst/>
          </a:prstGeom>
          <a:blipFill dpi="0" rotWithShape="1">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a:fillRect/>
            </a:stretch>
          </a:blipFill>
          <a:ln/>
        </p:spPr>
      </p:sp>
      <p:sp>
        <p:nvSpPr>
          <p:cNvPr id="43" name="Shape 27"/>
          <p:cNvSpPr/>
          <p:nvPr/>
        </p:nvSpPr>
        <p:spPr>
          <a:xfrm>
            <a:off x="4216379" y="4000425"/>
            <a:ext cx="7619960" cy="1199994"/>
          </a:xfrm>
          <a:prstGeom prst="rect">
            <a:avLst/>
          </a:prstGeom>
          <a:solidFill>
            <a:srgbClr val="FFFFFF">
              <a:alpha val="100000"/>
            </a:srgbClr>
          </a:solidFill>
          <a:ln/>
        </p:spPr>
      </p:sp>
      <p:sp>
        <p:nvSpPr>
          <p:cNvPr id="46" name="Shape 30"/>
          <p:cNvSpPr/>
          <p:nvPr/>
        </p:nvSpPr>
        <p:spPr>
          <a:xfrm>
            <a:off x="355599" y="5302006"/>
            <a:ext cx="11480740" cy="1199994"/>
          </a:xfrm>
          <a:prstGeom prst="rect">
            <a:avLst/>
          </a:prstGeom>
          <a:noFill/>
          <a:ln/>
        </p:spPr>
      </p:sp>
      <p:sp>
        <p:nvSpPr>
          <p:cNvPr id="47" name="Shape 31"/>
          <p:cNvSpPr/>
          <p:nvPr/>
        </p:nvSpPr>
        <p:spPr>
          <a:xfrm>
            <a:off x="355598" y="5302006"/>
            <a:ext cx="3759181" cy="1199994"/>
          </a:xfrm>
          <a:prstGeom prst="rect">
            <a:avLst/>
          </a:prstGeom>
          <a:solidFill>
            <a:srgbClr val="FFFFFF">
              <a:alpha val="100000"/>
            </a:srgbClr>
          </a:solidFill>
          <a:ln/>
        </p:spPr>
      </p:sp>
      <p:sp>
        <p:nvSpPr>
          <p:cNvPr id="48" name="Shape 32"/>
          <p:cNvSpPr/>
          <p:nvPr/>
        </p:nvSpPr>
        <p:spPr>
          <a:xfrm>
            <a:off x="558797" y="5505179"/>
            <a:ext cx="609597" cy="609521"/>
          </a:xfrm>
          <a:prstGeom prst="rect">
            <a:avLst/>
          </a:prstGeom>
          <a:solidFill>
            <a:srgbClr val="CF0522">
              <a:alpha val="100000"/>
            </a:srgbClr>
          </a:solidFill>
          <a:ln/>
        </p:spPr>
      </p:sp>
      <p:sp>
        <p:nvSpPr>
          <p:cNvPr id="49" name="Shape 33"/>
          <p:cNvSpPr/>
          <p:nvPr/>
        </p:nvSpPr>
        <p:spPr>
          <a:xfrm>
            <a:off x="711197" y="5657560"/>
            <a:ext cx="304798" cy="304760"/>
          </a:xfrm>
          <a:prstGeom prst="rect">
            <a:avLst/>
          </a:prstGeom>
          <a:noFill/>
          <a:ln/>
        </p:spPr>
      </p:sp>
      <p:pic>
        <p:nvPicPr>
          <p:cNvPr id="50" name="Image 14" descr=" "/>
          <p:cNvPicPr>
            <a:picLocks noChangeAspect="1"/>
          </p:cNvPicPr>
          <p:nvPr/>
        </p:nvPicPr>
        <p:blipFill>
          <a:blip r:embed="rId3"/>
          <a:stretch>
            <a:fillRect/>
          </a:stretch>
        </p:blipFill>
        <p:spPr>
          <a:xfrm>
            <a:off x="711197" y="5657560"/>
            <a:ext cx="304798" cy="304760"/>
          </a:xfrm>
          <a:prstGeom prst="rect">
            <a:avLst/>
          </a:prstGeom>
          <a:blipFill dpi="0" rotWithShape="1">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rcRect/>
            <a:stretch>
              <a:fillRect/>
            </a:stretch>
          </a:blipFill>
        </p:spPr>
      </p:pic>
      <p:sp>
        <p:nvSpPr>
          <p:cNvPr id="55" name="Shape 36"/>
          <p:cNvSpPr/>
          <p:nvPr/>
        </p:nvSpPr>
        <p:spPr>
          <a:xfrm>
            <a:off x="4216379" y="5302006"/>
            <a:ext cx="7619960" cy="1199994"/>
          </a:xfrm>
          <a:prstGeom prst="rect">
            <a:avLst/>
          </a:prstGeom>
          <a:solidFill>
            <a:srgbClr val="FFFFFF">
              <a:alpha val="100000"/>
            </a:srgbClr>
          </a:solidFill>
          <a:ln/>
        </p:spPr>
      </p:sp>
      <p:sp>
        <p:nvSpPr>
          <p:cNvPr id="60" name="Text 8">
            <a:extLst>
              <a:ext uri="{FF2B5EF4-FFF2-40B4-BE49-F238E27FC236}">
                <a16:creationId xmlns:a16="http://schemas.microsoft.com/office/drawing/2014/main" id="{005B18C2-20C2-548E-E800-43CE58AAD9E3}"/>
              </a:ext>
            </a:extLst>
          </p:cNvPr>
          <p:cNvSpPr/>
          <p:nvPr/>
        </p:nvSpPr>
        <p:spPr>
          <a:xfrm>
            <a:off x="1371593" y="1600439"/>
            <a:ext cx="2607720" cy="462691"/>
          </a:xfrm>
          <a:prstGeom prst="rect">
            <a:avLst/>
          </a:prstGeom>
          <a:noFill/>
          <a:ln/>
        </p:spPr>
        <p:txBody>
          <a:bodyPr wrap="square" lIns="0" tIns="0" rIns="0" bIns="0" rtlCol="0" anchor="t">
            <a:spAutoFit/>
          </a:bodyPr>
          <a:lstStyle/>
          <a:p>
            <a:pPr>
              <a:lnSpc>
                <a:spcPts val="1760"/>
              </a:lnSpc>
            </a:pPr>
            <a:r>
              <a:rPr lang="en-US" sz="1600" dirty="0">
                <a:solidFill>
                  <a:srgbClr val="000000">
                    <a:alpha val="100000"/>
                  </a:srgbClr>
                </a:solidFill>
                <a:ea typeface="Stapel" pitchFamily="34" charset="-122"/>
                <a:cs typeface="Stapel" pitchFamily="34" charset="-120"/>
              </a:rPr>
              <a:t>Здесь должен быть </a:t>
            </a:r>
            <a:endParaRPr lang="en-US" sz="1600" dirty="0"/>
          </a:p>
          <a:p>
            <a:pPr>
              <a:lnSpc>
                <a:spcPts val="1760"/>
              </a:lnSpc>
            </a:pPr>
            <a:r>
              <a:rPr lang="en-US" sz="1600" dirty="0">
                <a:solidFill>
                  <a:srgbClr val="000000">
                    <a:alpha val="100000"/>
                  </a:srgbClr>
                </a:solidFill>
                <a:ea typeface="Stapel" pitchFamily="34" charset="-122"/>
                <a:cs typeface="Stapel" pitchFamily="34" charset="-120"/>
              </a:rPr>
              <a:t>ваш заголовок</a:t>
            </a:r>
            <a:endParaRPr lang="en-US" sz="1600" dirty="0"/>
          </a:p>
        </p:txBody>
      </p:sp>
      <p:sp>
        <p:nvSpPr>
          <p:cNvPr id="61" name="Text 17">
            <a:extLst>
              <a:ext uri="{FF2B5EF4-FFF2-40B4-BE49-F238E27FC236}">
                <a16:creationId xmlns:a16="http://schemas.microsoft.com/office/drawing/2014/main" id="{D63BFC09-FC71-74FC-AF19-7390B2C7C7F2}"/>
              </a:ext>
            </a:extLst>
          </p:cNvPr>
          <p:cNvSpPr/>
          <p:nvPr/>
        </p:nvSpPr>
        <p:spPr>
          <a:xfrm>
            <a:off x="1371593" y="2902019"/>
            <a:ext cx="2607720" cy="462691"/>
          </a:xfrm>
          <a:prstGeom prst="rect">
            <a:avLst/>
          </a:prstGeom>
          <a:noFill/>
          <a:ln/>
        </p:spPr>
        <p:txBody>
          <a:bodyPr wrap="square" lIns="0" tIns="0" rIns="0" bIns="0" rtlCol="0" anchor="t">
            <a:spAutoFit/>
          </a:bodyPr>
          <a:lstStyle/>
          <a:p>
            <a:pPr>
              <a:lnSpc>
                <a:spcPts val="1760"/>
              </a:lnSpc>
            </a:pPr>
            <a:r>
              <a:rPr lang="en-US" sz="1600" dirty="0">
                <a:solidFill>
                  <a:srgbClr val="000000">
                    <a:alpha val="100000"/>
                  </a:srgbClr>
                </a:solidFill>
                <a:ea typeface="Stapel" pitchFamily="34" charset="-122"/>
                <a:cs typeface="Stapel" pitchFamily="34" charset="-120"/>
              </a:rPr>
              <a:t>Здесь должен быть </a:t>
            </a:r>
            <a:endParaRPr lang="en-US" sz="1600" dirty="0"/>
          </a:p>
          <a:p>
            <a:pPr>
              <a:lnSpc>
                <a:spcPts val="1760"/>
              </a:lnSpc>
            </a:pPr>
            <a:r>
              <a:rPr lang="en-US" sz="1600" dirty="0">
                <a:solidFill>
                  <a:srgbClr val="000000">
                    <a:alpha val="100000"/>
                  </a:srgbClr>
                </a:solidFill>
                <a:ea typeface="Stapel" pitchFamily="34" charset="-122"/>
                <a:cs typeface="Stapel" pitchFamily="34" charset="-120"/>
              </a:rPr>
              <a:t>ваш заголовок</a:t>
            </a:r>
            <a:endParaRPr lang="en-US" sz="1600" dirty="0"/>
          </a:p>
        </p:txBody>
      </p:sp>
      <p:sp>
        <p:nvSpPr>
          <p:cNvPr id="62" name="Text 26">
            <a:extLst>
              <a:ext uri="{FF2B5EF4-FFF2-40B4-BE49-F238E27FC236}">
                <a16:creationId xmlns:a16="http://schemas.microsoft.com/office/drawing/2014/main" id="{A842A818-8480-EFF9-75C1-4819530C905C}"/>
              </a:ext>
            </a:extLst>
          </p:cNvPr>
          <p:cNvSpPr/>
          <p:nvPr/>
        </p:nvSpPr>
        <p:spPr>
          <a:xfrm>
            <a:off x="1371593" y="4203600"/>
            <a:ext cx="2607720" cy="462691"/>
          </a:xfrm>
          <a:prstGeom prst="rect">
            <a:avLst/>
          </a:prstGeom>
          <a:noFill/>
          <a:ln/>
        </p:spPr>
        <p:txBody>
          <a:bodyPr wrap="square" lIns="0" tIns="0" rIns="0" bIns="0" rtlCol="0" anchor="t">
            <a:spAutoFit/>
          </a:bodyPr>
          <a:lstStyle/>
          <a:p>
            <a:pPr>
              <a:lnSpc>
                <a:spcPts val="1760"/>
              </a:lnSpc>
            </a:pPr>
            <a:r>
              <a:rPr lang="en-US" sz="1600" dirty="0">
                <a:solidFill>
                  <a:srgbClr val="000000">
                    <a:alpha val="100000"/>
                  </a:srgbClr>
                </a:solidFill>
                <a:ea typeface="Stapel" pitchFamily="34" charset="-122"/>
                <a:cs typeface="Stapel" pitchFamily="34" charset="-120"/>
              </a:rPr>
              <a:t>Здесь должен быть </a:t>
            </a:r>
            <a:endParaRPr lang="en-US" sz="1600" dirty="0"/>
          </a:p>
          <a:p>
            <a:pPr>
              <a:lnSpc>
                <a:spcPts val="1760"/>
              </a:lnSpc>
            </a:pPr>
            <a:r>
              <a:rPr lang="en-US" sz="1600" dirty="0">
                <a:solidFill>
                  <a:srgbClr val="000000">
                    <a:alpha val="100000"/>
                  </a:srgbClr>
                </a:solidFill>
                <a:ea typeface="Stapel" pitchFamily="34" charset="-122"/>
                <a:cs typeface="Stapel" pitchFamily="34" charset="-120"/>
              </a:rPr>
              <a:t>ваш заголовок</a:t>
            </a:r>
            <a:endParaRPr lang="en-US" sz="1600" dirty="0"/>
          </a:p>
        </p:txBody>
      </p:sp>
      <p:sp>
        <p:nvSpPr>
          <p:cNvPr id="63" name="Text 35">
            <a:extLst>
              <a:ext uri="{FF2B5EF4-FFF2-40B4-BE49-F238E27FC236}">
                <a16:creationId xmlns:a16="http://schemas.microsoft.com/office/drawing/2014/main" id="{BD00B073-3163-A3E5-C29D-28BB72747172}"/>
              </a:ext>
            </a:extLst>
          </p:cNvPr>
          <p:cNvSpPr/>
          <p:nvPr/>
        </p:nvSpPr>
        <p:spPr>
          <a:xfrm>
            <a:off x="1371593" y="5505180"/>
            <a:ext cx="2607720" cy="462691"/>
          </a:xfrm>
          <a:prstGeom prst="rect">
            <a:avLst/>
          </a:prstGeom>
          <a:noFill/>
          <a:ln/>
        </p:spPr>
        <p:txBody>
          <a:bodyPr wrap="square" lIns="0" tIns="0" rIns="0" bIns="0" rtlCol="0" anchor="t">
            <a:spAutoFit/>
          </a:bodyPr>
          <a:lstStyle/>
          <a:p>
            <a:pPr>
              <a:lnSpc>
                <a:spcPts val="1760"/>
              </a:lnSpc>
            </a:pPr>
            <a:r>
              <a:rPr lang="en-US" sz="1600" dirty="0">
                <a:solidFill>
                  <a:srgbClr val="000000">
                    <a:alpha val="100000"/>
                  </a:srgbClr>
                </a:solidFill>
                <a:ea typeface="Stapel" pitchFamily="34" charset="-122"/>
                <a:cs typeface="Stapel" pitchFamily="34" charset="-120"/>
              </a:rPr>
              <a:t>Здесь должен быть </a:t>
            </a:r>
            <a:endParaRPr lang="en-US" sz="1600" dirty="0"/>
          </a:p>
          <a:p>
            <a:pPr>
              <a:lnSpc>
                <a:spcPts val="1760"/>
              </a:lnSpc>
            </a:pPr>
            <a:r>
              <a:rPr lang="en-US" sz="1600" dirty="0">
                <a:solidFill>
                  <a:srgbClr val="000000">
                    <a:alpha val="100000"/>
                  </a:srgbClr>
                </a:solidFill>
                <a:ea typeface="Stapel" pitchFamily="34" charset="-122"/>
                <a:cs typeface="Stapel" pitchFamily="34" charset="-120"/>
              </a:rPr>
              <a:t>ваш заголовок</a:t>
            </a:r>
            <a:endParaRPr lang="en-US" sz="1600" dirty="0"/>
          </a:p>
        </p:txBody>
      </p:sp>
      <p:sp>
        <p:nvSpPr>
          <p:cNvPr id="64" name="Text 11">
            <a:extLst>
              <a:ext uri="{FF2B5EF4-FFF2-40B4-BE49-F238E27FC236}">
                <a16:creationId xmlns:a16="http://schemas.microsoft.com/office/drawing/2014/main" id="{86EA2A70-069E-C54B-F84F-3A84B74F4904}"/>
              </a:ext>
            </a:extLst>
          </p:cNvPr>
          <p:cNvSpPr/>
          <p:nvPr/>
        </p:nvSpPr>
        <p:spPr>
          <a:xfrm>
            <a:off x="4419577" y="1600438"/>
            <a:ext cx="7255896" cy="424668"/>
          </a:xfrm>
          <a:prstGeom prst="rect">
            <a:avLst/>
          </a:prstGeom>
          <a:noFill/>
          <a:ln/>
        </p:spPr>
        <p:txBody>
          <a:bodyPr wrap="square" lIns="0" tIns="0" rIns="0" bIns="0" rtlCol="0" anchor="t">
            <a:spAutoFit/>
          </a:bodyPr>
          <a:lstStyle/>
          <a:p>
            <a:pPr marL="144000" lvl="1" indent="-144000">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a:p>
            <a:pPr marL="144000" lvl="1" indent="-144000">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a:t>
            </a:r>
            <a:endParaRPr lang="en-US" sz="1000" dirty="0"/>
          </a:p>
        </p:txBody>
      </p:sp>
      <p:sp>
        <p:nvSpPr>
          <p:cNvPr id="65" name="Text 20">
            <a:extLst>
              <a:ext uri="{FF2B5EF4-FFF2-40B4-BE49-F238E27FC236}">
                <a16:creationId xmlns:a16="http://schemas.microsoft.com/office/drawing/2014/main" id="{B26CAEF1-133D-03D9-E757-70B06EBAE117}"/>
              </a:ext>
            </a:extLst>
          </p:cNvPr>
          <p:cNvSpPr/>
          <p:nvPr/>
        </p:nvSpPr>
        <p:spPr>
          <a:xfrm>
            <a:off x="4419577" y="2902018"/>
            <a:ext cx="7255896" cy="424668"/>
          </a:xfrm>
          <a:prstGeom prst="rect">
            <a:avLst/>
          </a:prstGeom>
          <a:noFill/>
          <a:ln/>
        </p:spPr>
        <p:txBody>
          <a:bodyPr wrap="square" lIns="0" tIns="0" rIns="0" bIns="0" rtlCol="0" anchor="t">
            <a:spAutoFit/>
          </a:bodyPr>
          <a:lstStyle/>
          <a:p>
            <a:pPr marL="144000" lvl="1" indent="-144000">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a:p>
            <a:pPr marL="144000" lvl="1" indent="-144000">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a:t>
            </a:r>
            <a:endParaRPr lang="en-US" sz="1000" dirty="0"/>
          </a:p>
        </p:txBody>
      </p:sp>
      <p:sp>
        <p:nvSpPr>
          <p:cNvPr id="66" name="Text 29">
            <a:extLst>
              <a:ext uri="{FF2B5EF4-FFF2-40B4-BE49-F238E27FC236}">
                <a16:creationId xmlns:a16="http://schemas.microsoft.com/office/drawing/2014/main" id="{29D7F3B2-D785-5EAE-DDEE-249F20046A54}"/>
              </a:ext>
            </a:extLst>
          </p:cNvPr>
          <p:cNvSpPr/>
          <p:nvPr/>
        </p:nvSpPr>
        <p:spPr>
          <a:xfrm>
            <a:off x="4419577" y="4203599"/>
            <a:ext cx="7255896" cy="424668"/>
          </a:xfrm>
          <a:prstGeom prst="rect">
            <a:avLst/>
          </a:prstGeom>
          <a:noFill/>
          <a:ln/>
        </p:spPr>
        <p:txBody>
          <a:bodyPr wrap="square" lIns="0" tIns="0" rIns="0" bIns="0" rtlCol="0" anchor="t">
            <a:spAutoFit/>
          </a:bodyPr>
          <a:lstStyle/>
          <a:p>
            <a:pPr marL="144000" lvl="1" indent="-144000">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a:p>
            <a:pPr marL="144000" lvl="1" indent="-144000">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a:t>
            </a:r>
            <a:endParaRPr lang="en-US" sz="1000" dirty="0"/>
          </a:p>
        </p:txBody>
      </p:sp>
      <p:sp>
        <p:nvSpPr>
          <p:cNvPr id="67" name="Text 38">
            <a:extLst>
              <a:ext uri="{FF2B5EF4-FFF2-40B4-BE49-F238E27FC236}">
                <a16:creationId xmlns:a16="http://schemas.microsoft.com/office/drawing/2014/main" id="{6280412A-37F0-012E-775F-E819089A19F4}"/>
              </a:ext>
            </a:extLst>
          </p:cNvPr>
          <p:cNvSpPr/>
          <p:nvPr/>
        </p:nvSpPr>
        <p:spPr>
          <a:xfrm>
            <a:off x="4419577" y="5505179"/>
            <a:ext cx="7255896" cy="424668"/>
          </a:xfrm>
          <a:prstGeom prst="rect">
            <a:avLst/>
          </a:prstGeom>
          <a:noFill/>
          <a:ln/>
        </p:spPr>
        <p:txBody>
          <a:bodyPr wrap="square" lIns="0" tIns="0" rIns="0" bIns="0" rtlCol="0" anchor="t">
            <a:spAutoFit/>
          </a:bodyPr>
          <a:lstStyle/>
          <a:p>
            <a:pPr marL="144000" lvl="1" indent="-144000">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a:t>
            </a:r>
            <a:endParaRPr lang="en-US" sz="1000" dirty="0"/>
          </a:p>
          <a:p>
            <a:pPr marL="144000" lvl="1" indent="-144000">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a:t>
            </a:r>
            <a:endParaRPr lang="en-US" sz="1000" dirty="0"/>
          </a:p>
        </p:txBody>
      </p:sp>
      <p:sp>
        <p:nvSpPr>
          <p:cNvPr id="11" name="Номер слайда 5">
            <a:extLst>
              <a:ext uri="{FF2B5EF4-FFF2-40B4-BE49-F238E27FC236}">
                <a16:creationId xmlns:a16="http://schemas.microsoft.com/office/drawing/2014/main" id="{4343FB27-9C26-47B1-962B-F3CFA13A0B7A}"/>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102</a:t>
            </a:fld>
            <a:endParaRPr lang="ru-RU" dirty="0"/>
          </a:p>
        </p:txBody>
      </p:sp>
      <p:sp>
        <p:nvSpPr>
          <p:cNvPr id="3" name="Заголовок 2">
            <a:extLst>
              <a:ext uri="{FF2B5EF4-FFF2-40B4-BE49-F238E27FC236}">
                <a16:creationId xmlns:a16="http://schemas.microsoft.com/office/drawing/2014/main" id="{5B630185-C795-3F9B-2A6A-016D2F419EEC}"/>
              </a:ext>
            </a:extLst>
          </p:cNvPr>
          <p:cNvSpPr>
            <a:spLocks noGrp="1"/>
          </p:cNvSpPr>
          <p:nvPr>
            <p:ph type="title"/>
          </p:nvPr>
        </p:nvSpPr>
        <p:spPr/>
        <p:txBody>
          <a:bodyPr/>
          <a:lstStyle/>
          <a:p>
            <a:r>
              <a:rPr lang="ru-RU" dirty="0"/>
              <a:t>Список с иконками и пояснениями</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ext 1"/>
          <p:cNvSpPr/>
          <p:nvPr/>
        </p:nvSpPr>
        <p:spPr>
          <a:xfrm>
            <a:off x="355599" y="1397265"/>
            <a:ext cx="1800000" cy="313226"/>
          </a:xfrm>
          <a:prstGeom prst="rect">
            <a:avLst/>
          </a:prstGeom>
          <a:noFill/>
          <a:ln/>
        </p:spPr>
        <p:txBody>
          <a:bodyPr wrap="square" lIns="0" tIns="0" rIns="0" bIns="0" rtlCol="0" anchor="t"/>
          <a:lstStyle/>
          <a:p>
            <a:pPr>
              <a:lnSpc>
                <a:spcPts val="1800"/>
              </a:lnSpc>
            </a:pPr>
            <a:r>
              <a:rPr lang="en-US" sz="2000" kern="0" spc="-20" dirty="0">
                <a:solidFill>
                  <a:srgbClr val="000000">
                    <a:alpha val="100000"/>
                  </a:srgbClr>
                </a:solidFill>
                <a:ea typeface="Stapel" pitchFamily="34" charset="-122"/>
                <a:cs typeface="Stapel" pitchFamily="34" charset="-120"/>
              </a:rPr>
              <a:t>Отрасль 1</a:t>
            </a:r>
            <a:endParaRPr lang="en-US" sz="2000" dirty="0"/>
          </a:p>
        </p:txBody>
      </p:sp>
      <p:sp>
        <p:nvSpPr>
          <p:cNvPr id="5" name="Text 2"/>
          <p:cNvSpPr/>
          <p:nvPr/>
        </p:nvSpPr>
        <p:spPr>
          <a:xfrm>
            <a:off x="3251184" y="1397265"/>
            <a:ext cx="1800000" cy="313226"/>
          </a:xfrm>
          <a:prstGeom prst="rect">
            <a:avLst/>
          </a:prstGeom>
          <a:noFill/>
          <a:ln/>
        </p:spPr>
        <p:txBody>
          <a:bodyPr wrap="square" lIns="0" tIns="0" rIns="0" bIns="0" rtlCol="0" anchor="t"/>
          <a:lstStyle/>
          <a:p>
            <a:pPr>
              <a:lnSpc>
                <a:spcPts val="1800"/>
              </a:lnSpc>
            </a:pPr>
            <a:r>
              <a:rPr lang="en-US" sz="2000" kern="0" spc="-20" dirty="0">
                <a:solidFill>
                  <a:srgbClr val="000000">
                    <a:alpha val="100000"/>
                  </a:srgbClr>
                </a:solidFill>
                <a:ea typeface="Stapel" pitchFamily="34" charset="-122"/>
                <a:cs typeface="Stapel" pitchFamily="34" charset="-120"/>
              </a:rPr>
              <a:t>Отрасль 2</a:t>
            </a:r>
            <a:endParaRPr lang="en-US" sz="2000" dirty="0"/>
          </a:p>
        </p:txBody>
      </p:sp>
      <p:sp>
        <p:nvSpPr>
          <p:cNvPr id="6" name="Text 3"/>
          <p:cNvSpPr/>
          <p:nvPr/>
        </p:nvSpPr>
        <p:spPr>
          <a:xfrm>
            <a:off x="6146769" y="1397265"/>
            <a:ext cx="1800000" cy="313226"/>
          </a:xfrm>
          <a:prstGeom prst="rect">
            <a:avLst/>
          </a:prstGeom>
          <a:noFill/>
          <a:ln/>
        </p:spPr>
        <p:txBody>
          <a:bodyPr wrap="square" lIns="0" tIns="0" rIns="0" bIns="0" rtlCol="0" anchor="t"/>
          <a:lstStyle/>
          <a:p>
            <a:pPr>
              <a:lnSpc>
                <a:spcPts val="1800"/>
              </a:lnSpc>
            </a:pPr>
            <a:r>
              <a:rPr lang="en-US" sz="2000" kern="0" spc="-20" dirty="0">
                <a:solidFill>
                  <a:srgbClr val="000000">
                    <a:alpha val="100000"/>
                  </a:srgbClr>
                </a:solidFill>
                <a:ea typeface="Stapel" pitchFamily="34" charset="-122"/>
                <a:cs typeface="Stapel" pitchFamily="34" charset="-120"/>
              </a:rPr>
              <a:t>Отрасль 3</a:t>
            </a:r>
            <a:endParaRPr lang="en-US" sz="2000" dirty="0"/>
          </a:p>
        </p:txBody>
      </p:sp>
      <p:sp>
        <p:nvSpPr>
          <p:cNvPr id="7" name="Text 4"/>
          <p:cNvSpPr/>
          <p:nvPr/>
        </p:nvSpPr>
        <p:spPr>
          <a:xfrm>
            <a:off x="9042353" y="1397265"/>
            <a:ext cx="1800000" cy="313226"/>
          </a:xfrm>
          <a:prstGeom prst="rect">
            <a:avLst/>
          </a:prstGeom>
          <a:noFill/>
          <a:ln/>
        </p:spPr>
        <p:txBody>
          <a:bodyPr wrap="square" lIns="0" tIns="0" rIns="0" bIns="0" rtlCol="0" anchor="t"/>
          <a:lstStyle/>
          <a:p>
            <a:pPr>
              <a:lnSpc>
                <a:spcPts val="1800"/>
              </a:lnSpc>
            </a:pPr>
            <a:r>
              <a:rPr lang="en-US" sz="2000" kern="0" spc="-20" dirty="0">
                <a:solidFill>
                  <a:srgbClr val="000000">
                    <a:alpha val="100000"/>
                  </a:srgbClr>
                </a:solidFill>
                <a:ea typeface="Stapel" pitchFamily="34" charset="-122"/>
                <a:cs typeface="Stapel" pitchFamily="34" charset="-120"/>
              </a:rPr>
              <a:t>Отрасль 4</a:t>
            </a:r>
            <a:endParaRPr lang="en-US" sz="2000" dirty="0"/>
          </a:p>
        </p:txBody>
      </p:sp>
      <p:sp>
        <p:nvSpPr>
          <p:cNvPr id="9" name="Shape 6"/>
          <p:cNvSpPr/>
          <p:nvPr/>
        </p:nvSpPr>
        <p:spPr>
          <a:xfrm>
            <a:off x="355599" y="1829008"/>
            <a:ext cx="2793985" cy="939678"/>
          </a:xfrm>
          <a:prstGeom prst="rect">
            <a:avLst/>
          </a:prstGeom>
          <a:solidFill>
            <a:srgbClr val="FFFFFF">
              <a:alpha val="100000"/>
            </a:srgbClr>
          </a:solidFill>
          <a:ln/>
        </p:spPr>
      </p:sp>
      <p:sp>
        <p:nvSpPr>
          <p:cNvPr id="10" name="Shape 7"/>
          <p:cNvSpPr/>
          <p:nvPr/>
        </p:nvSpPr>
        <p:spPr>
          <a:xfrm>
            <a:off x="3251184" y="1829008"/>
            <a:ext cx="2793985" cy="939678"/>
          </a:xfrm>
          <a:prstGeom prst="rect">
            <a:avLst/>
          </a:prstGeom>
          <a:solidFill>
            <a:srgbClr val="FFFFFF">
              <a:alpha val="100000"/>
            </a:srgbClr>
          </a:solidFill>
          <a:ln/>
        </p:spPr>
      </p:sp>
      <p:sp>
        <p:nvSpPr>
          <p:cNvPr id="11" name="Shape 8"/>
          <p:cNvSpPr/>
          <p:nvPr/>
        </p:nvSpPr>
        <p:spPr>
          <a:xfrm>
            <a:off x="6146768" y="1829008"/>
            <a:ext cx="2793985" cy="939678"/>
          </a:xfrm>
          <a:prstGeom prst="rect">
            <a:avLst/>
          </a:prstGeom>
          <a:solidFill>
            <a:srgbClr val="FFFFFF">
              <a:alpha val="100000"/>
            </a:srgbClr>
          </a:solidFill>
          <a:ln/>
        </p:spPr>
      </p:sp>
      <p:sp>
        <p:nvSpPr>
          <p:cNvPr id="12" name="Shape 9"/>
          <p:cNvSpPr/>
          <p:nvPr/>
        </p:nvSpPr>
        <p:spPr>
          <a:xfrm>
            <a:off x="9042353" y="1829008"/>
            <a:ext cx="2793985" cy="939678"/>
          </a:xfrm>
          <a:prstGeom prst="rect">
            <a:avLst/>
          </a:prstGeom>
          <a:solidFill>
            <a:srgbClr val="FFFFFF">
              <a:alpha val="100000"/>
            </a:srgbClr>
          </a:solidFill>
          <a:ln/>
        </p:spPr>
      </p:sp>
      <p:sp>
        <p:nvSpPr>
          <p:cNvPr id="13" name="Shape 10"/>
          <p:cNvSpPr/>
          <p:nvPr/>
        </p:nvSpPr>
        <p:spPr>
          <a:xfrm>
            <a:off x="355599" y="2870273"/>
            <a:ext cx="2793985" cy="939678"/>
          </a:xfrm>
          <a:prstGeom prst="rect">
            <a:avLst/>
          </a:prstGeom>
          <a:solidFill>
            <a:srgbClr val="FFFFFF">
              <a:alpha val="100000"/>
            </a:srgbClr>
          </a:solidFill>
          <a:ln/>
        </p:spPr>
      </p:sp>
      <p:sp>
        <p:nvSpPr>
          <p:cNvPr id="14" name="Shape 11"/>
          <p:cNvSpPr/>
          <p:nvPr/>
        </p:nvSpPr>
        <p:spPr>
          <a:xfrm>
            <a:off x="3251184" y="2870273"/>
            <a:ext cx="2793985" cy="939678"/>
          </a:xfrm>
          <a:prstGeom prst="rect">
            <a:avLst/>
          </a:prstGeom>
          <a:solidFill>
            <a:srgbClr val="FFFFFF">
              <a:alpha val="100000"/>
            </a:srgbClr>
          </a:solidFill>
          <a:ln/>
        </p:spPr>
      </p:sp>
      <p:sp>
        <p:nvSpPr>
          <p:cNvPr id="15" name="Shape 12"/>
          <p:cNvSpPr/>
          <p:nvPr/>
        </p:nvSpPr>
        <p:spPr>
          <a:xfrm>
            <a:off x="6146768" y="2870273"/>
            <a:ext cx="2793985" cy="939678"/>
          </a:xfrm>
          <a:prstGeom prst="rect">
            <a:avLst/>
          </a:prstGeom>
          <a:solidFill>
            <a:srgbClr val="FFFFFF">
              <a:alpha val="100000"/>
            </a:srgbClr>
          </a:solidFill>
          <a:ln/>
        </p:spPr>
      </p:sp>
      <p:sp>
        <p:nvSpPr>
          <p:cNvPr id="16" name="Shape 13"/>
          <p:cNvSpPr/>
          <p:nvPr/>
        </p:nvSpPr>
        <p:spPr>
          <a:xfrm>
            <a:off x="9042353" y="2870273"/>
            <a:ext cx="2793985" cy="939678"/>
          </a:xfrm>
          <a:prstGeom prst="rect">
            <a:avLst/>
          </a:prstGeom>
          <a:solidFill>
            <a:srgbClr val="FFFFFF">
              <a:alpha val="100000"/>
            </a:srgbClr>
          </a:solidFill>
          <a:ln/>
        </p:spPr>
      </p:sp>
      <p:sp>
        <p:nvSpPr>
          <p:cNvPr id="17" name="Shape 14"/>
          <p:cNvSpPr/>
          <p:nvPr/>
        </p:nvSpPr>
        <p:spPr>
          <a:xfrm>
            <a:off x="355599" y="3911537"/>
            <a:ext cx="2793985" cy="939678"/>
          </a:xfrm>
          <a:prstGeom prst="rect">
            <a:avLst/>
          </a:prstGeom>
          <a:solidFill>
            <a:srgbClr val="FFFFFF">
              <a:alpha val="100000"/>
            </a:srgbClr>
          </a:solidFill>
          <a:ln/>
        </p:spPr>
      </p:sp>
      <p:sp>
        <p:nvSpPr>
          <p:cNvPr id="18" name="Shape 15"/>
          <p:cNvSpPr/>
          <p:nvPr/>
        </p:nvSpPr>
        <p:spPr>
          <a:xfrm>
            <a:off x="3251184" y="3911537"/>
            <a:ext cx="2793985" cy="939678"/>
          </a:xfrm>
          <a:prstGeom prst="rect">
            <a:avLst/>
          </a:prstGeom>
          <a:solidFill>
            <a:srgbClr val="FFFFFF">
              <a:alpha val="100000"/>
            </a:srgbClr>
          </a:solidFill>
          <a:ln/>
        </p:spPr>
      </p:sp>
      <p:sp>
        <p:nvSpPr>
          <p:cNvPr id="19" name="Shape 16"/>
          <p:cNvSpPr/>
          <p:nvPr/>
        </p:nvSpPr>
        <p:spPr>
          <a:xfrm>
            <a:off x="6146768" y="3911537"/>
            <a:ext cx="2793985" cy="939678"/>
          </a:xfrm>
          <a:prstGeom prst="rect">
            <a:avLst/>
          </a:prstGeom>
          <a:solidFill>
            <a:srgbClr val="FFFFFF">
              <a:alpha val="100000"/>
            </a:srgbClr>
          </a:solidFill>
          <a:ln/>
        </p:spPr>
      </p:sp>
      <p:sp>
        <p:nvSpPr>
          <p:cNvPr id="20" name="Shape 17"/>
          <p:cNvSpPr/>
          <p:nvPr/>
        </p:nvSpPr>
        <p:spPr>
          <a:xfrm>
            <a:off x="9042353" y="3911537"/>
            <a:ext cx="2793985" cy="939678"/>
          </a:xfrm>
          <a:prstGeom prst="rect">
            <a:avLst/>
          </a:prstGeom>
          <a:solidFill>
            <a:srgbClr val="FFFFFF">
              <a:alpha val="100000"/>
            </a:srgbClr>
          </a:solidFill>
          <a:ln/>
        </p:spPr>
      </p:sp>
      <p:sp>
        <p:nvSpPr>
          <p:cNvPr id="21" name="Shape 18"/>
          <p:cNvSpPr/>
          <p:nvPr/>
        </p:nvSpPr>
        <p:spPr>
          <a:xfrm>
            <a:off x="355599" y="4952801"/>
            <a:ext cx="2793985" cy="939678"/>
          </a:xfrm>
          <a:prstGeom prst="rect">
            <a:avLst/>
          </a:prstGeom>
          <a:solidFill>
            <a:srgbClr val="FFFFFF">
              <a:alpha val="100000"/>
            </a:srgbClr>
          </a:solidFill>
          <a:ln/>
        </p:spPr>
      </p:sp>
      <p:sp>
        <p:nvSpPr>
          <p:cNvPr id="22" name="Shape 19"/>
          <p:cNvSpPr/>
          <p:nvPr/>
        </p:nvSpPr>
        <p:spPr>
          <a:xfrm>
            <a:off x="3251184" y="4952801"/>
            <a:ext cx="2793985" cy="939678"/>
          </a:xfrm>
          <a:prstGeom prst="rect">
            <a:avLst/>
          </a:prstGeom>
          <a:solidFill>
            <a:srgbClr val="FFFFFF">
              <a:alpha val="100000"/>
            </a:srgbClr>
          </a:solidFill>
          <a:ln/>
        </p:spPr>
      </p:sp>
      <p:sp>
        <p:nvSpPr>
          <p:cNvPr id="23" name="Shape 20"/>
          <p:cNvSpPr/>
          <p:nvPr/>
        </p:nvSpPr>
        <p:spPr>
          <a:xfrm>
            <a:off x="6146768" y="4952801"/>
            <a:ext cx="2793985" cy="939678"/>
          </a:xfrm>
          <a:prstGeom prst="rect">
            <a:avLst/>
          </a:prstGeom>
          <a:solidFill>
            <a:srgbClr val="FFFFFF">
              <a:alpha val="100000"/>
            </a:srgbClr>
          </a:solidFill>
          <a:ln/>
        </p:spPr>
      </p:sp>
      <p:sp>
        <p:nvSpPr>
          <p:cNvPr id="24" name="Shape 21"/>
          <p:cNvSpPr/>
          <p:nvPr/>
        </p:nvSpPr>
        <p:spPr>
          <a:xfrm>
            <a:off x="9042353" y="4952801"/>
            <a:ext cx="2793985" cy="939678"/>
          </a:xfrm>
          <a:prstGeom prst="rect">
            <a:avLst/>
          </a:prstGeom>
          <a:solidFill>
            <a:srgbClr val="FFFFFF">
              <a:alpha val="100000"/>
            </a:srgbClr>
          </a:solidFill>
          <a:ln/>
        </p:spPr>
      </p:sp>
      <p:pic>
        <p:nvPicPr>
          <p:cNvPr id="25"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59085" y="2533767"/>
            <a:ext cx="190499" cy="234919"/>
          </a:xfrm>
          <a:prstGeom prst="rect">
            <a:avLst/>
          </a:prstGeom>
        </p:spPr>
      </p:pic>
      <p:pic>
        <p:nvPicPr>
          <p:cNvPr id="26" name="Image 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54670" y="2533767"/>
            <a:ext cx="190499" cy="234919"/>
          </a:xfrm>
          <a:prstGeom prst="rect">
            <a:avLst/>
          </a:prstGeom>
        </p:spPr>
      </p:pic>
      <p:pic>
        <p:nvPicPr>
          <p:cNvPr id="27" name="Image 3"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50255" y="2533767"/>
            <a:ext cx="190499" cy="234919"/>
          </a:xfrm>
          <a:prstGeom prst="rect">
            <a:avLst/>
          </a:prstGeom>
        </p:spPr>
      </p:pic>
      <p:pic>
        <p:nvPicPr>
          <p:cNvPr id="28" name="Image 4"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5839" y="2533767"/>
            <a:ext cx="190499" cy="234919"/>
          </a:xfrm>
          <a:prstGeom prst="rect">
            <a:avLst/>
          </a:prstGeom>
        </p:spPr>
      </p:pic>
      <p:pic>
        <p:nvPicPr>
          <p:cNvPr id="29" name="Image 5"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59085" y="3575031"/>
            <a:ext cx="190499" cy="234919"/>
          </a:xfrm>
          <a:prstGeom prst="rect">
            <a:avLst/>
          </a:prstGeom>
        </p:spPr>
      </p:pic>
      <p:pic>
        <p:nvPicPr>
          <p:cNvPr id="30" name="Image 6"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54670" y="3575031"/>
            <a:ext cx="190499" cy="234919"/>
          </a:xfrm>
          <a:prstGeom prst="rect">
            <a:avLst/>
          </a:prstGeom>
        </p:spPr>
      </p:pic>
      <p:pic>
        <p:nvPicPr>
          <p:cNvPr id="31" name="Image 7"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50255" y="3575031"/>
            <a:ext cx="190499" cy="234919"/>
          </a:xfrm>
          <a:prstGeom prst="rect">
            <a:avLst/>
          </a:prstGeom>
        </p:spPr>
      </p:pic>
      <p:pic>
        <p:nvPicPr>
          <p:cNvPr id="32" name="Image 8"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5839" y="3575031"/>
            <a:ext cx="190499" cy="234919"/>
          </a:xfrm>
          <a:prstGeom prst="rect">
            <a:avLst/>
          </a:prstGeom>
        </p:spPr>
      </p:pic>
      <p:pic>
        <p:nvPicPr>
          <p:cNvPr id="33" name="Image 9"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59085" y="4616296"/>
            <a:ext cx="190499" cy="234919"/>
          </a:xfrm>
          <a:prstGeom prst="rect">
            <a:avLst/>
          </a:prstGeom>
        </p:spPr>
      </p:pic>
      <p:pic>
        <p:nvPicPr>
          <p:cNvPr id="34" name="Image 1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54670" y="4616296"/>
            <a:ext cx="190499" cy="234919"/>
          </a:xfrm>
          <a:prstGeom prst="rect">
            <a:avLst/>
          </a:prstGeom>
        </p:spPr>
      </p:pic>
      <p:pic>
        <p:nvPicPr>
          <p:cNvPr id="35" name="Image 1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50255" y="4616296"/>
            <a:ext cx="190499" cy="234919"/>
          </a:xfrm>
          <a:prstGeom prst="rect">
            <a:avLst/>
          </a:prstGeom>
        </p:spPr>
      </p:pic>
      <p:pic>
        <p:nvPicPr>
          <p:cNvPr id="36" name="Image 1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5839" y="4616296"/>
            <a:ext cx="190499" cy="234919"/>
          </a:xfrm>
          <a:prstGeom prst="rect">
            <a:avLst/>
          </a:prstGeom>
        </p:spPr>
      </p:pic>
      <p:pic>
        <p:nvPicPr>
          <p:cNvPr id="37" name="Image 13"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59085" y="5657560"/>
            <a:ext cx="190499" cy="234919"/>
          </a:xfrm>
          <a:prstGeom prst="rect">
            <a:avLst/>
          </a:prstGeom>
        </p:spPr>
      </p:pic>
      <p:pic>
        <p:nvPicPr>
          <p:cNvPr id="38" name="Image 14"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54670" y="5657560"/>
            <a:ext cx="190499" cy="234919"/>
          </a:xfrm>
          <a:prstGeom prst="rect">
            <a:avLst/>
          </a:prstGeom>
        </p:spPr>
      </p:pic>
      <p:pic>
        <p:nvPicPr>
          <p:cNvPr id="39" name="Image 15"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50255" y="5657560"/>
            <a:ext cx="190499" cy="234919"/>
          </a:xfrm>
          <a:prstGeom prst="rect">
            <a:avLst/>
          </a:prstGeom>
        </p:spPr>
      </p:pic>
      <p:pic>
        <p:nvPicPr>
          <p:cNvPr id="40" name="Image 16"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5839" y="5657560"/>
            <a:ext cx="190499" cy="234919"/>
          </a:xfrm>
          <a:prstGeom prst="rect">
            <a:avLst/>
          </a:prstGeom>
        </p:spPr>
      </p:pic>
      <p:sp>
        <p:nvSpPr>
          <p:cNvPr id="41" name="Text 22"/>
          <p:cNvSpPr/>
          <p:nvPr/>
        </p:nvSpPr>
        <p:spPr>
          <a:xfrm>
            <a:off x="507996" y="1960225"/>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42" name="Text 23"/>
          <p:cNvSpPr/>
          <p:nvPr/>
        </p:nvSpPr>
        <p:spPr>
          <a:xfrm>
            <a:off x="3403581" y="1960225"/>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43" name="Text 24"/>
          <p:cNvSpPr/>
          <p:nvPr/>
        </p:nvSpPr>
        <p:spPr>
          <a:xfrm>
            <a:off x="6299166" y="1960225"/>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44" name="Text 25"/>
          <p:cNvSpPr/>
          <p:nvPr/>
        </p:nvSpPr>
        <p:spPr>
          <a:xfrm>
            <a:off x="9194751" y="1960225"/>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45" name="Text 26"/>
          <p:cNvSpPr/>
          <p:nvPr/>
        </p:nvSpPr>
        <p:spPr>
          <a:xfrm>
            <a:off x="507996" y="3001489"/>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46" name="Text 27"/>
          <p:cNvSpPr/>
          <p:nvPr/>
        </p:nvSpPr>
        <p:spPr>
          <a:xfrm>
            <a:off x="3403581" y="3001489"/>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47" name="Text 28"/>
          <p:cNvSpPr/>
          <p:nvPr/>
        </p:nvSpPr>
        <p:spPr>
          <a:xfrm>
            <a:off x="6299166" y="3001489"/>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48" name="Text 29"/>
          <p:cNvSpPr/>
          <p:nvPr/>
        </p:nvSpPr>
        <p:spPr>
          <a:xfrm>
            <a:off x="9194751" y="3001489"/>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49" name="Text 30"/>
          <p:cNvSpPr/>
          <p:nvPr/>
        </p:nvSpPr>
        <p:spPr>
          <a:xfrm>
            <a:off x="507996" y="4042754"/>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50" name="Text 31"/>
          <p:cNvSpPr/>
          <p:nvPr/>
        </p:nvSpPr>
        <p:spPr>
          <a:xfrm>
            <a:off x="3403581" y="4042754"/>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51" name="Text 32"/>
          <p:cNvSpPr/>
          <p:nvPr/>
        </p:nvSpPr>
        <p:spPr>
          <a:xfrm>
            <a:off x="6299166" y="4042754"/>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52" name="Text 33"/>
          <p:cNvSpPr/>
          <p:nvPr/>
        </p:nvSpPr>
        <p:spPr>
          <a:xfrm>
            <a:off x="9194751" y="4042754"/>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53" name="Text 34"/>
          <p:cNvSpPr/>
          <p:nvPr/>
        </p:nvSpPr>
        <p:spPr>
          <a:xfrm>
            <a:off x="507996" y="5084018"/>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54" name="Text 35"/>
          <p:cNvSpPr/>
          <p:nvPr/>
        </p:nvSpPr>
        <p:spPr>
          <a:xfrm>
            <a:off x="3403581" y="5084018"/>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55" name="Text 36"/>
          <p:cNvSpPr/>
          <p:nvPr/>
        </p:nvSpPr>
        <p:spPr>
          <a:xfrm>
            <a:off x="6299166" y="5084018"/>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56" name="Text 37"/>
          <p:cNvSpPr/>
          <p:nvPr/>
        </p:nvSpPr>
        <p:spPr>
          <a:xfrm>
            <a:off x="9194751" y="5084018"/>
            <a:ext cx="1800000"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Название компании</a:t>
            </a:r>
            <a:endParaRPr lang="en-US" sz="1000" dirty="0"/>
          </a:p>
        </p:txBody>
      </p:sp>
      <p:sp>
        <p:nvSpPr>
          <p:cNvPr id="57" name="Text 38"/>
          <p:cNvSpPr/>
          <p:nvPr/>
        </p:nvSpPr>
        <p:spPr>
          <a:xfrm>
            <a:off x="2641586" y="1960225"/>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58" name="Text 39"/>
          <p:cNvSpPr/>
          <p:nvPr/>
        </p:nvSpPr>
        <p:spPr>
          <a:xfrm>
            <a:off x="5537171" y="1960225"/>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59" name="Text 40"/>
          <p:cNvSpPr/>
          <p:nvPr/>
        </p:nvSpPr>
        <p:spPr>
          <a:xfrm>
            <a:off x="8432756" y="1960225"/>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60" name="Text 41"/>
          <p:cNvSpPr/>
          <p:nvPr/>
        </p:nvSpPr>
        <p:spPr>
          <a:xfrm>
            <a:off x="11328341" y="1960225"/>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61" name="Text 42"/>
          <p:cNvSpPr/>
          <p:nvPr/>
        </p:nvSpPr>
        <p:spPr>
          <a:xfrm>
            <a:off x="2641586" y="3001489"/>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62" name="Text 43"/>
          <p:cNvSpPr/>
          <p:nvPr/>
        </p:nvSpPr>
        <p:spPr>
          <a:xfrm>
            <a:off x="5537171" y="3001489"/>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63" name="Text 44"/>
          <p:cNvSpPr/>
          <p:nvPr/>
        </p:nvSpPr>
        <p:spPr>
          <a:xfrm>
            <a:off x="8432756" y="3001489"/>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64" name="Text 45"/>
          <p:cNvSpPr/>
          <p:nvPr/>
        </p:nvSpPr>
        <p:spPr>
          <a:xfrm>
            <a:off x="11328341" y="3001489"/>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65" name="Text 46"/>
          <p:cNvSpPr/>
          <p:nvPr/>
        </p:nvSpPr>
        <p:spPr>
          <a:xfrm>
            <a:off x="2641586" y="4042754"/>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66" name="Text 47"/>
          <p:cNvSpPr/>
          <p:nvPr/>
        </p:nvSpPr>
        <p:spPr>
          <a:xfrm>
            <a:off x="5537171" y="4042754"/>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67" name="Text 48"/>
          <p:cNvSpPr/>
          <p:nvPr/>
        </p:nvSpPr>
        <p:spPr>
          <a:xfrm>
            <a:off x="8432756" y="4042754"/>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68" name="Text 49"/>
          <p:cNvSpPr/>
          <p:nvPr/>
        </p:nvSpPr>
        <p:spPr>
          <a:xfrm>
            <a:off x="11328341" y="4042754"/>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69" name="Text 50"/>
          <p:cNvSpPr/>
          <p:nvPr/>
        </p:nvSpPr>
        <p:spPr>
          <a:xfrm>
            <a:off x="2641586" y="5084018"/>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70" name="Text 51"/>
          <p:cNvSpPr/>
          <p:nvPr/>
        </p:nvSpPr>
        <p:spPr>
          <a:xfrm>
            <a:off x="5537171" y="5084018"/>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71" name="Text 52"/>
          <p:cNvSpPr/>
          <p:nvPr/>
        </p:nvSpPr>
        <p:spPr>
          <a:xfrm>
            <a:off x="8432756" y="5084018"/>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72" name="Text 53"/>
          <p:cNvSpPr/>
          <p:nvPr/>
        </p:nvSpPr>
        <p:spPr>
          <a:xfrm>
            <a:off x="11328341" y="5084018"/>
            <a:ext cx="397931" cy="182010"/>
          </a:xfrm>
          <a:prstGeom prst="rect">
            <a:avLst/>
          </a:prstGeom>
          <a:noFill/>
          <a:ln/>
        </p:spPr>
        <p:txBody>
          <a:bodyPr wrap="square" lIns="0" tIns="0" rIns="0" bIns="0" rtlCol="0" anchor="ctr"/>
          <a:lstStyle/>
          <a:p>
            <a:pPr>
              <a:lnSpc>
                <a:spcPts val="1100"/>
              </a:lnSpc>
            </a:pPr>
            <a:r>
              <a:rPr lang="en-US" sz="1000" dirty="0">
                <a:solidFill>
                  <a:srgbClr val="CF0522">
                    <a:alpha val="100000"/>
                  </a:srgbClr>
                </a:solidFill>
                <a:ea typeface="Stapel" pitchFamily="34" charset="-122"/>
                <a:cs typeface="Stapel" pitchFamily="34" charset="-120"/>
              </a:rPr>
              <a:t>2024</a:t>
            </a:r>
            <a:endParaRPr lang="en-US" sz="1000" dirty="0"/>
          </a:p>
        </p:txBody>
      </p:sp>
      <p:sp>
        <p:nvSpPr>
          <p:cNvPr id="73" name="Text 54"/>
          <p:cNvSpPr/>
          <p:nvPr/>
        </p:nvSpPr>
        <p:spPr>
          <a:xfrm>
            <a:off x="507998" y="2315779"/>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74" name="Text 55"/>
          <p:cNvSpPr/>
          <p:nvPr/>
        </p:nvSpPr>
        <p:spPr>
          <a:xfrm>
            <a:off x="3403583" y="2315779"/>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75" name="Text 56"/>
          <p:cNvSpPr/>
          <p:nvPr/>
        </p:nvSpPr>
        <p:spPr>
          <a:xfrm>
            <a:off x="6299168" y="2315779"/>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76" name="Text 57"/>
          <p:cNvSpPr/>
          <p:nvPr/>
        </p:nvSpPr>
        <p:spPr>
          <a:xfrm>
            <a:off x="9194753" y="2315779"/>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77" name="Text 58"/>
          <p:cNvSpPr/>
          <p:nvPr/>
        </p:nvSpPr>
        <p:spPr>
          <a:xfrm>
            <a:off x="507998" y="3357043"/>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78" name="Text 59"/>
          <p:cNvSpPr/>
          <p:nvPr/>
        </p:nvSpPr>
        <p:spPr>
          <a:xfrm>
            <a:off x="3403583" y="3357043"/>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79" name="Text 60"/>
          <p:cNvSpPr/>
          <p:nvPr/>
        </p:nvSpPr>
        <p:spPr>
          <a:xfrm>
            <a:off x="6299168" y="3357043"/>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80" name="Text 61"/>
          <p:cNvSpPr/>
          <p:nvPr/>
        </p:nvSpPr>
        <p:spPr>
          <a:xfrm>
            <a:off x="9194753" y="3357043"/>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81" name="Text 62"/>
          <p:cNvSpPr/>
          <p:nvPr/>
        </p:nvSpPr>
        <p:spPr>
          <a:xfrm>
            <a:off x="507998" y="4398307"/>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82" name="Text 63"/>
          <p:cNvSpPr/>
          <p:nvPr/>
        </p:nvSpPr>
        <p:spPr>
          <a:xfrm>
            <a:off x="3403583" y="4398307"/>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83" name="Text 64"/>
          <p:cNvSpPr/>
          <p:nvPr/>
        </p:nvSpPr>
        <p:spPr>
          <a:xfrm>
            <a:off x="6299168" y="4398307"/>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84" name="Text 65"/>
          <p:cNvSpPr/>
          <p:nvPr/>
        </p:nvSpPr>
        <p:spPr>
          <a:xfrm>
            <a:off x="9194753" y="4398307"/>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85" name="Text 66"/>
          <p:cNvSpPr/>
          <p:nvPr/>
        </p:nvSpPr>
        <p:spPr>
          <a:xfrm>
            <a:off x="507998" y="5439572"/>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86" name="Text 67"/>
          <p:cNvSpPr/>
          <p:nvPr/>
        </p:nvSpPr>
        <p:spPr>
          <a:xfrm>
            <a:off x="3403583" y="5439572"/>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87" name="Text 68"/>
          <p:cNvSpPr/>
          <p:nvPr/>
        </p:nvSpPr>
        <p:spPr>
          <a:xfrm>
            <a:off x="6299168" y="5439572"/>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88" name="Text 69"/>
          <p:cNvSpPr/>
          <p:nvPr/>
        </p:nvSpPr>
        <p:spPr>
          <a:xfrm>
            <a:off x="9194753" y="5439572"/>
            <a:ext cx="1858424" cy="321692"/>
          </a:xfrm>
          <a:prstGeom prst="rect">
            <a:avLst/>
          </a:prstGeom>
          <a:noFill/>
          <a:ln/>
        </p:spPr>
        <p:txBody>
          <a:bodyPr wrap="square" lIns="0" tIns="0" rIns="0" bIns="0" rtlCol="0" anchor="ctr"/>
          <a:lstStyle/>
          <a:p>
            <a:pPr>
              <a:lnSpc>
                <a:spcPts val="1100"/>
              </a:lnSpc>
            </a:pPr>
            <a:r>
              <a:rPr lang="en-US" sz="1000" dirty="0">
                <a:solidFill>
                  <a:srgbClr val="000000">
                    <a:alpha val="45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45000"/>
                  </a:srgbClr>
                </a:solidFill>
                <a:ea typeface="Stapel" pitchFamily="34" charset="-122"/>
                <a:cs typeface="Stapel" pitchFamily="34" charset="-120"/>
              </a:rPr>
              <a:t>в одну или несколько строк</a:t>
            </a:r>
            <a:endParaRPr lang="en-US" sz="1000" dirty="0"/>
          </a:p>
        </p:txBody>
      </p:sp>
      <p:sp>
        <p:nvSpPr>
          <p:cNvPr id="89" name="Shape 70"/>
          <p:cNvSpPr/>
          <p:nvPr/>
        </p:nvSpPr>
        <p:spPr>
          <a:xfrm>
            <a:off x="355599" y="1816310"/>
            <a:ext cx="2793985" cy="12698"/>
          </a:xfrm>
          <a:prstGeom prst="rect">
            <a:avLst/>
          </a:prstGeom>
          <a:solidFill>
            <a:srgbClr val="000000">
              <a:alpha val="100000"/>
            </a:srgbClr>
          </a:solidFill>
          <a:ln/>
        </p:spPr>
      </p:sp>
      <p:sp>
        <p:nvSpPr>
          <p:cNvPr id="90" name="Shape 71"/>
          <p:cNvSpPr/>
          <p:nvPr/>
        </p:nvSpPr>
        <p:spPr>
          <a:xfrm>
            <a:off x="3251184" y="1816310"/>
            <a:ext cx="2793985" cy="12698"/>
          </a:xfrm>
          <a:prstGeom prst="rect">
            <a:avLst/>
          </a:prstGeom>
          <a:solidFill>
            <a:srgbClr val="000000">
              <a:alpha val="100000"/>
            </a:srgbClr>
          </a:solidFill>
          <a:ln/>
        </p:spPr>
      </p:sp>
      <p:sp>
        <p:nvSpPr>
          <p:cNvPr id="91" name="Shape 72"/>
          <p:cNvSpPr/>
          <p:nvPr/>
        </p:nvSpPr>
        <p:spPr>
          <a:xfrm>
            <a:off x="6146768" y="1816310"/>
            <a:ext cx="2793985" cy="12698"/>
          </a:xfrm>
          <a:prstGeom prst="rect">
            <a:avLst/>
          </a:prstGeom>
          <a:solidFill>
            <a:srgbClr val="000000">
              <a:alpha val="100000"/>
            </a:srgbClr>
          </a:solidFill>
          <a:ln/>
        </p:spPr>
      </p:sp>
      <p:sp>
        <p:nvSpPr>
          <p:cNvPr id="92" name="Shape 73"/>
          <p:cNvSpPr/>
          <p:nvPr/>
        </p:nvSpPr>
        <p:spPr>
          <a:xfrm>
            <a:off x="9042353" y="1816310"/>
            <a:ext cx="2793985" cy="12698"/>
          </a:xfrm>
          <a:prstGeom prst="rect">
            <a:avLst/>
          </a:prstGeom>
          <a:solidFill>
            <a:srgbClr val="000000">
              <a:alpha val="100000"/>
            </a:srgbClr>
          </a:solidFill>
          <a:ln/>
        </p:spPr>
      </p:sp>
      <p:sp>
        <p:nvSpPr>
          <p:cNvPr id="94" name="Номер слайда 5">
            <a:extLst>
              <a:ext uri="{FF2B5EF4-FFF2-40B4-BE49-F238E27FC236}">
                <a16:creationId xmlns:a16="http://schemas.microsoft.com/office/drawing/2014/main" id="{1337B18C-6AF4-81B5-77F9-D58C1BC721AE}"/>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103</a:t>
            </a:fld>
            <a:endParaRPr lang="ru-RU" dirty="0"/>
          </a:p>
        </p:txBody>
      </p:sp>
      <p:sp>
        <p:nvSpPr>
          <p:cNvPr id="3" name="Заголовок 2">
            <a:extLst>
              <a:ext uri="{FF2B5EF4-FFF2-40B4-BE49-F238E27FC236}">
                <a16:creationId xmlns:a16="http://schemas.microsoft.com/office/drawing/2014/main" id="{2273CCF9-FA27-FBAE-0595-01F7C06EC902}"/>
              </a:ext>
            </a:extLst>
          </p:cNvPr>
          <p:cNvSpPr>
            <a:spLocks noGrp="1"/>
          </p:cNvSpPr>
          <p:nvPr>
            <p:ph type="title"/>
          </p:nvPr>
        </p:nvSpPr>
        <p:spPr/>
        <p:txBody>
          <a:bodyPr/>
          <a:lstStyle/>
          <a:p>
            <a:r>
              <a:rPr lang="ru-RU" dirty="0"/>
              <a:t>Опыт (компактный вид по отраслям)</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Shape 2"/>
          <p:cNvSpPr/>
          <p:nvPr/>
        </p:nvSpPr>
        <p:spPr>
          <a:xfrm>
            <a:off x="355599" y="1295678"/>
            <a:ext cx="5689570" cy="2552368"/>
          </a:xfrm>
          <a:prstGeom prst="rect">
            <a:avLst/>
          </a:prstGeom>
          <a:solidFill>
            <a:srgbClr val="FFFFFF">
              <a:alpha val="100000"/>
            </a:srgbClr>
          </a:solidFill>
          <a:ln/>
        </p:spPr>
      </p:sp>
      <p:sp>
        <p:nvSpPr>
          <p:cNvPr id="6" name="Shape 3"/>
          <p:cNvSpPr/>
          <p:nvPr/>
        </p:nvSpPr>
        <p:spPr>
          <a:xfrm>
            <a:off x="558798" y="2971860"/>
            <a:ext cx="5283173" cy="12698"/>
          </a:xfrm>
          <a:prstGeom prst="rect">
            <a:avLst/>
          </a:prstGeom>
          <a:solidFill>
            <a:srgbClr val="000000">
              <a:alpha val="10000"/>
            </a:srgbClr>
          </a:solidFill>
          <a:ln/>
        </p:spPr>
      </p:sp>
      <p:sp>
        <p:nvSpPr>
          <p:cNvPr id="7" name="Shape 4"/>
          <p:cNvSpPr/>
          <p:nvPr/>
        </p:nvSpPr>
        <p:spPr>
          <a:xfrm>
            <a:off x="406399" y="1346471"/>
            <a:ext cx="5587971" cy="761901"/>
          </a:xfrm>
          <a:prstGeom prst="rect">
            <a:avLst/>
          </a:prstGeom>
          <a:solidFill>
            <a:srgbClr val="CF0522">
              <a:alpha val="10000"/>
            </a:srgbClr>
          </a:solidFill>
          <a:ln/>
        </p:spPr>
      </p:sp>
      <p:sp>
        <p:nvSpPr>
          <p:cNvPr id="8" name="Text 5"/>
          <p:cNvSpPr/>
          <p:nvPr/>
        </p:nvSpPr>
        <p:spPr>
          <a:xfrm>
            <a:off x="558797" y="1498851"/>
            <a:ext cx="2519672"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Название компании</a:t>
            </a:r>
            <a:endParaRPr lang="en-US" sz="1600" dirty="0"/>
          </a:p>
        </p:txBody>
      </p:sp>
      <p:sp>
        <p:nvSpPr>
          <p:cNvPr id="9" name="Text 6"/>
          <p:cNvSpPr/>
          <p:nvPr/>
        </p:nvSpPr>
        <p:spPr>
          <a:xfrm>
            <a:off x="3251183" y="1541179"/>
            <a:ext cx="2519672" cy="321692"/>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в одну или несколько строк</a:t>
            </a:r>
            <a:endParaRPr lang="en-US" sz="1000" dirty="0"/>
          </a:p>
        </p:txBody>
      </p:sp>
      <p:sp>
        <p:nvSpPr>
          <p:cNvPr id="10" name="Text 7"/>
          <p:cNvSpPr/>
          <p:nvPr/>
        </p:nvSpPr>
        <p:spPr>
          <a:xfrm>
            <a:off x="558797" y="1738004"/>
            <a:ext cx="2519672"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2024</a:t>
            </a:r>
            <a:endParaRPr lang="en-US" sz="1000" dirty="0"/>
          </a:p>
        </p:txBody>
      </p:sp>
      <p:sp>
        <p:nvSpPr>
          <p:cNvPr id="11" name="Text 8"/>
          <p:cNvSpPr/>
          <p:nvPr/>
        </p:nvSpPr>
        <p:spPr>
          <a:xfrm>
            <a:off x="3060684" y="2239589"/>
            <a:ext cx="2789637" cy="601055"/>
          </a:xfrm>
          <a:prstGeom prst="rect">
            <a:avLst/>
          </a:prstGeom>
          <a:noFill/>
          <a:ln/>
        </p:spPr>
        <p:txBody>
          <a:bodyPr wrap="square" lIns="0" tIns="0" rIns="0" bIns="0" rtlCol="0" anchor="ctr"/>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p:txBody>
      </p:sp>
      <p:sp>
        <p:nvSpPr>
          <p:cNvPr id="12" name="Text 9"/>
          <p:cNvSpPr/>
          <p:nvPr/>
        </p:nvSpPr>
        <p:spPr>
          <a:xfrm>
            <a:off x="3060684" y="3115775"/>
            <a:ext cx="2789637" cy="601055"/>
          </a:xfrm>
          <a:prstGeom prst="rect">
            <a:avLst/>
          </a:prstGeom>
          <a:noFill/>
          <a:ln/>
        </p:spPr>
        <p:txBody>
          <a:bodyPr wrap="square" lIns="0" tIns="0" rIns="0" bIns="0" rtlCol="0" anchor="ctr"/>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p:txBody>
      </p:sp>
      <p:sp>
        <p:nvSpPr>
          <p:cNvPr id="13" name="Text 10"/>
          <p:cNvSpPr/>
          <p:nvPr/>
        </p:nvSpPr>
        <p:spPr>
          <a:xfrm>
            <a:off x="558797" y="2239589"/>
            <a:ext cx="2519672"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Оказанные услуги</a:t>
            </a:r>
            <a:endParaRPr lang="en-US" sz="1000" dirty="0"/>
          </a:p>
        </p:txBody>
      </p:sp>
      <p:sp>
        <p:nvSpPr>
          <p:cNvPr id="14" name="Text 11"/>
          <p:cNvSpPr/>
          <p:nvPr/>
        </p:nvSpPr>
        <p:spPr>
          <a:xfrm>
            <a:off x="558797" y="3115774"/>
            <a:ext cx="2519672"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Результаты проекта</a:t>
            </a:r>
            <a:endParaRPr lang="en-US" sz="1000" dirty="0"/>
          </a:p>
        </p:txBody>
      </p:sp>
      <p:pic>
        <p:nvPicPr>
          <p:cNvPr id="15"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70521" y="3390905"/>
            <a:ext cx="374648" cy="457140"/>
          </a:xfrm>
          <a:prstGeom prst="rect">
            <a:avLst/>
          </a:prstGeom>
        </p:spPr>
      </p:pic>
      <p:sp>
        <p:nvSpPr>
          <p:cNvPr id="16" name="Shape 12"/>
          <p:cNvSpPr/>
          <p:nvPr/>
        </p:nvSpPr>
        <p:spPr>
          <a:xfrm>
            <a:off x="355599" y="3949632"/>
            <a:ext cx="5689570" cy="2552368"/>
          </a:xfrm>
          <a:prstGeom prst="rect">
            <a:avLst/>
          </a:prstGeom>
          <a:solidFill>
            <a:srgbClr val="FFFFFF">
              <a:alpha val="100000"/>
            </a:srgbClr>
          </a:solidFill>
          <a:ln/>
        </p:spPr>
      </p:sp>
      <p:sp>
        <p:nvSpPr>
          <p:cNvPr id="17" name="Shape 13"/>
          <p:cNvSpPr/>
          <p:nvPr/>
        </p:nvSpPr>
        <p:spPr>
          <a:xfrm>
            <a:off x="558798" y="5625814"/>
            <a:ext cx="5283173" cy="12698"/>
          </a:xfrm>
          <a:prstGeom prst="rect">
            <a:avLst/>
          </a:prstGeom>
          <a:solidFill>
            <a:srgbClr val="000000">
              <a:alpha val="10000"/>
            </a:srgbClr>
          </a:solidFill>
          <a:ln/>
        </p:spPr>
      </p:sp>
      <p:sp>
        <p:nvSpPr>
          <p:cNvPr id="18" name="Shape 14"/>
          <p:cNvSpPr/>
          <p:nvPr/>
        </p:nvSpPr>
        <p:spPr>
          <a:xfrm>
            <a:off x="406399" y="4000425"/>
            <a:ext cx="5587971" cy="761901"/>
          </a:xfrm>
          <a:prstGeom prst="rect">
            <a:avLst/>
          </a:prstGeom>
          <a:solidFill>
            <a:srgbClr val="CF0522">
              <a:alpha val="10000"/>
            </a:srgbClr>
          </a:solidFill>
          <a:ln/>
        </p:spPr>
      </p:sp>
      <p:sp>
        <p:nvSpPr>
          <p:cNvPr id="19" name="Text 15"/>
          <p:cNvSpPr/>
          <p:nvPr/>
        </p:nvSpPr>
        <p:spPr>
          <a:xfrm>
            <a:off x="558797" y="4152806"/>
            <a:ext cx="2519672"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Название компании</a:t>
            </a:r>
            <a:endParaRPr lang="en-US" sz="1600" dirty="0"/>
          </a:p>
        </p:txBody>
      </p:sp>
      <p:sp>
        <p:nvSpPr>
          <p:cNvPr id="20" name="Text 16"/>
          <p:cNvSpPr/>
          <p:nvPr/>
        </p:nvSpPr>
        <p:spPr>
          <a:xfrm>
            <a:off x="3251183" y="4195134"/>
            <a:ext cx="2519672" cy="321692"/>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в одну или несколько строк</a:t>
            </a:r>
            <a:endParaRPr lang="en-US" sz="1000" dirty="0"/>
          </a:p>
        </p:txBody>
      </p:sp>
      <p:sp>
        <p:nvSpPr>
          <p:cNvPr id="21" name="Text 17"/>
          <p:cNvSpPr/>
          <p:nvPr/>
        </p:nvSpPr>
        <p:spPr>
          <a:xfrm>
            <a:off x="558797" y="4391958"/>
            <a:ext cx="2519672"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2024</a:t>
            </a:r>
            <a:endParaRPr lang="en-US" sz="1000" dirty="0"/>
          </a:p>
        </p:txBody>
      </p:sp>
      <p:sp>
        <p:nvSpPr>
          <p:cNvPr id="22" name="Text 18"/>
          <p:cNvSpPr/>
          <p:nvPr/>
        </p:nvSpPr>
        <p:spPr>
          <a:xfrm>
            <a:off x="3060684" y="4893543"/>
            <a:ext cx="2789637" cy="601055"/>
          </a:xfrm>
          <a:prstGeom prst="rect">
            <a:avLst/>
          </a:prstGeom>
          <a:noFill/>
          <a:ln/>
        </p:spPr>
        <p:txBody>
          <a:bodyPr wrap="square" lIns="0" tIns="0" rIns="0" bIns="0" rtlCol="0" anchor="ctr"/>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p:txBody>
      </p:sp>
      <p:sp>
        <p:nvSpPr>
          <p:cNvPr id="23" name="Text 19"/>
          <p:cNvSpPr/>
          <p:nvPr/>
        </p:nvSpPr>
        <p:spPr>
          <a:xfrm>
            <a:off x="3060684" y="5769729"/>
            <a:ext cx="2789637" cy="601055"/>
          </a:xfrm>
          <a:prstGeom prst="rect">
            <a:avLst/>
          </a:prstGeom>
          <a:noFill/>
          <a:ln/>
        </p:spPr>
        <p:txBody>
          <a:bodyPr wrap="square" lIns="0" tIns="0" rIns="0" bIns="0" rtlCol="0" anchor="ctr"/>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p:txBody>
      </p:sp>
      <p:sp>
        <p:nvSpPr>
          <p:cNvPr id="24" name="Text 20"/>
          <p:cNvSpPr/>
          <p:nvPr/>
        </p:nvSpPr>
        <p:spPr>
          <a:xfrm>
            <a:off x="558797" y="4893543"/>
            <a:ext cx="2519672"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Оказанные услуги</a:t>
            </a:r>
            <a:endParaRPr lang="en-US" sz="1000" dirty="0"/>
          </a:p>
        </p:txBody>
      </p:sp>
      <p:sp>
        <p:nvSpPr>
          <p:cNvPr id="25" name="Text 21"/>
          <p:cNvSpPr/>
          <p:nvPr/>
        </p:nvSpPr>
        <p:spPr>
          <a:xfrm>
            <a:off x="558797" y="5769729"/>
            <a:ext cx="2519672"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Результаты проекта</a:t>
            </a:r>
            <a:endParaRPr lang="en-US" sz="1000" dirty="0"/>
          </a:p>
        </p:txBody>
      </p:sp>
      <p:pic>
        <p:nvPicPr>
          <p:cNvPr id="26" name="Image 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70521" y="6044860"/>
            <a:ext cx="374648" cy="457140"/>
          </a:xfrm>
          <a:prstGeom prst="rect">
            <a:avLst/>
          </a:prstGeom>
        </p:spPr>
      </p:pic>
      <p:sp>
        <p:nvSpPr>
          <p:cNvPr id="27" name="Shape 22"/>
          <p:cNvSpPr/>
          <p:nvPr/>
        </p:nvSpPr>
        <p:spPr>
          <a:xfrm>
            <a:off x="6146768" y="1295678"/>
            <a:ext cx="5689570" cy="2552368"/>
          </a:xfrm>
          <a:prstGeom prst="rect">
            <a:avLst/>
          </a:prstGeom>
          <a:solidFill>
            <a:srgbClr val="FFFFFF">
              <a:alpha val="100000"/>
            </a:srgbClr>
          </a:solidFill>
          <a:ln/>
        </p:spPr>
      </p:sp>
      <p:sp>
        <p:nvSpPr>
          <p:cNvPr id="28" name="Shape 23"/>
          <p:cNvSpPr/>
          <p:nvPr/>
        </p:nvSpPr>
        <p:spPr>
          <a:xfrm>
            <a:off x="6349967" y="2971860"/>
            <a:ext cx="5283173" cy="12698"/>
          </a:xfrm>
          <a:prstGeom prst="rect">
            <a:avLst/>
          </a:prstGeom>
          <a:solidFill>
            <a:srgbClr val="000000">
              <a:alpha val="10000"/>
            </a:srgbClr>
          </a:solidFill>
          <a:ln/>
        </p:spPr>
      </p:sp>
      <p:sp>
        <p:nvSpPr>
          <p:cNvPr id="29" name="Shape 24"/>
          <p:cNvSpPr/>
          <p:nvPr/>
        </p:nvSpPr>
        <p:spPr>
          <a:xfrm>
            <a:off x="6197568" y="1346471"/>
            <a:ext cx="5587971" cy="761901"/>
          </a:xfrm>
          <a:prstGeom prst="rect">
            <a:avLst/>
          </a:prstGeom>
          <a:solidFill>
            <a:srgbClr val="CF0522">
              <a:alpha val="10000"/>
            </a:srgbClr>
          </a:solidFill>
          <a:ln/>
        </p:spPr>
      </p:sp>
      <p:sp>
        <p:nvSpPr>
          <p:cNvPr id="30" name="Text 25"/>
          <p:cNvSpPr/>
          <p:nvPr/>
        </p:nvSpPr>
        <p:spPr>
          <a:xfrm>
            <a:off x="6349967" y="1498851"/>
            <a:ext cx="2519672"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Название компании</a:t>
            </a:r>
            <a:endParaRPr lang="en-US" sz="1600" dirty="0"/>
          </a:p>
        </p:txBody>
      </p:sp>
      <p:sp>
        <p:nvSpPr>
          <p:cNvPr id="31" name="Text 26"/>
          <p:cNvSpPr/>
          <p:nvPr/>
        </p:nvSpPr>
        <p:spPr>
          <a:xfrm>
            <a:off x="9042353" y="1541179"/>
            <a:ext cx="2519672" cy="321692"/>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в одну или несколько строк</a:t>
            </a:r>
            <a:endParaRPr lang="en-US" sz="1000" dirty="0"/>
          </a:p>
        </p:txBody>
      </p:sp>
      <p:sp>
        <p:nvSpPr>
          <p:cNvPr id="32" name="Text 27"/>
          <p:cNvSpPr/>
          <p:nvPr/>
        </p:nvSpPr>
        <p:spPr>
          <a:xfrm>
            <a:off x="6349967" y="1738004"/>
            <a:ext cx="2519672"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2024</a:t>
            </a:r>
            <a:endParaRPr lang="en-US" sz="1000" dirty="0"/>
          </a:p>
        </p:txBody>
      </p:sp>
      <p:sp>
        <p:nvSpPr>
          <p:cNvPr id="33" name="Text 28"/>
          <p:cNvSpPr/>
          <p:nvPr/>
        </p:nvSpPr>
        <p:spPr>
          <a:xfrm>
            <a:off x="8851854" y="2239589"/>
            <a:ext cx="2789637" cy="601055"/>
          </a:xfrm>
          <a:prstGeom prst="rect">
            <a:avLst/>
          </a:prstGeom>
          <a:noFill/>
          <a:ln/>
        </p:spPr>
        <p:txBody>
          <a:bodyPr wrap="square" lIns="0" tIns="0" rIns="0" bIns="0" rtlCol="0" anchor="ctr"/>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p:txBody>
      </p:sp>
      <p:sp>
        <p:nvSpPr>
          <p:cNvPr id="34" name="Text 29"/>
          <p:cNvSpPr/>
          <p:nvPr/>
        </p:nvSpPr>
        <p:spPr>
          <a:xfrm>
            <a:off x="8851854" y="3115775"/>
            <a:ext cx="2789637" cy="601055"/>
          </a:xfrm>
          <a:prstGeom prst="rect">
            <a:avLst/>
          </a:prstGeom>
          <a:noFill/>
          <a:ln/>
        </p:spPr>
        <p:txBody>
          <a:bodyPr wrap="square" lIns="0" tIns="0" rIns="0" bIns="0" rtlCol="0" anchor="ctr"/>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p:txBody>
      </p:sp>
      <p:sp>
        <p:nvSpPr>
          <p:cNvPr id="35" name="Text 30"/>
          <p:cNvSpPr/>
          <p:nvPr/>
        </p:nvSpPr>
        <p:spPr>
          <a:xfrm>
            <a:off x="6349967" y="2239589"/>
            <a:ext cx="2519672"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Оказанные услуги</a:t>
            </a:r>
            <a:endParaRPr lang="en-US" sz="1000" dirty="0"/>
          </a:p>
        </p:txBody>
      </p:sp>
      <p:sp>
        <p:nvSpPr>
          <p:cNvPr id="36" name="Text 31"/>
          <p:cNvSpPr/>
          <p:nvPr/>
        </p:nvSpPr>
        <p:spPr>
          <a:xfrm>
            <a:off x="6349967" y="3115774"/>
            <a:ext cx="2519672"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Результаты проекта</a:t>
            </a:r>
            <a:endParaRPr lang="en-US" sz="1000" dirty="0"/>
          </a:p>
        </p:txBody>
      </p:sp>
      <p:pic>
        <p:nvPicPr>
          <p:cNvPr id="37" name="Image 3"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61690" y="3390905"/>
            <a:ext cx="374648" cy="457140"/>
          </a:xfrm>
          <a:prstGeom prst="rect">
            <a:avLst/>
          </a:prstGeom>
        </p:spPr>
      </p:pic>
      <p:sp>
        <p:nvSpPr>
          <p:cNvPr id="38" name="Shape 32"/>
          <p:cNvSpPr/>
          <p:nvPr/>
        </p:nvSpPr>
        <p:spPr>
          <a:xfrm>
            <a:off x="6146768" y="3949632"/>
            <a:ext cx="5689570" cy="2552368"/>
          </a:xfrm>
          <a:prstGeom prst="rect">
            <a:avLst/>
          </a:prstGeom>
          <a:solidFill>
            <a:srgbClr val="FFFFFF">
              <a:alpha val="100000"/>
            </a:srgbClr>
          </a:solidFill>
          <a:ln/>
        </p:spPr>
      </p:sp>
      <p:sp>
        <p:nvSpPr>
          <p:cNvPr id="39" name="Shape 33"/>
          <p:cNvSpPr/>
          <p:nvPr/>
        </p:nvSpPr>
        <p:spPr>
          <a:xfrm>
            <a:off x="6349967" y="5625814"/>
            <a:ext cx="5283173" cy="12698"/>
          </a:xfrm>
          <a:prstGeom prst="rect">
            <a:avLst/>
          </a:prstGeom>
          <a:solidFill>
            <a:srgbClr val="000000">
              <a:alpha val="10000"/>
            </a:srgbClr>
          </a:solidFill>
          <a:ln/>
        </p:spPr>
      </p:sp>
      <p:sp>
        <p:nvSpPr>
          <p:cNvPr id="40" name="Shape 34"/>
          <p:cNvSpPr/>
          <p:nvPr/>
        </p:nvSpPr>
        <p:spPr>
          <a:xfrm>
            <a:off x="6197568" y="4000425"/>
            <a:ext cx="5587971" cy="761901"/>
          </a:xfrm>
          <a:prstGeom prst="rect">
            <a:avLst/>
          </a:prstGeom>
          <a:solidFill>
            <a:srgbClr val="CF0522">
              <a:alpha val="10000"/>
            </a:srgbClr>
          </a:solidFill>
          <a:ln/>
        </p:spPr>
      </p:sp>
      <p:sp>
        <p:nvSpPr>
          <p:cNvPr id="41" name="Text 35"/>
          <p:cNvSpPr/>
          <p:nvPr/>
        </p:nvSpPr>
        <p:spPr>
          <a:xfrm>
            <a:off x="6349967" y="4152806"/>
            <a:ext cx="2519672" cy="289946"/>
          </a:xfrm>
          <a:prstGeom prst="rect">
            <a:avLst/>
          </a:prstGeom>
          <a:noFill/>
          <a:ln/>
        </p:spPr>
        <p:txBody>
          <a:bodyPr wrap="square" lIns="0" tIns="0" rIns="0" bIns="0" rtlCol="0" anchor="t"/>
          <a:lstStyle/>
          <a:p>
            <a:pPr>
              <a:lnSpc>
                <a:spcPts val="1760"/>
              </a:lnSpc>
            </a:pPr>
            <a:r>
              <a:rPr lang="en-US" sz="1600" dirty="0">
                <a:solidFill>
                  <a:srgbClr val="000000">
                    <a:alpha val="100000"/>
                  </a:srgbClr>
                </a:solidFill>
                <a:ea typeface="Stapel" pitchFamily="34" charset="-122"/>
                <a:cs typeface="Stapel" pitchFamily="34" charset="-120"/>
              </a:rPr>
              <a:t>Название компании</a:t>
            </a:r>
            <a:endParaRPr lang="en-US" sz="1600" dirty="0"/>
          </a:p>
        </p:txBody>
      </p:sp>
      <p:sp>
        <p:nvSpPr>
          <p:cNvPr id="42" name="Text 36"/>
          <p:cNvSpPr/>
          <p:nvPr/>
        </p:nvSpPr>
        <p:spPr>
          <a:xfrm>
            <a:off x="9042353" y="4195134"/>
            <a:ext cx="2519672" cy="321692"/>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Здесь должен быть ваш текст</a:t>
            </a:r>
            <a:endParaRPr lang="en-US" sz="1000" dirty="0"/>
          </a:p>
          <a:p>
            <a:pPr>
              <a:lnSpc>
                <a:spcPts val="1100"/>
              </a:lnSpc>
            </a:pPr>
            <a:r>
              <a:rPr lang="en-US" sz="1000" dirty="0">
                <a:solidFill>
                  <a:srgbClr val="000000">
                    <a:alpha val="100000"/>
                  </a:srgbClr>
                </a:solidFill>
                <a:ea typeface="Stapel" pitchFamily="34" charset="-122"/>
                <a:cs typeface="Stapel" pitchFamily="34" charset="-120"/>
              </a:rPr>
              <a:t>в одну или несколько строк</a:t>
            </a:r>
            <a:endParaRPr lang="en-US" sz="1000" dirty="0"/>
          </a:p>
        </p:txBody>
      </p:sp>
      <p:sp>
        <p:nvSpPr>
          <p:cNvPr id="43" name="Text 37"/>
          <p:cNvSpPr/>
          <p:nvPr/>
        </p:nvSpPr>
        <p:spPr>
          <a:xfrm>
            <a:off x="6349967" y="4391958"/>
            <a:ext cx="2519672"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2024</a:t>
            </a:r>
            <a:endParaRPr lang="en-US" sz="1000" dirty="0"/>
          </a:p>
        </p:txBody>
      </p:sp>
      <p:sp>
        <p:nvSpPr>
          <p:cNvPr id="44" name="Text 38"/>
          <p:cNvSpPr/>
          <p:nvPr/>
        </p:nvSpPr>
        <p:spPr>
          <a:xfrm>
            <a:off x="8851854" y="4893543"/>
            <a:ext cx="2789637" cy="601055"/>
          </a:xfrm>
          <a:prstGeom prst="rect">
            <a:avLst/>
          </a:prstGeom>
          <a:noFill/>
          <a:ln/>
        </p:spPr>
        <p:txBody>
          <a:bodyPr wrap="square" lIns="0" tIns="0" rIns="0" bIns="0" rtlCol="0" anchor="ctr"/>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p:txBody>
      </p:sp>
      <p:sp>
        <p:nvSpPr>
          <p:cNvPr id="45" name="Text 39"/>
          <p:cNvSpPr/>
          <p:nvPr/>
        </p:nvSpPr>
        <p:spPr>
          <a:xfrm>
            <a:off x="8851854" y="5769729"/>
            <a:ext cx="2789637" cy="601055"/>
          </a:xfrm>
          <a:prstGeom prst="rect">
            <a:avLst/>
          </a:prstGeom>
          <a:noFill/>
          <a:ln/>
        </p:spPr>
        <p:txBody>
          <a:bodyPr wrap="square" lIns="0" tIns="0" rIns="0" bIns="0" rtlCol="0" anchor="ctr"/>
          <a:lstStyle/>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a:p>
            <a:pPr marL="342831" lvl="1" indent="-171416">
              <a:lnSpc>
                <a:spcPts val="1100"/>
              </a:lnSpc>
              <a:buSzPct val="100000"/>
              <a:buChar char="•"/>
            </a:pPr>
            <a:r>
              <a:rPr lang="en-US" sz="1000" dirty="0">
                <a:solidFill>
                  <a:srgbClr val="000000">
                    <a:alpha val="100000"/>
                  </a:srgbClr>
                </a:solidFill>
                <a:ea typeface="Stapel" pitchFamily="34" charset="-122"/>
                <a:cs typeface="Stapel" pitchFamily="34" charset="-120"/>
              </a:rPr>
              <a:t>Здесь должен быть ваш текст в одну или несколько строк</a:t>
            </a:r>
            <a:endParaRPr lang="en-US" sz="1000" dirty="0"/>
          </a:p>
        </p:txBody>
      </p:sp>
      <p:sp>
        <p:nvSpPr>
          <p:cNvPr id="46" name="Text 40"/>
          <p:cNvSpPr/>
          <p:nvPr/>
        </p:nvSpPr>
        <p:spPr>
          <a:xfrm>
            <a:off x="6349967" y="4893543"/>
            <a:ext cx="2519672"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Оказанные услуги</a:t>
            </a:r>
            <a:endParaRPr lang="en-US" sz="1000" dirty="0"/>
          </a:p>
        </p:txBody>
      </p:sp>
      <p:sp>
        <p:nvSpPr>
          <p:cNvPr id="47" name="Text 41"/>
          <p:cNvSpPr/>
          <p:nvPr/>
        </p:nvSpPr>
        <p:spPr>
          <a:xfrm>
            <a:off x="6349967" y="5769729"/>
            <a:ext cx="2519672" cy="182010"/>
          </a:xfrm>
          <a:prstGeom prst="rect">
            <a:avLst/>
          </a:prstGeom>
          <a:noFill/>
          <a:ln/>
        </p:spPr>
        <p:txBody>
          <a:bodyPr wrap="square" lIns="0" tIns="0" rIns="0" bIns="0" rtlCol="0" anchor="ctr"/>
          <a:lstStyle/>
          <a:p>
            <a:pPr>
              <a:lnSpc>
                <a:spcPts val="1100"/>
              </a:lnSpc>
            </a:pPr>
            <a:r>
              <a:rPr lang="en-US" sz="1000" dirty="0">
                <a:solidFill>
                  <a:srgbClr val="000000">
                    <a:alpha val="100000"/>
                  </a:srgbClr>
                </a:solidFill>
                <a:ea typeface="Stapel" pitchFamily="34" charset="-122"/>
                <a:cs typeface="Stapel" pitchFamily="34" charset="-120"/>
              </a:rPr>
              <a:t>Результаты проекта</a:t>
            </a:r>
            <a:endParaRPr lang="en-US" sz="1000" dirty="0"/>
          </a:p>
        </p:txBody>
      </p:sp>
      <p:pic>
        <p:nvPicPr>
          <p:cNvPr id="48" name="Image 4"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61690" y="6044860"/>
            <a:ext cx="374648" cy="457140"/>
          </a:xfrm>
          <a:prstGeom prst="rect">
            <a:avLst/>
          </a:prstGeom>
        </p:spPr>
      </p:pic>
      <p:pic>
        <p:nvPicPr>
          <p:cNvPr id="49" name="Image 5"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61690" y="6146446"/>
            <a:ext cx="374648" cy="457140"/>
          </a:xfrm>
          <a:prstGeom prst="rect">
            <a:avLst/>
          </a:prstGeom>
        </p:spPr>
      </p:pic>
      <p:sp>
        <p:nvSpPr>
          <p:cNvPr id="50" name="Номер слайда 5">
            <a:extLst>
              <a:ext uri="{FF2B5EF4-FFF2-40B4-BE49-F238E27FC236}">
                <a16:creationId xmlns:a16="http://schemas.microsoft.com/office/drawing/2014/main" id="{7BEC809B-EC64-66BE-686C-8F3E574F6851}"/>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104</a:t>
            </a:fld>
            <a:endParaRPr lang="ru-RU" dirty="0"/>
          </a:p>
        </p:txBody>
      </p:sp>
      <p:sp>
        <p:nvSpPr>
          <p:cNvPr id="3" name="Заголовок 2">
            <a:extLst>
              <a:ext uri="{FF2B5EF4-FFF2-40B4-BE49-F238E27FC236}">
                <a16:creationId xmlns:a16="http://schemas.microsoft.com/office/drawing/2014/main" id="{D40F5F19-AAE4-F27A-137F-E493EEECB2F7}"/>
              </a:ext>
            </a:extLst>
          </p:cNvPr>
          <p:cNvSpPr>
            <a:spLocks noGrp="1"/>
          </p:cNvSpPr>
          <p:nvPr>
            <p:ph type="title"/>
          </p:nvPr>
        </p:nvSpPr>
        <p:spPr/>
        <p:txBody>
          <a:bodyPr/>
          <a:lstStyle/>
          <a:p>
            <a:r>
              <a:rPr lang="ru-RU" dirty="0"/>
              <a:t>Опыт</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
          <p:cNvSpPr/>
          <p:nvPr/>
        </p:nvSpPr>
        <p:spPr>
          <a:xfrm>
            <a:off x="355599" y="1397265"/>
            <a:ext cx="11480740" cy="914281"/>
          </a:xfrm>
          <a:prstGeom prst="rect">
            <a:avLst/>
          </a:prstGeom>
          <a:solidFill>
            <a:srgbClr val="F5F4F4">
              <a:alpha val="100000"/>
            </a:srgbClr>
          </a:solidFill>
          <a:ln/>
        </p:spPr>
      </p:sp>
      <p:sp>
        <p:nvSpPr>
          <p:cNvPr id="8" name="Shape 5"/>
          <p:cNvSpPr/>
          <p:nvPr/>
        </p:nvSpPr>
        <p:spPr>
          <a:xfrm>
            <a:off x="507997" y="1549645"/>
            <a:ext cx="609597" cy="609521"/>
          </a:xfrm>
          <a:prstGeom prst="rect">
            <a:avLst/>
          </a:prstGeom>
          <a:solidFill>
            <a:srgbClr val="CF0522">
              <a:alpha val="100000"/>
            </a:srgbClr>
          </a:solidFill>
          <a:ln/>
        </p:spPr>
      </p:sp>
      <p:pic>
        <p:nvPicPr>
          <p:cNvPr id="10" name="Image 1"/>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660416" y="1702025"/>
            <a:ext cx="304760" cy="304760"/>
          </a:xfrm>
          <a:prstGeom prst="rect">
            <a:avLst/>
          </a:prstGeom>
          <a:noFill/>
        </p:spPr>
      </p:pic>
      <p:sp>
        <p:nvSpPr>
          <p:cNvPr id="6" name="Shape 3"/>
          <p:cNvSpPr/>
          <p:nvPr/>
        </p:nvSpPr>
        <p:spPr>
          <a:xfrm>
            <a:off x="355599" y="3536936"/>
            <a:ext cx="11480740" cy="12698"/>
          </a:xfrm>
          <a:prstGeom prst="rect">
            <a:avLst/>
          </a:prstGeom>
          <a:solidFill>
            <a:srgbClr val="000000">
              <a:alpha val="100000"/>
            </a:srgbClr>
          </a:solidFill>
          <a:ln/>
        </p:spPr>
      </p:sp>
      <p:sp>
        <p:nvSpPr>
          <p:cNvPr id="7" name="Shape 4"/>
          <p:cNvSpPr/>
          <p:nvPr/>
        </p:nvSpPr>
        <p:spPr>
          <a:xfrm>
            <a:off x="355599" y="4857564"/>
            <a:ext cx="11480740" cy="12698"/>
          </a:xfrm>
          <a:prstGeom prst="rect">
            <a:avLst/>
          </a:prstGeom>
          <a:solidFill>
            <a:srgbClr val="000000">
              <a:alpha val="100000"/>
            </a:srgbClr>
          </a:solidFill>
          <a:ln/>
        </p:spPr>
      </p:sp>
      <p:sp>
        <p:nvSpPr>
          <p:cNvPr id="9" name="Shape 6"/>
          <p:cNvSpPr/>
          <p:nvPr/>
        </p:nvSpPr>
        <p:spPr>
          <a:xfrm>
            <a:off x="660397" y="1702025"/>
            <a:ext cx="304798" cy="304760"/>
          </a:xfrm>
          <a:prstGeom prst="rect">
            <a:avLst/>
          </a:prstGeom>
          <a:noFill/>
          <a:ln/>
        </p:spPr>
      </p:sp>
      <p:sp>
        <p:nvSpPr>
          <p:cNvPr id="18" name="Text 7"/>
          <p:cNvSpPr/>
          <p:nvPr/>
        </p:nvSpPr>
        <p:spPr>
          <a:xfrm>
            <a:off x="1625592" y="1714724"/>
            <a:ext cx="3716848" cy="364019"/>
          </a:xfrm>
          <a:prstGeom prst="rect">
            <a:avLst/>
          </a:prstGeom>
          <a:noFill/>
          <a:ln/>
        </p:spPr>
        <p:txBody>
          <a:bodyPr wrap="square" lIns="0" tIns="0" rIns="0" bIns="0" rtlCol="0" anchor="t"/>
          <a:lstStyle/>
          <a:p>
            <a:pPr>
              <a:lnSpc>
                <a:spcPts val="2200"/>
              </a:lnSpc>
            </a:pPr>
            <a:r>
              <a:rPr lang="en-US" sz="2000" dirty="0">
                <a:solidFill>
                  <a:srgbClr val="000000">
                    <a:alpha val="100000"/>
                  </a:srgbClr>
                </a:solidFill>
                <a:ea typeface="Stapel" pitchFamily="34" charset="-122"/>
                <a:cs typeface="Stapel" pitchFamily="34" charset="-120"/>
              </a:rPr>
              <a:t>Здесь должен быть ваш текст</a:t>
            </a:r>
            <a:endParaRPr lang="en-US" sz="2000" dirty="0"/>
          </a:p>
        </p:txBody>
      </p:sp>
      <p:sp>
        <p:nvSpPr>
          <p:cNvPr id="19" name="Text 8"/>
          <p:cNvSpPr/>
          <p:nvPr/>
        </p:nvSpPr>
        <p:spPr>
          <a:xfrm>
            <a:off x="355599" y="2565512"/>
            <a:ext cx="2228838"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a:t>
            </a:r>
            <a:endParaRPr lang="en-US" sz="1200" dirty="0"/>
          </a:p>
        </p:txBody>
      </p:sp>
      <p:sp>
        <p:nvSpPr>
          <p:cNvPr id="20" name="Text 9"/>
          <p:cNvSpPr/>
          <p:nvPr/>
        </p:nvSpPr>
        <p:spPr>
          <a:xfrm>
            <a:off x="355599" y="3746459"/>
            <a:ext cx="2228838"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a:t>
            </a:r>
            <a:endParaRPr lang="en-US" sz="1200" dirty="0"/>
          </a:p>
        </p:txBody>
      </p:sp>
      <p:sp>
        <p:nvSpPr>
          <p:cNvPr id="21" name="Text 10"/>
          <p:cNvSpPr/>
          <p:nvPr/>
        </p:nvSpPr>
        <p:spPr>
          <a:xfrm>
            <a:off x="355599" y="5067087"/>
            <a:ext cx="2228838" cy="215872"/>
          </a:xfrm>
          <a:prstGeom prst="rect">
            <a:avLst/>
          </a:prstGeom>
          <a:noFill/>
          <a:ln/>
        </p:spPr>
        <p:txBody>
          <a:bodyPr wrap="square" lIns="0" tIns="0" rIns="0" bIns="0" rtlCol="0" anchor="t"/>
          <a:lstStyle/>
          <a:p>
            <a:pPr>
              <a:lnSpc>
                <a:spcPts val="1320"/>
              </a:lnSpc>
            </a:pPr>
            <a:r>
              <a:rPr lang="en-US" sz="1200" dirty="0">
                <a:solidFill>
                  <a:srgbClr val="000000">
                    <a:alpha val="100000"/>
                  </a:srgbClr>
                </a:solidFill>
                <a:ea typeface="Stapel" pitchFamily="34" charset="-122"/>
                <a:cs typeface="Stapel" pitchFamily="34" charset="-120"/>
              </a:rPr>
              <a:t>Здесь должен быть ваш текст</a:t>
            </a:r>
            <a:endParaRPr lang="en-US" sz="1200" dirty="0"/>
          </a:p>
        </p:txBody>
      </p:sp>
      <p:sp>
        <p:nvSpPr>
          <p:cNvPr id="22" name="Text 11"/>
          <p:cNvSpPr/>
          <p:nvPr/>
        </p:nvSpPr>
        <p:spPr>
          <a:xfrm>
            <a:off x="4216378" y="2584560"/>
            <a:ext cx="7255896" cy="740737"/>
          </a:xfrm>
          <a:prstGeom prst="rect">
            <a:avLst/>
          </a:prstGeom>
          <a:noFill/>
          <a:ln/>
        </p:spPr>
        <p:txBody>
          <a:bodyPr wrap="square" lIns="0" tIns="0" rIns="0" bIns="0" rtlCol="0" anchor="t"/>
          <a:lstStyle/>
          <a:p>
            <a:pPr>
              <a:lnSpc>
                <a:spcPts val="1100"/>
              </a:lnSpc>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Mea quando delectus accommodare ad, nulla aeterno deterruisset sed in, nam possit aliquip  delectus no. Cum cu audire viderer, maiorum officiis liberavisse mea et, tale contentiones voluptatibus ea est. Errem dissentias qui te,  te sint quaerendum vel. Sed ne utroque invidunt similique, ne nostro eloquentiam signiferumque.</a:t>
            </a:r>
            <a:endParaRPr lang="en-US" sz="1000" dirty="0"/>
          </a:p>
        </p:txBody>
      </p:sp>
      <p:sp>
        <p:nvSpPr>
          <p:cNvPr id="23" name="Text 12"/>
          <p:cNvSpPr/>
          <p:nvPr/>
        </p:nvSpPr>
        <p:spPr>
          <a:xfrm>
            <a:off x="4216378" y="3765507"/>
            <a:ext cx="7255896" cy="601055"/>
          </a:xfrm>
          <a:prstGeom prst="rect">
            <a:avLst/>
          </a:prstGeom>
          <a:noFill/>
          <a:ln/>
        </p:spPr>
        <p:txBody>
          <a:bodyPr wrap="square" lIns="0" tIns="0" rIns="0" bIns="0" rtlCol="0" anchor="t"/>
          <a:lstStyle/>
          <a:p>
            <a:pPr marL="144000" lvl="1" indent="-144000">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a:t>
            </a:r>
            <a:endParaRPr lang="en-US" sz="1000" dirty="0"/>
          </a:p>
          <a:p>
            <a:pPr marL="144000" lvl="1" indent="-144000">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a:t>
            </a:r>
            <a:endParaRPr lang="en-US" sz="1000" dirty="0"/>
          </a:p>
        </p:txBody>
      </p:sp>
      <p:sp>
        <p:nvSpPr>
          <p:cNvPr id="24" name="Text 13"/>
          <p:cNvSpPr/>
          <p:nvPr/>
        </p:nvSpPr>
        <p:spPr>
          <a:xfrm>
            <a:off x="4216378" y="5086135"/>
            <a:ext cx="7255896" cy="601055"/>
          </a:xfrm>
          <a:prstGeom prst="rect">
            <a:avLst/>
          </a:prstGeom>
          <a:noFill/>
          <a:ln/>
        </p:spPr>
        <p:txBody>
          <a:bodyPr wrap="square" lIns="0" tIns="0" rIns="0" bIns="0" rtlCol="0" anchor="t"/>
          <a:lstStyle/>
          <a:p>
            <a:pPr marL="144000" lvl="1" indent="-144000">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a:t>
            </a:r>
            <a:endParaRPr lang="en-US" sz="1000" dirty="0"/>
          </a:p>
          <a:p>
            <a:pPr marL="144000" lvl="1" indent="-144000">
              <a:lnSpc>
                <a:spcPts val="1100"/>
              </a:lnSpc>
              <a:buSzPct val="100000"/>
              <a:buChar char="•"/>
            </a:pPr>
            <a:r>
              <a:rPr lang="en-US" sz="1000" dirty="0">
                <a:solidFill>
                  <a:srgbClr val="000000">
                    <a:alpha val="100000"/>
                  </a:srgbClr>
                </a:solidFill>
                <a:ea typeface="Stapel" pitchFamily="34" charset="-122"/>
                <a:cs typeface="Stapel" pitchFamily="34" charset="-120"/>
              </a:rPr>
              <a:t>Lorem ipsum dolor sit amet, idque iuvaret ut cum. Mel dolores senserit elaboraret eu. Cetero ceteros invidunt ad his, habeo gloriatur  pro id, no vix omnis denique deleniti. </a:t>
            </a:r>
            <a:endParaRPr lang="en-US" sz="1000" dirty="0"/>
          </a:p>
        </p:txBody>
      </p:sp>
      <p:sp>
        <p:nvSpPr>
          <p:cNvPr id="11" name="Номер слайда 5">
            <a:extLst>
              <a:ext uri="{FF2B5EF4-FFF2-40B4-BE49-F238E27FC236}">
                <a16:creationId xmlns:a16="http://schemas.microsoft.com/office/drawing/2014/main" id="{13EA5CF8-4CDE-8A8C-A4DF-78B7218C15EE}"/>
              </a:ext>
            </a:extLst>
          </p:cNvPr>
          <p:cNvSpPr>
            <a:spLocks noGrp="1"/>
          </p:cNvSpPr>
          <p:nvPr>
            <p:ph type="sldNum" sz="quarter" idx="4"/>
          </p:nvPr>
        </p:nvSpPr>
        <p:spPr>
          <a:xfrm>
            <a:off x="9078681" y="6576824"/>
            <a:ext cx="2743636" cy="153888"/>
          </a:xfrm>
          <a:prstGeom prst="rect">
            <a:avLst/>
          </a:prstGeom>
        </p:spPr>
        <p:txBody>
          <a:bodyPr vert="horz" lIns="0" tIns="0" rIns="0" bIns="0" rtlCol="0" anchor="ctr">
            <a:spAutoFit/>
          </a:bodyPr>
          <a:lstStyle>
            <a:lvl1pPr algn="r">
              <a:defRPr sz="1000" baseline="0">
                <a:solidFill>
                  <a:schemeClr val="tx1">
                    <a:alpha val="45000"/>
                  </a:schemeClr>
                </a:solidFill>
              </a:defRPr>
            </a:lvl1pPr>
          </a:lstStyle>
          <a:p>
            <a:fld id="{13FB4C0F-BB20-4298-B11D-AEB97E17A107}" type="slidenum">
              <a:rPr lang="ru-RU" smtClean="0"/>
              <a:pPr/>
              <a:t>105</a:t>
            </a:fld>
            <a:endParaRPr lang="ru-RU" dirty="0"/>
          </a:p>
        </p:txBody>
      </p:sp>
      <p:sp>
        <p:nvSpPr>
          <p:cNvPr id="3" name="Заголовок 2">
            <a:extLst>
              <a:ext uri="{FF2B5EF4-FFF2-40B4-BE49-F238E27FC236}">
                <a16:creationId xmlns:a16="http://schemas.microsoft.com/office/drawing/2014/main" id="{8A9513F7-2EA1-315D-CDD4-CB9A3006EF76}"/>
              </a:ext>
            </a:extLst>
          </p:cNvPr>
          <p:cNvSpPr>
            <a:spLocks noGrp="1"/>
          </p:cNvSpPr>
          <p:nvPr>
            <p:ph type="title"/>
          </p:nvPr>
        </p:nvSpPr>
        <p:spPr/>
        <p:txBody>
          <a:bodyPr/>
          <a:lstStyle/>
          <a:p>
            <a:r>
              <a:rPr lang="ru-RU" dirty="0"/>
              <a:t>Опыт</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904017F5-72DC-9405-4C76-594919AFCF2A}"/>
              </a:ext>
            </a:extLst>
          </p:cNvPr>
          <p:cNvSpPr>
            <a:spLocks noGrp="1"/>
          </p:cNvSpPr>
          <p:nvPr>
            <p:ph type="body" sz="quarter" idx="57"/>
          </p:nvPr>
        </p:nvSpPr>
        <p:spPr>
          <a:xfrm>
            <a:off x="1542240" y="1755141"/>
            <a:ext cx="1908700" cy="132922"/>
          </a:xfrm>
        </p:spPr>
        <p:txBody>
          <a:bodyPr/>
          <a:lstStyle/>
          <a:p>
            <a:r>
              <a:rPr lang="ru-RU" dirty="0"/>
              <a:t>Имя Фамилия</a:t>
            </a:r>
          </a:p>
        </p:txBody>
      </p:sp>
      <p:sp>
        <p:nvSpPr>
          <p:cNvPr id="4" name="Текст 3">
            <a:extLst>
              <a:ext uri="{FF2B5EF4-FFF2-40B4-BE49-F238E27FC236}">
                <a16:creationId xmlns:a16="http://schemas.microsoft.com/office/drawing/2014/main" id="{9D89CF90-7D73-EB30-9C13-298B746DEB91}"/>
              </a:ext>
            </a:extLst>
          </p:cNvPr>
          <p:cNvSpPr>
            <a:spLocks noGrp="1"/>
          </p:cNvSpPr>
          <p:nvPr>
            <p:ph type="body" sz="quarter" idx="58"/>
          </p:nvPr>
        </p:nvSpPr>
        <p:spPr>
          <a:xfrm>
            <a:off x="1542552" y="1934981"/>
            <a:ext cx="1908389" cy="440698"/>
          </a:xfrm>
        </p:spPr>
        <p:txBody>
          <a:bodyPr/>
          <a:lstStyle/>
          <a:p>
            <a:r>
              <a:rPr lang="ru-RU" dirty="0"/>
              <a:t>Наименование должности</a:t>
            </a:r>
            <a:br>
              <a:rPr lang="ru-RU" dirty="0"/>
            </a:br>
            <a:r>
              <a:rPr lang="ru-RU" dirty="0"/>
              <a:t>в одну или две строки</a:t>
            </a:r>
          </a:p>
        </p:txBody>
      </p:sp>
      <p:sp>
        <p:nvSpPr>
          <p:cNvPr id="5" name="Текст 4">
            <a:extLst>
              <a:ext uri="{FF2B5EF4-FFF2-40B4-BE49-F238E27FC236}">
                <a16:creationId xmlns:a16="http://schemas.microsoft.com/office/drawing/2014/main" id="{BC5C19C5-85A8-5B15-05DE-A6FFDA7C7EEE}"/>
              </a:ext>
            </a:extLst>
          </p:cNvPr>
          <p:cNvSpPr>
            <a:spLocks noGrp="1"/>
          </p:cNvSpPr>
          <p:nvPr>
            <p:ph type="body" sz="quarter" idx="59"/>
          </p:nvPr>
        </p:nvSpPr>
        <p:spPr>
          <a:xfrm>
            <a:off x="1542240" y="2568484"/>
            <a:ext cx="1908700" cy="132922"/>
          </a:xfrm>
        </p:spPr>
        <p:txBody>
          <a:bodyPr/>
          <a:lstStyle/>
          <a:p>
            <a:r>
              <a:rPr lang="ru-RU" dirty="0"/>
              <a:t>опыта в консалтинге</a:t>
            </a:r>
          </a:p>
        </p:txBody>
      </p:sp>
      <p:sp>
        <p:nvSpPr>
          <p:cNvPr id="6" name="Текст 5">
            <a:extLst>
              <a:ext uri="{FF2B5EF4-FFF2-40B4-BE49-F238E27FC236}">
                <a16:creationId xmlns:a16="http://schemas.microsoft.com/office/drawing/2014/main" id="{C1A94686-FA8A-8634-4ECD-3B6C56F2181A}"/>
              </a:ext>
            </a:extLst>
          </p:cNvPr>
          <p:cNvSpPr>
            <a:spLocks noGrp="1"/>
          </p:cNvSpPr>
          <p:nvPr>
            <p:ph type="body" sz="quarter" idx="14"/>
          </p:nvPr>
        </p:nvSpPr>
        <p:spPr/>
        <p:txBody>
          <a:bodyPr/>
          <a:lstStyle/>
          <a:p>
            <a:r>
              <a:rPr lang="ru-RU" dirty="0"/>
              <a:t>10 лет</a:t>
            </a:r>
          </a:p>
        </p:txBody>
      </p:sp>
      <p:sp>
        <p:nvSpPr>
          <p:cNvPr id="8" name="Текст 7">
            <a:extLst>
              <a:ext uri="{FF2B5EF4-FFF2-40B4-BE49-F238E27FC236}">
                <a16:creationId xmlns:a16="http://schemas.microsoft.com/office/drawing/2014/main" id="{545B134C-3E70-A838-7385-B52B3B591712}"/>
              </a:ext>
            </a:extLst>
          </p:cNvPr>
          <p:cNvSpPr>
            <a:spLocks noGrp="1"/>
          </p:cNvSpPr>
          <p:nvPr>
            <p:ph type="body" sz="quarter" idx="77"/>
          </p:nvPr>
        </p:nvSpPr>
        <p:spPr>
          <a:xfrm>
            <a:off x="1542240" y="3016675"/>
            <a:ext cx="1908700" cy="132922"/>
          </a:xfrm>
        </p:spPr>
        <p:txBody>
          <a:bodyPr/>
          <a:lstStyle/>
          <a:p>
            <a:r>
              <a:rPr lang="ru-RU" dirty="0"/>
              <a:t>Имя Фамилия</a:t>
            </a:r>
          </a:p>
        </p:txBody>
      </p:sp>
      <p:sp>
        <p:nvSpPr>
          <p:cNvPr id="9" name="Текст 8">
            <a:extLst>
              <a:ext uri="{FF2B5EF4-FFF2-40B4-BE49-F238E27FC236}">
                <a16:creationId xmlns:a16="http://schemas.microsoft.com/office/drawing/2014/main" id="{CDEF82A3-C089-B729-6449-DEC42229D9B9}"/>
              </a:ext>
            </a:extLst>
          </p:cNvPr>
          <p:cNvSpPr>
            <a:spLocks noGrp="1"/>
          </p:cNvSpPr>
          <p:nvPr>
            <p:ph type="body" sz="quarter" idx="78"/>
          </p:nvPr>
        </p:nvSpPr>
        <p:spPr>
          <a:xfrm>
            <a:off x="1542552" y="3196515"/>
            <a:ext cx="1908389" cy="261162"/>
          </a:xfrm>
        </p:spPr>
        <p:txBody>
          <a:bodyPr/>
          <a:lstStyle/>
          <a:p>
            <a:r>
              <a:rPr lang="ru-RU" dirty="0"/>
              <a:t>Наименование должности</a:t>
            </a:r>
            <a:br>
              <a:rPr lang="ru-RU" dirty="0"/>
            </a:br>
            <a:r>
              <a:rPr lang="ru-RU" dirty="0"/>
              <a:t>в одну или две строки</a:t>
            </a:r>
          </a:p>
        </p:txBody>
      </p:sp>
      <p:sp>
        <p:nvSpPr>
          <p:cNvPr id="10" name="Текст 9">
            <a:extLst>
              <a:ext uri="{FF2B5EF4-FFF2-40B4-BE49-F238E27FC236}">
                <a16:creationId xmlns:a16="http://schemas.microsoft.com/office/drawing/2014/main" id="{5982CBA8-9778-D662-1EA1-78464C6679C0}"/>
              </a:ext>
            </a:extLst>
          </p:cNvPr>
          <p:cNvSpPr>
            <a:spLocks noGrp="1"/>
          </p:cNvSpPr>
          <p:nvPr>
            <p:ph type="body" sz="quarter" idx="79"/>
          </p:nvPr>
        </p:nvSpPr>
        <p:spPr>
          <a:xfrm>
            <a:off x="1542240" y="3830017"/>
            <a:ext cx="1908700" cy="132922"/>
          </a:xfrm>
        </p:spPr>
        <p:txBody>
          <a:bodyPr/>
          <a:lstStyle/>
          <a:p>
            <a:r>
              <a:rPr lang="ru-RU" dirty="0"/>
              <a:t>опыта в консалтинге</a:t>
            </a:r>
          </a:p>
        </p:txBody>
      </p:sp>
      <p:sp>
        <p:nvSpPr>
          <p:cNvPr id="11" name="Текст 10">
            <a:extLst>
              <a:ext uri="{FF2B5EF4-FFF2-40B4-BE49-F238E27FC236}">
                <a16:creationId xmlns:a16="http://schemas.microsoft.com/office/drawing/2014/main" id="{128945D4-A193-6962-5A2B-85C44BD59BE2}"/>
              </a:ext>
            </a:extLst>
          </p:cNvPr>
          <p:cNvSpPr>
            <a:spLocks noGrp="1"/>
          </p:cNvSpPr>
          <p:nvPr>
            <p:ph type="body" sz="quarter" idx="80"/>
          </p:nvPr>
        </p:nvSpPr>
        <p:spPr/>
        <p:txBody>
          <a:bodyPr/>
          <a:lstStyle/>
          <a:p>
            <a:r>
              <a:rPr lang="ru-RU" dirty="0"/>
              <a:t>10 лет</a:t>
            </a:r>
          </a:p>
        </p:txBody>
      </p:sp>
      <p:sp>
        <p:nvSpPr>
          <p:cNvPr id="13" name="Текст 12">
            <a:extLst>
              <a:ext uri="{FF2B5EF4-FFF2-40B4-BE49-F238E27FC236}">
                <a16:creationId xmlns:a16="http://schemas.microsoft.com/office/drawing/2014/main" id="{6D5FE017-2A4F-B401-AA3E-F0808EE65879}"/>
              </a:ext>
            </a:extLst>
          </p:cNvPr>
          <p:cNvSpPr>
            <a:spLocks noGrp="1"/>
          </p:cNvSpPr>
          <p:nvPr>
            <p:ph type="body" sz="quarter" idx="84"/>
          </p:nvPr>
        </p:nvSpPr>
        <p:spPr>
          <a:xfrm>
            <a:off x="1542240" y="4267402"/>
            <a:ext cx="1908700" cy="132922"/>
          </a:xfrm>
        </p:spPr>
        <p:txBody>
          <a:bodyPr/>
          <a:lstStyle/>
          <a:p>
            <a:r>
              <a:rPr lang="ru-RU" dirty="0"/>
              <a:t>Имя Фамилия</a:t>
            </a:r>
          </a:p>
        </p:txBody>
      </p:sp>
      <p:sp>
        <p:nvSpPr>
          <p:cNvPr id="14" name="Текст 13">
            <a:extLst>
              <a:ext uri="{FF2B5EF4-FFF2-40B4-BE49-F238E27FC236}">
                <a16:creationId xmlns:a16="http://schemas.microsoft.com/office/drawing/2014/main" id="{59FBFD7D-8D7D-1893-619D-59A14D2CF1F1}"/>
              </a:ext>
            </a:extLst>
          </p:cNvPr>
          <p:cNvSpPr>
            <a:spLocks noGrp="1"/>
          </p:cNvSpPr>
          <p:nvPr>
            <p:ph type="body" sz="quarter" idx="85"/>
          </p:nvPr>
        </p:nvSpPr>
        <p:spPr>
          <a:xfrm>
            <a:off x="1542552" y="4447242"/>
            <a:ext cx="1908389" cy="261162"/>
          </a:xfrm>
        </p:spPr>
        <p:txBody>
          <a:bodyPr/>
          <a:lstStyle/>
          <a:p>
            <a:r>
              <a:rPr lang="ru-RU" dirty="0"/>
              <a:t>Наименование должности</a:t>
            </a:r>
            <a:br>
              <a:rPr lang="ru-RU" dirty="0"/>
            </a:br>
            <a:r>
              <a:rPr lang="ru-RU" dirty="0"/>
              <a:t>в одну или две строки</a:t>
            </a:r>
          </a:p>
        </p:txBody>
      </p:sp>
      <p:sp>
        <p:nvSpPr>
          <p:cNvPr id="15" name="Текст 14">
            <a:extLst>
              <a:ext uri="{FF2B5EF4-FFF2-40B4-BE49-F238E27FC236}">
                <a16:creationId xmlns:a16="http://schemas.microsoft.com/office/drawing/2014/main" id="{9A86EC1F-13B1-62DB-9417-DEDDA34527CB}"/>
              </a:ext>
            </a:extLst>
          </p:cNvPr>
          <p:cNvSpPr>
            <a:spLocks noGrp="1"/>
          </p:cNvSpPr>
          <p:nvPr>
            <p:ph type="body" sz="quarter" idx="86"/>
          </p:nvPr>
        </p:nvSpPr>
        <p:spPr>
          <a:xfrm>
            <a:off x="1542240" y="5080745"/>
            <a:ext cx="1908700" cy="132922"/>
          </a:xfrm>
        </p:spPr>
        <p:txBody>
          <a:bodyPr/>
          <a:lstStyle/>
          <a:p>
            <a:r>
              <a:rPr lang="ru-RU" dirty="0"/>
              <a:t>опыта в консалтинге</a:t>
            </a:r>
          </a:p>
        </p:txBody>
      </p:sp>
      <p:sp>
        <p:nvSpPr>
          <p:cNvPr id="16" name="Текст 15">
            <a:extLst>
              <a:ext uri="{FF2B5EF4-FFF2-40B4-BE49-F238E27FC236}">
                <a16:creationId xmlns:a16="http://schemas.microsoft.com/office/drawing/2014/main" id="{A9A7A588-B883-36A3-0801-F1F42C73A5A9}"/>
              </a:ext>
            </a:extLst>
          </p:cNvPr>
          <p:cNvSpPr>
            <a:spLocks noGrp="1"/>
          </p:cNvSpPr>
          <p:nvPr>
            <p:ph type="body" sz="quarter" idx="87"/>
          </p:nvPr>
        </p:nvSpPr>
        <p:spPr/>
        <p:txBody>
          <a:bodyPr/>
          <a:lstStyle/>
          <a:p>
            <a:r>
              <a:rPr lang="ru-RU" dirty="0"/>
              <a:t>10 лет</a:t>
            </a:r>
          </a:p>
        </p:txBody>
      </p:sp>
      <p:sp>
        <p:nvSpPr>
          <p:cNvPr id="18" name="Текст 17">
            <a:extLst>
              <a:ext uri="{FF2B5EF4-FFF2-40B4-BE49-F238E27FC236}">
                <a16:creationId xmlns:a16="http://schemas.microsoft.com/office/drawing/2014/main" id="{0F882893-A4E8-F356-89A5-6B1B439C8B95}"/>
              </a:ext>
            </a:extLst>
          </p:cNvPr>
          <p:cNvSpPr>
            <a:spLocks noGrp="1"/>
          </p:cNvSpPr>
          <p:nvPr>
            <p:ph type="body" sz="quarter" idx="91"/>
          </p:nvPr>
        </p:nvSpPr>
        <p:spPr>
          <a:xfrm>
            <a:off x="1542240" y="5527208"/>
            <a:ext cx="1908700" cy="132922"/>
          </a:xfrm>
        </p:spPr>
        <p:txBody>
          <a:bodyPr/>
          <a:lstStyle/>
          <a:p>
            <a:r>
              <a:rPr lang="ru-RU" dirty="0"/>
              <a:t>Имя Фамилия</a:t>
            </a:r>
          </a:p>
        </p:txBody>
      </p:sp>
      <p:sp>
        <p:nvSpPr>
          <p:cNvPr id="19" name="Текст 18">
            <a:extLst>
              <a:ext uri="{FF2B5EF4-FFF2-40B4-BE49-F238E27FC236}">
                <a16:creationId xmlns:a16="http://schemas.microsoft.com/office/drawing/2014/main" id="{CAC31808-62B8-9654-390B-1ABF98CB0114}"/>
              </a:ext>
            </a:extLst>
          </p:cNvPr>
          <p:cNvSpPr>
            <a:spLocks noGrp="1"/>
          </p:cNvSpPr>
          <p:nvPr>
            <p:ph type="body" sz="quarter" idx="92"/>
          </p:nvPr>
        </p:nvSpPr>
        <p:spPr>
          <a:xfrm>
            <a:off x="1542552" y="5707048"/>
            <a:ext cx="1908389" cy="261162"/>
          </a:xfrm>
        </p:spPr>
        <p:txBody>
          <a:bodyPr/>
          <a:lstStyle/>
          <a:p>
            <a:r>
              <a:rPr lang="ru-RU" dirty="0"/>
              <a:t>Наименование должности</a:t>
            </a:r>
            <a:br>
              <a:rPr lang="ru-RU" dirty="0"/>
            </a:br>
            <a:r>
              <a:rPr lang="ru-RU" dirty="0"/>
              <a:t>в одну или две строки</a:t>
            </a:r>
          </a:p>
        </p:txBody>
      </p:sp>
      <p:sp>
        <p:nvSpPr>
          <p:cNvPr id="20" name="Текст 19">
            <a:extLst>
              <a:ext uri="{FF2B5EF4-FFF2-40B4-BE49-F238E27FC236}">
                <a16:creationId xmlns:a16="http://schemas.microsoft.com/office/drawing/2014/main" id="{F280247C-4AF3-0333-2366-E7385F7CE0F8}"/>
              </a:ext>
            </a:extLst>
          </p:cNvPr>
          <p:cNvSpPr>
            <a:spLocks noGrp="1"/>
          </p:cNvSpPr>
          <p:nvPr>
            <p:ph type="body" sz="quarter" idx="93"/>
          </p:nvPr>
        </p:nvSpPr>
        <p:spPr>
          <a:xfrm>
            <a:off x="1542240" y="6340550"/>
            <a:ext cx="1908700" cy="132922"/>
          </a:xfrm>
        </p:spPr>
        <p:txBody>
          <a:bodyPr/>
          <a:lstStyle/>
          <a:p>
            <a:r>
              <a:rPr lang="ru-RU" dirty="0"/>
              <a:t>опыта в консалтинге</a:t>
            </a:r>
          </a:p>
        </p:txBody>
      </p:sp>
      <p:sp>
        <p:nvSpPr>
          <p:cNvPr id="21" name="Текст 20">
            <a:extLst>
              <a:ext uri="{FF2B5EF4-FFF2-40B4-BE49-F238E27FC236}">
                <a16:creationId xmlns:a16="http://schemas.microsoft.com/office/drawing/2014/main" id="{DEA13F4D-2543-0B43-9936-63101636331D}"/>
              </a:ext>
            </a:extLst>
          </p:cNvPr>
          <p:cNvSpPr>
            <a:spLocks noGrp="1"/>
          </p:cNvSpPr>
          <p:nvPr>
            <p:ph type="body" sz="quarter" idx="94"/>
          </p:nvPr>
        </p:nvSpPr>
        <p:spPr/>
        <p:txBody>
          <a:bodyPr/>
          <a:lstStyle/>
          <a:p>
            <a:r>
              <a:rPr lang="ru-RU" dirty="0"/>
              <a:t>10 лет</a:t>
            </a:r>
          </a:p>
        </p:txBody>
      </p:sp>
      <p:sp>
        <p:nvSpPr>
          <p:cNvPr id="22" name="Текст 21">
            <a:extLst>
              <a:ext uri="{FF2B5EF4-FFF2-40B4-BE49-F238E27FC236}">
                <a16:creationId xmlns:a16="http://schemas.microsoft.com/office/drawing/2014/main" id="{57942054-56E3-FE5D-C1FC-206BD3AF52AE}"/>
              </a:ext>
            </a:extLst>
          </p:cNvPr>
          <p:cNvSpPr>
            <a:spLocks noGrp="1"/>
          </p:cNvSpPr>
          <p:nvPr>
            <p:ph type="body" sz="quarter" idx="26"/>
          </p:nvPr>
        </p:nvSpPr>
        <p:spPr>
          <a:xfrm>
            <a:off x="4170664" y="1746441"/>
            <a:ext cx="3673197" cy="833113"/>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en-US" dirty="0">
              <a:effectLst/>
            </a:endParaRPr>
          </a:p>
        </p:txBody>
      </p:sp>
      <p:sp>
        <p:nvSpPr>
          <p:cNvPr id="23" name="Текст 22">
            <a:extLst>
              <a:ext uri="{FF2B5EF4-FFF2-40B4-BE49-F238E27FC236}">
                <a16:creationId xmlns:a16="http://schemas.microsoft.com/office/drawing/2014/main" id="{654E0949-B918-6973-96F7-7396FBBD3AE4}"/>
              </a:ext>
            </a:extLst>
          </p:cNvPr>
          <p:cNvSpPr>
            <a:spLocks noGrp="1"/>
          </p:cNvSpPr>
          <p:nvPr>
            <p:ph type="body" sz="quarter" idx="97"/>
          </p:nvPr>
        </p:nvSpPr>
        <p:spPr>
          <a:xfrm>
            <a:off x="8028483" y="1746441"/>
            <a:ext cx="3673197" cy="833113"/>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en-US" dirty="0">
              <a:effectLst/>
            </a:endParaRPr>
          </a:p>
        </p:txBody>
      </p:sp>
      <p:sp>
        <p:nvSpPr>
          <p:cNvPr id="24" name="Текст 23">
            <a:extLst>
              <a:ext uri="{FF2B5EF4-FFF2-40B4-BE49-F238E27FC236}">
                <a16:creationId xmlns:a16="http://schemas.microsoft.com/office/drawing/2014/main" id="{9A733156-F1DA-7C34-0389-E6BC87FE6AF6}"/>
              </a:ext>
            </a:extLst>
          </p:cNvPr>
          <p:cNvSpPr>
            <a:spLocks noGrp="1"/>
          </p:cNvSpPr>
          <p:nvPr>
            <p:ph type="body" sz="quarter" idx="98"/>
          </p:nvPr>
        </p:nvSpPr>
        <p:spPr>
          <a:xfrm>
            <a:off x="4170664" y="2998386"/>
            <a:ext cx="3673197" cy="833113"/>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en-US" dirty="0">
              <a:effectLst/>
            </a:endParaRPr>
          </a:p>
        </p:txBody>
      </p:sp>
      <p:sp>
        <p:nvSpPr>
          <p:cNvPr id="25" name="Текст 24">
            <a:extLst>
              <a:ext uri="{FF2B5EF4-FFF2-40B4-BE49-F238E27FC236}">
                <a16:creationId xmlns:a16="http://schemas.microsoft.com/office/drawing/2014/main" id="{BD32881A-3CB7-7284-1668-8947CE6D6DED}"/>
              </a:ext>
            </a:extLst>
          </p:cNvPr>
          <p:cNvSpPr>
            <a:spLocks noGrp="1"/>
          </p:cNvSpPr>
          <p:nvPr>
            <p:ph type="body" sz="quarter" idx="99"/>
          </p:nvPr>
        </p:nvSpPr>
        <p:spPr>
          <a:xfrm>
            <a:off x="8028483" y="2998386"/>
            <a:ext cx="3673197" cy="833113"/>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en-US" dirty="0">
              <a:effectLst/>
            </a:endParaRPr>
          </a:p>
        </p:txBody>
      </p:sp>
      <p:sp>
        <p:nvSpPr>
          <p:cNvPr id="26" name="Текст 25">
            <a:extLst>
              <a:ext uri="{FF2B5EF4-FFF2-40B4-BE49-F238E27FC236}">
                <a16:creationId xmlns:a16="http://schemas.microsoft.com/office/drawing/2014/main" id="{96A171D5-9120-685F-2FD1-6A27656927F1}"/>
              </a:ext>
            </a:extLst>
          </p:cNvPr>
          <p:cNvSpPr>
            <a:spLocks noGrp="1"/>
          </p:cNvSpPr>
          <p:nvPr>
            <p:ph type="body" sz="quarter" idx="100"/>
          </p:nvPr>
        </p:nvSpPr>
        <p:spPr>
          <a:xfrm>
            <a:off x="4170664" y="4244848"/>
            <a:ext cx="3673197" cy="833113"/>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en-US" dirty="0">
              <a:effectLst/>
            </a:endParaRPr>
          </a:p>
        </p:txBody>
      </p:sp>
      <p:sp>
        <p:nvSpPr>
          <p:cNvPr id="27" name="Текст 26">
            <a:extLst>
              <a:ext uri="{FF2B5EF4-FFF2-40B4-BE49-F238E27FC236}">
                <a16:creationId xmlns:a16="http://schemas.microsoft.com/office/drawing/2014/main" id="{6B114A32-3A5F-DC15-0187-2DE79ABBD95B}"/>
              </a:ext>
            </a:extLst>
          </p:cNvPr>
          <p:cNvSpPr>
            <a:spLocks noGrp="1"/>
          </p:cNvSpPr>
          <p:nvPr>
            <p:ph type="body" sz="quarter" idx="101"/>
          </p:nvPr>
        </p:nvSpPr>
        <p:spPr>
          <a:xfrm>
            <a:off x="8028483" y="4244848"/>
            <a:ext cx="3673197" cy="833113"/>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en-US" dirty="0">
              <a:effectLst/>
            </a:endParaRPr>
          </a:p>
        </p:txBody>
      </p:sp>
      <p:sp>
        <p:nvSpPr>
          <p:cNvPr id="28" name="Текст 27">
            <a:extLst>
              <a:ext uri="{FF2B5EF4-FFF2-40B4-BE49-F238E27FC236}">
                <a16:creationId xmlns:a16="http://schemas.microsoft.com/office/drawing/2014/main" id="{0BCBD554-788A-09C0-5100-1D077C3FEC2F}"/>
              </a:ext>
            </a:extLst>
          </p:cNvPr>
          <p:cNvSpPr>
            <a:spLocks noGrp="1"/>
          </p:cNvSpPr>
          <p:nvPr>
            <p:ph type="body" sz="quarter" idx="102"/>
          </p:nvPr>
        </p:nvSpPr>
        <p:spPr>
          <a:xfrm>
            <a:off x="4170664" y="5517683"/>
            <a:ext cx="3673197" cy="833113"/>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en-US" dirty="0">
              <a:effectLst/>
            </a:endParaRPr>
          </a:p>
        </p:txBody>
      </p:sp>
      <p:sp>
        <p:nvSpPr>
          <p:cNvPr id="29" name="Текст 28">
            <a:extLst>
              <a:ext uri="{FF2B5EF4-FFF2-40B4-BE49-F238E27FC236}">
                <a16:creationId xmlns:a16="http://schemas.microsoft.com/office/drawing/2014/main" id="{7135662D-72B5-FA3F-C8F4-1825744B551F}"/>
              </a:ext>
            </a:extLst>
          </p:cNvPr>
          <p:cNvSpPr>
            <a:spLocks noGrp="1"/>
          </p:cNvSpPr>
          <p:nvPr>
            <p:ph type="body" sz="quarter" idx="103"/>
          </p:nvPr>
        </p:nvSpPr>
        <p:spPr>
          <a:xfrm>
            <a:off x="8028483" y="5517683"/>
            <a:ext cx="3673197" cy="833113"/>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en-US" dirty="0">
              <a:effectLst/>
            </a:endParaRPr>
          </a:p>
        </p:txBody>
      </p:sp>
      <p:sp>
        <p:nvSpPr>
          <p:cNvPr id="30" name="Номер слайда 29">
            <a:extLst>
              <a:ext uri="{FF2B5EF4-FFF2-40B4-BE49-F238E27FC236}">
                <a16:creationId xmlns:a16="http://schemas.microsoft.com/office/drawing/2014/main" id="{5D1B7163-C71F-8075-7184-B6C42E9DC89E}"/>
              </a:ext>
            </a:extLst>
          </p:cNvPr>
          <p:cNvSpPr>
            <a:spLocks noGrp="1"/>
          </p:cNvSpPr>
          <p:nvPr>
            <p:ph type="sldNum" sz="quarter" idx="4"/>
          </p:nvPr>
        </p:nvSpPr>
        <p:spPr/>
        <p:txBody>
          <a:bodyPr/>
          <a:lstStyle/>
          <a:p>
            <a:fld id="{13FB4C0F-BB20-4298-B11D-AEB97E17A107}" type="slidenum">
              <a:rPr lang="ru-RU" smtClean="0"/>
              <a:pPr/>
              <a:t>106</a:t>
            </a:fld>
            <a:endParaRPr lang="ru-RU" dirty="0"/>
          </a:p>
        </p:txBody>
      </p:sp>
      <p:pic>
        <p:nvPicPr>
          <p:cNvPr id="32" name="Рисунок 31">
            <a:extLst>
              <a:ext uri="{FF2B5EF4-FFF2-40B4-BE49-F238E27FC236}">
                <a16:creationId xmlns:a16="http://schemas.microsoft.com/office/drawing/2014/main" id="{84B6B554-0C45-E3E7-5F10-ACB05B3A7971}"/>
              </a:ext>
            </a:extLst>
          </p:cNvPr>
          <p:cNvPicPr>
            <a:picLocks noGrp="1" noChangeAspect="1"/>
          </p:cNvPicPr>
          <p:nvPr>
            <p:ph type="pic" sz="quarter" idx="11"/>
          </p:nvPr>
        </p:nvPicPr>
        <p:blipFill>
          <a:blip r:embed="rId2" cstate="screen">
            <a:extLst>
              <a:ext uri="{28A0092B-C50C-407E-A947-70E740481C1C}">
                <a14:useLocalDpi xmlns:a14="http://schemas.microsoft.com/office/drawing/2010/main"/>
              </a:ext>
            </a:extLst>
          </a:blip>
          <a:srcRect/>
          <a:stretch/>
        </p:blipFill>
        <p:spPr>
          <a:xfrm>
            <a:off x="495298" y="1778000"/>
            <a:ext cx="939795" cy="939800"/>
          </a:xfrm>
        </p:spPr>
      </p:pic>
      <p:pic>
        <p:nvPicPr>
          <p:cNvPr id="33" name="Рисунок 32">
            <a:extLst>
              <a:ext uri="{FF2B5EF4-FFF2-40B4-BE49-F238E27FC236}">
                <a16:creationId xmlns:a16="http://schemas.microsoft.com/office/drawing/2014/main" id="{7D020480-CCBB-6B23-8BF0-81CFD50E04F3}"/>
              </a:ext>
            </a:extLst>
          </p:cNvPr>
          <p:cNvPicPr>
            <a:picLocks noGrp="1" noChangeAspect="1"/>
          </p:cNvPicPr>
          <p:nvPr>
            <p:ph type="pic" sz="quarter" idx="76"/>
          </p:nvPr>
        </p:nvPicPr>
        <p:blipFill>
          <a:blip r:embed="rId2" cstate="screen">
            <a:extLst>
              <a:ext uri="{28A0092B-C50C-407E-A947-70E740481C1C}">
                <a14:useLocalDpi xmlns:a14="http://schemas.microsoft.com/office/drawing/2010/main"/>
              </a:ext>
            </a:extLst>
          </a:blip>
          <a:srcRect/>
          <a:stretch/>
        </p:blipFill>
        <p:spPr>
          <a:xfrm>
            <a:off x="495298" y="3039534"/>
            <a:ext cx="939795" cy="939800"/>
          </a:xfrm>
        </p:spPr>
      </p:pic>
      <p:pic>
        <p:nvPicPr>
          <p:cNvPr id="34" name="Рисунок 33">
            <a:extLst>
              <a:ext uri="{FF2B5EF4-FFF2-40B4-BE49-F238E27FC236}">
                <a16:creationId xmlns:a16="http://schemas.microsoft.com/office/drawing/2014/main" id="{B887A54A-2D81-71D8-0B28-C0EABDC80431}"/>
              </a:ext>
            </a:extLst>
          </p:cNvPr>
          <p:cNvPicPr>
            <a:picLocks noGrp="1" noChangeAspect="1"/>
          </p:cNvPicPr>
          <p:nvPr>
            <p:ph type="pic" sz="quarter" idx="83"/>
          </p:nvPr>
        </p:nvPicPr>
        <p:blipFill>
          <a:blip r:embed="rId2" cstate="screen">
            <a:extLst>
              <a:ext uri="{28A0092B-C50C-407E-A947-70E740481C1C}">
                <a14:useLocalDpi xmlns:a14="http://schemas.microsoft.com/office/drawing/2010/main"/>
              </a:ext>
            </a:extLst>
          </a:blip>
          <a:srcRect/>
          <a:stretch/>
        </p:blipFill>
        <p:spPr>
          <a:xfrm>
            <a:off x="495298" y="4290261"/>
            <a:ext cx="939795" cy="939800"/>
          </a:xfrm>
        </p:spPr>
      </p:pic>
      <p:pic>
        <p:nvPicPr>
          <p:cNvPr id="35" name="Рисунок 34">
            <a:extLst>
              <a:ext uri="{FF2B5EF4-FFF2-40B4-BE49-F238E27FC236}">
                <a16:creationId xmlns:a16="http://schemas.microsoft.com/office/drawing/2014/main" id="{566581D0-D6E5-6A4C-B40D-A6A43845FAB8}"/>
              </a:ext>
            </a:extLst>
          </p:cNvPr>
          <p:cNvPicPr>
            <a:picLocks noGrp="1" noChangeAspect="1"/>
          </p:cNvPicPr>
          <p:nvPr>
            <p:ph type="pic" sz="quarter" idx="90"/>
          </p:nvPr>
        </p:nvPicPr>
        <p:blipFill>
          <a:blip r:embed="rId2" cstate="screen">
            <a:extLst>
              <a:ext uri="{28A0092B-C50C-407E-A947-70E740481C1C}">
                <a14:useLocalDpi xmlns:a14="http://schemas.microsoft.com/office/drawing/2010/main"/>
              </a:ext>
            </a:extLst>
          </a:blip>
          <a:srcRect/>
          <a:stretch/>
        </p:blipFill>
        <p:spPr>
          <a:xfrm>
            <a:off x="495298" y="5550067"/>
            <a:ext cx="939795" cy="939800"/>
          </a:xfrm>
        </p:spPr>
      </p:pic>
      <p:sp>
        <p:nvSpPr>
          <p:cNvPr id="7" name="Заголовок 6">
            <a:extLst>
              <a:ext uri="{FF2B5EF4-FFF2-40B4-BE49-F238E27FC236}">
                <a16:creationId xmlns:a16="http://schemas.microsoft.com/office/drawing/2014/main" id="{09C17EDD-BF9C-1491-3FE5-4A3E13954607}"/>
              </a:ext>
            </a:extLst>
          </p:cNvPr>
          <p:cNvSpPr>
            <a:spLocks noGrp="1"/>
          </p:cNvSpPr>
          <p:nvPr>
            <p:ph type="title"/>
          </p:nvPr>
        </p:nvSpPr>
        <p:spPr/>
        <p:txBody>
          <a:bodyPr/>
          <a:lstStyle/>
          <a:p>
            <a:r>
              <a:rPr lang="ru-RU" dirty="0"/>
              <a:t>Представление команды</a:t>
            </a:r>
          </a:p>
        </p:txBody>
      </p:sp>
    </p:spTree>
    <p:extLst>
      <p:ext uri="{BB962C8B-B14F-4D97-AF65-F5344CB8AC3E}">
        <p14:creationId xmlns:p14="http://schemas.microsoft.com/office/powerpoint/2010/main" val="281383243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78C88645-28FD-6692-B974-4E2E9E1DCEEA}"/>
              </a:ext>
            </a:extLst>
          </p:cNvPr>
          <p:cNvSpPr>
            <a:spLocks noGrp="1"/>
          </p:cNvSpPr>
          <p:nvPr>
            <p:ph type="sldNum" sz="quarter" idx="4"/>
          </p:nvPr>
        </p:nvSpPr>
        <p:spPr/>
        <p:txBody>
          <a:bodyPr/>
          <a:lstStyle/>
          <a:p>
            <a:fld id="{13FB4C0F-BB20-4298-B11D-AEB97E17A107}" type="slidenum">
              <a:rPr lang="ru-RU" smtClean="0"/>
              <a:pPr/>
              <a:t>107</a:t>
            </a:fld>
            <a:endParaRPr lang="ru-RU" dirty="0"/>
          </a:p>
        </p:txBody>
      </p:sp>
      <p:sp>
        <p:nvSpPr>
          <p:cNvPr id="7" name="Текст 6">
            <a:extLst>
              <a:ext uri="{FF2B5EF4-FFF2-40B4-BE49-F238E27FC236}">
                <a16:creationId xmlns:a16="http://schemas.microsoft.com/office/drawing/2014/main" id="{775F8AC6-3C88-CBC6-D9D7-5130BE7A5211}"/>
              </a:ext>
            </a:extLst>
          </p:cNvPr>
          <p:cNvSpPr>
            <a:spLocks noGrp="1"/>
          </p:cNvSpPr>
          <p:nvPr>
            <p:ph type="body" sz="quarter" idx="19"/>
          </p:nvPr>
        </p:nvSpPr>
        <p:spPr/>
        <p:txBody>
          <a:bodyPr/>
          <a:lstStyle/>
          <a:p>
            <a:r>
              <a:rPr lang="ru-RU" dirty="0"/>
              <a:t>Образование</a:t>
            </a:r>
          </a:p>
        </p:txBody>
      </p:sp>
      <p:sp>
        <p:nvSpPr>
          <p:cNvPr id="8" name="Текст 7">
            <a:extLst>
              <a:ext uri="{FF2B5EF4-FFF2-40B4-BE49-F238E27FC236}">
                <a16:creationId xmlns:a16="http://schemas.microsoft.com/office/drawing/2014/main" id="{4DBC7DD5-9B74-DA28-4534-40D3942ECDC0}"/>
              </a:ext>
            </a:extLst>
          </p:cNvPr>
          <p:cNvSpPr>
            <a:spLocks noGrp="1"/>
          </p:cNvSpPr>
          <p:nvPr>
            <p:ph type="body" sz="quarter" idx="82"/>
          </p:nvPr>
        </p:nvSpPr>
        <p:spPr/>
        <p:txBody>
          <a:bodyPr/>
          <a:lstStyle/>
          <a:p>
            <a:r>
              <a:rPr lang="ru-RU" dirty="0"/>
              <a:t>Образование</a:t>
            </a:r>
          </a:p>
        </p:txBody>
      </p:sp>
      <p:sp>
        <p:nvSpPr>
          <p:cNvPr id="9" name="Текст 8">
            <a:extLst>
              <a:ext uri="{FF2B5EF4-FFF2-40B4-BE49-F238E27FC236}">
                <a16:creationId xmlns:a16="http://schemas.microsoft.com/office/drawing/2014/main" id="{37656890-E3D3-BE3E-AFFF-7C8F1F37040F}"/>
              </a:ext>
            </a:extLst>
          </p:cNvPr>
          <p:cNvSpPr>
            <a:spLocks noGrp="1"/>
          </p:cNvSpPr>
          <p:nvPr>
            <p:ph type="body" sz="quarter" idx="83"/>
          </p:nvPr>
        </p:nvSpPr>
        <p:spPr/>
        <p:txBody>
          <a:bodyPr/>
          <a:lstStyle/>
          <a:p>
            <a:r>
              <a:rPr lang="ru-RU" dirty="0"/>
              <a:t>Образование</a:t>
            </a:r>
          </a:p>
        </p:txBody>
      </p:sp>
      <p:sp>
        <p:nvSpPr>
          <p:cNvPr id="10" name="Текст 9">
            <a:extLst>
              <a:ext uri="{FF2B5EF4-FFF2-40B4-BE49-F238E27FC236}">
                <a16:creationId xmlns:a16="http://schemas.microsoft.com/office/drawing/2014/main" id="{D2899978-8441-90F2-2CBA-4720E48FECFC}"/>
              </a:ext>
            </a:extLst>
          </p:cNvPr>
          <p:cNvSpPr>
            <a:spLocks noGrp="1"/>
          </p:cNvSpPr>
          <p:nvPr>
            <p:ph type="body" sz="quarter" idx="84"/>
          </p:nvPr>
        </p:nvSpPr>
        <p:spPr/>
        <p:txBody>
          <a:bodyPr/>
          <a:lstStyle/>
          <a:p>
            <a:r>
              <a:rPr lang="ru-RU" dirty="0"/>
              <a:t>Релевантный проектный опыт</a:t>
            </a:r>
          </a:p>
        </p:txBody>
      </p:sp>
      <p:sp>
        <p:nvSpPr>
          <p:cNvPr id="11" name="Текст 10">
            <a:extLst>
              <a:ext uri="{FF2B5EF4-FFF2-40B4-BE49-F238E27FC236}">
                <a16:creationId xmlns:a16="http://schemas.microsoft.com/office/drawing/2014/main" id="{D29C34F8-3E6A-2513-7F96-3FF7F1686C75}"/>
              </a:ext>
            </a:extLst>
          </p:cNvPr>
          <p:cNvSpPr>
            <a:spLocks noGrp="1"/>
          </p:cNvSpPr>
          <p:nvPr>
            <p:ph type="body" sz="quarter" idx="85"/>
          </p:nvPr>
        </p:nvSpPr>
        <p:spPr/>
        <p:txBody>
          <a:bodyPr/>
          <a:lstStyle/>
          <a:p>
            <a:r>
              <a:rPr lang="ru-RU" dirty="0"/>
              <a:t>Релевантный проектный опыт</a:t>
            </a:r>
          </a:p>
        </p:txBody>
      </p:sp>
      <p:sp>
        <p:nvSpPr>
          <p:cNvPr id="12" name="Текст 11">
            <a:extLst>
              <a:ext uri="{FF2B5EF4-FFF2-40B4-BE49-F238E27FC236}">
                <a16:creationId xmlns:a16="http://schemas.microsoft.com/office/drawing/2014/main" id="{C6DCA9A6-9300-C56B-AA6D-563BD1D70DA7}"/>
              </a:ext>
            </a:extLst>
          </p:cNvPr>
          <p:cNvSpPr>
            <a:spLocks noGrp="1"/>
          </p:cNvSpPr>
          <p:nvPr>
            <p:ph type="body" sz="quarter" idx="86"/>
          </p:nvPr>
        </p:nvSpPr>
        <p:spPr/>
        <p:txBody>
          <a:bodyPr/>
          <a:lstStyle/>
          <a:p>
            <a:r>
              <a:rPr lang="ru-RU" dirty="0"/>
              <a:t>Релевантный проектный опыт</a:t>
            </a:r>
          </a:p>
        </p:txBody>
      </p:sp>
      <p:sp>
        <p:nvSpPr>
          <p:cNvPr id="13" name="Текст 12">
            <a:extLst>
              <a:ext uri="{FF2B5EF4-FFF2-40B4-BE49-F238E27FC236}">
                <a16:creationId xmlns:a16="http://schemas.microsoft.com/office/drawing/2014/main" id="{66C52A44-1FAC-74A6-EBB1-568C561A25A7}"/>
              </a:ext>
            </a:extLst>
          </p:cNvPr>
          <p:cNvSpPr>
            <a:spLocks noGrp="1"/>
          </p:cNvSpPr>
          <p:nvPr>
            <p:ph type="body" sz="quarter" idx="87"/>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en-US" dirty="0">
              <a:effectLst/>
            </a:endParaRPr>
          </a:p>
        </p:txBody>
      </p:sp>
      <p:sp>
        <p:nvSpPr>
          <p:cNvPr id="14" name="Текст 13">
            <a:extLst>
              <a:ext uri="{FF2B5EF4-FFF2-40B4-BE49-F238E27FC236}">
                <a16:creationId xmlns:a16="http://schemas.microsoft.com/office/drawing/2014/main" id="{26CE412D-7CB2-AFCF-1901-CD40090372FF}"/>
              </a:ext>
            </a:extLst>
          </p:cNvPr>
          <p:cNvSpPr>
            <a:spLocks noGrp="1"/>
          </p:cNvSpPr>
          <p:nvPr>
            <p:ph type="body" sz="quarter" idx="88"/>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en-US" dirty="0">
              <a:effectLst/>
            </a:endParaRPr>
          </a:p>
        </p:txBody>
      </p:sp>
      <p:sp>
        <p:nvSpPr>
          <p:cNvPr id="15" name="Текст 14">
            <a:extLst>
              <a:ext uri="{FF2B5EF4-FFF2-40B4-BE49-F238E27FC236}">
                <a16:creationId xmlns:a16="http://schemas.microsoft.com/office/drawing/2014/main" id="{968DFB57-C135-6BE0-BEC9-EA14C3A19972}"/>
              </a:ext>
            </a:extLst>
          </p:cNvPr>
          <p:cNvSpPr>
            <a:spLocks noGrp="1"/>
          </p:cNvSpPr>
          <p:nvPr>
            <p:ph type="body" sz="quarter" idx="89"/>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en-US" dirty="0">
              <a:effectLst/>
            </a:endParaRPr>
          </a:p>
        </p:txBody>
      </p:sp>
      <p:sp>
        <p:nvSpPr>
          <p:cNvPr id="16" name="Текст 15">
            <a:extLst>
              <a:ext uri="{FF2B5EF4-FFF2-40B4-BE49-F238E27FC236}">
                <a16:creationId xmlns:a16="http://schemas.microsoft.com/office/drawing/2014/main" id="{73179BE4-5965-4425-5A15-3D0728205495}"/>
              </a:ext>
            </a:extLst>
          </p:cNvPr>
          <p:cNvSpPr>
            <a:spLocks noGrp="1"/>
          </p:cNvSpPr>
          <p:nvPr>
            <p:ph type="body" sz="quarter" idx="90"/>
          </p:nvPr>
        </p:nvSpPr>
        <p:spPr>
          <a:xfrm>
            <a:off x="582645" y="4487459"/>
            <a:ext cx="3454382" cy="1231106"/>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en-US" dirty="0">
              <a:effectLst/>
            </a:endParaRPr>
          </a:p>
        </p:txBody>
      </p:sp>
      <p:sp>
        <p:nvSpPr>
          <p:cNvPr id="17" name="Текст 16">
            <a:extLst>
              <a:ext uri="{FF2B5EF4-FFF2-40B4-BE49-F238E27FC236}">
                <a16:creationId xmlns:a16="http://schemas.microsoft.com/office/drawing/2014/main" id="{20BAB9EE-9803-0FA4-63FF-564E64A510CF}"/>
              </a:ext>
            </a:extLst>
          </p:cNvPr>
          <p:cNvSpPr>
            <a:spLocks noGrp="1"/>
          </p:cNvSpPr>
          <p:nvPr>
            <p:ph type="body" sz="quarter" idx="91"/>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en-US" dirty="0">
              <a:effectLst/>
            </a:endParaRPr>
          </a:p>
        </p:txBody>
      </p:sp>
      <p:sp>
        <p:nvSpPr>
          <p:cNvPr id="18" name="Текст 17">
            <a:extLst>
              <a:ext uri="{FF2B5EF4-FFF2-40B4-BE49-F238E27FC236}">
                <a16:creationId xmlns:a16="http://schemas.microsoft.com/office/drawing/2014/main" id="{81233E3A-2797-DCEC-6E24-6347240BF3C8}"/>
              </a:ext>
            </a:extLst>
          </p:cNvPr>
          <p:cNvSpPr>
            <a:spLocks noGrp="1"/>
          </p:cNvSpPr>
          <p:nvPr>
            <p:ph type="body" sz="quarter" idx="92"/>
          </p:nvPr>
        </p:nvSpPr>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p>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a:t>
            </a:r>
            <a:endParaRPr lang="en-US" dirty="0">
              <a:effectLst/>
            </a:endParaRPr>
          </a:p>
        </p:txBody>
      </p:sp>
      <p:sp>
        <p:nvSpPr>
          <p:cNvPr id="19" name="Текст 18">
            <a:extLst>
              <a:ext uri="{FF2B5EF4-FFF2-40B4-BE49-F238E27FC236}">
                <a16:creationId xmlns:a16="http://schemas.microsoft.com/office/drawing/2014/main" id="{51D7AEA3-E641-70D0-B54B-30FCF4FA670C}"/>
              </a:ext>
            </a:extLst>
          </p:cNvPr>
          <p:cNvSpPr>
            <a:spLocks noGrp="1"/>
          </p:cNvSpPr>
          <p:nvPr>
            <p:ph type="body" sz="quarter" idx="93"/>
          </p:nvPr>
        </p:nvSpPr>
        <p:spPr/>
        <p:txBody>
          <a:bodyPr/>
          <a:lstStyle/>
          <a:p>
            <a:r>
              <a:rPr lang="ru-RU" dirty="0"/>
              <a:t>Имя Фамилия</a:t>
            </a:r>
          </a:p>
        </p:txBody>
      </p:sp>
      <p:sp>
        <p:nvSpPr>
          <p:cNvPr id="20" name="Текст 19">
            <a:extLst>
              <a:ext uri="{FF2B5EF4-FFF2-40B4-BE49-F238E27FC236}">
                <a16:creationId xmlns:a16="http://schemas.microsoft.com/office/drawing/2014/main" id="{882A92FB-969F-A4E0-87A0-66AF48CF41A2}"/>
              </a:ext>
            </a:extLst>
          </p:cNvPr>
          <p:cNvSpPr>
            <a:spLocks noGrp="1"/>
          </p:cNvSpPr>
          <p:nvPr>
            <p:ph type="body" sz="quarter" idx="94"/>
          </p:nvPr>
        </p:nvSpPr>
        <p:spPr/>
        <p:txBody>
          <a:bodyPr/>
          <a:lstStyle/>
          <a:p>
            <a:r>
              <a:rPr lang="ru-RU" dirty="0"/>
              <a:t>Имя Фамилия</a:t>
            </a:r>
          </a:p>
        </p:txBody>
      </p:sp>
      <p:sp>
        <p:nvSpPr>
          <p:cNvPr id="21" name="Текст 20">
            <a:extLst>
              <a:ext uri="{FF2B5EF4-FFF2-40B4-BE49-F238E27FC236}">
                <a16:creationId xmlns:a16="http://schemas.microsoft.com/office/drawing/2014/main" id="{DFE45CD6-BF74-F4C3-9844-75766B5DB3C6}"/>
              </a:ext>
            </a:extLst>
          </p:cNvPr>
          <p:cNvSpPr>
            <a:spLocks noGrp="1"/>
          </p:cNvSpPr>
          <p:nvPr>
            <p:ph type="body" sz="quarter" idx="95"/>
          </p:nvPr>
        </p:nvSpPr>
        <p:spPr/>
        <p:txBody>
          <a:bodyPr/>
          <a:lstStyle/>
          <a:p>
            <a:r>
              <a:rPr lang="ru-RU" dirty="0"/>
              <a:t>Имя Фамилия</a:t>
            </a:r>
          </a:p>
        </p:txBody>
      </p:sp>
      <p:sp>
        <p:nvSpPr>
          <p:cNvPr id="22" name="Текст 21">
            <a:extLst>
              <a:ext uri="{FF2B5EF4-FFF2-40B4-BE49-F238E27FC236}">
                <a16:creationId xmlns:a16="http://schemas.microsoft.com/office/drawing/2014/main" id="{876FD4E8-D1F2-DB1C-1C4B-C5ED1820F4EE}"/>
              </a:ext>
            </a:extLst>
          </p:cNvPr>
          <p:cNvSpPr>
            <a:spLocks noGrp="1"/>
          </p:cNvSpPr>
          <p:nvPr>
            <p:ph type="body" sz="quarter" idx="96"/>
          </p:nvPr>
        </p:nvSpPr>
        <p:spPr/>
        <p:txBody>
          <a:bodyPr/>
          <a:lstStyle/>
          <a:p>
            <a:r>
              <a:rPr lang="ru-RU" dirty="0"/>
              <a:t>Наименование должности в одну </a:t>
            </a:r>
            <a:br>
              <a:rPr lang="ru-RU" dirty="0"/>
            </a:br>
            <a:r>
              <a:rPr lang="ru-RU" dirty="0"/>
              <a:t>или две строки</a:t>
            </a:r>
          </a:p>
        </p:txBody>
      </p:sp>
      <p:sp>
        <p:nvSpPr>
          <p:cNvPr id="23" name="Текст 22">
            <a:extLst>
              <a:ext uri="{FF2B5EF4-FFF2-40B4-BE49-F238E27FC236}">
                <a16:creationId xmlns:a16="http://schemas.microsoft.com/office/drawing/2014/main" id="{6486F91B-1B55-9021-A97D-760A9EAA927F}"/>
              </a:ext>
            </a:extLst>
          </p:cNvPr>
          <p:cNvSpPr>
            <a:spLocks noGrp="1"/>
          </p:cNvSpPr>
          <p:nvPr>
            <p:ph type="body" sz="quarter" idx="97"/>
          </p:nvPr>
        </p:nvSpPr>
        <p:spPr/>
        <p:txBody>
          <a:bodyPr/>
          <a:lstStyle/>
          <a:p>
            <a:r>
              <a:rPr lang="ru-RU" dirty="0"/>
              <a:t>Наименование должности в одну </a:t>
            </a:r>
            <a:br>
              <a:rPr lang="ru-RU" dirty="0"/>
            </a:br>
            <a:r>
              <a:rPr lang="ru-RU" dirty="0"/>
              <a:t>или две строки</a:t>
            </a:r>
          </a:p>
        </p:txBody>
      </p:sp>
      <p:sp>
        <p:nvSpPr>
          <p:cNvPr id="24" name="Текст 23">
            <a:extLst>
              <a:ext uri="{FF2B5EF4-FFF2-40B4-BE49-F238E27FC236}">
                <a16:creationId xmlns:a16="http://schemas.microsoft.com/office/drawing/2014/main" id="{67EBBDCF-3B28-0B3F-FC20-1B0931CB587E}"/>
              </a:ext>
            </a:extLst>
          </p:cNvPr>
          <p:cNvSpPr>
            <a:spLocks noGrp="1"/>
          </p:cNvSpPr>
          <p:nvPr>
            <p:ph type="body" sz="quarter" idx="98"/>
          </p:nvPr>
        </p:nvSpPr>
        <p:spPr/>
        <p:txBody>
          <a:bodyPr/>
          <a:lstStyle/>
          <a:p>
            <a:r>
              <a:rPr lang="ru-RU" dirty="0"/>
              <a:t>Наименование должности в одну </a:t>
            </a:r>
            <a:br>
              <a:rPr lang="ru-RU" dirty="0"/>
            </a:br>
            <a:r>
              <a:rPr lang="ru-RU" dirty="0"/>
              <a:t>или две строки</a:t>
            </a:r>
          </a:p>
        </p:txBody>
      </p:sp>
      <p:sp>
        <p:nvSpPr>
          <p:cNvPr id="25" name="Текст 24">
            <a:extLst>
              <a:ext uri="{FF2B5EF4-FFF2-40B4-BE49-F238E27FC236}">
                <a16:creationId xmlns:a16="http://schemas.microsoft.com/office/drawing/2014/main" id="{E582A8B4-BC59-485F-C499-0F90D1C27A13}"/>
              </a:ext>
            </a:extLst>
          </p:cNvPr>
          <p:cNvSpPr>
            <a:spLocks noGrp="1"/>
          </p:cNvSpPr>
          <p:nvPr>
            <p:ph type="body" sz="quarter" idx="99"/>
          </p:nvPr>
        </p:nvSpPr>
        <p:spPr/>
        <p:txBody>
          <a:bodyPr/>
          <a:lstStyle/>
          <a:p>
            <a:r>
              <a:rPr lang="ru-RU" dirty="0"/>
              <a:t>10 лет опыта в консалтинге</a:t>
            </a:r>
          </a:p>
        </p:txBody>
      </p:sp>
      <p:sp>
        <p:nvSpPr>
          <p:cNvPr id="26" name="Текст 25">
            <a:extLst>
              <a:ext uri="{FF2B5EF4-FFF2-40B4-BE49-F238E27FC236}">
                <a16:creationId xmlns:a16="http://schemas.microsoft.com/office/drawing/2014/main" id="{E07B3CE4-A782-3628-A33C-1FD1C2E8F0FF}"/>
              </a:ext>
            </a:extLst>
          </p:cNvPr>
          <p:cNvSpPr>
            <a:spLocks noGrp="1"/>
          </p:cNvSpPr>
          <p:nvPr>
            <p:ph type="body" sz="quarter" idx="100"/>
          </p:nvPr>
        </p:nvSpPr>
        <p:spPr/>
        <p:txBody>
          <a:bodyPr/>
          <a:lstStyle/>
          <a:p>
            <a:r>
              <a:rPr lang="ru-RU" dirty="0"/>
              <a:t>10 лет опыта в консалтинге</a:t>
            </a:r>
          </a:p>
        </p:txBody>
      </p:sp>
      <p:sp>
        <p:nvSpPr>
          <p:cNvPr id="27" name="Текст 26">
            <a:extLst>
              <a:ext uri="{FF2B5EF4-FFF2-40B4-BE49-F238E27FC236}">
                <a16:creationId xmlns:a16="http://schemas.microsoft.com/office/drawing/2014/main" id="{D7D18578-092C-8D14-811F-53A9BC899347}"/>
              </a:ext>
            </a:extLst>
          </p:cNvPr>
          <p:cNvSpPr>
            <a:spLocks noGrp="1"/>
          </p:cNvSpPr>
          <p:nvPr>
            <p:ph type="body" sz="quarter" idx="101"/>
          </p:nvPr>
        </p:nvSpPr>
        <p:spPr/>
        <p:txBody>
          <a:bodyPr/>
          <a:lstStyle/>
          <a:p>
            <a:r>
              <a:rPr lang="ru-RU" dirty="0"/>
              <a:t>10 лет опыта в консалтинге</a:t>
            </a:r>
          </a:p>
        </p:txBody>
      </p:sp>
      <p:pic>
        <p:nvPicPr>
          <p:cNvPr id="28" name="Рисунок 27">
            <a:extLst>
              <a:ext uri="{FF2B5EF4-FFF2-40B4-BE49-F238E27FC236}">
                <a16:creationId xmlns:a16="http://schemas.microsoft.com/office/drawing/2014/main" id="{910DF4D5-8A1C-817E-51DA-E429DF40284E}"/>
              </a:ext>
            </a:extLst>
          </p:cNvPr>
          <p:cNvPicPr>
            <a:picLocks noGrp="1" noChangeAspect="1"/>
          </p:cNvPicPr>
          <p:nvPr>
            <p:ph type="pic" sz="quarter" idx="11"/>
          </p:nvPr>
        </p:nvPicPr>
        <p:blipFill>
          <a:blip r:embed="rId2" cstate="screen">
            <a:extLst>
              <a:ext uri="{28A0092B-C50C-407E-A947-70E740481C1C}">
                <a14:useLocalDpi xmlns:a14="http://schemas.microsoft.com/office/drawing/2010/main"/>
              </a:ext>
            </a:extLst>
          </a:blip>
          <a:srcRect/>
          <a:stretch>
            <a:fillRect/>
          </a:stretch>
        </p:blipFill>
        <p:spPr>
          <a:xfrm>
            <a:off x="507998" y="1545743"/>
            <a:ext cx="787396" cy="787400"/>
          </a:xfrm>
        </p:spPr>
      </p:pic>
      <p:pic>
        <p:nvPicPr>
          <p:cNvPr id="29" name="Рисунок 28">
            <a:extLst>
              <a:ext uri="{FF2B5EF4-FFF2-40B4-BE49-F238E27FC236}">
                <a16:creationId xmlns:a16="http://schemas.microsoft.com/office/drawing/2014/main" id="{C0F3ED37-6D4D-BFED-0F1B-F1977C98C2BF}"/>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a:fillRect/>
          </a:stretch>
        </p:blipFill>
        <p:spPr>
          <a:xfrm>
            <a:off x="4368777" y="1545743"/>
            <a:ext cx="787396" cy="787400"/>
          </a:xfrm>
        </p:spPr>
      </p:pic>
      <p:pic>
        <p:nvPicPr>
          <p:cNvPr id="30" name="Рисунок 29">
            <a:extLst>
              <a:ext uri="{FF2B5EF4-FFF2-40B4-BE49-F238E27FC236}">
                <a16:creationId xmlns:a16="http://schemas.microsoft.com/office/drawing/2014/main" id="{756A461F-52DE-C325-8EFF-4831BD1EB924}"/>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a:fillRect/>
          </a:stretch>
        </p:blipFill>
        <p:spPr>
          <a:xfrm>
            <a:off x="8229557" y="1545743"/>
            <a:ext cx="787396" cy="787400"/>
          </a:xfrm>
        </p:spPr>
      </p:pic>
      <p:sp>
        <p:nvSpPr>
          <p:cNvPr id="3" name="Заголовок 2">
            <a:extLst>
              <a:ext uri="{FF2B5EF4-FFF2-40B4-BE49-F238E27FC236}">
                <a16:creationId xmlns:a16="http://schemas.microsoft.com/office/drawing/2014/main" id="{38EE3711-1B65-9655-058A-5555A17DE2B3}"/>
              </a:ext>
            </a:extLst>
          </p:cNvPr>
          <p:cNvSpPr>
            <a:spLocks noGrp="1"/>
          </p:cNvSpPr>
          <p:nvPr>
            <p:ph type="title"/>
          </p:nvPr>
        </p:nvSpPr>
        <p:spPr/>
        <p:txBody>
          <a:bodyPr/>
          <a:lstStyle/>
          <a:p>
            <a:r>
              <a:rPr lang="ru-RU" dirty="0"/>
              <a:t>Представление команды</a:t>
            </a:r>
          </a:p>
        </p:txBody>
      </p:sp>
    </p:spTree>
    <p:extLst>
      <p:ext uri="{BB962C8B-B14F-4D97-AF65-F5344CB8AC3E}">
        <p14:creationId xmlns:p14="http://schemas.microsoft.com/office/powerpoint/2010/main" val="196933667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Текст 15">
            <a:extLst>
              <a:ext uri="{FF2B5EF4-FFF2-40B4-BE49-F238E27FC236}">
                <a16:creationId xmlns:a16="http://schemas.microsoft.com/office/drawing/2014/main" id="{1CE1E382-85A8-5116-6D5E-348C3AEB7563}"/>
              </a:ext>
            </a:extLst>
          </p:cNvPr>
          <p:cNvSpPr>
            <a:spLocks noGrp="1"/>
          </p:cNvSpPr>
          <p:nvPr>
            <p:ph type="body" sz="quarter" idx="112"/>
          </p:nvPr>
        </p:nvSpPr>
        <p:spPr/>
        <p:txBody>
          <a:bodyPr/>
          <a:lstStyle/>
          <a:p>
            <a:r>
              <a:rPr lang="ru-RU" dirty="0"/>
              <a:t>* Вовлечение по необходимости</a:t>
            </a:r>
          </a:p>
        </p:txBody>
      </p:sp>
      <p:sp>
        <p:nvSpPr>
          <p:cNvPr id="17" name="Номер слайда 16">
            <a:extLst>
              <a:ext uri="{FF2B5EF4-FFF2-40B4-BE49-F238E27FC236}">
                <a16:creationId xmlns:a16="http://schemas.microsoft.com/office/drawing/2014/main" id="{B835EB3F-ED5D-801F-DD42-BD33F79C6AD7}"/>
              </a:ext>
            </a:extLst>
          </p:cNvPr>
          <p:cNvSpPr>
            <a:spLocks noGrp="1"/>
          </p:cNvSpPr>
          <p:nvPr>
            <p:ph type="sldNum" sz="quarter" idx="4"/>
          </p:nvPr>
        </p:nvSpPr>
        <p:spPr/>
        <p:txBody>
          <a:bodyPr/>
          <a:lstStyle/>
          <a:p>
            <a:fld id="{13FB4C0F-BB20-4298-B11D-AEB97E17A107}" type="slidenum">
              <a:rPr lang="ru-RU" smtClean="0"/>
              <a:pPr/>
              <a:t>108</a:t>
            </a:fld>
            <a:endParaRPr lang="ru-RU" dirty="0"/>
          </a:p>
        </p:txBody>
      </p:sp>
      <p:sp>
        <p:nvSpPr>
          <p:cNvPr id="19" name="Текст 18">
            <a:extLst>
              <a:ext uri="{FF2B5EF4-FFF2-40B4-BE49-F238E27FC236}">
                <a16:creationId xmlns:a16="http://schemas.microsoft.com/office/drawing/2014/main" id="{5130400A-1A8D-F7A4-D1B7-50A34E0E7BCA}"/>
              </a:ext>
            </a:extLst>
          </p:cNvPr>
          <p:cNvSpPr>
            <a:spLocks noGrp="1"/>
          </p:cNvSpPr>
          <p:nvPr>
            <p:ph type="body" sz="quarter" idx="19"/>
          </p:nvPr>
        </p:nvSpPr>
        <p:spPr/>
        <p:txBody>
          <a:bodyPr/>
          <a:lstStyle/>
          <a:p>
            <a:r>
              <a:rPr lang="ru-RU" dirty="0"/>
              <a:t>Управляющий комитет</a:t>
            </a:r>
          </a:p>
        </p:txBody>
      </p:sp>
      <p:sp>
        <p:nvSpPr>
          <p:cNvPr id="20" name="Текст 19">
            <a:extLst>
              <a:ext uri="{FF2B5EF4-FFF2-40B4-BE49-F238E27FC236}">
                <a16:creationId xmlns:a16="http://schemas.microsoft.com/office/drawing/2014/main" id="{18086952-A382-39AB-AF02-8EA2F8EBFB50}"/>
              </a:ext>
            </a:extLst>
          </p:cNvPr>
          <p:cNvSpPr>
            <a:spLocks noGrp="1"/>
          </p:cNvSpPr>
          <p:nvPr>
            <p:ph type="body" sz="quarter" idx="113"/>
          </p:nvPr>
        </p:nvSpPr>
        <p:spPr/>
        <p:txBody>
          <a:bodyPr/>
          <a:lstStyle/>
          <a:p>
            <a:r>
              <a:rPr lang="ru-RU" dirty="0"/>
              <a:t>Вовлечение ХХ%</a:t>
            </a:r>
          </a:p>
        </p:txBody>
      </p:sp>
      <p:sp>
        <p:nvSpPr>
          <p:cNvPr id="21" name="Текст 20">
            <a:extLst>
              <a:ext uri="{FF2B5EF4-FFF2-40B4-BE49-F238E27FC236}">
                <a16:creationId xmlns:a16="http://schemas.microsoft.com/office/drawing/2014/main" id="{E4C57545-E0B9-3194-800F-99FA09996058}"/>
              </a:ext>
            </a:extLst>
          </p:cNvPr>
          <p:cNvSpPr>
            <a:spLocks noGrp="1"/>
          </p:cNvSpPr>
          <p:nvPr>
            <p:ph type="body" sz="quarter" idx="114"/>
          </p:nvPr>
        </p:nvSpPr>
        <p:spPr/>
        <p:txBody>
          <a:bodyPr/>
          <a:lstStyle/>
          <a:p>
            <a:r>
              <a:rPr lang="ru-RU" dirty="0"/>
              <a:t>Вовлечение ХХ%</a:t>
            </a:r>
          </a:p>
        </p:txBody>
      </p:sp>
      <p:sp>
        <p:nvSpPr>
          <p:cNvPr id="22" name="Текст 21">
            <a:extLst>
              <a:ext uri="{FF2B5EF4-FFF2-40B4-BE49-F238E27FC236}">
                <a16:creationId xmlns:a16="http://schemas.microsoft.com/office/drawing/2014/main" id="{8CEF694C-CC4C-274F-0914-919BDC08560A}"/>
              </a:ext>
            </a:extLst>
          </p:cNvPr>
          <p:cNvSpPr>
            <a:spLocks noGrp="1"/>
          </p:cNvSpPr>
          <p:nvPr>
            <p:ph type="body" sz="quarter" idx="115"/>
          </p:nvPr>
        </p:nvSpPr>
        <p:spPr/>
        <p:txBody>
          <a:bodyPr/>
          <a:lstStyle/>
          <a:p>
            <a:r>
              <a:rPr lang="ru-RU" dirty="0"/>
              <a:t>Группа экспертов*</a:t>
            </a:r>
          </a:p>
        </p:txBody>
      </p:sp>
      <p:sp>
        <p:nvSpPr>
          <p:cNvPr id="23" name="Текст 22">
            <a:extLst>
              <a:ext uri="{FF2B5EF4-FFF2-40B4-BE49-F238E27FC236}">
                <a16:creationId xmlns:a16="http://schemas.microsoft.com/office/drawing/2014/main" id="{D85B8CD7-9996-BD73-3976-F992F1151285}"/>
              </a:ext>
            </a:extLst>
          </p:cNvPr>
          <p:cNvSpPr>
            <a:spLocks noGrp="1"/>
          </p:cNvSpPr>
          <p:nvPr>
            <p:ph type="body" sz="quarter" idx="116"/>
          </p:nvPr>
        </p:nvSpPr>
        <p:spPr/>
        <p:txBody>
          <a:bodyPr/>
          <a:lstStyle/>
          <a:p>
            <a:r>
              <a:rPr lang="ru-RU" dirty="0"/>
              <a:t>Управляющий комитет</a:t>
            </a:r>
          </a:p>
        </p:txBody>
      </p:sp>
      <p:sp>
        <p:nvSpPr>
          <p:cNvPr id="24" name="Текст 23">
            <a:extLst>
              <a:ext uri="{FF2B5EF4-FFF2-40B4-BE49-F238E27FC236}">
                <a16:creationId xmlns:a16="http://schemas.microsoft.com/office/drawing/2014/main" id="{62240776-931C-A4A3-A520-E89C2459E309}"/>
              </a:ext>
            </a:extLst>
          </p:cNvPr>
          <p:cNvSpPr>
            <a:spLocks noGrp="1"/>
          </p:cNvSpPr>
          <p:nvPr>
            <p:ph type="body" sz="quarter" idx="117"/>
          </p:nvPr>
        </p:nvSpPr>
        <p:spPr/>
        <p:txBody>
          <a:bodyPr/>
          <a:lstStyle/>
          <a:p>
            <a:r>
              <a:rPr lang="ru-RU" dirty="0"/>
              <a:t>Вовлечение ХХ%</a:t>
            </a:r>
          </a:p>
        </p:txBody>
      </p:sp>
      <p:sp>
        <p:nvSpPr>
          <p:cNvPr id="25" name="Текст 24">
            <a:extLst>
              <a:ext uri="{FF2B5EF4-FFF2-40B4-BE49-F238E27FC236}">
                <a16:creationId xmlns:a16="http://schemas.microsoft.com/office/drawing/2014/main" id="{1E6E1BB2-7521-F734-A88E-DCEF2A6F2FB7}"/>
              </a:ext>
            </a:extLst>
          </p:cNvPr>
          <p:cNvSpPr>
            <a:spLocks noGrp="1"/>
          </p:cNvSpPr>
          <p:nvPr>
            <p:ph type="body" sz="quarter" idx="118"/>
          </p:nvPr>
        </p:nvSpPr>
        <p:spPr/>
        <p:txBody>
          <a:bodyPr/>
          <a:lstStyle/>
          <a:p>
            <a:r>
              <a:rPr lang="ru-RU" dirty="0"/>
              <a:t>Вовлечение ХХ%</a:t>
            </a:r>
          </a:p>
        </p:txBody>
      </p:sp>
      <p:sp>
        <p:nvSpPr>
          <p:cNvPr id="26" name="Текст 25">
            <a:extLst>
              <a:ext uri="{FF2B5EF4-FFF2-40B4-BE49-F238E27FC236}">
                <a16:creationId xmlns:a16="http://schemas.microsoft.com/office/drawing/2014/main" id="{FF0682ED-C4A6-2AD7-F754-589B71FA4A95}"/>
              </a:ext>
            </a:extLst>
          </p:cNvPr>
          <p:cNvSpPr>
            <a:spLocks noGrp="1"/>
          </p:cNvSpPr>
          <p:nvPr>
            <p:ph type="body" sz="quarter" idx="119"/>
          </p:nvPr>
        </p:nvSpPr>
        <p:spPr/>
        <p:txBody>
          <a:bodyPr/>
          <a:lstStyle/>
          <a:p>
            <a:r>
              <a:rPr lang="ru-RU" dirty="0"/>
              <a:t>Группа экспертов*</a:t>
            </a:r>
          </a:p>
        </p:txBody>
      </p:sp>
      <p:sp>
        <p:nvSpPr>
          <p:cNvPr id="27" name="Текст 26">
            <a:extLst>
              <a:ext uri="{FF2B5EF4-FFF2-40B4-BE49-F238E27FC236}">
                <a16:creationId xmlns:a16="http://schemas.microsoft.com/office/drawing/2014/main" id="{81DFB389-9592-BA5D-5D89-68BC6E186DD7}"/>
              </a:ext>
            </a:extLst>
          </p:cNvPr>
          <p:cNvSpPr>
            <a:spLocks noGrp="1"/>
          </p:cNvSpPr>
          <p:nvPr>
            <p:ph type="body" sz="quarter" idx="120"/>
          </p:nvPr>
        </p:nvSpPr>
        <p:spPr/>
        <p:txBody>
          <a:bodyPr/>
          <a:lstStyle/>
          <a:p>
            <a:r>
              <a:rPr lang="ru-RU" dirty="0"/>
              <a:t>Управляющий комитет</a:t>
            </a:r>
          </a:p>
        </p:txBody>
      </p:sp>
      <p:sp>
        <p:nvSpPr>
          <p:cNvPr id="28" name="Текст 27">
            <a:extLst>
              <a:ext uri="{FF2B5EF4-FFF2-40B4-BE49-F238E27FC236}">
                <a16:creationId xmlns:a16="http://schemas.microsoft.com/office/drawing/2014/main" id="{BBA8A3F5-ECCE-89F8-EF70-1E6BC421CA7A}"/>
              </a:ext>
            </a:extLst>
          </p:cNvPr>
          <p:cNvSpPr>
            <a:spLocks noGrp="1"/>
          </p:cNvSpPr>
          <p:nvPr>
            <p:ph type="body" sz="quarter" idx="121"/>
          </p:nvPr>
        </p:nvSpPr>
        <p:spPr/>
        <p:txBody>
          <a:bodyPr/>
          <a:lstStyle/>
          <a:p>
            <a:r>
              <a:rPr lang="ru-RU" dirty="0"/>
              <a:t>Вовлечение ХХ%</a:t>
            </a:r>
          </a:p>
        </p:txBody>
      </p:sp>
      <p:sp>
        <p:nvSpPr>
          <p:cNvPr id="29" name="Текст 28">
            <a:extLst>
              <a:ext uri="{FF2B5EF4-FFF2-40B4-BE49-F238E27FC236}">
                <a16:creationId xmlns:a16="http://schemas.microsoft.com/office/drawing/2014/main" id="{9CB2F77C-BECA-BDC4-5029-7FD45AF5505B}"/>
              </a:ext>
            </a:extLst>
          </p:cNvPr>
          <p:cNvSpPr>
            <a:spLocks noGrp="1"/>
          </p:cNvSpPr>
          <p:nvPr>
            <p:ph type="body" sz="quarter" idx="122"/>
          </p:nvPr>
        </p:nvSpPr>
        <p:spPr/>
        <p:txBody>
          <a:bodyPr/>
          <a:lstStyle/>
          <a:p>
            <a:r>
              <a:rPr lang="ru-RU" dirty="0"/>
              <a:t>Вовлечение ХХ%</a:t>
            </a:r>
          </a:p>
        </p:txBody>
      </p:sp>
      <p:sp>
        <p:nvSpPr>
          <p:cNvPr id="30" name="Текст 29">
            <a:extLst>
              <a:ext uri="{FF2B5EF4-FFF2-40B4-BE49-F238E27FC236}">
                <a16:creationId xmlns:a16="http://schemas.microsoft.com/office/drawing/2014/main" id="{177AB461-45A3-2452-6C7B-24EF29A16ACC}"/>
              </a:ext>
            </a:extLst>
          </p:cNvPr>
          <p:cNvSpPr>
            <a:spLocks noGrp="1"/>
          </p:cNvSpPr>
          <p:nvPr>
            <p:ph type="body" sz="quarter" idx="93"/>
          </p:nvPr>
        </p:nvSpPr>
        <p:spPr/>
        <p:txBody>
          <a:bodyPr/>
          <a:lstStyle/>
          <a:p>
            <a:r>
              <a:rPr lang="ru-RU" dirty="0"/>
              <a:t>Имя Фамилия</a:t>
            </a:r>
          </a:p>
        </p:txBody>
      </p:sp>
      <p:sp>
        <p:nvSpPr>
          <p:cNvPr id="31" name="Текст 30">
            <a:extLst>
              <a:ext uri="{FF2B5EF4-FFF2-40B4-BE49-F238E27FC236}">
                <a16:creationId xmlns:a16="http://schemas.microsoft.com/office/drawing/2014/main" id="{52FA83BE-F67D-3DCC-386A-B256EFE1D1BA}"/>
              </a:ext>
            </a:extLst>
          </p:cNvPr>
          <p:cNvSpPr>
            <a:spLocks noGrp="1"/>
          </p:cNvSpPr>
          <p:nvPr>
            <p:ph type="body" sz="quarter" idx="96"/>
          </p:nvPr>
        </p:nvSpPr>
        <p:spPr/>
        <p:txBody>
          <a:bodyPr/>
          <a:lstStyle/>
          <a:p>
            <a:r>
              <a:rPr lang="ru-RU" dirty="0"/>
              <a:t>Наименование должности</a:t>
            </a:r>
            <a:br>
              <a:rPr lang="ru-RU" dirty="0"/>
            </a:br>
            <a:r>
              <a:rPr lang="ru-RU" dirty="0"/>
              <a:t>в одну или две строки</a:t>
            </a:r>
          </a:p>
        </p:txBody>
      </p:sp>
      <p:sp>
        <p:nvSpPr>
          <p:cNvPr id="32" name="Текст 31">
            <a:extLst>
              <a:ext uri="{FF2B5EF4-FFF2-40B4-BE49-F238E27FC236}">
                <a16:creationId xmlns:a16="http://schemas.microsoft.com/office/drawing/2014/main" id="{02AD70B4-661E-FDBC-9967-3A7E4F058EE8}"/>
              </a:ext>
            </a:extLst>
          </p:cNvPr>
          <p:cNvSpPr>
            <a:spLocks noGrp="1"/>
          </p:cNvSpPr>
          <p:nvPr>
            <p:ph type="body" sz="quarter" idx="123"/>
          </p:nvPr>
        </p:nvSpPr>
        <p:spPr/>
        <p:txBody>
          <a:bodyPr/>
          <a:lstStyle/>
          <a:p>
            <a:r>
              <a:rPr lang="ru-RU" dirty="0"/>
              <a:t>Имя Фамилия</a:t>
            </a:r>
          </a:p>
        </p:txBody>
      </p:sp>
      <p:sp>
        <p:nvSpPr>
          <p:cNvPr id="33" name="Текст 32">
            <a:extLst>
              <a:ext uri="{FF2B5EF4-FFF2-40B4-BE49-F238E27FC236}">
                <a16:creationId xmlns:a16="http://schemas.microsoft.com/office/drawing/2014/main" id="{2D7B22A2-E9BB-7EF5-16E9-84F8E9EECCC4}"/>
              </a:ext>
            </a:extLst>
          </p:cNvPr>
          <p:cNvSpPr>
            <a:spLocks noGrp="1"/>
          </p:cNvSpPr>
          <p:nvPr>
            <p:ph type="body" sz="quarter" idx="124"/>
          </p:nvPr>
        </p:nvSpPr>
        <p:spPr/>
        <p:txBody>
          <a:bodyPr/>
          <a:lstStyle/>
          <a:p>
            <a:r>
              <a:rPr lang="ru-RU" dirty="0"/>
              <a:t>Наименование должности</a:t>
            </a:r>
            <a:br>
              <a:rPr lang="ru-RU" dirty="0"/>
            </a:br>
            <a:r>
              <a:rPr lang="ru-RU" dirty="0"/>
              <a:t>в одну или две строки</a:t>
            </a:r>
          </a:p>
        </p:txBody>
      </p:sp>
      <p:sp>
        <p:nvSpPr>
          <p:cNvPr id="34" name="Текст 33">
            <a:extLst>
              <a:ext uri="{FF2B5EF4-FFF2-40B4-BE49-F238E27FC236}">
                <a16:creationId xmlns:a16="http://schemas.microsoft.com/office/drawing/2014/main" id="{983E272F-C4A2-562E-0909-07C917CA1062}"/>
              </a:ext>
            </a:extLst>
          </p:cNvPr>
          <p:cNvSpPr>
            <a:spLocks noGrp="1"/>
          </p:cNvSpPr>
          <p:nvPr>
            <p:ph type="body" sz="quarter" idx="125"/>
          </p:nvPr>
        </p:nvSpPr>
        <p:spPr/>
        <p:txBody>
          <a:bodyPr/>
          <a:lstStyle/>
          <a:p>
            <a:r>
              <a:rPr lang="ru-RU" dirty="0"/>
              <a:t>Имя Фамилия</a:t>
            </a:r>
          </a:p>
        </p:txBody>
      </p:sp>
      <p:sp>
        <p:nvSpPr>
          <p:cNvPr id="35" name="Текст 34">
            <a:extLst>
              <a:ext uri="{FF2B5EF4-FFF2-40B4-BE49-F238E27FC236}">
                <a16:creationId xmlns:a16="http://schemas.microsoft.com/office/drawing/2014/main" id="{C71DFF70-E35A-B9CB-DCE0-C36EB85BDDC6}"/>
              </a:ext>
            </a:extLst>
          </p:cNvPr>
          <p:cNvSpPr>
            <a:spLocks noGrp="1"/>
          </p:cNvSpPr>
          <p:nvPr>
            <p:ph type="body" sz="quarter" idx="126"/>
          </p:nvPr>
        </p:nvSpPr>
        <p:spPr/>
        <p:txBody>
          <a:bodyPr/>
          <a:lstStyle/>
          <a:p>
            <a:r>
              <a:rPr lang="ru-RU" dirty="0"/>
              <a:t>Наименование должности</a:t>
            </a:r>
            <a:br>
              <a:rPr lang="ru-RU" dirty="0"/>
            </a:br>
            <a:r>
              <a:rPr lang="ru-RU" dirty="0"/>
              <a:t>в одну или две строки</a:t>
            </a:r>
          </a:p>
        </p:txBody>
      </p:sp>
      <p:sp>
        <p:nvSpPr>
          <p:cNvPr id="36" name="Текст 35">
            <a:extLst>
              <a:ext uri="{FF2B5EF4-FFF2-40B4-BE49-F238E27FC236}">
                <a16:creationId xmlns:a16="http://schemas.microsoft.com/office/drawing/2014/main" id="{BF9A95F5-8883-2D60-93DD-C30FDC04353C}"/>
              </a:ext>
            </a:extLst>
          </p:cNvPr>
          <p:cNvSpPr>
            <a:spLocks noGrp="1"/>
          </p:cNvSpPr>
          <p:nvPr>
            <p:ph type="body" sz="quarter" idx="127"/>
          </p:nvPr>
        </p:nvSpPr>
        <p:spPr/>
        <p:txBody>
          <a:bodyPr/>
          <a:lstStyle/>
          <a:p>
            <a:r>
              <a:rPr lang="ru-RU" dirty="0"/>
              <a:t>Имя Фамилия</a:t>
            </a:r>
          </a:p>
        </p:txBody>
      </p:sp>
      <p:sp>
        <p:nvSpPr>
          <p:cNvPr id="37" name="Текст 36">
            <a:extLst>
              <a:ext uri="{FF2B5EF4-FFF2-40B4-BE49-F238E27FC236}">
                <a16:creationId xmlns:a16="http://schemas.microsoft.com/office/drawing/2014/main" id="{6EE3288F-58C9-5E5D-BDD5-61D84B8270C2}"/>
              </a:ext>
            </a:extLst>
          </p:cNvPr>
          <p:cNvSpPr>
            <a:spLocks noGrp="1"/>
          </p:cNvSpPr>
          <p:nvPr>
            <p:ph type="body" sz="quarter" idx="128"/>
          </p:nvPr>
        </p:nvSpPr>
        <p:spPr/>
        <p:txBody>
          <a:bodyPr/>
          <a:lstStyle/>
          <a:p>
            <a:r>
              <a:rPr lang="ru-RU" dirty="0"/>
              <a:t>Наименование должности</a:t>
            </a:r>
            <a:br>
              <a:rPr lang="ru-RU" dirty="0"/>
            </a:br>
            <a:r>
              <a:rPr lang="ru-RU" dirty="0"/>
              <a:t>в одну или две строки</a:t>
            </a:r>
          </a:p>
        </p:txBody>
      </p:sp>
      <p:sp>
        <p:nvSpPr>
          <p:cNvPr id="38" name="Текст 37">
            <a:extLst>
              <a:ext uri="{FF2B5EF4-FFF2-40B4-BE49-F238E27FC236}">
                <a16:creationId xmlns:a16="http://schemas.microsoft.com/office/drawing/2014/main" id="{97DA1B54-C5F5-2AD9-D36B-8385C95ED574}"/>
              </a:ext>
            </a:extLst>
          </p:cNvPr>
          <p:cNvSpPr>
            <a:spLocks noGrp="1"/>
          </p:cNvSpPr>
          <p:nvPr>
            <p:ph type="body" sz="quarter" idx="129"/>
          </p:nvPr>
        </p:nvSpPr>
        <p:spPr/>
        <p:txBody>
          <a:bodyPr/>
          <a:lstStyle/>
          <a:p>
            <a:r>
              <a:rPr lang="ru-RU" dirty="0"/>
              <a:t>Имя Фамилия</a:t>
            </a:r>
          </a:p>
        </p:txBody>
      </p:sp>
      <p:sp>
        <p:nvSpPr>
          <p:cNvPr id="39" name="Текст 38">
            <a:extLst>
              <a:ext uri="{FF2B5EF4-FFF2-40B4-BE49-F238E27FC236}">
                <a16:creationId xmlns:a16="http://schemas.microsoft.com/office/drawing/2014/main" id="{90E93DA0-C84A-D8FD-3C81-DC66732A071F}"/>
              </a:ext>
            </a:extLst>
          </p:cNvPr>
          <p:cNvSpPr>
            <a:spLocks noGrp="1"/>
          </p:cNvSpPr>
          <p:nvPr>
            <p:ph type="body" sz="quarter" idx="130"/>
          </p:nvPr>
        </p:nvSpPr>
        <p:spPr/>
        <p:txBody>
          <a:bodyPr/>
          <a:lstStyle/>
          <a:p>
            <a:r>
              <a:rPr lang="ru-RU" dirty="0"/>
              <a:t>Наименование должности</a:t>
            </a:r>
            <a:br>
              <a:rPr lang="ru-RU" dirty="0"/>
            </a:br>
            <a:r>
              <a:rPr lang="ru-RU" dirty="0"/>
              <a:t>в одну или две строки</a:t>
            </a:r>
          </a:p>
        </p:txBody>
      </p:sp>
      <p:sp>
        <p:nvSpPr>
          <p:cNvPr id="40" name="Текст 39">
            <a:extLst>
              <a:ext uri="{FF2B5EF4-FFF2-40B4-BE49-F238E27FC236}">
                <a16:creationId xmlns:a16="http://schemas.microsoft.com/office/drawing/2014/main" id="{C152D56B-ADB1-830A-5B9D-F5A7D491483F}"/>
              </a:ext>
            </a:extLst>
          </p:cNvPr>
          <p:cNvSpPr>
            <a:spLocks noGrp="1"/>
          </p:cNvSpPr>
          <p:nvPr>
            <p:ph type="body" sz="quarter" idx="131"/>
          </p:nvPr>
        </p:nvSpPr>
        <p:spPr/>
        <p:txBody>
          <a:bodyPr/>
          <a:lstStyle/>
          <a:p>
            <a:r>
              <a:rPr lang="ru-RU" dirty="0"/>
              <a:t>Имя Фамилия</a:t>
            </a:r>
          </a:p>
        </p:txBody>
      </p:sp>
      <p:sp>
        <p:nvSpPr>
          <p:cNvPr id="41" name="Текст 40">
            <a:extLst>
              <a:ext uri="{FF2B5EF4-FFF2-40B4-BE49-F238E27FC236}">
                <a16:creationId xmlns:a16="http://schemas.microsoft.com/office/drawing/2014/main" id="{0D46A90D-931B-1E5C-053F-579428DDCD56}"/>
              </a:ext>
            </a:extLst>
          </p:cNvPr>
          <p:cNvSpPr>
            <a:spLocks noGrp="1"/>
          </p:cNvSpPr>
          <p:nvPr>
            <p:ph type="body" sz="quarter" idx="132"/>
          </p:nvPr>
        </p:nvSpPr>
        <p:spPr/>
        <p:txBody>
          <a:bodyPr/>
          <a:lstStyle/>
          <a:p>
            <a:r>
              <a:rPr lang="ru-RU" dirty="0"/>
              <a:t>Наименование должности</a:t>
            </a:r>
            <a:br>
              <a:rPr lang="ru-RU" dirty="0"/>
            </a:br>
            <a:r>
              <a:rPr lang="ru-RU" dirty="0"/>
              <a:t>в одну или две строки</a:t>
            </a:r>
          </a:p>
        </p:txBody>
      </p:sp>
      <p:sp>
        <p:nvSpPr>
          <p:cNvPr id="42" name="Текст 41">
            <a:extLst>
              <a:ext uri="{FF2B5EF4-FFF2-40B4-BE49-F238E27FC236}">
                <a16:creationId xmlns:a16="http://schemas.microsoft.com/office/drawing/2014/main" id="{36DC0984-AC8C-7943-0C8B-9EEAE8CEEB2B}"/>
              </a:ext>
            </a:extLst>
          </p:cNvPr>
          <p:cNvSpPr>
            <a:spLocks noGrp="1"/>
          </p:cNvSpPr>
          <p:nvPr>
            <p:ph type="body" sz="quarter" idx="133"/>
          </p:nvPr>
        </p:nvSpPr>
        <p:spPr/>
        <p:txBody>
          <a:bodyPr/>
          <a:lstStyle/>
          <a:p>
            <a:r>
              <a:rPr lang="ru-RU" dirty="0"/>
              <a:t>Имя Фамилия</a:t>
            </a:r>
          </a:p>
        </p:txBody>
      </p:sp>
      <p:sp>
        <p:nvSpPr>
          <p:cNvPr id="43" name="Текст 42">
            <a:extLst>
              <a:ext uri="{FF2B5EF4-FFF2-40B4-BE49-F238E27FC236}">
                <a16:creationId xmlns:a16="http://schemas.microsoft.com/office/drawing/2014/main" id="{7559F34E-B43D-635B-FA0D-1182FDF1292C}"/>
              </a:ext>
            </a:extLst>
          </p:cNvPr>
          <p:cNvSpPr>
            <a:spLocks noGrp="1"/>
          </p:cNvSpPr>
          <p:nvPr>
            <p:ph type="body" sz="quarter" idx="134"/>
          </p:nvPr>
        </p:nvSpPr>
        <p:spPr/>
        <p:txBody>
          <a:bodyPr/>
          <a:lstStyle/>
          <a:p>
            <a:r>
              <a:rPr lang="ru-RU" dirty="0"/>
              <a:t>Наименование должности</a:t>
            </a:r>
            <a:br>
              <a:rPr lang="ru-RU" dirty="0"/>
            </a:br>
            <a:r>
              <a:rPr lang="ru-RU" dirty="0"/>
              <a:t>в одну или две строки</a:t>
            </a:r>
          </a:p>
        </p:txBody>
      </p:sp>
      <p:sp>
        <p:nvSpPr>
          <p:cNvPr id="44" name="Текст 43">
            <a:extLst>
              <a:ext uri="{FF2B5EF4-FFF2-40B4-BE49-F238E27FC236}">
                <a16:creationId xmlns:a16="http://schemas.microsoft.com/office/drawing/2014/main" id="{6B3F20A4-747D-2C83-7386-7CBE4068021B}"/>
              </a:ext>
            </a:extLst>
          </p:cNvPr>
          <p:cNvSpPr>
            <a:spLocks noGrp="1"/>
          </p:cNvSpPr>
          <p:nvPr>
            <p:ph type="body" sz="quarter" idx="135"/>
          </p:nvPr>
        </p:nvSpPr>
        <p:spPr/>
        <p:txBody>
          <a:bodyPr/>
          <a:lstStyle/>
          <a:p>
            <a:r>
              <a:rPr lang="ru-RU" dirty="0"/>
              <a:t>Имя Фамилия</a:t>
            </a:r>
          </a:p>
        </p:txBody>
      </p:sp>
      <p:sp>
        <p:nvSpPr>
          <p:cNvPr id="45" name="Текст 44">
            <a:extLst>
              <a:ext uri="{FF2B5EF4-FFF2-40B4-BE49-F238E27FC236}">
                <a16:creationId xmlns:a16="http://schemas.microsoft.com/office/drawing/2014/main" id="{536F4E52-AF85-854E-F908-FA77AC336D97}"/>
              </a:ext>
            </a:extLst>
          </p:cNvPr>
          <p:cNvSpPr>
            <a:spLocks noGrp="1"/>
          </p:cNvSpPr>
          <p:nvPr>
            <p:ph type="body" sz="quarter" idx="136"/>
          </p:nvPr>
        </p:nvSpPr>
        <p:spPr/>
        <p:txBody>
          <a:bodyPr/>
          <a:lstStyle/>
          <a:p>
            <a:r>
              <a:rPr lang="ru-RU" dirty="0"/>
              <a:t>Наименование должности</a:t>
            </a:r>
            <a:br>
              <a:rPr lang="ru-RU" dirty="0"/>
            </a:br>
            <a:r>
              <a:rPr lang="ru-RU" dirty="0"/>
              <a:t>в одну или две строки</a:t>
            </a:r>
          </a:p>
        </p:txBody>
      </p:sp>
      <p:sp>
        <p:nvSpPr>
          <p:cNvPr id="46" name="Текст 45">
            <a:extLst>
              <a:ext uri="{FF2B5EF4-FFF2-40B4-BE49-F238E27FC236}">
                <a16:creationId xmlns:a16="http://schemas.microsoft.com/office/drawing/2014/main" id="{39270E86-CD37-3BC8-CF30-F5EFB67A5BF5}"/>
              </a:ext>
            </a:extLst>
          </p:cNvPr>
          <p:cNvSpPr>
            <a:spLocks noGrp="1"/>
          </p:cNvSpPr>
          <p:nvPr>
            <p:ph type="body" sz="quarter" idx="137"/>
          </p:nvPr>
        </p:nvSpPr>
        <p:spPr/>
        <p:txBody>
          <a:bodyPr/>
          <a:lstStyle/>
          <a:p>
            <a:r>
              <a:rPr lang="ru-RU" dirty="0"/>
              <a:t>Имя Фамилия</a:t>
            </a:r>
          </a:p>
        </p:txBody>
      </p:sp>
      <p:sp>
        <p:nvSpPr>
          <p:cNvPr id="47" name="Текст 46">
            <a:extLst>
              <a:ext uri="{FF2B5EF4-FFF2-40B4-BE49-F238E27FC236}">
                <a16:creationId xmlns:a16="http://schemas.microsoft.com/office/drawing/2014/main" id="{F3290C87-CACD-F131-A11E-091A80EC64C4}"/>
              </a:ext>
            </a:extLst>
          </p:cNvPr>
          <p:cNvSpPr>
            <a:spLocks noGrp="1"/>
          </p:cNvSpPr>
          <p:nvPr>
            <p:ph type="body" sz="quarter" idx="138"/>
          </p:nvPr>
        </p:nvSpPr>
        <p:spPr/>
        <p:txBody>
          <a:bodyPr/>
          <a:lstStyle/>
          <a:p>
            <a:r>
              <a:rPr lang="ru-RU" dirty="0"/>
              <a:t>Наименование должности</a:t>
            </a:r>
            <a:br>
              <a:rPr lang="ru-RU" dirty="0"/>
            </a:br>
            <a:r>
              <a:rPr lang="ru-RU" dirty="0"/>
              <a:t>в одну или две строки</a:t>
            </a:r>
          </a:p>
        </p:txBody>
      </p:sp>
      <p:sp>
        <p:nvSpPr>
          <p:cNvPr id="48" name="Текст 47">
            <a:extLst>
              <a:ext uri="{FF2B5EF4-FFF2-40B4-BE49-F238E27FC236}">
                <a16:creationId xmlns:a16="http://schemas.microsoft.com/office/drawing/2014/main" id="{BA28469A-6BFA-AFB5-1795-C415DE875794}"/>
              </a:ext>
            </a:extLst>
          </p:cNvPr>
          <p:cNvSpPr>
            <a:spLocks noGrp="1"/>
          </p:cNvSpPr>
          <p:nvPr>
            <p:ph type="body" sz="quarter" idx="139"/>
          </p:nvPr>
        </p:nvSpPr>
        <p:spPr/>
        <p:txBody>
          <a:bodyPr/>
          <a:lstStyle/>
          <a:p>
            <a:r>
              <a:rPr lang="ru-RU" dirty="0"/>
              <a:t>Имя Фамилия</a:t>
            </a:r>
          </a:p>
        </p:txBody>
      </p:sp>
      <p:sp>
        <p:nvSpPr>
          <p:cNvPr id="49" name="Текст 48">
            <a:extLst>
              <a:ext uri="{FF2B5EF4-FFF2-40B4-BE49-F238E27FC236}">
                <a16:creationId xmlns:a16="http://schemas.microsoft.com/office/drawing/2014/main" id="{79DD5DBE-2D03-54D2-7726-BE0DCA568FB9}"/>
              </a:ext>
            </a:extLst>
          </p:cNvPr>
          <p:cNvSpPr>
            <a:spLocks noGrp="1"/>
          </p:cNvSpPr>
          <p:nvPr>
            <p:ph type="body" sz="quarter" idx="140"/>
          </p:nvPr>
        </p:nvSpPr>
        <p:spPr/>
        <p:txBody>
          <a:bodyPr/>
          <a:lstStyle/>
          <a:p>
            <a:r>
              <a:rPr lang="ru-RU" dirty="0"/>
              <a:t>Наименование должности</a:t>
            </a:r>
            <a:br>
              <a:rPr lang="ru-RU" dirty="0"/>
            </a:br>
            <a:r>
              <a:rPr lang="ru-RU" dirty="0"/>
              <a:t>в одну или две строки</a:t>
            </a:r>
          </a:p>
        </p:txBody>
      </p:sp>
      <p:sp>
        <p:nvSpPr>
          <p:cNvPr id="50" name="Текст 49">
            <a:extLst>
              <a:ext uri="{FF2B5EF4-FFF2-40B4-BE49-F238E27FC236}">
                <a16:creationId xmlns:a16="http://schemas.microsoft.com/office/drawing/2014/main" id="{6D2DAA5D-FAD2-64D9-0C28-B901B0C8CCD2}"/>
              </a:ext>
            </a:extLst>
          </p:cNvPr>
          <p:cNvSpPr>
            <a:spLocks noGrp="1"/>
          </p:cNvSpPr>
          <p:nvPr>
            <p:ph type="body" sz="quarter" idx="141"/>
          </p:nvPr>
        </p:nvSpPr>
        <p:spPr/>
        <p:txBody>
          <a:bodyPr/>
          <a:lstStyle/>
          <a:p>
            <a:r>
              <a:rPr lang="ru-RU" dirty="0"/>
              <a:t>Имя Фамилия</a:t>
            </a:r>
          </a:p>
        </p:txBody>
      </p:sp>
      <p:sp>
        <p:nvSpPr>
          <p:cNvPr id="51" name="Текст 50">
            <a:extLst>
              <a:ext uri="{FF2B5EF4-FFF2-40B4-BE49-F238E27FC236}">
                <a16:creationId xmlns:a16="http://schemas.microsoft.com/office/drawing/2014/main" id="{11C84212-612D-3632-397D-A22A7FA64293}"/>
              </a:ext>
            </a:extLst>
          </p:cNvPr>
          <p:cNvSpPr>
            <a:spLocks noGrp="1"/>
          </p:cNvSpPr>
          <p:nvPr>
            <p:ph type="body" sz="quarter" idx="142"/>
          </p:nvPr>
        </p:nvSpPr>
        <p:spPr/>
        <p:txBody>
          <a:bodyPr/>
          <a:lstStyle/>
          <a:p>
            <a:r>
              <a:rPr lang="ru-RU" dirty="0"/>
              <a:t>Наименование должности</a:t>
            </a:r>
            <a:br>
              <a:rPr lang="ru-RU" dirty="0"/>
            </a:br>
            <a:r>
              <a:rPr lang="ru-RU" dirty="0"/>
              <a:t>в одну или две строки</a:t>
            </a:r>
          </a:p>
        </p:txBody>
      </p:sp>
      <p:sp>
        <p:nvSpPr>
          <p:cNvPr id="52" name="Текст 51">
            <a:extLst>
              <a:ext uri="{FF2B5EF4-FFF2-40B4-BE49-F238E27FC236}">
                <a16:creationId xmlns:a16="http://schemas.microsoft.com/office/drawing/2014/main" id="{1E5FC46F-AE97-F34D-947D-30590BC7D7AC}"/>
              </a:ext>
            </a:extLst>
          </p:cNvPr>
          <p:cNvSpPr>
            <a:spLocks noGrp="1"/>
          </p:cNvSpPr>
          <p:nvPr>
            <p:ph type="body" sz="quarter" idx="143"/>
          </p:nvPr>
        </p:nvSpPr>
        <p:spPr/>
        <p:txBody>
          <a:bodyPr/>
          <a:lstStyle/>
          <a:p>
            <a:r>
              <a:rPr lang="ru-RU" dirty="0"/>
              <a:t>Имя Фамилия</a:t>
            </a:r>
          </a:p>
        </p:txBody>
      </p:sp>
      <p:sp>
        <p:nvSpPr>
          <p:cNvPr id="53" name="Текст 52">
            <a:extLst>
              <a:ext uri="{FF2B5EF4-FFF2-40B4-BE49-F238E27FC236}">
                <a16:creationId xmlns:a16="http://schemas.microsoft.com/office/drawing/2014/main" id="{C22C6645-6A71-C01A-7435-E866EE47A7B0}"/>
              </a:ext>
            </a:extLst>
          </p:cNvPr>
          <p:cNvSpPr>
            <a:spLocks noGrp="1"/>
          </p:cNvSpPr>
          <p:nvPr>
            <p:ph type="body" sz="quarter" idx="144"/>
          </p:nvPr>
        </p:nvSpPr>
        <p:spPr/>
        <p:txBody>
          <a:bodyPr/>
          <a:lstStyle/>
          <a:p>
            <a:r>
              <a:rPr lang="ru-RU" dirty="0"/>
              <a:t>Наименование должности</a:t>
            </a:r>
            <a:br>
              <a:rPr lang="ru-RU" dirty="0"/>
            </a:br>
            <a:r>
              <a:rPr lang="ru-RU" dirty="0"/>
              <a:t>в одну или две строки</a:t>
            </a:r>
          </a:p>
        </p:txBody>
      </p:sp>
      <p:sp>
        <p:nvSpPr>
          <p:cNvPr id="54" name="Текст 53">
            <a:extLst>
              <a:ext uri="{FF2B5EF4-FFF2-40B4-BE49-F238E27FC236}">
                <a16:creationId xmlns:a16="http://schemas.microsoft.com/office/drawing/2014/main" id="{092F37E1-2322-BC68-06B3-1B1C73B89051}"/>
              </a:ext>
            </a:extLst>
          </p:cNvPr>
          <p:cNvSpPr>
            <a:spLocks noGrp="1"/>
          </p:cNvSpPr>
          <p:nvPr>
            <p:ph type="body" sz="quarter" idx="145"/>
          </p:nvPr>
        </p:nvSpPr>
        <p:spPr/>
        <p:txBody>
          <a:bodyPr/>
          <a:lstStyle/>
          <a:p>
            <a:r>
              <a:rPr lang="ru-RU" dirty="0"/>
              <a:t>Имя Фамилия</a:t>
            </a:r>
          </a:p>
        </p:txBody>
      </p:sp>
      <p:sp>
        <p:nvSpPr>
          <p:cNvPr id="55" name="Текст 54">
            <a:extLst>
              <a:ext uri="{FF2B5EF4-FFF2-40B4-BE49-F238E27FC236}">
                <a16:creationId xmlns:a16="http://schemas.microsoft.com/office/drawing/2014/main" id="{BE131147-7113-B5CA-680E-43014E30D1F2}"/>
              </a:ext>
            </a:extLst>
          </p:cNvPr>
          <p:cNvSpPr>
            <a:spLocks noGrp="1"/>
          </p:cNvSpPr>
          <p:nvPr>
            <p:ph type="body" sz="quarter" idx="146"/>
          </p:nvPr>
        </p:nvSpPr>
        <p:spPr/>
        <p:txBody>
          <a:bodyPr/>
          <a:lstStyle/>
          <a:p>
            <a:r>
              <a:rPr lang="ru-RU" dirty="0"/>
              <a:t>Наименование должности</a:t>
            </a:r>
            <a:br>
              <a:rPr lang="ru-RU" dirty="0"/>
            </a:br>
            <a:r>
              <a:rPr lang="ru-RU" dirty="0"/>
              <a:t>в одну или две строки</a:t>
            </a:r>
          </a:p>
        </p:txBody>
      </p:sp>
      <p:sp>
        <p:nvSpPr>
          <p:cNvPr id="56" name="Текст 55">
            <a:extLst>
              <a:ext uri="{FF2B5EF4-FFF2-40B4-BE49-F238E27FC236}">
                <a16:creationId xmlns:a16="http://schemas.microsoft.com/office/drawing/2014/main" id="{E0E1D304-7A93-8AA4-CE0A-248C6D00B504}"/>
              </a:ext>
            </a:extLst>
          </p:cNvPr>
          <p:cNvSpPr>
            <a:spLocks noGrp="1"/>
          </p:cNvSpPr>
          <p:nvPr>
            <p:ph type="body" sz="quarter" idx="147"/>
          </p:nvPr>
        </p:nvSpPr>
        <p:spPr/>
        <p:txBody>
          <a:bodyPr/>
          <a:lstStyle/>
          <a:p>
            <a:r>
              <a:rPr lang="ru-RU" dirty="0"/>
              <a:t>Имя Фамилия</a:t>
            </a:r>
          </a:p>
        </p:txBody>
      </p:sp>
      <p:sp>
        <p:nvSpPr>
          <p:cNvPr id="57" name="Текст 56">
            <a:extLst>
              <a:ext uri="{FF2B5EF4-FFF2-40B4-BE49-F238E27FC236}">
                <a16:creationId xmlns:a16="http://schemas.microsoft.com/office/drawing/2014/main" id="{6024C8F7-C84D-79F3-8E3D-2E287061DF28}"/>
              </a:ext>
            </a:extLst>
          </p:cNvPr>
          <p:cNvSpPr>
            <a:spLocks noGrp="1"/>
          </p:cNvSpPr>
          <p:nvPr>
            <p:ph type="body" sz="quarter" idx="148"/>
          </p:nvPr>
        </p:nvSpPr>
        <p:spPr/>
        <p:txBody>
          <a:bodyPr/>
          <a:lstStyle/>
          <a:p>
            <a:r>
              <a:rPr lang="ru-RU" dirty="0"/>
              <a:t>Наименование должности</a:t>
            </a:r>
            <a:br>
              <a:rPr lang="ru-RU" dirty="0"/>
            </a:br>
            <a:r>
              <a:rPr lang="ru-RU" dirty="0"/>
              <a:t>в одну или две строки</a:t>
            </a:r>
          </a:p>
        </p:txBody>
      </p:sp>
      <p:pic>
        <p:nvPicPr>
          <p:cNvPr id="58" name="Рисунок 57">
            <a:extLst>
              <a:ext uri="{FF2B5EF4-FFF2-40B4-BE49-F238E27FC236}">
                <a16:creationId xmlns:a16="http://schemas.microsoft.com/office/drawing/2014/main" id="{9B646FBB-F17F-3E21-F91B-91868D8B57BC}"/>
              </a:ext>
            </a:extLst>
          </p:cNvPr>
          <p:cNvPicPr>
            <a:picLocks noGrp="1" noChangeAspect="1"/>
          </p:cNvPicPr>
          <p:nvPr>
            <p:ph type="pic" sz="quarter" idx="11"/>
          </p:nvPr>
        </p:nvPicPr>
        <p:blipFill>
          <a:blip r:embed="rId2" cstate="screen">
            <a:extLst>
              <a:ext uri="{28A0092B-C50C-407E-A947-70E740481C1C}">
                <a14:useLocalDpi xmlns:a14="http://schemas.microsoft.com/office/drawing/2010/main"/>
              </a:ext>
            </a:extLst>
          </a:blip>
          <a:srcRect/>
          <a:stretch>
            <a:fillRect/>
          </a:stretch>
        </p:blipFill>
        <p:spPr>
          <a:xfrm>
            <a:off x="3251184" y="1782310"/>
            <a:ext cx="558797" cy="554491"/>
          </a:xfrm>
        </p:spPr>
      </p:pic>
      <p:pic>
        <p:nvPicPr>
          <p:cNvPr id="59" name="Рисунок 58">
            <a:extLst>
              <a:ext uri="{FF2B5EF4-FFF2-40B4-BE49-F238E27FC236}">
                <a16:creationId xmlns:a16="http://schemas.microsoft.com/office/drawing/2014/main" id="{645DE2BC-6E2D-882F-2440-703CD479EEAE}"/>
              </a:ext>
            </a:extLst>
          </p:cNvPr>
          <p:cNvPicPr>
            <a:picLocks noGrp="1" noChangeAspect="1"/>
          </p:cNvPicPr>
          <p:nvPr>
            <p:ph type="pic" sz="quarter" idx="67"/>
          </p:nvPr>
        </p:nvPicPr>
        <p:blipFill>
          <a:blip r:embed="rId2" cstate="screen">
            <a:extLst>
              <a:ext uri="{28A0092B-C50C-407E-A947-70E740481C1C}">
                <a14:useLocalDpi xmlns:a14="http://schemas.microsoft.com/office/drawing/2010/main"/>
              </a:ext>
            </a:extLst>
          </a:blip>
          <a:srcRect/>
          <a:stretch>
            <a:fillRect/>
          </a:stretch>
        </p:blipFill>
        <p:spPr>
          <a:xfrm>
            <a:off x="3251184" y="2489200"/>
            <a:ext cx="558797" cy="554491"/>
          </a:xfrm>
        </p:spPr>
      </p:pic>
      <p:pic>
        <p:nvPicPr>
          <p:cNvPr id="60" name="Рисунок 59">
            <a:extLst>
              <a:ext uri="{FF2B5EF4-FFF2-40B4-BE49-F238E27FC236}">
                <a16:creationId xmlns:a16="http://schemas.microsoft.com/office/drawing/2014/main" id="{08CC5DF3-B4D1-E3F4-2C09-0238395FC3F4}"/>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3251184" y="3583379"/>
            <a:ext cx="558797" cy="554491"/>
          </a:xfrm>
          <a:prstGeom prst="rect">
            <a:avLst/>
          </a:prstGeom>
        </p:spPr>
      </p:pic>
      <p:pic>
        <p:nvPicPr>
          <p:cNvPr id="61" name="Рисунок 60">
            <a:extLst>
              <a:ext uri="{FF2B5EF4-FFF2-40B4-BE49-F238E27FC236}">
                <a16:creationId xmlns:a16="http://schemas.microsoft.com/office/drawing/2014/main" id="{0EE64F95-55CD-F5BD-D1C0-5B605FA8A4EC}"/>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3251184" y="5003538"/>
            <a:ext cx="558797" cy="554491"/>
          </a:xfrm>
          <a:prstGeom prst="rect">
            <a:avLst/>
          </a:prstGeom>
        </p:spPr>
      </p:pic>
      <p:pic>
        <p:nvPicPr>
          <p:cNvPr id="62" name="Image 4" descr=" ">
            <a:extLst>
              <a:ext uri="{FF2B5EF4-FFF2-40B4-BE49-F238E27FC236}">
                <a16:creationId xmlns:a16="http://schemas.microsoft.com/office/drawing/2014/main" id="{3FC33ECA-5D2D-8971-1944-9198570DE3D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99168" y="1778215"/>
            <a:ext cx="558797" cy="558727"/>
          </a:xfrm>
          <a:prstGeom prst="rect">
            <a:avLst/>
          </a:prstGeom>
        </p:spPr>
      </p:pic>
      <p:pic>
        <p:nvPicPr>
          <p:cNvPr id="63" name="Image 5" descr=" ">
            <a:extLst>
              <a:ext uri="{FF2B5EF4-FFF2-40B4-BE49-F238E27FC236}">
                <a16:creationId xmlns:a16="http://schemas.microsoft.com/office/drawing/2014/main" id="{76C746D5-308B-00BE-132A-4F434D972AC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99168" y="3581380"/>
            <a:ext cx="558797" cy="558727"/>
          </a:xfrm>
          <a:prstGeom prst="rect">
            <a:avLst/>
          </a:prstGeom>
        </p:spPr>
      </p:pic>
      <p:pic>
        <p:nvPicPr>
          <p:cNvPr id="64" name="Image 6" descr=" ">
            <a:extLst>
              <a:ext uri="{FF2B5EF4-FFF2-40B4-BE49-F238E27FC236}">
                <a16:creationId xmlns:a16="http://schemas.microsoft.com/office/drawing/2014/main" id="{107BB885-CEFE-FDEC-4147-A44308C116B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99168" y="5003595"/>
            <a:ext cx="558797" cy="558727"/>
          </a:xfrm>
          <a:prstGeom prst="rect">
            <a:avLst/>
          </a:prstGeom>
        </p:spPr>
      </p:pic>
      <p:pic>
        <p:nvPicPr>
          <p:cNvPr id="65" name="Image 7" descr=" ">
            <a:extLst>
              <a:ext uri="{FF2B5EF4-FFF2-40B4-BE49-F238E27FC236}">
                <a16:creationId xmlns:a16="http://schemas.microsoft.com/office/drawing/2014/main" id="{B26E6260-5ADE-4534-8B68-72B02DF68C4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042353" y="5003595"/>
            <a:ext cx="558797" cy="558727"/>
          </a:xfrm>
          <a:prstGeom prst="rect">
            <a:avLst/>
          </a:prstGeom>
        </p:spPr>
      </p:pic>
      <p:pic>
        <p:nvPicPr>
          <p:cNvPr id="66" name="Image 8" descr=" ">
            <a:extLst>
              <a:ext uri="{FF2B5EF4-FFF2-40B4-BE49-F238E27FC236}">
                <a16:creationId xmlns:a16="http://schemas.microsoft.com/office/drawing/2014/main" id="{95415E98-07E4-88DE-B1E9-A90CCDB3020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99168" y="5714703"/>
            <a:ext cx="558797" cy="558727"/>
          </a:xfrm>
          <a:prstGeom prst="rect">
            <a:avLst/>
          </a:prstGeom>
        </p:spPr>
      </p:pic>
      <p:pic>
        <p:nvPicPr>
          <p:cNvPr id="67" name="Image 9" descr=" ">
            <a:extLst>
              <a:ext uri="{FF2B5EF4-FFF2-40B4-BE49-F238E27FC236}">
                <a16:creationId xmlns:a16="http://schemas.microsoft.com/office/drawing/2014/main" id="{F30C68B4-8674-3358-B066-B984D960628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042353" y="5714703"/>
            <a:ext cx="558797" cy="558727"/>
          </a:xfrm>
          <a:prstGeom prst="rect">
            <a:avLst/>
          </a:prstGeom>
        </p:spPr>
      </p:pic>
      <p:pic>
        <p:nvPicPr>
          <p:cNvPr id="68" name="Image 10" descr=" ">
            <a:extLst>
              <a:ext uri="{FF2B5EF4-FFF2-40B4-BE49-F238E27FC236}">
                <a16:creationId xmlns:a16="http://schemas.microsoft.com/office/drawing/2014/main" id="{3115E6A6-3078-CCE6-F5BB-15A5DFD5398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042353" y="1778215"/>
            <a:ext cx="558797" cy="558727"/>
          </a:xfrm>
          <a:prstGeom prst="rect">
            <a:avLst/>
          </a:prstGeom>
        </p:spPr>
      </p:pic>
      <p:pic>
        <p:nvPicPr>
          <p:cNvPr id="69" name="Image 12" descr=" ">
            <a:extLst>
              <a:ext uri="{FF2B5EF4-FFF2-40B4-BE49-F238E27FC236}">
                <a16:creationId xmlns:a16="http://schemas.microsoft.com/office/drawing/2014/main" id="{093B4E9A-7C33-B6FE-C34E-D49EFF109E4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042353" y="2489322"/>
            <a:ext cx="558797" cy="558727"/>
          </a:xfrm>
          <a:prstGeom prst="rect">
            <a:avLst/>
          </a:prstGeom>
        </p:spPr>
      </p:pic>
      <p:pic>
        <p:nvPicPr>
          <p:cNvPr id="70" name="Image 13" descr=" ">
            <a:extLst>
              <a:ext uri="{FF2B5EF4-FFF2-40B4-BE49-F238E27FC236}">
                <a16:creationId xmlns:a16="http://schemas.microsoft.com/office/drawing/2014/main" id="{0212D5CC-9D7F-EC0E-20E8-125B54E1544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042353" y="3200430"/>
            <a:ext cx="558797" cy="558727"/>
          </a:xfrm>
          <a:prstGeom prst="rect">
            <a:avLst/>
          </a:prstGeom>
        </p:spPr>
      </p:pic>
      <p:sp>
        <p:nvSpPr>
          <p:cNvPr id="3" name="Заголовок 2">
            <a:extLst>
              <a:ext uri="{FF2B5EF4-FFF2-40B4-BE49-F238E27FC236}">
                <a16:creationId xmlns:a16="http://schemas.microsoft.com/office/drawing/2014/main" id="{775FBD69-A55B-DB03-8157-C5B802472F44}"/>
              </a:ext>
            </a:extLst>
          </p:cNvPr>
          <p:cNvSpPr>
            <a:spLocks noGrp="1"/>
          </p:cNvSpPr>
          <p:nvPr>
            <p:ph type="title"/>
          </p:nvPr>
        </p:nvSpPr>
        <p:spPr/>
        <p:txBody>
          <a:bodyPr/>
          <a:lstStyle/>
          <a:p>
            <a:r>
              <a:rPr lang="ru-RU" dirty="0"/>
              <a:t>Предлагаемая организационная структура </a:t>
            </a:r>
            <a:br>
              <a:rPr lang="ru-RU" dirty="0"/>
            </a:br>
            <a:r>
              <a:rPr lang="ru-RU" dirty="0"/>
              <a:t>проектной команды</a:t>
            </a:r>
          </a:p>
        </p:txBody>
      </p:sp>
    </p:spTree>
    <p:extLst>
      <p:ext uri="{BB962C8B-B14F-4D97-AF65-F5344CB8AC3E}">
        <p14:creationId xmlns:p14="http://schemas.microsoft.com/office/powerpoint/2010/main" val="202586120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08C832EE-FD4C-B443-FEFB-A30CDC6F619D}"/>
              </a:ext>
            </a:extLst>
          </p:cNvPr>
          <p:cNvSpPr>
            <a:spLocks noGrp="1"/>
          </p:cNvSpPr>
          <p:nvPr>
            <p:ph type="body" sz="quarter" idx="27"/>
          </p:nvPr>
        </p:nvSpPr>
        <p:spPr/>
        <p:txBody>
          <a:bodyPr/>
          <a:lstStyle/>
          <a:p>
            <a:r>
              <a:rPr lang="ru-RU" dirty="0"/>
              <a:t>Имя Фамилия</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109</a:t>
            </a:fld>
            <a:endParaRPr lang="ru-RU" dirty="0"/>
          </a:p>
        </p:txBody>
      </p:sp>
      <p:sp>
        <p:nvSpPr>
          <p:cNvPr id="9" name="Текст 8">
            <a:extLst>
              <a:ext uri="{FF2B5EF4-FFF2-40B4-BE49-F238E27FC236}">
                <a16:creationId xmlns:a16="http://schemas.microsoft.com/office/drawing/2014/main" id="{5AD74198-1D18-4B9F-3047-E71261A5AFCD}"/>
              </a:ext>
            </a:extLst>
          </p:cNvPr>
          <p:cNvSpPr>
            <a:spLocks noGrp="1"/>
          </p:cNvSpPr>
          <p:nvPr>
            <p:ph type="body" sz="quarter" idx="69"/>
          </p:nvPr>
        </p:nvSpPr>
        <p:spPr/>
        <p:txBody>
          <a:bodyPr/>
          <a:lstStyle/>
          <a:p>
            <a:r>
              <a:rPr lang="ru-RU" dirty="0"/>
              <a:t>Наименование должности в одну или две строки</a:t>
            </a:r>
          </a:p>
        </p:txBody>
      </p:sp>
      <p:sp>
        <p:nvSpPr>
          <p:cNvPr id="10" name="Текст 9">
            <a:extLst>
              <a:ext uri="{FF2B5EF4-FFF2-40B4-BE49-F238E27FC236}">
                <a16:creationId xmlns:a16="http://schemas.microsoft.com/office/drawing/2014/main" id="{ACC1F5CA-B301-DC11-4DD6-72EFDC5A3B39}"/>
              </a:ext>
            </a:extLst>
          </p:cNvPr>
          <p:cNvSpPr>
            <a:spLocks noGrp="1"/>
          </p:cNvSpPr>
          <p:nvPr>
            <p:ph type="body" sz="quarter" idx="70"/>
          </p:nvPr>
        </p:nvSpPr>
        <p:spPr/>
        <p:txBody>
          <a:bodyPr/>
          <a:lstStyle/>
          <a:p>
            <a:r>
              <a:rPr lang="ru-RU" dirty="0"/>
              <a:t>Телефон</a:t>
            </a:r>
          </a:p>
        </p:txBody>
      </p:sp>
      <p:sp>
        <p:nvSpPr>
          <p:cNvPr id="11" name="Текст 10">
            <a:extLst>
              <a:ext uri="{FF2B5EF4-FFF2-40B4-BE49-F238E27FC236}">
                <a16:creationId xmlns:a16="http://schemas.microsoft.com/office/drawing/2014/main" id="{293100B6-8703-6C5A-1A2F-99C0B78074C2}"/>
              </a:ext>
            </a:extLst>
          </p:cNvPr>
          <p:cNvSpPr>
            <a:spLocks noGrp="1"/>
          </p:cNvSpPr>
          <p:nvPr>
            <p:ph type="body" sz="quarter" idx="71"/>
          </p:nvPr>
        </p:nvSpPr>
        <p:spPr/>
        <p:txBody>
          <a:bodyPr/>
          <a:lstStyle/>
          <a:p>
            <a:r>
              <a:rPr lang="en-US" dirty="0"/>
              <a:t>E-mail</a:t>
            </a:r>
            <a:endParaRPr lang="ru-RU" dirty="0"/>
          </a:p>
        </p:txBody>
      </p:sp>
      <p:sp>
        <p:nvSpPr>
          <p:cNvPr id="12" name="Текст 11">
            <a:extLst>
              <a:ext uri="{FF2B5EF4-FFF2-40B4-BE49-F238E27FC236}">
                <a16:creationId xmlns:a16="http://schemas.microsoft.com/office/drawing/2014/main" id="{2D68AF32-7359-23F3-C232-703ADEC2417A}"/>
              </a:ext>
            </a:extLst>
          </p:cNvPr>
          <p:cNvSpPr>
            <a:spLocks noGrp="1"/>
          </p:cNvSpPr>
          <p:nvPr>
            <p:ph type="body" sz="quarter" idx="72"/>
          </p:nvPr>
        </p:nvSpPr>
        <p:spPr/>
        <p:txBody>
          <a:bodyPr/>
          <a:lstStyle/>
          <a:p>
            <a:r>
              <a:rPr lang="en-US" dirty="0"/>
              <a:t>+7 (XXX) XXX-XX-XX (</a:t>
            </a:r>
            <a:r>
              <a:rPr lang="ru-RU" dirty="0"/>
              <a:t>ХХХХХ)</a:t>
            </a:r>
          </a:p>
        </p:txBody>
      </p:sp>
      <p:sp>
        <p:nvSpPr>
          <p:cNvPr id="13" name="Текст 12">
            <a:extLst>
              <a:ext uri="{FF2B5EF4-FFF2-40B4-BE49-F238E27FC236}">
                <a16:creationId xmlns:a16="http://schemas.microsoft.com/office/drawing/2014/main" id="{F6D51322-3E29-14D0-94B7-48776E173126}"/>
              </a:ext>
            </a:extLst>
          </p:cNvPr>
          <p:cNvSpPr>
            <a:spLocks noGrp="1"/>
          </p:cNvSpPr>
          <p:nvPr>
            <p:ph type="body" sz="quarter" idx="73"/>
          </p:nvPr>
        </p:nvSpPr>
        <p:spPr/>
        <p:txBody>
          <a:bodyPr/>
          <a:lstStyle/>
          <a:p>
            <a:r>
              <a:rPr lang="en-US" dirty="0"/>
              <a:t>name@reksoft.com</a:t>
            </a:r>
            <a:endParaRPr lang="ru-RU" dirty="0"/>
          </a:p>
        </p:txBody>
      </p:sp>
      <p:sp>
        <p:nvSpPr>
          <p:cNvPr id="14" name="Текст 13">
            <a:extLst>
              <a:ext uri="{FF2B5EF4-FFF2-40B4-BE49-F238E27FC236}">
                <a16:creationId xmlns:a16="http://schemas.microsoft.com/office/drawing/2014/main" id="{17FC544A-0CED-1659-0B6B-EA42D1BA1E6A}"/>
              </a:ext>
            </a:extLst>
          </p:cNvPr>
          <p:cNvSpPr>
            <a:spLocks noGrp="1"/>
          </p:cNvSpPr>
          <p:nvPr>
            <p:ph type="body" sz="quarter" idx="74"/>
          </p:nvPr>
        </p:nvSpPr>
        <p:spPr/>
        <p:txBody>
          <a:bodyPr/>
          <a:lstStyle/>
          <a:p>
            <a:r>
              <a:rPr lang="ru-RU" dirty="0"/>
              <a:t>Имя Фамилия</a:t>
            </a:r>
          </a:p>
        </p:txBody>
      </p:sp>
      <p:sp>
        <p:nvSpPr>
          <p:cNvPr id="15" name="Текст 14">
            <a:extLst>
              <a:ext uri="{FF2B5EF4-FFF2-40B4-BE49-F238E27FC236}">
                <a16:creationId xmlns:a16="http://schemas.microsoft.com/office/drawing/2014/main" id="{6104450E-5BE7-E3A0-1F96-5452E60379A2}"/>
              </a:ext>
            </a:extLst>
          </p:cNvPr>
          <p:cNvSpPr>
            <a:spLocks noGrp="1"/>
          </p:cNvSpPr>
          <p:nvPr>
            <p:ph type="body" sz="quarter" idx="75"/>
          </p:nvPr>
        </p:nvSpPr>
        <p:spPr/>
        <p:txBody>
          <a:bodyPr/>
          <a:lstStyle/>
          <a:p>
            <a:r>
              <a:rPr lang="ru-RU" dirty="0"/>
              <a:t>Наименование должности в одну или две строки</a:t>
            </a:r>
          </a:p>
        </p:txBody>
      </p:sp>
      <p:sp>
        <p:nvSpPr>
          <p:cNvPr id="16" name="Текст 15">
            <a:extLst>
              <a:ext uri="{FF2B5EF4-FFF2-40B4-BE49-F238E27FC236}">
                <a16:creationId xmlns:a16="http://schemas.microsoft.com/office/drawing/2014/main" id="{2BDD4D31-9B3B-4181-755A-5BB72799AC94}"/>
              </a:ext>
            </a:extLst>
          </p:cNvPr>
          <p:cNvSpPr>
            <a:spLocks noGrp="1"/>
          </p:cNvSpPr>
          <p:nvPr>
            <p:ph type="body" sz="quarter" idx="76"/>
          </p:nvPr>
        </p:nvSpPr>
        <p:spPr/>
        <p:txBody>
          <a:bodyPr/>
          <a:lstStyle/>
          <a:p>
            <a:r>
              <a:rPr lang="ru-RU" dirty="0"/>
              <a:t>Телефон</a:t>
            </a:r>
          </a:p>
        </p:txBody>
      </p:sp>
      <p:sp>
        <p:nvSpPr>
          <p:cNvPr id="17" name="Текст 16">
            <a:extLst>
              <a:ext uri="{FF2B5EF4-FFF2-40B4-BE49-F238E27FC236}">
                <a16:creationId xmlns:a16="http://schemas.microsoft.com/office/drawing/2014/main" id="{94371B61-51CE-8C93-E4E8-9533A22A4409}"/>
              </a:ext>
            </a:extLst>
          </p:cNvPr>
          <p:cNvSpPr>
            <a:spLocks noGrp="1"/>
          </p:cNvSpPr>
          <p:nvPr>
            <p:ph type="body" sz="quarter" idx="77"/>
          </p:nvPr>
        </p:nvSpPr>
        <p:spPr/>
        <p:txBody>
          <a:bodyPr/>
          <a:lstStyle/>
          <a:p>
            <a:r>
              <a:rPr lang="en-US" dirty="0"/>
              <a:t>E-mail</a:t>
            </a:r>
            <a:endParaRPr lang="ru-RU" dirty="0"/>
          </a:p>
        </p:txBody>
      </p:sp>
      <p:sp>
        <p:nvSpPr>
          <p:cNvPr id="18" name="Текст 17">
            <a:extLst>
              <a:ext uri="{FF2B5EF4-FFF2-40B4-BE49-F238E27FC236}">
                <a16:creationId xmlns:a16="http://schemas.microsoft.com/office/drawing/2014/main" id="{561DAC41-A8EA-A8EA-8187-BD3F47D2C528}"/>
              </a:ext>
            </a:extLst>
          </p:cNvPr>
          <p:cNvSpPr>
            <a:spLocks noGrp="1"/>
          </p:cNvSpPr>
          <p:nvPr>
            <p:ph type="body" sz="quarter" idx="78"/>
          </p:nvPr>
        </p:nvSpPr>
        <p:spPr/>
        <p:txBody>
          <a:bodyPr/>
          <a:lstStyle/>
          <a:p>
            <a:r>
              <a:rPr lang="en-US" dirty="0"/>
              <a:t>+7 (XXX) XXX-XX-XX (</a:t>
            </a:r>
            <a:r>
              <a:rPr lang="ru-RU" dirty="0"/>
              <a:t>ХХХХХ)</a:t>
            </a:r>
          </a:p>
        </p:txBody>
      </p:sp>
      <p:sp>
        <p:nvSpPr>
          <p:cNvPr id="19" name="Текст 18">
            <a:extLst>
              <a:ext uri="{FF2B5EF4-FFF2-40B4-BE49-F238E27FC236}">
                <a16:creationId xmlns:a16="http://schemas.microsoft.com/office/drawing/2014/main" id="{C537BA73-8998-0BC4-CBAC-0E959ABD1B03}"/>
              </a:ext>
            </a:extLst>
          </p:cNvPr>
          <p:cNvSpPr>
            <a:spLocks noGrp="1"/>
          </p:cNvSpPr>
          <p:nvPr>
            <p:ph type="body" sz="quarter" idx="79"/>
          </p:nvPr>
        </p:nvSpPr>
        <p:spPr/>
        <p:txBody>
          <a:bodyPr/>
          <a:lstStyle/>
          <a:p>
            <a:r>
              <a:rPr lang="en-US" dirty="0"/>
              <a:t>name@reksoft.com</a:t>
            </a:r>
            <a:endParaRPr lang="ru-RU" dirty="0"/>
          </a:p>
        </p:txBody>
      </p:sp>
      <p:sp>
        <p:nvSpPr>
          <p:cNvPr id="20" name="Текст 19">
            <a:extLst>
              <a:ext uri="{FF2B5EF4-FFF2-40B4-BE49-F238E27FC236}">
                <a16:creationId xmlns:a16="http://schemas.microsoft.com/office/drawing/2014/main" id="{6D2D2C4F-DF78-C690-B157-D4A06C79884B}"/>
              </a:ext>
            </a:extLst>
          </p:cNvPr>
          <p:cNvSpPr>
            <a:spLocks noGrp="1"/>
          </p:cNvSpPr>
          <p:nvPr>
            <p:ph type="body" sz="quarter" idx="80"/>
          </p:nvPr>
        </p:nvSpPr>
        <p:spPr/>
        <p:txBody>
          <a:bodyPr/>
          <a:lstStyle/>
          <a:p>
            <a:r>
              <a:rPr lang="ru-RU" dirty="0"/>
              <a:t>Имя Фамилия</a:t>
            </a:r>
          </a:p>
        </p:txBody>
      </p:sp>
      <p:sp>
        <p:nvSpPr>
          <p:cNvPr id="21" name="Текст 20">
            <a:extLst>
              <a:ext uri="{FF2B5EF4-FFF2-40B4-BE49-F238E27FC236}">
                <a16:creationId xmlns:a16="http://schemas.microsoft.com/office/drawing/2014/main" id="{FA67DCA1-6F8C-0312-4C4F-DAEAC60F529D}"/>
              </a:ext>
            </a:extLst>
          </p:cNvPr>
          <p:cNvSpPr>
            <a:spLocks noGrp="1"/>
          </p:cNvSpPr>
          <p:nvPr>
            <p:ph type="body" sz="quarter" idx="81"/>
          </p:nvPr>
        </p:nvSpPr>
        <p:spPr/>
        <p:txBody>
          <a:bodyPr/>
          <a:lstStyle/>
          <a:p>
            <a:r>
              <a:rPr lang="ru-RU" dirty="0"/>
              <a:t>Наименование должности в одну или две строки</a:t>
            </a:r>
          </a:p>
        </p:txBody>
      </p:sp>
      <p:sp>
        <p:nvSpPr>
          <p:cNvPr id="22" name="Текст 21">
            <a:extLst>
              <a:ext uri="{FF2B5EF4-FFF2-40B4-BE49-F238E27FC236}">
                <a16:creationId xmlns:a16="http://schemas.microsoft.com/office/drawing/2014/main" id="{8CDDD72D-F32A-C193-20EE-A8758EC1E208}"/>
              </a:ext>
            </a:extLst>
          </p:cNvPr>
          <p:cNvSpPr>
            <a:spLocks noGrp="1"/>
          </p:cNvSpPr>
          <p:nvPr>
            <p:ph type="body" sz="quarter" idx="82"/>
          </p:nvPr>
        </p:nvSpPr>
        <p:spPr/>
        <p:txBody>
          <a:bodyPr/>
          <a:lstStyle/>
          <a:p>
            <a:r>
              <a:rPr lang="ru-RU" dirty="0"/>
              <a:t>Телефон</a:t>
            </a:r>
          </a:p>
        </p:txBody>
      </p:sp>
      <p:sp>
        <p:nvSpPr>
          <p:cNvPr id="23" name="Текст 22">
            <a:extLst>
              <a:ext uri="{FF2B5EF4-FFF2-40B4-BE49-F238E27FC236}">
                <a16:creationId xmlns:a16="http://schemas.microsoft.com/office/drawing/2014/main" id="{10A541EC-A3F0-CE6A-2C63-6E07970084FF}"/>
              </a:ext>
            </a:extLst>
          </p:cNvPr>
          <p:cNvSpPr>
            <a:spLocks noGrp="1"/>
          </p:cNvSpPr>
          <p:nvPr>
            <p:ph type="body" sz="quarter" idx="83"/>
          </p:nvPr>
        </p:nvSpPr>
        <p:spPr/>
        <p:txBody>
          <a:bodyPr/>
          <a:lstStyle/>
          <a:p>
            <a:r>
              <a:rPr lang="en-US" dirty="0"/>
              <a:t>E-mail</a:t>
            </a:r>
            <a:endParaRPr lang="ru-RU" dirty="0"/>
          </a:p>
        </p:txBody>
      </p:sp>
      <p:sp>
        <p:nvSpPr>
          <p:cNvPr id="24" name="Текст 23">
            <a:extLst>
              <a:ext uri="{FF2B5EF4-FFF2-40B4-BE49-F238E27FC236}">
                <a16:creationId xmlns:a16="http://schemas.microsoft.com/office/drawing/2014/main" id="{AFD44A29-A44B-FB33-1653-1FDB15F86CDD}"/>
              </a:ext>
            </a:extLst>
          </p:cNvPr>
          <p:cNvSpPr>
            <a:spLocks noGrp="1"/>
          </p:cNvSpPr>
          <p:nvPr>
            <p:ph type="body" sz="quarter" idx="84"/>
          </p:nvPr>
        </p:nvSpPr>
        <p:spPr/>
        <p:txBody>
          <a:bodyPr/>
          <a:lstStyle/>
          <a:p>
            <a:r>
              <a:rPr lang="en-US" dirty="0"/>
              <a:t>+7 (XXX) XXX-XX-XX (</a:t>
            </a:r>
            <a:r>
              <a:rPr lang="ru-RU" dirty="0"/>
              <a:t>ХХХХХ)</a:t>
            </a:r>
          </a:p>
        </p:txBody>
      </p:sp>
      <p:sp>
        <p:nvSpPr>
          <p:cNvPr id="25" name="Текст 24">
            <a:extLst>
              <a:ext uri="{FF2B5EF4-FFF2-40B4-BE49-F238E27FC236}">
                <a16:creationId xmlns:a16="http://schemas.microsoft.com/office/drawing/2014/main" id="{FCD88E58-AE8E-72B9-2C21-0A6F516704D7}"/>
              </a:ext>
            </a:extLst>
          </p:cNvPr>
          <p:cNvSpPr>
            <a:spLocks noGrp="1"/>
          </p:cNvSpPr>
          <p:nvPr>
            <p:ph type="body" sz="quarter" idx="85"/>
          </p:nvPr>
        </p:nvSpPr>
        <p:spPr/>
        <p:txBody>
          <a:bodyPr/>
          <a:lstStyle/>
          <a:p>
            <a:r>
              <a:rPr lang="en-US" dirty="0"/>
              <a:t>name@reksoft.com</a:t>
            </a:r>
            <a:endParaRPr lang="ru-RU" dirty="0"/>
          </a:p>
        </p:txBody>
      </p:sp>
      <p:pic>
        <p:nvPicPr>
          <p:cNvPr id="26" name="Image 1" descr=" ">
            <a:extLst>
              <a:ext uri="{FF2B5EF4-FFF2-40B4-BE49-F238E27FC236}">
                <a16:creationId xmlns:a16="http://schemas.microsoft.com/office/drawing/2014/main" id="{A85CE08B-3A68-9213-31AA-9154EF6EF87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8798" y="1600438"/>
            <a:ext cx="787396" cy="787297"/>
          </a:xfrm>
          <a:prstGeom prst="rect">
            <a:avLst/>
          </a:prstGeom>
        </p:spPr>
      </p:pic>
      <p:pic>
        <p:nvPicPr>
          <p:cNvPr id="27" name="Image 2" descr=" ">
            <a:extLst>
              <a:ext uri="{FF2B5EF4-FFF2-40B4-BE49-F238E27FC236}">
                <a16:creationId xmlns:a16="http://schemas.microsoft.com/office/drawing/2014/main" id="{29B25F84-3622-A36D-24E3-9A3B14A71A4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419578" y="1600438"/>
            <a:ext cx="787396" cy="787297"/>
          </a:xfrm>
          <a:prstGeom prst="rect">
            <a:avLst/>
          </a:prstGeom>
        </p:spPr>
      </p:pic>
      <p:pic>
        <p:nvPicPr>
          <p:cNvPr id="28" name="Image 3" descr=" ">
            <a:extLst>
              <a:ext uri="{FF2B5EF4-FFF2-40B4-BE49-F238E27FC236}">
                <a16:creationId xmlns:a16="http://schemas.microsoft.com/office/drawing/2014/main" id="{F7EB7E8A-8ED9-7FCF-5A06-2E668D11848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280357" y="1600438"/>
            <a:ext cx="787396" cy="787297"/>
          </a:xfrm>
          <a:prstGeom prst="rect">
            <a:avLst/>
          </a:prstGeom>
        </p:spPr>
      </p:pic>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Контакты</a:t>
            </a:r>
          </a:p>
        </p:txBody>
      </p:sp>
      <p:sp>
        <p:nvSpPr>
          <p:cNvPr id="29" name="Текст 28">
            <a:extLst>
              <a:ext uri="{FF2B5EF4-FFF2-40B4-BE49-F238E27FC236}">
                <a16:creationId xmlns:a16="http://schemas.microsoft.com/office/drawing/2014/main" id="{4E975585-B610-B8C3-8D73-9E439A8C55D2}"/>
              </a:ext>
            </a:extLst>
          </p:cNvPr>
          <p:cNvSpPr>
            <a:spLocks noGrp="1"/>
          </p:cNvSpPr>
          <p:nvPr>
            <p:ph type="body" sz="quarter" idx="30"/>
          </p:nvPr>
        </p:nvSpPr>
        <p:spPr>
          <a:xfrm>
            <a:off x="346847" y="5832906"/>
            <a:ext cx="11489492" cy="666464"/>
          </a:xfrm>
        </p:spPr>
        <p:txBody>
          <a:bodyPr/>
          <a:lstStyle/>
          <a:p>
            <a:r>
              <a:rPr lang="en-US" dirty="0"/>
              <a:t>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 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Cum cu </a:t>
            </a:r>
            <a:r>
              <a:rPr lang="en-US" dirty="0" err="1"/>
              <a:t>audire</a:t>
            </a:r>
            <a:r>
              <a:rPr lang="en-US" dirty="0"/>
              <a:t> </a:t>
            </a:r>
            <a:r>
              <a:rPr lang="en-US" dirty="0" err="1"/>
              <a:t>viderer</a:t>
            </a:r>
            <a:r>
              <a:rPr lang="en-US" dirty="0"/>
              <a:t>, maiorum officiis </a:t>
            </a:r>
            <a:r>
              <a:rPr lang="en-US" dirty="0" err="1"/>
              <a:t>liberavisse</a:t>
            </a:r>
            <a:r>
              <a:rPr lang="en-US" dirty="0"/>
              <a:t> </a:t>
            </a:r>
            <a:r>
              <a:rPr lang="en-US" dirty="0" err="1"/>
              <a:t>mea</a:t>
            </a:r>
            <a:r>
              <a:rPr lang="en-US" dirty="0"/>
              <a:t> et, tale </a:t>
            </a:r>
            <a:r>
              <a:rPr lang="en-US" dirty="0" err="1"/>
              <a:t>contentiones</a:t>
            </a:r>
            <a:r>
              <a:rPr lang="en-US" dirty="0"/>
              <a:t> </a:t>
            </a:r>
            <a:r>
              <a:rPr lang="en-US" dirty="0" err="1"/>
              <a:t>voluptatibus</a:t>
            </a:r>
            <a:r>
              <a:rPr lang="en-US" dirty="0"/>
              <a:t> </a:t>
            </a:r>
            <a:r>
              <a:rPr lang="en-US" dirty="0" err="1"/>
              <a:t>ea</a:t>
            </a:r>
            <a:r>
              <a:rPr lang="en-US" dirty="0"/>
              <a:t> est. </a:t>
            </a:r>
            <a:r>
              <a:rPr lang="en-US" dirty="0" err="1"/>
              <a:t>Errem</a:t>
            </a:r>
            <a:r>
              <a:rPr lang="en-US" dirty="0"/>
              <a:t> </a:t>
            </a:r>
            <a:r>
              <a:rPr lang="en-US" dirty="0" err="1"/>
              <a:t>dissentias</a:t>
            </a:r>
            <a:r>
              <a:rPr lang="en-US" dirty="0"/>
              <a:t> qui </a:t>
            </a:r>
            <a:r>
              <a:rPr lang="en-US" dirty="0" err="1"/>
              <a:t>te</a:t>
            </a:r>
            <a:r>
              <a:rPr lang="en-US" dirty="0"/>
              <a:t>,  </a:t>
            </a:r>
            <a:r>
              <a:rPr lang="en-US" dirty="0" err="1"/>
              <a:t>te</a:t>
            </a:r>
            <a:r>
              <a:rPr lang="en-US" dirty="0"/>
              <a:t> </a:t>
            </a:r>
            <a:r>
              <a:rPr lang="en-US" dirty="0" err="1"/>
              <a:t>sint</a:t>
            </a:r>
            <a:r>
              <a:rPr lang="en-US" dirty="0"/>
              <a:t> </a:t>
            </a:r>
            <a:r>
              <a:rPr lang="en-US" dirty="0" err="1"/>
              <a:t>quaerendum</a:t>
            </a:r>
            <a:r>
              <a:rPr lang="en-US" dirty="0"/>
              <a:t> vel. Sed ne utroque </a:t>
            </a:r>
            <a:r>
              <a:rPr lang="en-US" dirty="0" err="1"/>
              <a:t>invidunt</a:t>
            </a:r>
            <a:r>
              <a:rPr lang="en-US" dirty="0"/>
              <a:t> </a:t>
            </a:r>
            <a:r>
              <a:rPr lang="en-US" dirty="0" err="1"/>
              <a:t>similique</a:t>
            </a:r>
            <a:r>
              <a:rPr lang="en-US" dirty="0"/>
              <a:t>, ne nostro </a:t>
            </a:r>
            <a:r>
              <a:rPr lang="en-US" dirty="0" err="1"/>
              <a:t>eloquentiam</a:t>
            </a:r>
            <a:r>
              <a:rPr lang="en-US" dirty="0"/>
              <a:t> </a:t>
            </a:r>
            <a:r>
              <a:rPr lang="en-US" dirty="0" err="1"/>
              <a:t>signiferumque</a:t>
            </a:r>
            <a:r>
              <a:rPr lang="en-US" dirty="0"/>
              <a:t>. Lorem ipsum dolor sit </a:t>
            </a:r>
            <a:r>
              <a:rPr lang="en-US" dirty="0" err="1"/>
              <a:t>amet</a:t>
            </a:r>
            <a:r>
              <a:rPr lang="en-US" dirty="0"/>
              <a:t>, </a:t>
            </a:r>
            <a:r>
              <a:rPr lang="en-US" dirty="0" err="1"/>
              <a:t>idque</a:t>
            </a:r>
            <a:r>
              <a:rPr lang="en-US" dirty="0"/>
              <a:t> </a:t>
            </a:r>
            <a:r>
              <a:rPr lang="en-US" dirty="0" err="1"/>
              <a:t>iuvaret</a:t>
            </a:r>
            <a:r>
              <a:rPr lang="en-US" dirty="0"/>
              <a:t> </a:t>
            </a:r>
            <a:r>
              <a:rPr lang="en-US" dirty="0" err="1"/>
              <a:t>ut</a:t>
            </a:r>
            <a:r>
              <a:rPr lang="en-US" dirty="0"/>
              <a:t> cum. Mel </a:t>
            </a:r>
            <a:r>
              <a:rPr lang="en-US" dirty="0" err="1"/>
              <a:t>dolores</a:t>
            </a:r>
            <a:r>
              <a:rPr lang="en-US" dirty="0"/>
              <a:t> </a:t>
            </a:r>
            <a:r>
              <a:rPr lang="en-US" dirty="0" err="1"/>
              <a:t>senserit</a:t>
            </a:r>
            <a:r>
              <a:rPr lang="en-US" dirty="0"/>
              <a:t> </a:t>
            </a:r>
            <a:r>
              <a:rPr lang="en-US" dirty="0" err="1"/>
              <a:t>elaboraret</a:t>
            </a:r>
            <a:r>
              <a:rPr lang="en-US" dirty="0"/>
              <a:t> </a:t>
            </a:r>
            <a:r>
              <a:rPr lang="en-US" dirty="0" err="1"/>
              <a:t>eu</a:t>
            </a:r>
            <a:r>
              <a:rPr lang="en-US" dirty="0"/>
              <a:t>. Cetero </a:t>
            </a:r>
            <a:r>
              <a:rPr lang="en-US" dirty="0" err="1"/>
              <a:t>ceteros</a:t>
            </a:r>
            <a:r>
              <a:rPr lang="en-US" dirty="0"/>
              <a:t> </a:t>
            </a:r>
            <a:r>
              <a:rPr lang="en-US" dirty="0" err="1"/>
              <a:t>invidunt</a:t>
            </a:r>
            <a:r>
              <a:rPr lang="en-US" dirty="0"/>
              <a:t> ad his, </a:t>
            </a:r>
            <a:r>
              <a:rPr lang="en-US" dirty="0" err="1"/>
              <a:t>habeo</a:t>
            </a:r>
            <a:r>
              <a:rPr lang="en-US" dirty="0"/>
              <a:t> </a:t>
            </a:r>
            <a:r>
              <a:rPr lang="en-US" dirty="0" err="1"/>
              <a:t>gloriatur</a:t>
            </a:r>
            <a:r>
              <a:rPr lang="en-US" dirty="0"/>
              <a:t>  pro id, no </a:t>
            </a:r>
            <a:r>
              <a:rPr lang="en-US" dirty="0" err="1"/>
              <a:t>vix</a:t>
            </a:r>
            <a:r>
              <a:rPr lang="en-US" dirty="0"/>
              <a:t> </a:t>
            </a:r>
            <a:r>
              <a:rPr lang="en-US" dirty="0" err="1"/>
              <a:t>omnis</a:t>
            </a:r>
            <a:r>
              <a:rPr lang="en-US" dirty="0"/>
              <a:t> </a:t>
            </a:r>
            <a:r>
              <a:rPr lang="en-US" dirty="0" err="1"/>
              <a:t>denique</a:t>
            </a:r>
            <a:r>
              <a:rPr lang="en-US" dirty="0"/>
              <a:t> </a:t>
            </a:r>
            <a:r>
              <a:rPr lang="en-US" dirty="0" err="1"/>
              <a:t>deleniti</a:t>
            </a:r>
            <a:r>
              <a:rPr lang="en-US" dirty="0"/>
              <a:t>. Mea </a:t>
            </a:r>
            <a:r>
              <a:rPr lang="en-US" dirty="0" err="1"/>
              <a:t>quando</a:t>
            </a:r>
            <a:r>
              <a:rPr lang="en-US" dirty="0"/>
              <a:t> delectus accommodare ad, </a:t>
            </a:r>
            <a:r>
              <a:rPr lang="en-US" dirty="0" err="1"/>
              <a:t>nulla</a:t>
            </a:r>
            <a:r>
              <a:rPr lang="en-US" dirty="0"/>
              <a:t> aeterno </a:t>
            </a:r>
            <a:r>
              <a:rPr lang="en-US" dirty="0" err="1"/>
              <a:t>deterruisset</a:t>
            </a:r>
            <a:r>
              <a:rPr lang="en-US" dirty="0"/>
              <a:t> sed in, </a:t>
            </a:r>
            <a:r>
              <a:rPr lang="en-US" dirty="0" err="1"/>
              <a:t>nam</a:t>
            </a:r>
            <a:r>
              <a:rPr lang="en-US" dirty="0"/>
              <a:t> </a:t>
            </a:r>
            <a:r>
              <a:rPr lang="en-US" dirty="0" err="1"/>
              <a:t>possit</a:t>
            </a:r>
            <a:r>
              <a:rPr lang="en-US" dirty="0"/>
              <a:t> aliquip  delectus no. </a:t>
            </a:r>
          </a:p>
        </p:txBody>
      </p:sp>
    </p:spTree>
    <p:extLst>
      <p:ext uri="{BB962C8B-B14F-4D97-AF65-F5344CB8AC3E}">
        <p14:creationId xmlns:p14="http://schemas.microsoft.com/office/powerpoint/2010/main" val="301087455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110</a:t>
            </a:fld>
            <a:endParaRPr lang="ru-RU" dirty="0"/>
          </a:p>
        </p:txBody>
      </p:sp>
      <p:sp>
        <p:nvSpPr>
          <p:cNvPr id="32" name="Текст 18">
            <a:extLst>
              <a:ext uri="{FF2B5EF4-FFF2-40B4-BE49-F238E27FC236}">
                <a16:creationId xmlns:a16="http://schemas.microsoft.com/office/drawing/2014/main" id="{6270A0B1-7491-B144-B4EA-9A18AAFE4913}"/>
              </a:ext>
            </a:extLst>
          </p:cNvPr>
          <p:cNvSpPr txBox="1">
            <a:spLocks/>
          </p:cNvSpPr>
          <p:nvPr/>
        </p:nvSpPr>
        <p:spPr>
          <a:xfrm>
            <a:off x="1337916" y="1412875"/>
            <a:ext cx="3750022" cy="28123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в одну строку</a:t>
            </a:r>
          </a:p>
        </p:txBody>
      </p:sp>
      <p:sp>
        <p:nvSpPr>
          <p:cNvPr id="38" name="Текст 18">
            <a:extLst>
              <a:ext uri="{FF2B5EF4-FFF2-40B4-BE49-F238E27FC236}">
                <a16:creationId xmlns:a16="http://schemas.microsoft.com/office/drawing/2014/main" id="{6A95BB3F-2CA6-6B4D-B03E-498DDCA659ED}"/>
              </a:ext>
            </a:extLst>
          </p:cNvPr>
          <p:cNvSpPr txBox="1">
            <a:spLocks/>
          </p:cNvSpPr>
          <p:nvPr/>
        </p:nvSpPr>
        <p:spPr>
          <a:xfrm>
            <a:off x="1337916" y="1785409"/>
            <a:ext cx="3750022" cy="164359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41" name="Shape 33">
            <a:extLst>
              <a:ext uri="{FF2B5EF4-FFF2-40B4-BE49-F238E27FC236}">
                <a16:creationId xmlns:a16="http://schemas.microsoft.com/office/drawing/2014/main" id="{7B242623-0BED-9E44-83C4-DE0C4FE1E1D9}"/>
              </a:ext>
            </a:extLst>
          </p:cNvPr>
          <p:cNvSpPr/>
          <p:nvPr/>
        </p:nvSpPr>
        <p:spPr>
          <a:xfrm>
            <a:off x="6149975" y="1412874"/>
            <a:ext cx="609597" cy="609521"/>
          </a:xfrm>
          <a:prstGeom prst="rect">
            <a:avLst/>
          </a:prstGeom>
          <a:solidFill>
            <a:srgbClr val="CF0522">
              <a:alpha val="100000"/>
            </a:srgbClr>
          </a:solidFill>
          <a:ln/>
        </p:spPr>
      </p:sp>
      <p:pic>
        <p:nvPicPr>
          <p:cNvPr id="42" name="Image 14" descr=" ">
            <a:extLst>
              <a:ext uri="{FF2B5EF4-FFF2-40B4-BE49-F238E27FC236}">
                <a16:creationId xmlns:a16="http://schemas.microsoft.com/office/drawing/2014/main" id="{28154BB2-8ADF-C74D-AD6B-90289FD809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02375" y="1565255"/>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54" name="Shape 33">
            <a:extLst>
              <a:ext uri="{FF2B5EF4-FFF2-40B4-BE49-F238E27FC236}">
                <a16:creationId xmlns:a16="http://schemas.microsoft.com/office/drawing/2014/main" id="{FD399669-F63B-7849-9712-BE6728E8A885}"/>
              </a:ext>
            </a:extLst>
          </p:cNvPr>
          <p:cNvSpPr/>
          <p:nvPr/>
        </p:nvSpPr>
        <p:spPr>
          <a:xfrm>
            <a:off x="6149975" y="4101645"/>
            <a:ext cx="609597" cy="609521"/>
          </a:xfrm>
          <a:prstGeom prst="rect">
            <a:avLst/>
          </a:prstGeom>
          <a:solidFill>
            <a:srgbClr val="CF0522">
              <a:alpha val="100000"/>
            </a:srgbClr>
          </a:solidFill>
          <a:ln/>
        </p:spPr>
      </p:sp>
      <p:pic>
        <p:nvPicPr>
          <p:cNvPr id="55" name="Image 14" descr=" ">
            <a:extLst>
              <a:ext uri="{FF2B5EF4-FFF2-40B4-BE49-F238E27FC236}">
                <a16:creationId xmlns:a16="http://schemas.microsoft.com/office/drawing/2014/main" id="{E4D0A071-A939-C04F-85C9-CF6A2F1297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02375" y="4254026"/>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56" name="Shape 33">
            <a:extLst>
              <a:ext uri="{FF2B5EF4-FFF2-40B4-BE49-F238E27FC236}">
                <a16:creationId xmlns:a16="http://schemas.microsoft.com/office/drawing/2014/main" id="{7EFEFBAB-2357-974E-8214-A599BE152CF1}"/>
              </a:ext>
            </a:extLst>
          </p:cNvPr>
          <p:cNvSpPr/>
          <p:nvPr/>
        </p:nvSpPr>
        <p:spPr>
          <a:xfrm>
            <a:off x="379788" y="1412874"/>
            <a:ext cx="609597" cy="609521"/>
          </a:xfrm>
          <a:prstGeom prst="rect">
            <a:avLst/>
          </a:prstGeom>
          <a:solidFill>
            <a:srgbClr val="CF0522">
              <a:alpha val="100000"/>
            </a:srgbClr>
          </a:solidFill>
          <a:ln/>
        </p:spPr>
      </p:sp>
      <p:pic>
        <p:nvPicPr>
          <p:cNvPr id="57" name="Image 14" descr=" ">
            <a:extLst>
              <a:ext uri="{FF2B5EF4-FFF2-40B4-BE49-F238E27FC236}">
                <a16:creationId xmlns:a16="http://schemas.microsoft.com/office/drawing/2014/main" id="{6489546A-5631-D348-A80B-1F6D3C79ED1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32188" y="1565255"/>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58" name="Shape 33">
            <a:extLst>
              <a:ext uri="{FF2B5EF4-FFF2-40B4-BE49-F238E27FC236}">
                <a16:creationId xmlns:a16="http://schemas.microsoft.com/office/drawing/2014/main" id="{2D17A78F-EA8A-EA4D-8A04-B8F0B0A8A9EE}"/>
              </a:ext>
            </a:extLst>
          </p:cNvPr>
          <p:cNvSpPr/>
          <p:nvPr/>
        </p:nvSpPr>
        <p:spPr>
          <a:xfrm>
            <a:off x="379788" y="4101645"/>
            <a:ext cx="609597" cy="609521"/>
          </a:xfrm>
          <a:prstGeom prst="rect">
            <a:avLst/>
          </a:prstGeom>
          <a:solidFill>
            <a:srgbClr val="CF0522">
              <a:alpha val="100000"/>
            </a:srgbClr>
          </a:solidFill>
          <a:ln/>
        </p:spPr>
      </p:sp>
      <p:pic>
        <p:nvPicPr>
          <p:cNvPr id="59" name="Image 14" descr=" ">
            <a:extLst>
              <a:ext uri="{FF2B5EF4-FFF2-40B4-BE49-F238E27FC236}">
                <a16:creationId xmlns:a16="http://schemas.microsoft.com/office/drawing/2014/main" id="{F1DC1B46-16CF-1744-8F1F-7A2F01F36EC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32188" y="4254026"/>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60" name="Текст 18">
            <a:extLst>
              <a:ext uri="{FF2B5EF4-FFF2-40B4-BE49-F238E27FC236}">
                <a16:creationId xmlns:a16="http://schemas.microsoft.com/office/drawing/2014/main" id="{1A31F664-6B6D-C842-8EFA-4480D672401A}"/>
              </a:ext>
            </a:extLst>
          </p:cNvPr>
          <p:cNvSpPr txBox="1">
            <a:spLocks/>
          </p:cNvSpPr>
          <p:nvPr/>
        </p:nvSpPr>
        <p:spPr>
          <a:xfrm>
            <a:off x="1337916" y="4101645"/>
            <a:ext cx="3750022" cy="28123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в одну строку</a:t>
            </a:r>
          </a:p>
        </p:txBody>
      </p:sp>
      <p:sp>
        <p:nvSpPr>
          <p:cNvPr id="61" name="Текст 18">
            <a:extLst>
              <a:ext uri="{FF2B5EF4-FFF2-40B4-BE49-F238E27FC236}">
                <a16:creationId xmlns:a16="http://schemas.microsoft.com/office/drawing/2014/main" id="{39957E04-9823-714C-AB4F-28965D5AFCA3}"/>
              </a:ext>
            </a:extLst>
          </p:cNvPr>
          <p:cNvSpPr txBox="1">
            <a:spLocks/>
          </p:cNvSpPr>
          <p:nvPr/>
        </p:nvSpPr>
        <p:spPr>
          <a:xfrm>
            <a:off x="7121525" y="1412875"/>
            <a:ext cx="3750022" cy="28123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в одну строку</a:t>
            </a:r>
          </a:p>
        </p:txBody>
      </p:sp>
      <p:sp>
        <p:nvSpPr>
          <p:cNvPr id="62" name="Текст 18">
            <a:extLst>
              <a:ext uri="{FF2B5EF4-FFF2-40B4-BE49-F238E27FC236}">
                <a16:creationId xmlns:a16="http://schemas.microsoft.com/office/drawing/2014/main" id="{78BFD672-172E-7145-B268-DB929425DEAF}"/>
              </a:ext>
            </a:extLst>
          </p:cNvPr>
          <p:cNvSpPr txBox="1">
            <a:spLocks/>
          </p:cNvSpPr>
          <p:nvPr/>
        </p:nvSpPr>
        <p:spPr>
          <a:xfrm>
            <a:off x="7121525" y="4101645"/>
            <a:ext cx="3750022" cy="28123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в одну строку</a:t>
            </a:r>
          </a:p>
        </p:txBody>
      </p:sp>
      <p:sp>
        <p:nvSpPr>
          <p:cNvPr id="63" name="Текст 18">
            <a:extLst>
              <a:ext uri="{FF2B5EF4-FFF2-40B4-BE49-F238E27FC236}">
                <a16:creationId xmlns:a16="http://schemas.microsoft.com/office/drawing/2014/main" id="{024F07B0-CE3A-B842-939F-DBB91526E011}"/>
              </a:ext>
            </a:extLst>
          </p:cNvPr>
          <p:cNvSpPr txBox="1">
            <a:spLocks/>
          </p:cNvSpPr>
          <p:nvPr/>
        </p:nvSpPr>
        <p:spPr>
          <a:xfrm>
            <a:off x="7121525" y="1785409"/>
            <a:ext cx="3750022" cy="164359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64" name="Текст 18">
            <a:extLst>
              <a:ext uri="{FF2B5EF4-FFF2-40B4-BE49-F238E27FC236}">
                <a16:creationId xmlns:a16="http://schemas.microsoft.com/office/drawing/2014/main" id="{1B88A322-1863-AE41-B98C-5D883D78A007}"/>
              </a:ext>
            </a:extLst>
          </p:cNvPr>
          <p:cNvSpPr txBox="1">
            <a:spLocks/>
          </p:cNvSpPr>
          <p:nvPr/>
        </p:nvSpPr>
        <p:spPr>
          <a:xfrm>
            <a:off x="1337916" y="4468052"/>
            <a:ext cx="3750022" cy="164359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65" name="Текст 18">
            <a:extLst>
              <a:ext uri="{FF2B5EF4-FFF2-40B4-BE49-F238E27FC236}">
                <a16:creationId xmlns:a16="http://schemas.microsoft.com/office/drawing/2014/main" id="{6718657C-5C06-634E-A536-8D26595BE630}"/>
              </a:ext>
            </a:extLst>
          </p:cNvPr>
          <p:cNvSpPr txBox="1">
            <a:spLocks/>
          </p:cNvSpPr>
          <p:nvPr/>
        </p:nvSpPr>
        <p:spPr>
          <a:xfrm>
            <a:off x="7121525" y="4468052"/>
            <a:ext cx="3750022" cy="164359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Tree>
    <p:extLst>
      <p:ext uri="{BB962C8B-B14F-4D97-AF65-F5344CB8AC3E}">
        <p14:creationId xmlns:p14="http://schemas.microsoft.com/office/powerpoint/2010/main" val="415198567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111</a:t>
            </a:fld>
            <a:endParaRPr lang="ru-RU" dirty="0"/>
          </a:p>
        </p:txBody>
      </p:sp>
      <p:sp>
        <p:nvSpPr>
          <p:cNvPr id="2" name="TextBox 1">
            <a:extLst>
              <a:ext uri="{FF2B5EF4-FFF2-40B4-BE49-F238E27FC236}">
                <a16:creationId xmlns:a16="http://schemas.microsoft.com/office/drawing/2014/main" id="{A5836A35-A760-4A49-A72D-4C764EFAB762}"/>
              </a:ext>
            </a:extLst>
          </p:cNvPr>
          <p:cNvSpPr txBox="1"/>
          <p:nvPr/>
        </p:nvSpPr>
        <p:spPr>
          <a:xfrm>
            <a:off x="2295797" y="3549988"/>
            <a:ext cx="0" cy="0"/>
          </a:xfrm>
          <a:prstGeom prst="rect">
            <a:avLst/>
          </a:prstGeom>
          <a:noFill/>
          <a:ln/>
        </p:spPr>
        <p:txBody>
          <a:bodyPr vert="horz" wrap="none" lIns="0" tIns="0" rIns="0" bIns="0" rtlCol="0" anchor="b">
            <a:normAutofit fontScale="25000" lnSpcReduction="20000"/>
          </a:bodyPr>
          <a:lstStyle/>
          <a:p>
            <a:pPr algn="l"/>
            <a:endParaRPr lang="en-US" dirty="0">
              <a:latin typeface="Stapel" panose="020B0504020202020204" pitchFamily="34" charset="-52"/>
            </a:endParaRPr>
          </a:p>
        </p:txBody>
      </p:sp>
      <p:sp>
        <p:nvSpPr>
          <p:cNvPr id="32" name="Текст 18">
            <a:extLst>
              <a:ext uri="{FF2B5EF4-FFF2-40B4-BE49-F238E27FC236}">
                <a16:creationId xmlns:a16="http://schemas.microsoft.com/office/drawing/2014/main" id="{6270A0B1-7491-B144-B4EA-9A18AAFE4913}"/>
              </a:ext>
            </a:extLst>
          </p:cNvPr>
          <p:cNvSpPr txBox="1">
            <a:spLocks/>
          </p:cNvSpPr>
          <p:nvPr/>
        </p:nvSpPr>
        <p:spPr>
          <a:xfrm>
            <a:off x="1122362" y="1616603"/>
            <a:ext cx="3959436" cy="55823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в одну или две строки</a:t>
            </a:r>
          </a:p>
        </p:txBody>
      </p:sp>
      <p:sp>
        <p:nvSpPr>
          <p:cNvPr id="35" name="Shape 9">
            <a:extLst>
              <a:ext uri="{FF2B5EF4-FFF2-40B4-BE49-F238E27FC236}">
                <a16:creationId xmlns:a16="http://schemas.microsoft.com/office/drawing/2014/main" id="{6E42CCBC-F043-AC4F-9DE5-D07EB924DE0C}"/>
              </a:ext>
            </a:extLst>
          </p:cNvPr>
          <p:cNvSpPr/>
          <p:nvPr/>
        </p:nvSpPr>
        <p:spPr>
          <a:xfrm>
            <a:off x="382206" y="1566615"/>
            <a:ext cx="609597" cy="609521"/>
          </a:xfrm>
          <a:prstGeom prst="rect">
            <a:avLst/>
          </a:prstGeom>
          <a:solidFill>
            <a:srgbClr val="CF0522">
              <a:alpha val="100000"/>
            </a:srgbClr>
          </a:solidFill>
          <a:ln/>
        </p:spPr>
      </p:sp>
      <p:sp>
        <p:nvSpPr>
          <p:cNvPr id="41" name="Shape 33">
            <a:extLst>
              <a:ext uri="{FF2B5EF4-FFF2-40B4-BE49-F238E27FC236}">
                <a16:creationId xmlns:a16="http://schemas.microsoft.com/office/drawing/2014/main" id="{7B242623-0BED-9E44-83C4-DE0C4FE1E1D9}"/>
              </a:ext>
            </a:extLst>
          </p:cNvPr>
          <p:cNvSpPr/>
          <p:nvPr/>
        </p:nvSpPr>
        <p:spPr>
          <a:xfrm>
            <a:off x="371475" y="3449746"/>
            <a:ext cx="609597" cy="609521"/>
          </a:xfrm>
          <a:prstGeom prst="rect">
            <a:avLst/>
          </a:prstGeom>
          <a:solidFill>
            <a:srgbClr val="CF0522">
              <a:alpha val="100000"/>
            </a:srgbClr>
          </a:solidFill>
          <a:ln/>
        </p:spPr>
      </p:sp>
      <p:pic>
        <p:nvPicPr>
          <p:cNvPr id="42" name="Image 14" descr=" ">
            <a:extLst>
              <a:ext uri="{FF2B5EF4-FFF2-40B4-BE49-F238E27FC236}">
                <a16:creationId xmlns:a16="http://schemas.microsoft.com/office/drawing/2014/main" id="{28154BB2-8ADF-C74D-AD6B-90289FD809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3875" y="3602127"/>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cxnSp>
        <p:nvCxnSpPr>
          <p:cNvPr id="4" name="Straight Connector 3">
            <a:extLst>
              <a:ext uri="{FF2B5EF4-FFF2-40B4-BE49-F238E27FC236}">
                <a16:creationId xmlns:a16="http://schemas.microsoft.com/office/drawing/2014/main" id="{69CDA4A9-0C8D-0841-9396-8A8FAFD7E2E1}"/>
              </a:ext>
            </a:extLst>
          </p:cNvPr>
          <p:cNvCxnSpPr>
            <a:cxnSpLocks/>
          </p:cNvCxnSpPr>
          <p:nvPr/>
        </p:nvCxnSpPr>
        <p:spPr>
          <a:xfrm>
            <a:off x="371475" y="1412875"/>
            <a:ext cx="11462317"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00C8193-3746-C64B-9F24-B0C3DD4A5E77}"/>
              </a:ext>
            </a:extLst>
          </p:cNvPr>
          <p:cNvCxnSpPr>
            <a:cxnSpLocks/>
          </p:cNvCxnSpPr>
          <p:nvPr/>
        </p:nvCxnSpPr>
        <p:spPr>
          <a:xfrm>
            <a:off x="371475" y="3302840"/>
            <a:ext cx="11462317"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25" name="Текст 18">
            <a:extLst>
              <a:ext uri="{FF2B5EF4-FFF2-40B4-BE49-F238E27FC236}">
                <a16:creationId xmlns:a16="http://schemas.microsoft.com/office/drawing/2014/main" id="{4A5C01D0-8161-DE4C-A5D5-E4847E55A8E1}"/>
              </a:ext>
            </a:extLst>
          </p:cNvPr>
          <p:cNvSpPr txBox="1">
            <a:spLocks/>
          </p:cNvSpPr>
          <p:nvPr/>
        </p:nvSpPr>
        <p:spPr>
          <a:xfrm>
            <a:off x="1122362" y="3461511"/>
            <a:ext cx="3959436" cy="55823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в одну или две строки</a:t>
            </a:r>
          </a:p>
        </p:txBody>
      </p:sp>
      <p:sp>
        <p:nvSpPr>
          <p:cNvPr id="26" name="Текст 18">
            <a:extLst>
              <a:ext uri="{FF2B5EF4-FFF2-40B4-BE49-F238E27FC236}">
                <a16:creationId xmlns:a16="http://schemas.microsoft.com/office/drawing/2014/main" id="{6E252611-0FF0-A84D-A870-1AB55A12C006}"/>
              </a:ext>
            </a:extLst>
          </p:cNvPr>
          <p:cNvSpPr txBox="1">
            <a:spLocks/>
          </p:cNvSpPr>
          <p:nvPr/>
        </p:nvSpPr>
        <p:spPr>
          <a:xfrm>
            <a:off x="6149975" y="1543251"/>
            <a:ext cx="5670550" cy="95109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27" name="Текст 18">
            <a:extLst>
              <a:ext uri="{FF2B5EF4-FFF2-40B4-BE49-F238E27FC236}">
                <a16:creationId xmlns:a16="http://schemas.microsoft.com/office/drawing/2014/main" id="{F3740227-E97D-E044-898F-6815C8318AD7}"/>
              </a:ext>
            </a:extLst>
          </p:cNvPr>
          <p:cNvSpPr txBox="1">
            <a:spLocks/>
          </p:cNvSpPr>
          <p:nvPr/>
        </p:nvSpPr>
        <p:spPr>
          <a:xfrm>
            <a:off x="6149975" y="3461511"/>
            <a:ext cx="5670550" cy="95109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28" name="TextBox 27">
            <a:extLst>
              <a:ext uri="{FF2B5EF4-FFF2-40B4-BE49-F238E27FC236}">
                <a16:creationId xmlns:a16="http://schemas.microsoft.com/office/drawing/2014/main" id="{79DD671F-CD54-1147-A704-6FF510709718}"/>
              </a:ext>
            </a:extLst>
          </p:cNvPr>
          <p:cNvSpPr txBox="1"/>
          <p:nvPr/>
        </p:nvSpPr>
        <p:spPr>
          <a:xfrm>
            <a:off x="2295797" y="5321343"/>
            <a:ext cx="0" cy="0"/>
          </a:xfrm>
          <a:prstGeom prst="rect">
            <a:avLst/>
          </a:prstGeom>
          <a:noFill/>
          <a:ln/>
        </p:spPr>
        <p:txBody>
          <a:bodyPr vert="horz" wrap="none" lIns="0" tIns="0" rIns="0" bIns="0" rtlCol="0" anchor="b">
            <a:normAutofit fontScale="25000" lnSpcReduction="20000"/>
          </a:bodyPr>
          <a:lstStyle/>
          <a:p>
            <a:pPr algn="l"/>
            <a:endParaRPr lang="en-US" dirty="0">
              <a:latin typeface="Stapel" panose="020B0504020202020204" pitchFamily="34" charset="-52"/>
            </a:endParaRPr>
          </a:p>
        </p:txBody>
      </p:sp>
      <p:sp>
        <p:nvSpPr>
          <p:cNvPr id="29" name="Shape 33">
            <a:extLst>
              <a:ext uri="{FF2B5EF4-FFF2-40B4-BE49-F238E27FC236}">
                <a16:creationId xmlns:a16="http://schemas.microsoft.com/office/drawing/2014/main" id="{9E326D03-BAA0-6F48-A9CE-81075612E809}"/>
              </a:ext>
            </a:extLst>
          </p:cNvPr>
          <p:cNvSpPr/>
          <p:nvPr/>
        </p:nvSpPr>
        <p:spPr>
          <a:xfrm>
            <a:off x="371475" y="5221101"/>
            <a:ext cx="609597" cy="609521"/>
          </a:xfrm>
          <a:prstGeom prst="rect">
            <a:avLst/>
          </a:prstGeom>
          <a:solidFill>
            <a:srgbClr val="CF0522">
              <a:alpha val="100000"/>
            </a:srgbClr>
          </a:solidFill>
          <a:ln/>
        </p:spPr>
      </p:sp>
      <p:pic>
        <p:nvPicPr>
          <p:cNvPr id="30" name="Image 14" descr=" ">
            <a:extLst>
              <a:ext uri="{FF2B5EF4-FFF2-40B4-BE49-F238E27FC236}">
                <a16:creationId xmlns:a16="http://schemas.microsoft.com/office/drawing/2014/main" id="{A042CA2C-178E-B740-BDCA-17AE37E86BA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3875" y="5373482"/>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cxnSp>
        <p:nvCxnSpPr>
          <p:cNvPr id="33" name="Straight Connector 32">
            <a:extLst>
              <a:ext uri="{FF2B5EF4-FFF2-40B4-BE49-F238E27FC236}">
                <a16:creationId xmlns:a16="http://schemas.microsoft.com/office/drawing/2014/main" id="{5CC6B7F9-24B5-4540-825B-91590EE0DBF4}"/>
              </a:ext>
            </a:extLst>
          </p:cNvPr>
          <p:cNvCxnSpPr>
            <a:cxnSpLocks/>
          </p:cNvCxnSpPr>
          <p:nvPr/>
        </p:nvCxnSpPr>
        <p:spPr>
          <a:xfrm>
            <a:off x="371475" y="5074195"/>
            <a:ext cx="11462317"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34" name="Текст 18">
            <a:extLst>
              <a:ext uri="{FF2B5EF4-FFF2-40B4-BE49-F238E27FC236}">
                <a16:creationId xmlns:a16="http://schemas.microsoft.com/office/drawing/2014/main" id="{E81C6D9F-4171-E649-A921-CA4E20349767}"/>
              </a:ext>
            </a:extLst>
          </p:cNvPr>
          <p:cNvSpPr txBox="1">
            <a:spLocks/>
          </p:cNvSpPr>
          <p:nvPr/>
        </p:nvSpPr>
        <p:spPr>
          <a:xfrm>
            <a:off x="1122362" y="5232866"/>
            <a:ext cx="3959436" cy="55823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в одну или две строки</a:t>
            </a:r>
          </a:p>
        </p:txBody>
      </p:sp>
      <p:sp>
        <p:nvSpPr>
          <p:cNvPr id="39" name="Текст 18">
            <a:extLst>
              <a:ext uri="{FF2B5EF4-FFF2-40B4-BE49-F238E27FC236}">
                <a16:creationId xmlns:a16="http://schemas.microsoft.com/office/drawing/2014/main" id="{4FA06DF0-60E2-8848-8CB3-04AF62FA42F0}"/>
              </a:ext>
            </a:extLst>
          </p:cNvPr>
          <p:cNvSpPr txBox="1">
            <a:spLocks/>
          </p:cNvSpPr>
          <p:nvPr/>
        </p:nvSpPr>
        <p:spPr>
          <a:xfrm>
            <a:off x="6149975" y="5232866"/>
            <a:ext cx="5670550" cy="95109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17" name="TextBox 16">
            <a:extLst>
              <a:ext uri="{FF2B5EF4-FFF2-40B4-BE49-F238E27FC236}">
                <a16:creationId xmlns:a16="http://schemas.microsoft.com/office/drawing/2014/main" id="{BA1C89E3-8A09-6C48-8934-4B5103EF49FF}"/>
              </a:ext>
            </a:extLst>
          </p:cNvPr>
          <p:cNvSpPr txBox="1"/>
          <p:nvPr/>
        </p:nvSpPr>
        <p:spPr>
          <a:xfrm>
            <a:off x="12475779" y="956441"/>
            <a:ext cx="0" cy="0"/>
          </a:xfrm>
          <a:prstGeom prst="rect">
            <a:avLst/>
          </a:prstGeom>
          <a:noFill/>
          <a:ln/>
        </p:spPr>
        <p:txBody>
          <a:bodyPr vert="horz" wrap="none" lIns="0" tIns="0" rIns="0" bIns="0" rtlCol="0" anchor="b">
            <a:normAutofit fontScale="25000" lnSpcReduction="20000"/>
          </a:bodyPr>
          <a:lstStyle/>
          <a:p>
            <a:pPr algn="l"/>
            <a:endParaRPr lang="en-US" dirty="0">
              <a:latin typeface="Stapel" panose="020B0504020202020204" pitchFamily="34" charset="-52"/>
            </a:endParaRPr>
          </a:p>
        </p:txBody>
      </p:sp>
      <p:pic>
        <p:nvPicPr>
          <p:cNvPr id="40" name="Image 14" descr=" ">
            <a:extLst>
              <a:ext uri="{FF2B5EF4-FFF2-40B4-BE49-F238E27FC236}">
                <a16:creationId xmlns:a16="http://schemas.microsoft.com/office/drawing/2014/main" id="{1D6966D0-8341-FA41-AF63-A5DA2C777DC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3875" y="1720389"/>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Tree>
    <p:extLst>
      <p:ext uri="{BB962C8B-B14F-4D97-AF65-F5344CB8AC3E}">
        <p14:creationId xmlns:p14="http://schemas.microsoft.com/office/powerpoint/2010/main" val="215866555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112</a:t>
            </a:fld>
            <a:endParaRPr lang="ru-RU" dirty="0"/>
          </a:p>
        </p:txBody>
      </p:sp>
      <p:sp>
        <p:nvSpPr>
          <p:cNvPr id="2" name="TextBox 1">
            <a:extLst>
              <a:ext uri="{FF2B5EF4-FFF2-40B4-BE49-F238E27FC236}">
                <a16:creationId xmlns:a16="http://schemas.microsoft.com/office/drawing/2014/main" id="{A5836A35-A760-4A49-A72D-4C764EFAB762}"/>
              </a:ext>
            </a:extLst>
          </p:cNvPr>
          <p:cNvSpPr txBox="1"/>
          <p:nvPr/>
        </p:nvSpPr>
        <p:spPr>
          <a:xfrm>
            <a:off x="8096157" y="1510389"/>
            <a:ext cx="0" cy="0"/>
          </a:xfrm>
          <a:prstGeom prst="rect">
            <a:avLst/>
          </a:prstGeom>
          <a:noFill/>
          <a:ln/>
        </p:spPr>
        <p:txBody>
          <a:bodyPr vert="horz" wrap="none" lIns="0" tIns="0" rIns="0" bIns="0" rtlCol="0" anchor="b">
            <a:normAutofit fontScale="25000" lnSpcReduction="20000"/>
          </a:bodyPr>
          <a:lstStyle/>
          <a:p>
            <a:pPr algn="l"/>
            <a:endParaRPr lang="en-US" dirty="0">
              <a:latin typeface="Stapel" panose="020B0504020202020204" pitchFamily="34" charset="-52"/>
            </a:endParaRPr>
          </a:p>
        </p:txBody>
      </p:sp>
      <p:sp>
        <p:nvSpPr>
          <p:cNvPr id="31" name="Текст 18">
            <a:extLst>
              <a:ext uri="{FF2B5EF4-FFF2-40B4-BE49-F238E27FC236}">
                <a16:creationId xmlns:a16="http://schemas.microsoft.com/office/drawing/2014/main" id="{E08ADA26-4D1E-F94A-9775-D19F4F99E233}"/>
              </a:ext>
            </a:extLst>
          </p:cNvPr>
          <p:cNvSpPr txBox="1">
            <a:spLocks/>
          </p:cNvSpPr>
          <p:nvPr/>
        </p:nvSpPr>
        <p:spPr>
          <a:xfrm>
            <a:off x="6909591" y="1406565"/>
            <a:ext cx="2293531" cy="55823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a:t>
            </a:r>
            <a:br>
              <a:rPr lang="ru-RU" sz="2000" dirty="0"/>
            </a:br>
            <a:r>
              <a:rPr lang="ru-RU" sz="2000" dirty="0"/>
              <a:t>в две строки</a:t>
            </a:r>
          </a:p>
        </p:txBody>
      </p:sp>
      <p:sp>
        <p:nvSpPr>
          <p:cNvPr id="32" name="Текст 18">
            <a:extLst>
              <a:ext uri="{FF2B5EF4-FFF2-40B4-BE49-F238E27FC236}">
                <a16:creationId xmlns:a16="http://schemas.microsoft.com/office/drawing/2014/main" id="{6270A0B1-7491-B144-B4EA-9A18AAFE4913}"/>
              </a:ext>
            </a:extLst>
          </p:cNvPr>
          <p:cNvSpPr txBox="1">
            <a:spLocks/>
          </p:cNvSpPr>
          <p:nvPr/>
        </p:nvSpPr>
        <p:spPr>
          <a:xfrm>
            <a:off x="1131091" y="1418291"/>
            <a:ext cx="2563230" cy="55823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a:t>
            </a:r>
            <a:br>
              <a:rPr lang="ru-RU" sz="2000" dirty="0"/>
            </a:br>
            <a:r>
              <a:rPr lang="ru-RU" sz="2000" dirty="0"/>
              <a:t>в две строки</a:t>
            </a:r>
          </a:p>
        </p:txBody>
      </p:sp>
      <p:sp>
        <p:nvSpPr>
          <p:cNvPr id="37" name="Текст 18">
            <a:extLst>
              <a:ext uri="{FF2B5EF4-FFF2-40B4-BE49-F238E27FC236}">
                <a16:creationId xmlns:a16="http://schemas.microsoft.com/office/drawing/2014/main" id="{CEBC03A5-38D0-704F-BAD1-D4634716345C}"/>
              </a:ext>
            </a:extLst>
          </p:cNvPr>
          <p:cNvSpPr txBox="1">
            <a:spLocks/>
          </p:cNvSpPr>
          <p:nvPr/>
        </p:nvSpPr>
        <p:spPr>
          <a:xfrm>
            <a:off x="6149975" y="2251932"/>
            <a:ext cx="5514318" cy="11101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41" name="Shape 33">
            <a:extLst>
              <a:ext uri="{FF2B5EF4-FFF2-40B4-BE49-F238E27FC236}">
                <a16:creationId xmlns:a16="http://schemas.microsoft.com/office/drawing/2014/main" id="{7B242623-0BED-9E44-83C4-DE0C4FE1E1D9}"/>
              </a:ext>
            </a:extLst>
          </p:cNvPr>
          <p:cNvSpPr/>
          <p:nvPr/>
        </p:nvSpPr>
        <p:spPr>
          <a:xfrm>
            <a:off x="6149975" y="1410147"/>
            <a:ext cx="609597" cy="609521"/>
          </a:xfrm>
          <a:prstGeom prst="rect">
            <a:avLst/>
          </a:prstGeom>
          <a:solidFill>
            <a:srgbClr val="CF0522">
              <a:alpha val="100000"/>
            </a:srgbClr>
          </a:solidFill>
          <a:ln/>
        </p:spPr>
      </p:sp>
      <p:pic>
        <p:nvPicPr>
          <p:cNvPr id="42" name="Image 14" descr=" ">
            <a:extLst>
              <a:ext uri="{FF2B5EF4-FFF2-40B4-BE49-F238E27FC236}">
                <a16:creationId xmlns:a16="http://schemas.microsoft.com/office/drawing/2014/main" id="{28154BB2-8ADF-C74D-AD6B-90289FD809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02375" y="1562528"/>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17" name="Shape 33">
            <a:extLst>
              <a:ext uri="{FF2B5EF4-FFF2-40B4-BE49-F238E27FC236}">
                <a16:creationId xmlns:a16="http://schemas.microsoft.com/office/drawing/2014/main" id="{0B4A51D6-9857-AB40-9D7D-4F7341FC7A46}"/>
              </a:ext>
            </a:extLst>
          </p:cNvPr>
          <p:cNvSpPr/>
          <p:nvPr/>
        </p:nvSpPr>
        <p:spPr>
          <a:xfrm>
            <a:off x="371475" y="1418291"/>
            <a:ext cx="609597" cy="609521"/>
          </a:xfrm>
          <a:prstGeom prst="rect">
            <a:avLst/>
          </a:prstGeom>
          <a:solidFill>
            <a:srgbClr val="CF0522">
              <a:alpha val="100000"/>
            </a:srgbClr>
          </a:solidFill>
          <a:ln/>
        </p:spPr>
      </p:sp>
      <p:pic>
        <p:nvPicPr>
          <p:cNvPr id="18" name="Image 14" descr=" ">
            <a:extLst>
              <a:ext uri="{FF2B5EF4-FFF2-40B4-BE49-F238E27FC236}">
                <a16:creationId xmlns:a16="http://schemas.microsoft.com/office/drawing/2014/main" id="{2E6F5C1B-F57B-5847-AF20-17AC5CB0FC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3875" y="1570672"/>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14" name="Текст 18">
            <a:extLst>
              <a:ext uri="{FF2B5EF4-FFF2-40B4-BE49-F238E27FC236}">
                <a16:creationId xmlns:a16="http://schemas.microsoft.com/office/drawing/2014/main" id="{E0C084EB-C7BC-8548-8CA9-43D9731B7AC3}"/>
              </a:ext>
            </a:extLst>
          </p:cNvPr>
          <p:cNvSpPr txBox="1">
            <a:spLocks/>
          </p:cNvSpPr>
          <p:nvPr/>
        </p:nvSpPr>
        <p:spPr>
          <a:xfrm>
            <a:off x="371475" y="2251932"/>
            <a:ext cx="5514318" cy="11101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19" name="TextBox 18">
            <a:extLst>
              <a:ext uri="{FF2B5EF4-FFF2-40B4-BE49-F238E27FC236}">
                <a16:creationId xmlns:a16="http://schemas.microsoft.com/office/drawing/2014/main" id="{E201787E-6116-8446-A94F-B0B097C2C2CD}"/>
              </a:ext>
            </a:extLst>
          </p:cNvPr>
          <p:cNvSpPr txBox="1"/>
          <p:nvPr/>
        </p:nvSpPr>
        <p:spPr>
          <a:xfrm>
            <a:off x="8096157" y="4187845"/>
            <a:ext cx="0" cy="0"/>
          </a:xfrm>
          <a:prstGeom prst="rect">
            <a:avLst/>
          </a:prstGeom>
          <a:noFill/>
          <a:ln/>
        </p:spPr>
        <p:txBody>
          <a:bodyPr vert="horz" wrap="none" lIns="0" tIns="0" rIns="0" bIns="0" rtlCol="0" anchor="b">
            <a:normAutofit fontScale="25000" lnSpcReduction="20000"/>
          </a:bodyPr>
          <a:lstStyle/>
          <a:p>
            <a:pPr algn="l"/>
            <a:endParaRPr lang="en-US" dirty="0">
              <a:latin typeface="Stapel" panose="020B0504020202020204" pitchFamily="34" charset="-52"/>
            </a:endParaRPr>
          </a:p>
        </p:txBody>
      </p:sp>
      <p:sp>
        <p:nvSpPr>
          <p:cNvPr id="20" name="Текст 18">
            <a:extLst>
              <a:ext uri="{FF2B5EF4-FFF2-40B4-BE49-F238E27FC236}">
                <a16:creationId xmlns:a16="http://schemas.microsoft.com/office/drawing/2014/main" id="{85FA1A4A-23CF-3541-83A2-9BC98B2B1551}"/>
              </a:ext>
            </a:extLst>
          </p:cNvPr>
          <p:cNvSpPr txBox="1">
            <a:spLocks/>
          </p:cNvSpPr>
          <p:nvPr/>
        </p:nvSpPr>
        <p:spPr>
          <a:xfrm>
            <a:off x="6909591" y="4087603"/>
            <a:ext cx="2293531" cy="55823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a:t>
            </a:r>
            <a:br>
              <a:rPr lang="ru-RU" sz="2000" dirty="0"/>
            </a:br>
            <a:r>
              <a:rPr lang="ru-RU" sz="2000" dirty="0"/>
              <a:t>в две строки</a:t>
            </a:r>
          </a:p>
        </p:txBody>
      </p:sp>
      <p:sp>
        <p:nvSpPr>
          <p:cNvPr id="21" name="Текст 18">
            <a:extLst>
              <a:ext uri="{FF2B5EF4-FFF2-40B4-BE49-F238E27FC236}">
                <a16:creationId xmlns:a16="http://schemas.microsoft.com/office/drawing/2014/main" id="{6D008C5A-B65B-0F4C-ABD5-6E451F406373}"/>
              </a:ext>
            </a:extLst>
          </p:cNvPr>
          <p:cNvSpPr txBox="1">
            <a:spLocks/>
          </p:cNvSpPr>
          <p:nvPr/>
        </p:nvSpPr>
        <p:spPr>
          <a:xfrm>
            <a:off x="1131091" y="4087603"/>
            <a:ext cx="4754702" cy="55823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a:t>
            </a:r>
            <a:br>
              <a:rPr lang="ru-RU" sz="2000" dirty="0"/>
            </a:br>
            <a:r>
              <a:rPr lang="ru-RU" sz="2000" dirty="0"/>
              <a:t>в две строки</a:t>
            </a:r>
          </a:p>
        </p:txBody>
      </p:sp>
      <p:sp>
        <p:nvSpPr>
          <p:cNvPr id="22" name="Текст 18">
            <a:extLst>
              <a:ext uri="{FF2B5EF4-FFF2-40B4-BE49-F238E27FC236}">
                <a16:creationId xmlns:a16="http://schemas.microsoft.com/office/drawing/2014/main" id="{B40EAEBC-370B-F44D-BD72-D30A1971F513}"/>
              </a:ext>
            </a:extLst>
          </p:cNvPr>
          <p:cNvSpPr txBox="1">
            <a:spLocks/>
          </p:cNvSpPr>
          <p:nvPr/>
        </p:nvSpPr>
        <p:spPr>
          <a:xfrm>
            <a:off x="6149975" y="4930204"/>
            <a:ext cx="5514318" cy="11101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23" name="Shape 33">
            <a:extLst>
              <a:ext uri="{FF2B5EF4-FFF2-40B4-BE49-F238E27FC236}">
                <a16:creationId xmlns:a16="http://schemas.microsoft.com/office/drawing/2014/main" id="{D315B212-CB97-314F-AE29-49F6551F5DA6}"/>
              </a:ext>
            </a:extLst>
          </p:cNvPr>
          <p:cNvSpPr/>
          <p:nvPr/>
        </p:nvSpPr>
        <p:spPr>
          <a:xfrm>
            <a:off x="6149975" y="4087603"/>
            <a:ext cx="609597" cy="609521"/>
          </a:xfrm>
          <a:prstGeom prst="rect">
            <a:avLst/>
          </a:prstGeom>
          <a:solidFill>
            <a:srgbClr val="CF0522">
              <a:alpha val="100000"/>
            </a:srgbClr>
          </a:solidFill>
          <a:ln/>
        </p:spPr>
      </p:sp>
      <p:pic>
        <p:nvPicPr>
          <p:cNvPr id="24" name="Image 14" descr=" ">
            <a:extLst>
              <a:ext uri="{FF2B5EF4-FFF2-40B4-BE49-F238E27FC236}">
                <a16:creationId xmlns:a16="http://schemas.microsoft.com/office/drawing/2014/main" id="{0BB3ABA8-5B0D-1D4D-A548-5AF94337FBD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02375" y="4239984"/>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25" name="Shape 33">
            <a:extLst>
              <a:ext uri="{FF2B5EF4-FFF2-40B4-BE49-F238E27FC236}">
                <a16:creationId xmlns:a16="http://schemas.microsoft.com/office/drawing/2014/main" id="{2BCBA473-7276-014B-B09F-35D3826C6659}"/>
              </a:ext>
            </a:extLst>
          </p:cNvPr>
          <p:cNvSpPr/>
          <p:nvPr/>
        </p:nvSpPr>
        <p:spPr>
          <a:xfrm>
            <a:off x="371475" y="4087603"/>
            <a:ext cx="609597" cy="609521"/>
          </a:xfrm>
          <a:prstGeom prst="rect">
            <a:avLst/>
          </a:prstGeom>
          <a:solidFill>
            <a:srgbClr val="CF0522">
              <a:alpha val="100000"/>
            </a:srgbClr>
          </a:solidFill>
          <a:ln/>
        </p:spPr>
      </p:sp>
      <p:pic>
        <p:nvPicPr>
          <p:cNvPr id="26" name="Image 14" descr=" ">
            <a:extLst>
              <a:ext uri="{FF2B5EF4-FFF2-40B4-BE49-F238E27FC236}">
                <a16:creationId xmlns:a16="http://schemas.microsoft.com/office/drawing/2014/main" id="{D73323C6-46BB-E74E-9BE5-E9091C4D0D3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3875" y="4239984"/>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27" name="Текст 18">
            <a:extLst>
              <a:ext uri="{FF2B5EF4-FFF2-40B4-BE49-F238E27FC236}">
                <a16:creationId xmlns:a16="http://schemas.microsoft.com/office/drawing/2014/main" id="{A152D9B0-7902-E54D-A535-3595B23D6FAD}"/>
              </a:ext>
            </a:extLst>
          </p:cNvPr>
          <p:cNvSpPr txBox="1">
            <a:spLocks/>
          </p:cNvSpPr>
          <p:nvPr/>
        </p:nvSpPr>
        <p:spPr>
          <a:xfrm>
            <a:off x="371475" y="4930204"/>
            <a:ext cx="5514318" cy="11101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Tree>
    <p:extLst>
      <p:ext uri="{BB962C8B-B14F-4D97-AF65-F5344CB8AC3E}">
        <p14:creationId xmlns:p14="http://schemas.microsoft.com/office/powerpoint/2010/main" val="229453624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113</a:t>
            </a:fld>
            <a:endParaRPr lang="ru-RU" dirty="0"/>
          </a:p>
        </p:txBody>
      </p:sp>
      <p:sp>
        <p:nvSpPr>
          <p:cNvPr id="2" name="TextBox 1">
            <a:extLst>
              <a:ext uri="{FF2B5EF4-FFF2-40B4-BE49-F238E27FC236}">
                <a16:creationId xmlns:a16="http://schemas.microsoft.com/office/drawing/2014/main" id="{A5836A35-A760-4A49-A72D-4C764EFAB762}"/>
              </a:ext>
            </a:extLst>
          </p:cNvPr>
          <p:cNvSpPr txBox="1"/>
          <p:nvPr/>
        </p:nvSpPr>
        <p:spPr>
          <a:xfrm>
            <a:off x="8096157" y="1510389"/>
            <a:ext cx="0" cy="0"/>
          </a:xfrm>
          <a:prstGeom prst="rect">
            <a:avLst/>
          </a:prstGeom>
          <a:noFill/>
          <a:ln/>
        </p:spPr>
        <p:txBody>
          <a:bodyPr vert="horz" wrap="none" lIns="0" tIns="0" rIns="0" bIns="0" rtlCol="0" anchor="b">
            <a:normAutofit fontScale="25000" lnSpcReduction="20000"/>
          </a:bodyPr>
          <a:lstStyle/>
          <a:p>
            <a:pPr algn="l"/>
            <a:endParaRPr lang="en-US" dirty="0">
              <a:latin typeface="Stapel" panose="020B0504020202020204" pitchFamily="34" charset="-52"/>
            </a:endParaRPr>
          </a:p>
        </p:txBody>
      </p:sp>
      <p:sp>
        <p:nvSpPr>
          <p:cNvPr id="37" name="Текст 18">
            <a:extLst>
              <a:ext uri="{FF2B5EF4-FFF2-40B4-BE49-F238E27FC236}">
                <a16:creationId xmlns:a16="http://schemas.microsoft.com/office/drawing/2014/main" id="{CEBC03A5-38D0-704F-BAD1-D4634716345C}"/>
              </a:ext>
            </a:extLst>
          </p:cNvPr>
          <p:cNvSpPr txBox="1">
            <a:spLocks/>
          </p:cNvSpPr>
          <p:nvPr/>
        </p:nvSpPr>
        <p:spPr>
          <a:xfrm>
            <a:off x="6149975" y="2251932"/>
            <a:ext cx="5514318" cy="11101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41" name="Shape 33">
            <a:extLst>
              <a:ext uri="{FF2B5EF4-FFF2-40B4-BE49-F238E27FC236}">
                <a16:creationId xmlns:a16="http://schemas.microsoft.com/office/drawing/2014/main" id="{7B242623-0BED-9E44-83C4-DE0C4FE1E1D9}"/>
              </a:ext>
            </a:extLst>
          </p:cNvPr>
          <p:cNvSpPr/>
          <p:nvPr/>
        </p:nvSpPr>
        <p:spPr>
          <a:xfrm>
            <a:off x="6149975" y="1410147"/>
            <a:ext cx="609597" cy="609521"/>
          </a:xfrm>
          <a:prstGeom prst="rect">
            <a:avLst/>
          </a:prstGeom>
          <a:solidFill>
            <a:srgbClr val="CF0522">
              <a:alpha val="100000"/>
            </a:srgbClr>
          </a:solidFill>
          <a:ln/>
        </p:spPr>
      </p:sp>
      <p:pic>
        <p:nvPicPr>
          <p:cNvPr id="42" name="Image 14" descr=" ">
            <a:extLst>
              <a:ext uri="{FF2B5EF4-FFF2-40B4-BE49-F238E27FC236}">
                <a16:creationId xmlns:a16="http://schemas.microsoft.com/office/drawing/2014/main" id="{28154BB2-8ADF-C74D-AD6B-90289FD809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02375" y="1562528"/>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17" name="Shape 33">
            <a:extLst>
              <a:ext uri="{FF2B5EF4-FFF2-40B4-BE49-F238E27FC236}">
                <a16:creationId xmlns:a16="http://schemas.microsoft.com/office/drawing/2014/main" id="{0B4A51D6-9857-AB40-9D7D-4F7341FC7A46}"/>
              </a:ext>
            </a:extLst>
          </p:cNvPr>
          <p:cNvSpPr/>
          <p:nvPr/>
        </p:nvSpPr>
        <p:spPr>
          <a:xfrm>
            <a:off x="371475" y="1418291"/>
            <a:ext cx="609597" cy="609521"/>
          </a:xfrm>
          <a:prstGeom prst="rect">
            <a:avLst/>
          </a:prstGeom>
          <a:solidFill>
            <a:srgbClr val="CF0522">
              <a:alpha val="100000"/>
            </a:srgbClr>
          </a:solidFill>
          <a:ln/>
        </p:spPr>
      </p:sp>
      <p:pic>
        <p:nvPicPr>
          <p:cNvPr id="18" name="Image 14" descr=" ">
            <a:extLst>
              <a:ext uri="{FF2B5EF4-FFF2-40B4-BE49-F238E27FC236}">
                <a16:creationId xmlns:a16="http://schemas.microsoft.com/office/drawing/2014/main" id="{2E6F5C1B-F57B-5847-AF20-17AC5CB0FC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3875" y="1570672"/>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14" name="Текст 18">
            <a:extLst>
              <a:ext uri="{FF2B5EF4-FFF2-40B4-BE49-F238E27FC236}">
                <a16:creationId xmlns:a16="http://schemas.microsoft.com/office/drawing/2014/main" id="{E0C084EB-C7BC-8548-8CA9-43D9731B7AC3}"/>
              </a:ext>
            </a:extLst>
          </p:cNvPr>
          <p:cNvSpPr txBox="1">
            <a:spLocks/>
          </p:cNvSpPr>
          <p:nvPr/>
        </p:nvSpPr>
        <p:spPr>
          <a:xfrm>
            <a:off x="371475" y="2251932"/>
            <a:ext cx="5514318" cy="11101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19" name="TextBox 18">
            <a:extLst>
              <a:ext uri="{FF2B5EF4-FFF2-40B4-BE49-F238E27FC236}">
                <a16:creationId xmlns:a16="http://schemas.microsoft.com/office/drawing/2014/main" id="{E201787E-6116-8446-A94F-B0B097C2C2CD}"/>
              </a:ext>
            </a:extLst>
          </p:cNvPr>
          <p:cNvSpPr txBox="1"/>
          <p:nvPr/>
        </p:nvSpPr>
        <p:spPr>
          <a:xfrm>
            <a:off x="8096157" y="4187845"/>
            <a:ext cx="0" cy="0"/>
          </a:xfrm>
          <a:prstGeom prst="rect">
            <a:avLst/>
          </a:prstGeom>
          <a:noFill/>
          <a:ln/>
        </p:spPr>
        <p:txBody>
          <a:bodyPr vert="horz" wrap="none" lIns="0" tIns="0" rIns="0" bIns="0" rtlCol="0" anchor="b">
            <a:normAutofit fontScale="25000" lnSpcReduction="20000"/>
          </a:bodyPr>
          <a:lstStyle/>
          <a:p>
            <a:pPr algn="l"/>
            <a:endParaRPr lang="en-US" dirty="0">
              <a:latin typeface="Stapel" panose="020B0504020202020204" pitchFamily="34" charset="-52"/>
            </a:endParaRPr>
          </a:p>
        </p:txBody>
      </p:sp>
      <p:sp>
        <p:nvSpPr>
          <p:cNvPr id="22" name="Текст 18">
            <a:extLst>
              <a:ext uri="{FF2B5EF4-FFF2-40B4-BE49-F238E27FC236}">
                <a16:creationId xmlns:a16="http://schemas.microsoft.com/office/drawing/2014/main" id="{B40EAEBC-370B-F44D-BD72-D30A1971F513}"/>
              </a:ext>
            </a:extLst>
          </p:cNvPr>
          <p:cNvSpPr txBox="1">
            <a:spLocks/>
          </p:cNvSpPr>
          <p:nvPr/>
        </p:nvSpPr>
        <p:spPr>
          <a:xfrm>
            <a:off x="6149975" y="4930204"/>
            <a:ext cx="5514318" cy="11101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23" name="Shape 33">
            <a:extLst>
              <a:ext uri="{FF2B5EF4-FFF2-40B4-BE49-F238E27FC236}">
                <a16:creationId xmlns:a16="http://schemas.microsoft.com/office/drawing/2014/main" id="{D315B212-CB97-314F-AE29-49F6551F5DA6}"/>
              </a:ext>
            </a:extLst>
          </p:cNvPr>
          <p:cNvSpPr/>
          <p:nvPr/>
        </p:nvSpPr>
        <p:spPr>
          <a:xfrm>
            <a:off x="6149975" y="4087603"/>
            <a:ext cx="609597" cy="609521"/>
          </a:xfrm>
          <a:prstGeom prst="rect">
            <a:avLst/>
          </a:prstGeom>
          <a:solidFill>
            <a:srgbClr val="CF0522">
              <a:alpha val="100000"/>
            </a:srgbClr>
          </a:solidFill>
          <a:ln/>
        </p:spPr>
      </p:sp>
      <p:pic>
        <p:nvPicPr>
          <p:cNvPr id="24" name="Image 14" descr=" ">
            <a:extLst>
              <a:ext uri="{FF2B5EF4-FFF2-40B4-BE49-F238E27FC236}">
                <a16:creationId xmlns:a16="http://schemas.microsoft.com/office/drawing/2014/main" id="{0BB3ABA8-5B0D-1D4D-A548-5AF94337FBD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02375" y="4239984"/>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25" name="Shape 33">
            <a:extLst>
              <a:ext uri="{FF2B5EF4-FFF2-40B4-BE49-F238E27FC236}">
                <a16:creationId xmlns:a16="http://schemas.microsoft.com/office/drawing/2014/main" id="{2BCBA473-7276-014B-B09F-35D3826C6659}"/>
              </a:ext>
            </a:extLst>
          </p:cNvPr>
          <p:cNvSpPr/>
          <p:nvPr/>
        </p:nvSpPr>
        <p:spPr>
          <a:xfrm>
            <a:off x="371475" y="4087603"/>
            <a:ext cx="609597" cy="609521"/>
          </a:xfrm>
          <a:prstGeom prst="rect">
            <a:avLst/>
          </a:prstGeom>
          <a:solidFill>
            <a:srgbClr val="CF0522">
              <a:alpha val="100000"/>
            </a:srgbClr>
          </a:solidFill>
          <a:ln/>
        </p:spPr>
      </p:sp>
      <p:pic>
        <p:nvPicPr>
          <p:cNvPr id="26" name="Image 14" descr=" ">
            <a:extLst>
              <a:ext uri="{FF2B5EF4-FFF2-40B4-BE49-F238E27FC236}">
                <a16:creationId xmlns:a16="http://schemas.microsoft.com/office/drawing/2014/main" id="{D73323C6-46BB-E74E-9BE5-E9091C4D0D3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3875" y="4239984"/>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27" name="Текст 18">
            <a:extLst>
              <a:ext uri="{FF2B5EF4-FFF2-40B4-BE49-F238E27FC236}">
                <a16:creationId xmlns:a16="http://schemas.microsoft.com/office/drawing/2014/main" id="{A152D9B0-7902-E54D-A535-3595B23D6FAD}"/>
              </a:ext>
            </a:extLst>
          </p:cNvPr>
          <p:cNvSpPr txBox="1">
            <a:spLocks/>
          </p:cNvSpPr>
          <p:nvPr/>
        </p:nvSpPr>
        <p:spPr>
          <a:xfrm>
            <a:off x="371475" y="4930204"/>
            <a:ext cx="5514318" cy="11101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28" name="Текст 18">
            <a:extLst>
              <a:ext uri="{FF2B5EF4-FFF2-40B4-BE49-F238E27FC236}">
                <a16:creationId xmlns:a16="http://schemas.microsoft.com/office/drawing/2014/main" id="{3D727489-E7E7-D646-A21A-52EB92543F6E}"/>
              </a:ext>
            </a:extLst>
          </p:cNvPr>
          <p:cNvSpPr txBox="1">
            <a:spLocks/>
          </p:cNvSpPr>
          <p:nvPr/>
        </p:nvSpPr>
        <p:spPr>
          <a:xfrm>
            <a:off x="1131091" y="4415893"/>
            <a:ext cx="4754702" cy="28123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в одну строку</a:t>
            </a:r>
          </a:p>
        </p:txBody>
      </p:sp>
      <p:sp>
        <p:nvSpPr>
          <p:cNvPr id="29" name="Текст 18">
            <a:extLst>
              <a:ext uri="{FF2B5EF4-FFF2-40B4-BE49-F238E27FC236}">
                <a16:creationId xmlns:a16="http://schemas.microsoft.com/office/drawing/2014/main" id="{B738B5B5-505F-A849-BD40-F3BF0EC47D92}"/>
              </a:ext>
            </a:extLst>
          </p:cNvPr>
          <p:cNvSpPr txBox="1">
            <a:spLocks/>
          </p:cNvSpPr>
          <p:nvPr/>
        </p:nvSpPr>
        <p:spPr>
          <a:xfrm>
            <a:off x="6909591" y="4415893"/>
            <a:ext cx="4754702" cy="28123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в одну строку</a:t>
            </a:r>
          </a:p>
        </p:txBody>
      </p:sp>
      <p:sp>
        <p:nvSpPr>
          <p:cNvPr id="30" name="Текст 18">
            <a:extLst>
              <a:ext uri="{FF2B5EF4-FFF2-40B4-BE49-F238E27FC236}">
                <a16:creationId xmlns:a16="http://schemas.microsoft.com/office/drawing/2014/main" id="{5E3DFBBB-D36F-7946-B293-2437F1F77F00}"/>
              </a:ext>
            </a:extLst>
          </p:cNvPr>
          <p:cNvSpPr txBox="1">
            <a:spLocks/>
          </p:cNvSpPr>
          <p:nvPr/>
        </p:nvSpPr>
        <p:spPr>
          <a:xfrm>
            <a:off x="1131091" y="1741532"/>
            <a:ext cx="4754702" cy="28123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в одну строку</a:t>
            </a:r>
          </a:p>
        </p:txBody>
      </p:sp>
      <p:sp>
        <p:nvSpPr>
          <p:cNvPr id="33" name="Текст 18">
            <a:extLst>
              <a:ext uri="{FF2B5EF4-FFF2-40B4-BE49-F238E27FC236}">
                <a16:creationId xmlns:a16="http://schemas.microsoft.com/office/drawing/2014/main" id="{D1205E39-EC57-8149-B319-F52D6897AD96}"/>
              </a:ext>
            </a:extLst>
          </p:cNvPr>
          <p:cNvSpPr txBox="1">
            <a:spLocks/>
          </p:cNvSpPr>
          <p:nvPr/>
        </p:nvSpPr>
        <p:spPr>
          <a:xfrm>
            <a:off x="6909591" y="1741532"/>
            <a:ext cx="4754702" cy="28123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в одну строку</a:t>
            </a:r>
          </a:p>
        </p:txBody>
      </p:sp>
    </p:spTree>
    <p:extLst>
      <p:ext uri="{BB962C8B-B14F-4D97-AF65-F5344CB8AC3E}">
        <p14:creationId xmlns:p14="http://schemas.microsoft.com/office/powerpoint/2010/main" val="2051835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114</a:t>
            </a:fld>
            <a:endParaRPr lang="ru-RU" dirty="0"/>
          </a:p>
        </p:txBody>
      </p:sp>
      <p:sp>
        <p:nvSpPr>
          <p:cNvPr id="2" name="TextBox 1">
            <a:extLst>
              <a:ext uri="{FF2B5EF4-FFF2-40B4-BE49-F238E27FC236}">
                <a16:creationId xmlns:a16="http://schemas.microsoft.com/office/drawing/2014/main" id="{A5836A35-A760-4A49-A72D-4C764EFAB762}"/>
              </a:ext>
            </a:extLst>
          </p:cNvPr>
          <p:cNvSpPr txBox="1"/>
          <p:nvPr/>
        </p:nvSpPr>
        <p:spPr>
          <a:xfrm>
            <a:off x="6170520" y="1516699"/>
            <a:ext cx="0" cy="0"/>
          </a:xfrm>
          <a:prstGeom prst="rect">
            <a:avLst/>
          </a:prstGeom>
          <a:noFill/>
          <a:ln/>
        </p:spPr>
        <p:txBody>
          <a:bodyPr vert="horz" wrap="none" lIns="0" tIns="0" rIns="0" bIns="0" rtlCol="0" anchor="b">
            <a:normAutofit fontScale="25000" lnSpcReduction="20000"/>
          </a:bodyPr>
          <a:lstStyle/>
          <a:p>
            <a:pPr algn="l"/>
            <a:endParaRPr lang="en-US" dirty="0">
              <a:latin typeface="Stapel" panose="020B0504020202020204" pitchFamily="34" charset="-52"/>
            </a:endParaRPr>
          </a:p>
        </p:txBody>
      </p:sp>
      <p:sp>
        <p:nvSpPr>
          <p:cNvPr id="31" name="Текст 18">
            <a:extLst>
              <a:ext uri="{FF2B5EF4-FFF2-40B4-BE49-F238E27FC236}">
                <a16:creationId xmlns:a16="http://schemas.microsoft.com/office/drawing/2014/main" id="{E08ADA26-4D1E-F94A-9775-D19F4F99E233}"/>
              </a:ext>
            </a:extLst>
          </p:cNvPr>
          <p:cNvSpPr txBox="1">
            <a:spLocks/>
          </p:cNvSpPr>
          <p:nvPr/>
        </p:nvSpPr>
        <p:spPr>
          <a:xfrm>
            <a:off x="4983954" y="1412875"/>
            <a:ext cx="2293531" cy="55823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a:t>
            </a:r>
            <a:br>
              <a:rPr lang="ru-RU" sz="2000" dirty="0"/>
            </a:br>
            <a:r>
              <a:rPr lang="ru-RU" sz="2000" dirty="0"/>
              <a:t>в две строки</a:t>
            </a:r>
          </a:p>
        </p:txBody>
      </p:sp>
      <p:sp>
        <p:nvSpPr>
          <p:cNvPr id="32" name="Текст 18">
            <a:extLst>
              <a:ext uri="{FF2B5EF4-FFF2-40B4-BE49-F238E27FC236}">
                <a16:creationId xmlns:a16="http://schemas.microsoft.com/office/drawing/2014/main" id="{6270A0B1-7491-B144-B4EA-9A18AAFE4913}"/>
              </a:ext>
            </a:extLst>
          </p:cNvPr>
          <p:cNvSpPr txBox="1">
            <a:spLocks/>
          </p:cNvSpPr>
          <p:nvPr/>
        </p:nvSpPr>
        <p:spPr>
          <a:xfrm>
            <a:off x="1131091" y="1424601"/>
            <a:ext cx="2563230" cy="55823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a:t>
            </a:r>
            <a:br>
              <a:rPr lang="ru-RU" sz="2000" dirty="0"/>
            </a:br>
            <a:r>
              <a:rPr lang="ru-RU" sz="2000" dirty="0"/>
              <a:t>в две строки</a:t>
            </a:r>
          </a:p>
        </p:txBody>
      </p:sp>
      <p:sp>
        <p:nvSpPr>
          <p:cNvPr id="41" name="Shape 33">
            <a:extLst>
              <a:ext uri="{FF2B5EF4-FFF2-40B4-BE49-F238E27FC236}">
                <a16:creationId xmlns:a16="http://schemas.microsoft.com/office/drawing/2014/main" id="{7B242623-0BED-9E44-83C4-DE0C4FE1E1D9}"/>
              </a:ext>
            </a:extLst>
          </p:cNvPr>
          <p:cNvSpPr/>
          <p:nvPr/>
        </p:nvSpPr>
        <p:spPr>
          <a:xfrm>
            <a:off x="4224338" y="1416457"/>
            <a:ext cx="609597" cy="609521"/>
          </a:xfrm>
          <a:prstGeom prst="rect">
            <a:avLst/>
          </a:prstGeom>
          <a:solidFill>
            <a:srgbClr val="CF0522">
              <a:alpha val="100000"/>
            </a:srgbClr>
          </a:solidFill>
          <a:ln/>
        </p:spPr>
      </p:sp>
      <p:pic>
        <p:nvPicPr>
          <p:cNvPr id="42" name="Image 14" descr=" ">
            <a:extLst>
              <a:ext uri="{FF2B5EF4-FFF2-40B4-BE49-F238E27FC236}">
                <a16:creationId xmlns:a16="http://schemas.microsoft.com/office/drawing/2014/main" id="{28154BB2-8ADF-C74D-AD6B-90289FD809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376738" y="1568838"/>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17" name="Shape 33">
            <a:extLst>
              <a:ext uri="{FF2B5EF4-FFF2-40B4-BE49-F238E27FC236}">
                <a16:creationId xmlns:a16="http://schemas.microsoft.com/office/drawing/2014/main" id="{0B4A51D6-9857-AB40-9D7D-4F7341FC7A46}"/>
              </a:ext>
            </a:extLst>
          </p:cNvPr>
          <p:cNvSpPr/>
          <p:nvPr/>
        </p:nvSpPr>
        <p:spPr>
          <a:xfrm>
            <a:off x="371475" y="1424601"/>
            <a:ext cx="609597" cy="609521"/>
          </a:xfrm>
          <a:prstGeom prst="rect">
            <a:avLst/>
          </a:prstGeom>
          <a:solidFill>
            <a:srgbClr val="CF0522">
              <a:alpha val="100000"/>
            </a:srgbClr>
          </a:solidFill>
          <a:ln/>
        </p:spPr>
      </p:sp>
      <p:pic>
        <p:nvPicPr>
          <p:cNvPr id="18" name="Image 14" descr=" ">
            <a:extLst>
              <a:ext uri="{FF2B5EF4-FFF2-40B4-BE49-F238E27FC236}">
                <a16:creationId xmlns:a16="http://schemas.microsoft.com/office/drawing/2014/main" id="{2E6F5C1B-F57B-5847-AF20-17AC5CB0FC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3875" y="1576982"/>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28" name="TextBox 27">
            <a:extLst>
              <a:ext uri="{FF2B5EF4-FFF2-40B4-BE49-F238E27FC236}">
                <a16:creationId xmlns:a16="http://schemas.microsoft.com/office/drawing/2014/main" id="{84A132ED-DF8F-F64E-82D0-B71738C55DBA}"/>
              </a:ext>
            </a:extLst>
          </p:cNvPr>
          <p:cNvSpPr txBox="1"/>
          <p:nvPr/>
        </p:nvSpPr>
        <p:spPr>
          <a:xfrm>
            <a:off x="10021795" y="1516699"/>
            <a:ext cx="0" cy="0"/>
          </a:xfrm>
          <a:prstGeom prst="rect">
            <a:avLst/>
          </a:prstGeom>
          <a:noFill/>
          <a:ln/>
        </p:spPr>
        <p:txBody>
          <a:bodyPr vert="horz" wrap="none" lIns="0" tIns="0" rIns="0" bIns="0" rtlCol="0" anchor="b">
            <a:normAutofit fontScale="25000" lnSpcReduction="20000"/>
          </a:bodyPr>
          <a:lstStyle/>
          <a:p>
            <a:pPr algn="l"/>
            <a:endParaRPr lang="en-US" dirty="0">
              <a:latin typeface="Stapel" panose="020B0504020202020204" pitchFamily="34" charset="-52"/>
            </a:endParaRPr>
          </a:p>
        </p:txBody>
      </p:sp>
      <p:sp>
        <p:nvSpPr>
          <p:cNvPr id="29" name="Текст 18">
            <a:extLst>
              <a:ext uri="{FF2B5EF4-FFF2-40B4-BE49-F238E27FC236}">
                <a16:creationId xmlns:a16="http://schemas.microsoft.com/office/drawing/2014/main" id="{693744C2-9617-394F-A30F-40521DB32A7F}"/>
              </a:ext>
            </a:extLst>
          </p:cNvPr>
          <p:cNvSpPr txBox="1">
            <a:spLocks/>
          </p:cNvSpPr>
          <p:nvPr/>
        </p:nvSpPr>
        <p:spPr>
          <a:xfrm>
            <a:off x="8835229" y="1412875"/>
            <a:ext cx="2293531" cy="55823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a:t>
            </a:r>
            <a:br>
              <a:rPr lang="ru-RU" sz="2000" dirty="0"/>
            </a:br>
            <a:r>
              <a:rPr lang="ru-RU" sz="2000" dirty="0"/>
              <a:t>в две строки</a:t>
            </a:r>
          </a:p>
        </p:txBody>
      </p:sp>
      <p:sp>
        <p:nvSpPr>
          <p:cNvPr id="33" name="Shape 33">
            <a:extLst>
              <a:ext uri="{FF2B5EF4-FFF2-40B4-BE49-F238E27FC236}">
                <a16:creationId xmlns:a16="http://schemas.microsoft.com/office/drawing/2014/main" id="{6F9E903F-E42D-444D-A4AA-B8FDCBA6BB4A}"/>
              </a:ext>
            </a:extLst>
          </p:cNvPr>
          <p:cNvSpPr/>
          <p:nvPr/>
        </p:nvSpPr>
        <p:spPr>
          <a:xfrm>
            <a:off x="8075613" y="1416457"/>
            <a:ext cx="609597" cy="609521"/>
          </a:xfrm>
          <a:prstGeom prst="rect">
            <a:avLst/>
          </a:prstGeom>
          <a:solidFill>
            <a:srgbClr val="CF0522">
              <a:alpha val="100000"/>
            </a:srgbClr>
          </a:solidFill>
          <a:ln/>
        </p:spPr>
      </p:sp>
      <p:pic>
        <p:nvPicPr>
          <p:cNvPr id="34" name="Image 14" descr=" ">
            <a:extLst>
              <a:ext uri="{FF2B5EF4-FFF2-40B4-BE49-F238E27FC236}">
                <a16:creationId xmlns:a16="http://schemas.microsoft.com/office/drawing/2014/main" id="{A89EAAF2-8639-A34C-BAAB-29C0E3F934A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228013" y="1568838"/>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35" name="Текст 18">
            <a:extLst>
              <a:ext uri="{FF2B5EF4-FFF2-40B4-BE49-F238E27FC236}">
                <a16:creationId xmlns:a16="http://schemas.microsoft.com/office/drawing/2014/main" id="{A0154809-3477-6642-AA3D-DADBA7A1C1D6}"/>
              </a:ext>
            </a:extLst>
          </p:cNvPr>
          <p:cNvSpPr txBox="1">
            <a:spLocks/>
          </p:cNvSpPr>
          <p:nvPr/>
        </p:nvSpPr>
        <p:spPr>
          <a:xfrm>
            <a:off x="371475" y="2258242"/>
            <a:ext cx="3322846" cy="164359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36" name="Текст 18">
            <a:extLst>
              <a:ext uri="{FF2B5EF4-FFF2-40B4-BE49-F238E27FC236}">
                <a16:creationId xmlns:a16="http://schemas.microsoft.com/office/drawing/2014/main" id="{5D5D5CEB-86B3-DA45-925E-E6879311C9FF}"/>
              </a:ext>
            </a:extLst>
          </p:cNvPr>
          <p:cNvSpPr txBox="1">
            <a:spLocks/>
          </p:cNvSpPr>
          <p:nvPr/>
        </p:nvSpPr>
        <p:spPr>
          <a:xfrm>
            <a:off x="4224338" y="2258242"/>
            <a:ext cx="3322846" cy="164359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38" name="Текст 18">
            <a:extLst>
              <a:ext uri="{FF2B5EF4-FFF2-40B4-BE49-F238E27FC236}">
                <a16:creationId xmlns:a16="http://schemas.microsoft.com/office/drawing/2014/main" id="{F03DD2E9-5428-EC44-8D76-74892488EAB3}"/>
              </a:ext>
            </a:extLst>
          </p:cNvPr>
          <p:cNvSpPr txBox="1">
            <a:spLocks/>
          </p:cNvSpPr>
          <p:nvPr/>
        </p:nvSpPr>
        <p:spPr>
          <a:xfrm>
            <a:off x="8075613" y="2258242"/>
            <a:ext cx="3322846" cy="164359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Tree>
    <p:extLst>
      <p:ext uri="{BB962C8B-B14F-4D97-AF65-F5344CB8AC3E}">
        <p14:creationId xmlns:p14="http://schemas.microsoft.com/office/powerpoint/2010/main" val="162981167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115</a:t>
            </a:fld>
            <a:endParaRPr lang="ru-RU" dirty="0"/>
          </a:p>
        </p:txBody>
      </p:sp>
      <p:sp>
        <p:nvSpPr>
          <p:cNvPr id="2" name="TextBox 1">
            <a:extLst>
              <a:ext uri="{FF2B5EF4-FFF2-40B4-BE49-F238E27FC236}">
                <a16:creationId xmlns:a16="http://schemas.microsoft.com/office/drawing/2014/main" id="{A5836A35-A760-4A49-A72D-4C764EFAB762}"/>
              </a:ext>
            </a:extLst>
          </p:cNvPr>
          <p:cNvSpPr txBox="1"/>
          <p:nvPr/>
        </p:nvSpPr>
        <p:spPr>
          <a:xfrm>
            <a:off x="2317657" y="4381004"/>
            <a:ext cx="0" cy="0"/>
          </a:xfrm>
          <a:prstGeom prst="rect">
            <a:avLst/>
          </a:prstGeom>
          <a:noFill/>
          <a:ln/>
        </p:spPr>
        <p:txBody>
          <a:bodyPr vert="horz" wrap="none" lIns="0" tIns="0" rIns="0" bIns="0" rtlCol="0" anchor="b">
            <a:normAutofit fontScale="25000" lnSpcReduction="20000"/>
          </a:bodyPr>
          <a:lstStyle/>
          <a:p>
            <a:pPr algn="l"/>
            <a:endParaRPr lang="en-US" dirty="0">
              <a:latin typeface="Stapel" panose="020B0504020202020204" pitchFamily="34" charset="-52"/>
            </a:endParaRPr>
          </a:p>
        </p:txBody>
      </p:sp>
      <p:sp>
        <p:nvSpPr>
          <p:cNvPr id="31" name="Текст 18">
            <a:extLst>
              <a:ext uri="{FF2B5EF4-FFF2-40B4-BE49-F238E27FC236}">
                <a16:creationId xmlns:a16="http://schemas.microsoft.com/office/drawing/2014/main" id="{E08ADA26-4D1E-F94A-9775-D19F4F99E233}"/>
              </a:ext>
            </a:extLst>
          </p:cNvPr>
          <p:cNvSpPr txBox="1">
            <a:spLocks/>
          </p:cNvSpPr>
          <p:nvPr/>
        </p:nvSpPr>
        <p:spPr>
          <a:xfrm>
            <a:off x="1245970" y="4307088"/>
            <a:ext cx="2293531" cy="55823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a:t>
            </a:r>
            <a:br>
              <a:rPr lang="ru-RU" sz="2000" dirty="0"/>
            </a:br>
            <a:r>
              <a:rPr lang="ru-RU" sz="2000" dirty="0"/>
              <a:t>в две строки</a:t>
            </a:r>
          </a:p>
        </p:txBody>
      </p:sp>
      <p:sp>
        <p:nvSpPr>
          <p:cNvPr id="32" name="Текст 18">
            <a:extLst>
              <a:ext uri="{FF2B5EF4-FFF2-40B4-BE49-F238E27FC236}">
                <a16:creationId xmlns:a16="http://schemas.microsoft.com/office/drawing/2014/main" id="{6270A0B1-7491-B144-B4EA-9A18AAFE4913}"/>
              </a:ext>
            </a:extLst>
          </p:cNvPr>
          <p:cNvSpPr txBox="1">
            <a:spLocks/>
          </p:cNvSpPr>
          <p:nvPr/>
        </p:nvSpPr>
        <p:spPr>
          <a:xfrm>
            <a:off x="1144222" y="1420719"/>
            <a:ext cx="2563230" cy="55823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a:t>
            </a:r>
            <a:br>
              <a:rPr lang="ru-RU" sz="2000" dirty="0"/>
            </a:br>
            <a:r>
              <a:rPr lang="ru-RU" sz="2000" dirty="0"/>
              <a:t>в две строки</a:t>
            </a:r>
          </a:p>
        </p:txBody>
      </p:sp>
      <p:sp>
        <p:nvSpPr>
          <p:cNvPr id="41" name="Shape 33">
            <a:extLst>
              <a:ext uri="{FF2B5EF4-FFF2-40B4-BE49-F238E27FC236}">
                <a16:creationId xmlns:a16="http://schemas.microsoft.com/office/drawing/2014/main" id="{7B242623-0BED-9E44-83C4-DE0C4FE1E1D9}"/>
              </a:ext>
            </a:extLst>
          </p:cNvPr>
          <p:cNvSpPr/>
          <p:nvPr/>
        </p:nvSpPr>
        <p:spPr>
          <a:xfrm>
            <a:off x="371475" y="4280762"/>
            <a:ext cx="609597" cy="609521"/>
          </a:xfrm>
          <a:prstGeom prst="rect">
            <a:avLst/>
          </a:prstGeom>
          <a:solidFill>
            <a:srgbClr val="CF0522">
              <a:alpha val="100000"/>
            </a:srgbClr>
          </a:solidFill>
          <a:ln/>
        </p:spPr>
      </p:sp>
      <p:pic>
        <p:nvPicPr>
          <p:cNvPr id="42" name="Image 14" descr=" ">
            <a:extLst>
              <a:ext uri="{FF2B5EF4-FFF2-40B4-BE49-F238E27FC236}">
                <a16:creationId xmlns:a16="http://schemas.microsoft.com/office/drawing/2014/main" id="{28154BB2-8ADF-C74D-AD6B-90289FD809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3875" y="4433143"/>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17" name="Shape 33">
            <a:extLst>
              <a:ext uri="{FF2B5EF4-FFF2-40B4-BE49-F238E27FC236}">
                <a16:creationId xmlns:a16="http://schemas.microsoft.com/office/drawing/2014/main" id="{0B4A51D6-9857-AB40-9D7D-4F7341FC7A46}"/>
              </a:ext>
            </a:extLst>
          </p:cNvPr>
          <p:cNvSpPr/>
          <p:nvPr/>
        </p:nvSpPr>
        <p:spPr>
          <a:xfrm>
            <a:off x="371475" y="1420719"/>
            <a:ext cx="609597" cy="609521"/>
          </a:xfrm>
          <a:prstGeom prst="rect">
            <a:avLst/>
          </a:prstGeom>
          <a:solidFill>
            <a:srgbClr val="CF0522">
              <a:alpha val="100000"/>
            </a:srgbClr>
          </a:solidFill>
          <a:ln/>
        </p:spPr>
      </p:sp>
      <p:pic>
        <p:nvPicPr>
          <p:cNvPr id="18" name="Image 14" descr=" ">
            <a:extLst>
              <a:ext uri="{FF2B5EF4-FFF2-40B4-BE49-F238E27FC236}">
                <a16:creationId xmlns:a16="http://schemas.microsoft.com/office/drawing/2014/main" id="{2E6F5C1B-F57B-5847-AF20-17AC5CB0FC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3875" y="1573100"/>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20" name="Текст 18">
            <a:extLst>
              <a:ext uri="{FF2B5EF4-FFF2-40B4-BE49-F238E27FC236}">
                <a16:creationId xmlns:a16="http://schemas.microsoft.com/office/drawing/2014/main" id="{FF8A3AB7-5F94-B44A-861E-3347E4F1B469}"/>
              </a:ext>
            </a:extLst>
          </p:cNvPr>
          <p:cNvSpPr txBox="1">
            <a:spLocks/>
          </p:cNvSpPr>
          <p:nvPr/>
        </p:nvSpPr>
        <p:spPr>
          <a:xfrm>
            <a:off x="4224337" y="1412875"/>
            <a:ext cx="7596187" cy="152561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21" name="Текст 18">
            <a:extLst>
              <a:ext uri="{FF2B5EF4-FFF2-40B4-BE49-F238E27FC236}">
                <a16:creationId xmlns:a16="http://schemas.microsoft.com/office/drawing/2014/main" id="{FAADA92F-6C51-F448-B8F4-23A2BA76D2DE}"/>
              </a:ext>
            </a:extLst>
          </p:cNvPr>
          <p:cNvSpPr txBox="1">
            <a:spLocks/>
          </p:cNvSpPr>
          <p:nvPr/>
        </p:nvSpPr>
        <p:spPr>
          <a:xfrm>
            <a:off x="4224337" y="4280762"/>
            <a:ext cx="7596187" cy="152561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r>
              <a:rPr lang="ru-RU" sz="1000" dirty="0"/>
              <a:t> </a:t>
            </a: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Tree>
    <p:extLst>
      <p:ext uri="{BB962C8B-B14F-4D97-AF65-F5344CB8AC3E}">
        <p14:creationId xmlns:p14="http://schemas.microsoft.com/office/powerpoint/2010/main" val="144098862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116</a:t>
            </a:fld>
            <a:endParaRPr lang="ru-RU" dirty="0"/>
          </a:p>
        </p:txBody>
      </p:sp>
      <p:sp>
        <p:nvSpPr>
          <p:cNvPr id="2" name="TextBox 1">
            <a:extLst>
              <a:ext uri="{FF2B5EF4-FFF2-40B4-BE49-F238E27FC236}">
                <a16:creationId xmlns:a16="http://schemas.microsoft.com/office/drawing/2014/main" id="{A5836A35-A760-4A49-A72D-4C764EFAB762}"/>
              </a:ext>
            </a:extLst>
          </p:cNvPr>
          <p:cNvSpPr txBox="1"/>
          <p:nvPr/>
        </p:nvSpPr>
        <p:spPr>
          <a:xfrm>
            <a:off x="2322230" y="4381004"/>
            <a:ext cx="0" cy="0"/>
          </a:xfrm>
          <a:prstGeom prst="rect">
            <a:avLst/>
          </a:prstGeom>
          <a:noFill/>
          <a:ln/>
        </p:spPr>
        <p:txBody>
          <a:bodyPr vert="horz" wrap="none" lIns="0" tIns="0" rIns="0" bIns="0" rtlCol="0" anchor="b">
            <a:normAutofit fontScale="25000" lnSpcReduction="20000"/>
          </a:bodyPr>
          <a:lstStyle/>
          <a:p>
            <a:pPr algn="l"/>
            <a:endParaRPr lang="en-US" dirty="0">
              <a:latin typeface="Stapel" panose="020B0504020202020204" pitchFamily="34" charset="-52"/>
            </a:endParaRPr>
          </a:p>
        </p:txBody>
      </p:sp>
      <p:sp>
        <p:nvSpPr>
          <p:cNvPr id="31" name="Текст 18">
            <a:extLst>
              <a:ext uri="{FF2B5EF4-FFF2-40B4-BE49-F238E27FC236}">
                <a16:creationId xmlns:a16="http://schemas.microsoft.com/office/drawing/2014/main" id="{E08ADA26-4D1E-F94A-9775-D19F4F99E233}"/>
              </a:ext>
            </a:extLst>
          </p:cNvPr>
          <p:cNvSpPr txBox="1">
            <a:spLocks/>
          </p:cNvSpPr>
          <p:nvPr/>
        </p:nvSpPr>
        <p:spPr>
          <a:xfrm>
            <a:off x="1250543" y="4307088"/>
            <a:ext cx="2293531" cy="55823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a:t>
            </a:r>
            <a:br>
              <a:rPr lang="ru-RU" sz="2000" dirty="0"/>
            </a:br>
            <a:r>
              <a:rPr lang="ru-RU" sz="2000" dirty="0"/>
              <a:t>в две строки</a:t>
            </a:r>
          </a:p>
        </p:txBody>
      </p:sp>
      <p:sp>
        <p:nvSpPr>
          <p:cNvPr id="32" name="Текст 18">
            <a:extLst>
              <a:ext uri="{FF2B5EF4-FFF2-40B4-BE49-F238E27FC236}">
                <a16:creationId xmlns:a16="http://schemas.microsoft.com/office/drawing/2014/main" id="{6270A0B1-7491-B144-B4EA-9A18AAFE4913}"/>
              </a:ext>
            </a:extLst>
          </p:cNvPr>
          <p:cNvSpPr txBox="1">
            <a:spLocks/>
          </p:cNvSpPr>
          <p:nvPr/>
        </p:nvSpPr>
        <p:spPr>
          <a:xfrm>
            <a:off x="1144222" y="1412875"/>
            <a:ext cx="2563230" cy="558230"/>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ru-RU" sz="2000" dirty="0"/>
              <a:t>Заголовок </a:t>
            </a:r>
            <a:br>
              <a:rPr lang="ru-RU" sz="2000" dirty="0"/>
            </a:br>
            <a:r>
              <a:rPr lang="ru-RU" sz="2000" dirty="0"/>
              <a:t>в две строки</a:t>
            </a:r>
          </a:p>
        </p:txBody>
      </p:sp>
      <p:sp>
        <p:nvSpPr>
          <p:cNvPr id="37" name="Текст 18">
            <a:extLst>
              <a:ext uri="{FF2B5EF4-FFF2-40B4-BE49-F238E27FC236}">
                <a16:creationId xmlns:a16="http://schemas.microsoft.com/office/drawing/2014/main" id="{CEBC03A5-38D0-704F-BAD1-D4634716345C}"/>
              </a:ext>
            </a:extLst>
          </p:cNvPr>
          <p:cNvSpPr txBox="1">
            <a:spLocks/>
          </p:cNvSpPr>
          <p:nvPr/>
        </p:nvSpPr>
        <p:spPr>
          <a:xfrm>
            <a:off x="6183880" y="4350490"/>
            <a:ext cx="5649912" cy="1558953"/>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41" name="Shape 33">
            <a:extLst>
              <a:ext uri="{FF2B5EF4-FFF2-40B4-BE49-F238E27FC236}">
                <a16:creationId xmlns:a16="http://schemas.microsoft.com/office/drawing/2014/main" id="{7B242623-0BED-9E44-83C4-DE0C4FE1E1D9}"/>
              </a:ext>
            </a:extLst>
          </p:cNvPr>
          <p:cNvSpPr/>
          <p:nvPr/>
        </p:nvSpPr>
        <p:spPr>
          <a:xfrm>
            <a:off x="376048" y="4280762"/>
            <a:ext cx="609597" cy="609521"/>
          </a:xfrm>
          <a:prstGeom prst="rect">
            <a:avLst/>
          </a:prstGeom>
          <a:solidFill>
            <a:srgbClr val="CF0522">
              <a:alpha val="100000"/>
            </a:srgbClr>
          </a:solidFill>
          <a:ln/>
        </p:spPr>
      </p:sp>
      <p:pic>
        <p:nvPicPr>
          <p:cNvPr id="42" name="Image 14" descr=" ">
            <a:extLst>
              <a:ext uri="{FF2B5EF4-FFF2-40B4-BE49-F238E27FC236}">
                <a16:creationId xmlns:a16="http://schemas.microsoft.com/office/drawing/2014/main" id="{28154BB2-8ADF-C74D-AD6B-90289FD809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8448" y="4433143"/>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16" name="Текст 18">
            <a:extLst>
              <a:ext uri="{FF2B5EF4-FFF2-40B4-BE49-F238E27FC236}">
                <a16:creationId xmlns:a16="http://schemas.microsoft.com/office/drawing/2014/main" id="{DC60A407-2592-004B-A0F5-DAB8E6FE5B35}"/>
              </a:ext>
            </a:extLst>
          </p:cNvPr>
          <p:cNvSpPr txBox="1">
            <a:spLocks/>
          </p:cNvSpPr>
          <p:nvPr/>
        </p:nvSpPr>
        <p:spPr>
          <a:xfrm>
            <a:off x="6183880" y="1591582"/>
            <a:ext cx="5648120" cy="1558953"/>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US" sz="1000" dirty="0"/>
              <a:t>.</a:t>
            </a:r>
            <a:endParaRPr lang="en-IE" sz="1000" dirty="0"/>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US" sz="1000" dirty="0"/>
              <a:t>.</a:t>
            </a:r>
            <a:endParaRPr lang="en-IE" sz="1000" dirty="0"/>
          </a:p>
          <a:p>
            <a:pPr marL="174625" indent="-174625">
              <a:buFont typeface="Arial" panose="020B0604020202020204" pitchFamily="34" charset="0"/>
              <a:buChar char="•"/>
            </a:pPr>
            <a:r>
              <a:rPr lang="en-IE" sz="1000" dirty="0"/>
              <a:t>Lorem ipsum </a:t>
            </a:r>
            <a:r>
              <a:rPr lang="en-IE" sz="1000" dirty="0" err="1"/>
              <a:t>dolor</a:t>
            </a:r>
            <a:r>
              <a:rPr lang="en-IE" sz="1000" dirty="0"/>
              <a:t> sit </a:t>
            </a:r>
            <a:r>
              <a:rPr lang="en-IE" sz="1000" dirty="0" err="1"/>
              <a:t>amet</a:t>
            </a:r>
            <a:r>
              <a:rPr lang="en-IE" sz="1000" dirty="0"/>
              <a:t>, </a:t>
            </a:r>
            <a:r>
              <a:rPr lang="en-IE" sz="1000" dirty="0" err="1"/>
              <a:t>idque</a:t>
            </a:r>
            <a:r>
              <a:rPr lang="en-IE" sz="1000" dirty="0"/>
              <a:t> </a:t>
            </a:r>
            <a:r>
              <a:rPr lang="en-IE" sz="1000" dirty="0" err="1"/>
              <a:t>iuvaret</a:t>
            </a:r>
            <a:r>
              <a:rPr lang="en-IE" sz="1000" dirty="0"/>
              <a:t> </a:t>
            </a:r>
            <a:r>
              <a:rPr lang="en-IE" sz="1000" dirty="0" err="1"/>
              <a:t>ut</a:t>
            </a:r>
            <a:r>
              <a:rPr lang="en-IE" sz="1000" dirty="0"/>
              <a:t> cum. Mel </a:t>
            </a:r>
            <a:r>
              <a:rPr lang="en-IE" sz="1000" dirty="0" err="1"/>
              <a:t>dolores</a:t>
            </a:r>
            <a:r>
              <a:rPr lang="en-IE" sz="1000" dirty="0"/>
              <a:t> </a:t>
            </a:r>
            <a:r>
              <a:rPr lang="en-IE" sz="1000" dirty="0" err="1"/>
              <a:t>senserit</a:t>
            </a:r>
            <a:r>
              <a:rPr lang="en-IE" sz="1000" dirty="0"/>
              <a:t> </a:t>
            </a:r>
            <a:r>
              <a:rPr lang="en-IE" sz="1000" dirty="0" err="1"/>
              <a:t>elaboraret</a:t>
            </a:r>
            <a:r>
              <a:rPr lang="en-IE" sz="1000" dirty="0"/>
              <a:t> </a:t>
            </a:r>
            <a:r>
              <a:rPr lang="en-IE" sz="1000" dirty="0" err="1"/>
              <a:t>eu</a:t>
            </a:r>
            <a:r>
              <a:rPr lang="en-IE" sz="1000" dirty="0"/>
              <a:t>.</a:t>
            </a:r>
          </a:p>
        </p:txBody>
      </p:sp>
      <p:sp>
        <p:nvSpPr>
          <p:cNvPr id="17" name="Shape 33">
            <a:extLst>
              <a:ext uri="{FF2B5EF4-FFF2-40B4-BE49-F238E27FC236}">
                <a16:creationId xmlns:a16="http://schemas.microsoft.com/office/drawing/2014/main" id="{0B4A51D6-9857-AB40-9D7D-4F7341FC7A46}"/>
              </a:ext>
            </a:extLst>
          </p:cNvPr>
          <p:cNvSpPr/>
          <p:nvPr/>
        </p:nvSpPr>
        <p:spPr>
          <a:xfrm>
            <a:off x="371475" y="1412875"/>
            <a:ext cx="609597" cy="609521"/>
          </a:xfrm>
          <a:prstGeom prst="rect">
            <a:avLst/>
          </a:prstGeom>
          <a:solidFill>
            <a:srgbClr val="CF0522">
              <a:alpha val="100000"/>
            </a:srgbClr>
          </a:solidFill>
          <a:ln/>
        </p:spPr>
      </p:sp>
      <p:pic>
        <p:nvPicPr>
          <p:cNvPr id="18" name="Image 14" descr=" ">
            <a:extLst>
              <a:ext uri="{FF2B5EF4-FFF2-40B4-BE49-F238E27FC236}">
                <a16:creationId xmlns:a16="http://schemas.microsoft.com/office/drawing/2014/main" id="{2E6F5C1B-F57B-5847-AF20-17AC5CB0FC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3875" y="1565256"/>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cxnSp>
        <p:nvCxnSpPr>
          <p:cNvPr id="14" name="Straight Connector 13">
            <a:extLst>
              <a:ext uri="{FF2B5EF4-FFF2-40B4-BE49-F238E27FC236}">
                <a16:creationId xmlns:a16="http://schemas.microsoft.com/office/drawing/2014/main" id="{947B949E-B237-5249-9492-C2EC97FE586D}"/>
              </a:ext>
            </a:extLst>
          </p:cNvPr>
          <p:cNvCxnSpPr>
            <a:cxnSpLocks/>
          </p:cNvCxnSpPr>
          <p:nvPr/>
        </p:nvCxnSpPr>
        <p:spPr>
          <a:xfrm>
            <a:off x="6183880" y="1412875"/>
            <a:ext cx="564991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AFDA8136-8977-2A44-AE18-2C58837BF5E7}"/>
              </a:ext>
            </a:extLst>
          </p:cNvPr>
          <p:cNvCxnSpPr>
            <a:cxnSpLocks/>
          </p:cNvCxnSpPr>
          <p:nvPr/>
        </p:nvCxnSpPr>
        <p:spPr>
          <a:xfrm>
            <a:off x="6183880" y="4171784"/>
            <a:ext cx="564991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1D943C5E-38B5-AA46-BE85-6DD568B2AB94}"/>
              </a:ext>
            </a:extLst>
          </p:cNvPr>
          <p:cNvSpPr txBox="1"/>
          <p:nvPr/>
        </p:nvSpPr>
        <p:spPr>
          <a:xfrm>
            <a:off x="1792705" y="4138863"/>
            <a:ext cx="0" cy="0"/>
          </a:xfrm>
          <a:prstGeom prst="rect">
            <a:avLst/>
          </a:prstGeom>
          <a:noFill/>
          <a:ln/>
        </p:spPr>
        <p:txBody>
          <a:bodyPr vert="horz" wrap="none" lIns="0" tIns="0" rIns="0" bIns="0" rtlCol="0" anchor="b">
            <a:normAutofit fontScale="25000" lnSpcReduction="20000"/>
          </a:bodyPr>
          <a:lstStyle/>
          <a:p>
            <a:pPr algn="l"/>
            <a:endParaRPr lang="en-US" dirty="0">
              <a:latin typeface="Stapel" panose="020B0504020202020204" pitchFamily="34" charset="-52"/>
            </a:endParaRPr>
          </a:p>
        </p:txBody>
      </p:sp>
    </p:spTree>
    <p:extLst>
      <p:ext uri="{BB962C8B-B14F-4D97-AF65-F5344CB8AC3E}">
        <p14:creationId xmlns:p14="http://schemas.microsoft.com/office/powerpoint/2010/main" val="275541614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117</a:t>
            </a:fld>
            <a:endParaRPr lang="ru-RU" dirty="0"/>
          </a:p>
        </p:txBody>
      </p:sp>
      <p:sp>
        <p:nvSpPr>
          <p:cNvPr id="6" name="Текст 18">
            <a:extLst>
              <a:ext uri="{FF2B5EF4-FFF2-40B4-BE49-F238E27FC236}">
                <a16:creationId xmlns:a16="http://schemas.microsoft.com/office/drawing/2014/main" id="{39D82686-B000-7F40-8754-8384B0AE37A7}"/>
              </a:ext>
            </a:extLst>
          </p:cNvPr>
          <p:cNvSpPr txBox="1">
            <a:spLocks/>
          </p:cNvSpPr>
          <p:nvPr/>
        </p:nvSpPr>
        <p:spPr>
          <a:xfrm>
            <a:off x="1357926" y="1414899"/>
            <a:ext cx="446768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12" name="Текст 18">
            <a:extLst>
              <a:ext uri="{FF2B5EF4-FFF2-40B4-BE49-F238E27FC236}">
                <a16:creationId xmlns:a16="http://schemas.microsoft.com/office/drawing/2014/main" id="{4FE6FDAB-56C1-0F4A-8127-8A9295D38011}"/>
              </a:ext>
            </a:extLst>
          </p:cNvPr>
          <p:cNvSpPr txBox="1">
            <a:spLocks/>
          </p:cNvSpPr>
          <p:nvPr/>
        </p:nvSpPr>
        <p:spPr>
          <a:xfrm>
            <a:off x="1357926" y="2449220"/>
            <a:ext cx="446768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14" name="Текст 18">
            <a:extLst>
              <a:ext uri="{FF2B5EF4-FFF2-40B4-BE49-F238E27FC236}">
                <a16:creationId xmlns:a16="http://schemas.microsoft.com/office/drawing/2014/main" id="{92E00CAD-CA85-D74A-81F0-5C2E368B630F}"/>
              </a:ext>
            </a:extLst>
          </p:cNvPr>
          <p:cNvSpPr txBox="1">
            <a:spLocks/>
          </p:cNvSpPr>
          <p:nvPr/>
        </p:nvSpPr>
        <p:spPr>
          <a:xfrm>
            <a:off x="1357926" y="3483541"/>
            <a:ext cx="446768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16" name="Текст 18">
            <a:extLst>
              <a:ext uri="{FF2B5EF4-FFF2-40B4-BE49-F238E27FC236}">
                <a16:creationId xmlns:a16="http://schemas.microsoft.com/office/drawing/2014/main" id="{61D9585A-9CEB-0A4C-97F6-FBA3653AE033}"/>
              </a:ext>
            </a:extLst>
          </p:cNvPr>
          <p:cNvSpPr txBox="1">
            <a:spLocks/>
          </p:cNvSpPr>
          <p:nvPr/>
        </p:nvSpPr>
        <p:spPr>
          <a:xfrm>
            <a:off x="1357926" y="4527550"/>
            <a:ext cx="446768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a:t>
            </a:r>
          </a:p>
        </p:txBody>
      </p:sp>
      <p:sp>
        <p:nvSpPr>
          <p:cNvPr id="23" name="Текст 18">
            <a:extLst>
              <a:ext uri="{FF2B5EF4-FFF2-40B4-BE49-F238E27FC236}">
                <a16:creationId xmlns:a16="http://schemas.microsoft.com/office/drawing/2014/main" id="{5FD02A98-55DE-6A47-BE87-9B9DDEDC9092}"/>
              </a:ext>
            </a:extLst>
          </p:cNvPr>
          <p:cNvSpPr txBox="1">
            <a:spLocks/>
          </p:cNvSpPr>
          <p:nvPr/>
        </p:nvSpPr>
        <p:spPr>
          <a:xfrm>
            <a:off x="7134742" y="1414899"/>
            <a:ext cx="446768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25" name="Текст 18">
            <a:extLst>
              <a:ext uri="{FF2B5EF4-FFF2-40B4-BE49-F238E27FC236}">
                <a16:creationId xmlns:a16="http://schemas.microsoft.com/office/drawing/2014/main" id="{0827F499-CDAA-CF44-B93B-CB612B34B4E0}"/>
              </a:ext>
            </a:extLst>
          </p:cNvPr>
          <p:cNvSpPr txBox="1">
            <a:spLocks/>
          </p:cNvSpPr>
          <p:nvPr/>
        </p:nvSpPr>
        <p:spPr>
          <a:xfrm>
            <a:off x="7134742" y="2449220"/>
            <a:ext cx="446768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27" name="Текст 18">
            <a:extLst>
              <a:ext uri="{FF2B5EF4-FFF2-40B4-BE49-F238E27FC236}">
                <a16:creationId xmlns:a16="http://schemas.microsoft.com/office/drawing/2014/main" id="{581B7AE8-6E54-E144-86B4-C84FC9CCFB0E}"/>
              </a:ext>
            </a:extLst>
          </p:cNvPr>
          <p:cNvSpPr txBox="1">
            <a:spLocks/>
          </p:cNvSpPr>
          <p:nvPr/>
        </p:nvSpPr>
        <p:spPr>
          <a:xfrm>
            <a:off x="7134742" y="3483541"/>
            <a:ext cx="446768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29" name="Текст 18">
            <a:extLst>
              <a:ext uri="{FF2B5EF4-FFF2-40B4-BE49-F238E27FC236}">
                <a16:creationId xmlns:a16="http://schemas.microsoft.com/office/drawing/2014/main" id="{6F2062DE-D0B1-E249-8C83-8F0D3F729C72}"/>
              </a:ext>
            </a:extLst>
          </p:cNvPr>
          <p:cNvSpPr txBox="1">
            <a:spLocks/>
          </p:cNvSpPr>
          <p:nvPr/>
        </p:nvSpPr>
        <p:spPr>
          <a:xfrm>
            <a:off x="7134742" y="4527550"/>
            <a:ext cx="446768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a:t>
            </a:r>
          </a:p>
        </p:txBody>
      </p:sp>
      <p:sp>
        <p:nvSpPr>
          <p:cNvPr id="32" name="Shape 33">
            <a:extLst>
              <a:ext uri="{FF2B5EF4-FFF2-40B4-BE49-F238E27FC236}">
                <a16:creationId xmlns:a16="http://schemas.microsoft.com/office/drawing/2014/main" id="{E7A2CC3C-4DB7-0049-B276-33023BE1DE16}"/>
              </a:ext>
            </a:extLst>
          </p:cNvPr>
          <p:cNvSpPr>
            <a:spLocks noChangeAspect="1"/>
          </p:cNvSpPr>
          <p:nvPr/>
        </p:nvSpPr>
        <p:spPr>
          <a:xfrm>
            <a:off x="371474" y="1414898"/>
            <a:ext cx="648080" cy="648000"/>
          </a:xfrm>
          <a:prstGeom prst="rect">
            <a:avLst/>
          </a:prstGeom>
          <a:solidFill>
            <a:srgbClr val="CF0522">
              <a:alpha val="100000"/>
            </a:srgbClr>
          </a:solidFill>
          <a:ln/>
        </p:spPr>
      </p:sp>
      <p:pic>
        <p:nvPicPr>
          <p:cNvPr id="33" name="Image 14" descr=" ">
            <a:extLst>
              <a:ext uri="{FF2B5EF4-FFF2-40B4-BE49-F238E27FC236}">
                <a16:creationId xmlns:a16="http://schemas.microsoft.com/office/drawing/2014/main" id="{8DE0FFA6-B468-6E44-A6A9-087FCA6479D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963" y="1586518"/>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34" name="Shape 33">
            <a:extLst>
              <a:ext uri="{FF2B5EF4-FFF2-40B4-BE49-F238E27FC236}">
                <a16:creationId xmlns:a16="http://schemas.microsoft.com/office/drawing/2014/main" id="{3C0A9109-89A3-5343-99CC-7B988376C3BE}"/>
              </a:ext>
            </a:extLst>
          </p:cNvPr>
          <p:cNvSpPr>
            <a:spLocks noChangeAspect="1"/>
          </p:cNvSpPr>
          <p:nvPr/>
        </p:nvSpPr>
        <p:spPr>
          <a:xfrm>
            <a:off x="371474" y="2439987"/>
            <a:ext cx="648080" cy="648000"/>
          </a:xfrm>
          <a:prstGeom prst="rect">
            <a:avLst/>
          </a:prstGeom>
          <a:solidFill>
            <a:srgbClr val="CF0522">
              <a:alpha val="100000"/>
            </a:srgbClr>
          </a:solidFill>
          <a:ln/>
        </p:spPr>
      </p:sp>
      <p:pic>
        <p:nvPicPr>
          <p:cNvPr id="35" name="Image 14" descr=" ">
            <a:extLst>
              <a:ext uri="{FF2B5EF4-FFF2-40B4-BE49-F238E27FC236}">
                <a16:creationId xmlns:a16="http://schemas.microsoft.com/office/drawing/2014/main" id="{4BCE7356-7C20-7847-83D4-4C375C9C664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963" y="2611607"/>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38" name="Shape 33">
            <a:extLst>
              <a:ext uri="{FF2B5EF4-FFF2-40B4-BE49-F238E27FC236}">
                <a16:creationId xmlns:a16="http://schemas.microsoft.com/office/drawing/2014/main" id="{1D955192-497A-B441-BA38-93ECE7ABB56C}"/>
              </a:ext>
            </a:extLst>
          </p:cNvPr>
          <p:cNvSpPr>
            <a:spLocks noChangeAspect="1"/>
          </p:cNvSpPr>
          <p:nvPr/>
        </p:nvSpPr>
        <p:spPr>
          <a:xfrm>
            <a:off x="371474" y="3465512"/>
            <a:ext cx="648080" cy="648000"/>
          </a:xfrm>
          <a:prstGeom prst="rect">
            <a:avLst/>
          </a:prstGeom>
          <a:solidFill>
            <a:srgbClr val="CF0522">
              <a:alpha val="100000"/>
            </a:srgbClr>
          </a:solidFill>
          <a:ln/>
        </p:spPr>
      </p:sp>
      <p:pic>
        <p:nvPicPr>
          <p:cNvPr id="39" name="Image 14" descr=" ">
            <a:extLst>
              <a:ext uri="{FF2B5EF4-FFF2-40B4-BE49-F238E27FC236}">
                <a16:creationId xmlns:a16="http://schemas.microsoft.com/office/drawing/2014/main" id="{CAFDDFFA-B60F-3B44-BAD6-25DF92760FC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963" y="3637132"/>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40" name="Shape 33">
            <a:extLst>
              <a:ext uri="{FF2B5EF4-FFF2-40B4-BE49-F238E27FC236}">
                <a16:creationId xmlns:a16="http://schemas.microsoft.com/office/drawing/2014/main" id="{07671841-BC7E-FD4D-96CC-104EBA2D4ECA}"/>
              </a:ext>
            </a:extLst>
          </p:cNvPr>
          <p:cNvSpPr>
            <a:spLocks noChangeAspect="1"/>
          </p:cNvSpPr>
          <p:nvPr/>
        </p:nvSpPr>
        <p:spPr>
          <a:xfrm>
            <a:off x="371474" y="4527549"/>
            <a:ext cx="648080" cy="648000"/>
          </a:xfrm>
          <a:prstGeom prst="rect">
            <a:avLst/>
          </a:prstGeom>
          <a:solidFill>
            <a:srgbClr val="CF0522">
              <a:alpha val="100000"/>
            </a:srgbClr>
          </a:solidFill>
          <a:ln/>
        </p:spPr>
      </p:sp>
      <p:pic>
        <p:nvPicPr>
          <p:cNvPr id="41" name="Image 14" descr=" ">
            <a:extLst>
              <a:ext uri="{FF2B5EF4-FFF2-40B4-BE49-F238E27FC236}">
                <a16:creationId xmlns:a16="http://schemas.microsoft.com/office/drawing/2014/main" id="{31B420A7-E835-3242-8D3E-F2AF836405D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963" y="4699169"/>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42" name="Shape 33">
            <a:extLst>
              <a:ext uri="{FF2B5EF4-FFF2-40B4-BE49-F238E27FC236}">
                <a16:creationId xmlns:a16="http://schemas.microsoft.com/office/drawing/2014/main" id="{28730AA9-2474-0B47-8ABB-787FAD12A9FA}"/>
              </a:ext>
            </a:extLst>
          </p:cNvPr>
          <p:cNvSpPr>
            <a:spLocks noChangeAspect="1"/>
          </p:cNvSpPr>
          <p:nvPr/>
        </p:nvSpPr>
        <p:spPr>
          <a:xfrm>
            <a:off x="6156138" y="1414898"/>
            <a:ext cx="648080" cy="648000"/>
          </a:xfrm>
          <a:prstGeom prst="rect">
            <a:avLst/>
          </a:prstGeom>
          <a:solidFill>
            <a:srgbClr val="CF0522">
              <a:alpha val="100000"/>
            </a:srgbClr>
          </a:solidFill>
          <a:ln/>
        </p:spPr>
      </p:sp>
      <p:pic>
        <p:nvPicPr>
          <p:cNvPr id="43" name="Image 14" descr=" ">
            <a:extLst>
              <a:ext uri="{FF2B5EF4-FFF2-40B4-BE49-F238E27FC236}">
                <a16:creationId xmlns:a16="http://schemas.microsoft.com/office/drawing/2014/main" id="{F37687A8-33FF-BD40-BC59-A8CCE8FC319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5627" y="1586518"/>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44" name="Shape 33">
            <a:extLst>
              <a:ext uri="{FF2B5EF4-FFF2-40B4-BE49-F238E27FC236}">
                <a16:creationId xmlns:a16="http://schemas.microsoft.com/office/drawing/2014/main" id="{003C6540-FFAA-3447-8EDD-9EBE9BF52EF1}"/>
              </a:ext>
            </a:extLst>
          </p:cNvPr>
          <p:cNvSpPr>
            <a:spLocks noChangeAspect="1"/>
          </p:cNvSpPr>
          <p:nvPr/>
        </p:nvSpPr>
        <p:spPr>
          <a:xfrm>
            <a:off x="6156138" y="2439987"/>
            <a:ext cx="648080" cy="648000"/>
          </a:xfrm>
          <a:prstGeom prst="rect">
            <a:avLst/>
          </a:prstGeom>
          <a:solidFill>
            <a:srgbClr val="CF0522">
              <a:alpha val="100000"/>
            </a:srgbClr>
          </a:solidFill>
          <a:ln/>
        </p:spPr>
      </p:sp>
      <p:pic>
        <p:nvPicPr>
          <p:cNvPr id="45" name="Image 14" descr=" ">
            <a:extLst>
              <a:ext uri="{FF2B5EF4-FFF2-40B4-BE49-F238E27FC236}">
                <a16:creationId xmlns:a16="http://schemas.microsoft.com/office/drawing/2014/main" id="{976F5E86-AE88-D244-B588-43F685FDFE8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5627" y="2611607"/>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46" name="Shape 33">
            <a:extLst>
              <a:ext uri="{FF2B5EF4-FFF2-40B4-BE49-F238E27FC236}">
                <a16:creationId xmlns:a16="http://schemas.microsoft.com/office/drawing/2014/main" id="{5B2CABDE-19D7-9248-9A61-32095D1060B5}"/>
              </a:ext>
            </a:extLst>
          </p:cNvPr>
          <p:cNvSpPr>
            <a:spLocks noChangeAspect="1"/>
          </p:cNvSpPr>
          <p:nvPr/>
        </p:nvSpPr>
        <p:spPr>
          <a:xfrm>
            <a:off x="6156138" y="3465512"/>
            <a:ext cx="648080" cy="648000"/>
          </a:xfrm>
          <a:prstGeom prst="rect">
            <a:avLst/>
          </a:prstGeom>
          <a:solidFill>
            <a:srgbClr val="CF0522">
              <a:alpha val="100000"/>
            </a:srgbClr>
          </a:solidFill>
          <a:ln/>
        </p:spPr>
      </p:sp>
      <p:pic>
        <p:nvPicPr>
          <p:cNvPr id="47" name="Image 14" descr=" ">
            <a:extLst>
              <a:ext uri="{FF2B5EF4-FFF2-40B4-BE49-F238E27FC236}">
                <a16:creationId xmlns:a16="http://schemas.microsoft.com/office/drawing/2014/main" id="{A46FA9FF-5CDE-1344-83F1-C0100E8DFAD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5627" y="3637132"/>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
        <p:nvSpPr>
          <p:cNvPr id="48" name="Shape 33">
            <a:extLst>
              <a:ext uri="{FF2B5EF4-FFF2-40B4-BE49-F238E27FC236}">
                <a16:creationId xmlns:a16="http://schemas.microsoft.com/office/drawing/2014/main" id="{7630EE34-75BB-014A-AD65-49440C00521D}"/>
              </a:ext>
            </a:extLst>
          </p:cNvPr>
          <p:cNvSpPr>
            <a:spLocks noChangeAspect="1"/>
          </p:cNvSpPr>
          <p:nvPr/>
        </p:nvSpPr>
        <p:spPr>
          <a:xfrm>
            <a:off x="6156138" y="4527549"/>
            <a:ext cx="648080" cy="648000"/>
          </a:xfrm>
          <a:prstGeom prst="rect">
            <a:avLst/>
          </a:prstGeom>
          <a:solidFill>
            <a:srgbClr val="CF0522">
              <a:alpha val="100000"/>
            </a:srgbClr>
          </a:solidFill>
          <a:ln/>
        </p:spPr>
      </p:sp>
      <p:pic>
        <p:nvPicPr>
          <p:cNvPr id="49" name="Image 14" descr=" ">
            <a:extLst>
              <a:ext uri="{FF2B5EF4-FFF2-40B4-BE49-F238E27FC236}">
                <a16:creationId xmlns:a16="http://schemas.microsoft.com/office/drawing/2014/main" id="{9A2F9470-7E84-3E44-A52E-3946EB53CDE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5627" y="4699169"/>
            <a:ext cx="304798" cy="304760"/>
          </a:xfrm>
          <a:prstGeom prst="rect">
            <a:avLst/>
          </a:prstGeom>
          <a:blipFill dpi="0"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p:spPr>
      </p:pic>
    </p:spTree>
    <p:extLst>
      <p:ext uri="{BB962C8B-B14F-4D97-AF65-F5344CB8AC3E}">
        <p14:creationId xmlns:p14="http://schemas.microsoft.com/office/powerpoint/2010/main" val="305765141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118</a:t>
            </a:fld>
            <a:endParaRPr lang="ru-RU" dirty="0"/>
          </a:p>
        </p:txBody>
      </p:sp>
      <p:sp>
        <p:nvSpPr>
          <p:cNvPr id="20" name="Текст 18">
            <a:extLst>
              <a:ext uri="{FF2B5EF4-FFF2-40B4-BE49-F238E27FC236}">
                <a16:creationId xmlns:a16="http://schemas.microsoft.com/office/drawing/2014/main" id="{FF8A3AB7-5F94-B44A-861E-3347E4F1B469}"/>
              </a:ext>
            </a:extLst>
          </p:cNvPr>
          <p:cNvSpPr txBox="1">
            <a:spLocks/>
          </p:cNvSpPr>
          <p:nvPr/>
        </p:nvSpPr>
        <p:spPr>
          <a:xfrm>
            <a:off x="2298699" y="2481551"/>
            <a:ext cx="7594601" cy="2662588"/>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600" dirty="0"/>
              <a:t>Lorem ipsum </a:t>
            </a:r>
            <a:r>
              <a:rPr lang="en-IE" sz="1600" dirty="0" err="1"/>
              <a:t>dolor</a:t>
            </a:r>
            <a:r>
              <a:rPr lang="en-IE" sz="1600" dirty="0"/>
              <a:t> sit </a:t>
            </a:r>
            <a:r>
              <a:rPr lang="en-IE" sz="1600" dirty="0" err="1"/>
              <a:t>amet</a:t>
            </a:r>
            <a:r>
              <a:rPr lang="en-IE" sz="1600" dirty="0"/>
              <a:t>, </a:t>
            </a:r>
            <a:r>
              <a:rPr lang="en-IE" sz="1600" dirty="0" err="1"/>
              <a:t>consectetur</a:t>
            </a:r>
            <a:r>
              <a:rPr lang="en-IE" sz="1600" dirty="0"/>
              <a:t> </a:t>
            </a:r>
            <a:r>
              <a:rPr lang="en-IE" sz="1600" dirty="0" err="1"/>
              <a:t>adipiscing</a:t>
            </a:r>
            <a:r>
              <a:rPr lang="en-IE" sz="1600" dirty="0"/>
              <a:t> </a:t>
            </a:r>
            <a:r>
              <a:rPr lang="en-IE" sz="1600" dirty="0" err="1"/>
              <a:t>elit</a:t>
            </a:r>
            <a:r>
              <a:rPr lang="en-IE" sz="1600" dirty="0"/>
              <a:t>. </a:t>
            </a:r>
            <a:r>
              <a:rPr lang="en-IE" sz="1600" dirty="0" err="1"/>
              <a:t>Sed</a:t>
            </a:r>
            <a:r>
              <a:rPr lang="en-IE" sz="1600" dirty="0"/>
              <a:t> </a:t>
            </a:r>
            <a:r>
              <a:rPr lang="en-IE" sz="1600" dirty="0" err="1"/>
              <a:t>efficitur</a:t>
            </a:r>
            <a:r>
              <a:rPr lang="en-IE" sz="1600" dirty="0"/>
              <a:t> </a:t>
            </a:r>
            <a:r>
              <a:rPr lang="en-IE" sz="1600" dirty="0" err="1"/>
              <a:t>velit</a:t>
            </a:r>
            <a:r>
              <a:rPr lang="en-IE" sz="1600" dirty="0"/>
              <a:t> </a:t>
            </a:r>
            <a:r>
              <a:rPr lang="en-IE" sz="1600" dirty="0" err="1"/>
              <a:t>erat</a:t>
            </a:r>
            <a:r>
              <a:rPr lang="en-IE" sz="1600" dirty="0"/>
              <a:t>. </a:t>
            </a:r>
            <a:r>
              <a:rPr lang="en-IE" sz="1600" dirty="0" err="1"/>
              <a:t>Pellentesque</a:t>
            </a:r>
            <a:r>
              <a:rPr lang="en-IE" sz="1600" dirty="0"/>
              <a:t> nisi ligula, </a:t>
            </a:r>
            <a:r>
              <a:rPr lang="en-IE" sz="1600" dirty="0" err="1"/>
              <a:t>tincidunt</a:t>
            </a:r>
            <a:r>
              <a:rPr lang="en-IE" sz="1600" dirty="0"/>
              <a:t> </a:t>
            </a:r>
            <a:r>
              <a:rPr lang="en-IE" sz="1600" dirty="0" err="1"/>
              <a:t>pretium</a:t>
            </a:r>
            <a:r>
              <a:rPr lang="en-IE" sz="1600" dirty="0"/>
              <a:t> </a:t>
            </a:r>
            <a:r>
              <a:rPr lang="en-IE" sz="1600" dirty="0" err="1"/>
              <a:t>rhoncus</a:t>
            </a:r>
            <a:r>
              <a:rPr lang="en-IE" sz="1600" dirty="0"/>
              <a:t> in, fermentum </a:t>
            </a:r>
            <a:r>
              <a:rPr lang="en-IE" sz="1600" dirty="0" err="1"/>
              <a:t>nec</a:t>
            </a:r>
            <a:r>
              <a:rPr lang="en-IE" sz="1600" dirty="0"/>
              <a:t> </a:t>
            </a:r>
            <a:r>
              <a:rPr lang="en-IE" sz="1600" dirty="0" err="1"/>
              <a:t>dolor</a:t>
            </a:r>
            <a:r>
              <a:rPr lang="en-IE" sz="1600" dirty="0"/>
              <a:t>. </a:t>
            </a:r>
            <a:r>
              <a:rPr lang="en-IE" sz="1600" dirty="0" err="1"/>
              <a:t>Etiam</a:t>
            </a:r>
            <a:r>
              <a:rPr lang="en-IE" sz="1600" dirty="0"/>
              <a:t> </a:t>
            </a:r>
            <a:r>
              <a:rPr lang="en-IE" sz="1600" dirty="0" err="1"/>
              <a:t>mauris</a:t>
            </a:r>
            <a:r>
              <a:rPr lang="en-IE" sz="1600" dirty="0"/>
              <a:t> ligula, </a:t>
            </a:r>
            <a:r>
              <a:rPr lang="en-IE" sz="1600" dirty="0" err="1"/>
              <a:t>malesuada</a:t>
            </a:r>
            <a:r>
              <a:rPr lang="en-IE" sz="1600" dirty="0"/>
              <a:t> </a:t>
            </a:r>
            <a:r>
              <a:rPr lang="en-IE" sz="1600" dirty="0" err="1"/>
              <a:t>eu</a:t>
            </a:r>
            <a:r>
              <a:rPr lang="en-IE" sz="1600" dirty="0"/>
              <a:t> </a:t>
            </a:r>
            <a:r>
              <a:rPr lang="en-IE" sz="1600" dirty="0" err="1"/>
              <a:t>volutpat</a:t>
            </a:r>
            <a:r>
              <a:rPr lang="en-IE" sz="1600" dirty="0"/>
              <a:t> sit </a:t>
            </a:r>
            <a:r>
              <a:rPr lang="en-IE" sz="1600" dirty="0" err="1"/>
              <a:t>amet</a:t>
            </a:r>
            <a:r>
              <a:rPr lang="en-IE" sz="1600" dirty="0"/>
              <a:t>, dictum vitae ante. Morbi </a:t>
            </a:r>
            <a:r>
              <a:rPr lang="en-IE" sz="1600" dirty="0" err="1"/>
              <a:t>volutpat</a:t>
            </a:r>
            <a:r>
              <a:rPr lang="en-IE" sz="1600" dirty="0"/>
              <a:t>, </a:t>
            </a:r>
            <a:r>
              <a:rPr lang="en-IE" sz="1600" dirty="0" err="1"/>
              <a:t>felis</a:t>
            </a:r>
            <a:r>
              <a:rPr lang="en-IE" sz="1600" dirty="0"/>
              <a:t> a </a:t>
            </a:r>
            <a:r>
              <a:rPr lang="en-IE" sz="1600" dirty="0" err="1"/>
              <a:t>tempor</a:t>
            </a:r>
            <a:r>
              <a:rPr lang="en-IE" sz="1600" dirty="0"/>
              <a:t> </a:t>
            </a:r>
            <a:r>
              <a:rPr lang="en-IE" sz="1600" dirty="0" err="1"/>
              <a:t>iaculis</a:t>
            </a:r>
            <a:r>
              <a:rPr lang="en-IE" sz="1600" dirty="0"/>
              <a:t>, </a:t>
            </a:r>
            <a:r>
              <a:rPr lang="en-IE" sz="1600" dirty="0" err="1"/>
              <a:t>augue</a:t>
            </a:r>
            <a:r>
              <a:rPr lang="en-IE" sz="1600" dirty="0"/>
              <a:t> </a:t>
            </a:r>
            <a:r>
              <a:rPr lang="en-IE" sz="1600" dirty="0" err="1"/>
              <a:t>lacus</a:t>
            </a:r>
            <a:r>
              <a:rPr lang="en-IE" sz="1600" dirty="0"/>
              <a:t> </a:t>
            </a:r>
            <a:r>
              <a:rPr lang="en-IE" sz="1600" dirty="0" err="1"/>
              <a:t>facilisis</a:t>
            </a:r>
            <a:r>
              <a:rPr lang="en-IE" sz="1600" dirty="0"/>
              <a:t> </a:t>
            </a:r>
            <a:r>
              <a:rPr lang="en-IE" sz="1600" dirty="0" err="1"/>
              <a:t>metus</a:t>
            </a:r>
            <a:r>
              <a:rPr lang="en-IE" sz="1600" dirty="0"/>
              <a:t>, non </a:t>
            </a:r>
            <a:r>
              <a:rPr lang="en-IE" sz="1600" dirty="0" err="1"/>
              <a:t>commodo</a:t>
            </a:r>
            <a:r>
              <a:rPr lang="en-IE" sz="1600" dirty="0"/>
              <a:t> </a:t>
            </a:r>
            <a:r>
              <a:rPr lang="en-IE" sz="1600" dirty="0" err="1"/>
              <a:t>urna</a:t>
            </a:r>
            <a:r>
              <a:rPr lang="en-IE" sz="1600" dirty="0"/>
              <a:t> </a:t>
            </a:r>
            <a:r>
              <a:rPr lang="en-IE" sz="1600" dirty="0" err="1"/>
              <a:t>quam</a:t>
            </a:r>
            <a:r>
              <a:rPr lang="en-IE" sz="1600" dirty="0"/>
              <a:t> cursus eros. Cras id porta </a:t>
            </a:r>
            <a:r>
              <a:rPr lang="en-IE" sz="1600" dirty="0" err="1"/>
              <a:t>massa</a:t>
            </a:r>
            <a:r>
              <a:rPr lang="en-IE" sz="1600" dirty="0"/>
              <a:t>. In </a:t>
            </a:r>
            <a:r>
              <a:rPr lang="en-IE" sz="1600" dirty="0" err="1"/>
              <a:t>velit</a:t>
            </a:r>
            <a:r>
              <a:rPr lang="en-IE" sz="1600" dirty="0"/>
              <a:t> </a:t>
            </a:r>
            <a:r>
              <a:rPr lang="en-IE" sz="1600" dirty="0" err="1"/>
              <a:t>nunc</a:t>
            </a:r>
            <a:r>
              <a:rPr lang="en-IE" sz="1600" dirty="0"/>
              <a:t>, </a:t>
            </a:r>
            <a:r>
              <a:rPr lang="en-IE" sz="1600" dirty="0" err="1"/>
              <a:t>suscipit</a:t>
            </a:r>
            <a:r>
              <a:rPr lang="en-IE" sz="1600" dirty="0"/>
              <a:t> </a:t>
            </a:r>
            <a:r>
              <a:rPr lang="en-IE" sz="1600" dirty="0" err="1"/>
              <a:t>eu</a:t>
            </a:r>
            <a:r>
              <a:rPr lang="en-IE" sz="1600" dirty="0"/>
              <a:t> </a:t>
            </a:r>
            <a:r>
              <a:rPr lang="en-IE" sz="1600" dirty="0" err="1"/>
              <a:t>lectus</a:t>
            </a:r>
            <a:r>
              <a:rPr lang="en-IE" sz="1600" dirty="0"/>
              <a:t> </a:t>
            </a:r>
            <a:r>
              <a:rPr lang="en-IE" sz="1600" dirty="0" err="1"/>
              <a:t>mollis</a:t>
            </a:r>
            <a:r>
              <a:rPr lang="en-IE" sz="1600" dirty="0"/>
              <a:t>, </a:t>
            </a:r>
            <a:r>
              <a:rPr lang="en-IE" sz="1600" dirty="0" err="1"/>
              <a:t>imperdiet</a:t>
            </a:r>
            <a:r>
              <a:rPr lang="en-IE" sz="1600" dirty="0"/>
              <a:t> </a:t>
            </a:r>
            <a:r>
              <a:rPr lang="en-IE" sz="1600" dirty="0" err="1"/>
              <a:t>lobortis</a:t>
            </a:r>
            <a:r>
              <a:rPr lang="en-IE" sz="1600" dirty="0"/>
              <a:t> </a:t>
            </a:r>
            <a:r>
              <a:rPr lang="en-IE" sz="1600" dirty="0" err="1"/>
              <a:t>velit</a:t>
            </a:r>
            <a:r>
              <a:rPr lang="en-IE" sz="1600" dirty="0"/>
              <a:t>. </a:t>
            </a:r>
            <a:r>
              <a:rPr lang="en-IE" sz="1600" dirty="0" err="1"/>
              <a:t>Aliquam</a:t>
            </a:r>
            <a:r>
              <a:rPr lang="en-IE" sz="1600" dirty="0"/>
              <a:t> in </a:t>
            </a:r>
            <a:r>
              <a:rPr lang="en-IE" sz="1600" dirty="0" err="1"/>
              <a:t>porttitor</a:t>
            </a:r>
            <a:r>
              <a:rPr lang="en-IE" sz="1600" dirty="0"/>
              <a:t> ante. </a:t>
            </a:r>
            <a:r>
              <a:rPr lang="en-IE" sz="1600" dirty="0" err="1"/>
              <a:t>Nulla</a:t>
            </a:r>
            <a:r>
              <a:rPr lang="en-IE" sz="1600" dirty="0"/>
              <a:t> a </a:t>
            </a:r>
            <a:r>
              <a:rPr lang="en-IE" sz="1600" dirty="0" err="1"/>
              <a:t>leo</a:t>
            </a:r>
            <a:r>
              <a:rPr lang="en-IE" sz="1600" dirty="0"/>
              <a:t> </a:t>
            </a:r>
            <a:r>
              <a:rPr lang="en-IE" sz="1600" dirty="0" err="1"/>
              <a:t>laoreet</a:t>
            </a:r>
            <a:r>
              <a:rPr lang="en-IE" sz="1600" dirty="0"/>
              <a:t>, lacinia mi </a:t>
            </a:r>
            <a:r>
              <a:rPr lang="en-IE" sz="1600" dirty="0" err="1"/>
              <a:t>molestie</a:t>
            </a:r>
            <a:r>
              <a:rPr lang="en-IE" sz="1600" dirty="0"/>
              <a:t>, fermentum </a:t>
            </a:r>
            <a:r>
              <a:rPr lang="en-IE" sz="1600" dirty="0" err="1"/>
              <a:t>odio</a:t>
            </a:r>
            <a:r>
              <a:rPr lang="en-IE" sz="1600" dirty="0"/>
              <a:t>. Integer </a:t>
            </a:r>
            <a:r>
              <a:rPr lang="en-IE" sz="1600" dirty="0" err="1"/>
              <a:t>ultricies</a:t>
            </a:r>
            <a:r>
              <a:rPr lang="en-IE" sz="1600" dirty="0"/>
              <a:t> </a:t>
            </a:r>
            <a:r>
              <a:rPr lang="en-IE" sz="1600" dirty="0" err="1"/>
              <a:t>viverra</a:t>
            </a:r>
            <a:r>
              <a:rPr lang="en-IE" sz="1600" dirty="0"/>
              <a:t> semper. In ante magna, </a:t>
            </a:r>
            <a:r>
              <a:rPr lang="en-IE" sz="1600" dirty="0" err="1"/>
              <a:t>imperdiet</a:t>
            </a:r>
            <a:r>
              <a:rPr lang="en-IE" sz="1600" dirty="0"/>
              <a:t> </a:t>
            </a:r>
            <a:r>
              <a:rPr lang="en-IE" sz="1600" dirty="0" err="1"/>
              <a:t>ut</a:t>
            </a:r>
            <a:r>
              <a:rPr lang="en-IE" sz="1600" dirty="0"/>
              <a:t> </a:t>
            </a:r>
            <a:r>
              <a:rPr lang="en-IE" sz="1600" dirty="0" err="1"/>
              <a:t>augue</a:t>
            </a:r>
            <a:r>
              <a:rPr lang="en-IE" sz="1600" dirty="0"/>
              <a:t> </a:t>
            </a:r>
            <a:r>
              <a:rPr lang="en-IE" sz="1600" dirty="0" err="1"/>
              <a:t>eu</a:t>
            </a:r>
            <a:r>
              <a:rPr lang="en-IE" sz="1600" dirty="0"/>
              <a:t>, </a:t>
            </a:r>
            <a:r>
              <a:rPr lang="en-IE" sz="1600" dirty="0" err="1"/>
              <a:t>mattis</a:t>
            </a:r>
            <a:r>
              <a:rPr lang="en-IE" sz="1600" dirty="0"/>
              <a:t> </a:t>
            </a:r>
            <a:r>
              <a:rPr lang="en-IE" sz="1600" dirty="0" err="1"/>
              <a:t>sollicitudin</a:t>
            </a:r>
            <a:r>
              <a:rPr lang="en-IE" sz="1600" dirty="0"/>
              <a:t> </a:t>
            </a:r>
            <a:r>
              <a:rPr lang="en-IE" sz="1600" dirty="0" err="1"/>
              <a:t>urna</a:t>
            </a:r>
            <a:r>
              <a:rPr lang="en-IE" sz="1600" dirty="0"/>
              <a:t>. </a:t>
            </a:r>
            <a:r>
              <a:rPr lang="en-IE" sz="1600" dirty="0" err="1"/>
              <a:t>Suspendisse</a:t>
            </a:r>
            <a:r>
              <a:rPr lang="en-IE" sz="1600" dirty="0"/>
              <a:t> </a:t>
            </a:r>
            <a:r>
              <a:rPr lang="en-IE" sz="1600" dirty="0" err="1"/>
              <a:t>hendrerit</a:t>
            </a:r>
            <a:r>
              <a:rPr lang="en-IE" sz="1600" dirty="0"/>
              <a:t> </a:t>
            </a:r>
            <a:r>
              <a:rPr lang="en-IE" sz="1600" dirty="0" err="1"/>
              <a:t>ultricies</a:t>
            </a:r>
            <a:r>
              <a:rPr lang="en-IE" sz="1600" dirty="0"/>
              <a:t> </a:t>
            </a:r>
            <a:r>
              <a:rPr lang="en-IE" sz="1600" dirty="0" err="1"/>
              <a:t>commodo</a:t>
            </a:r>
            <a:r>
              <a:rPr lang="en-IE" sz="1600" dirty="0"/>
              <a:t>. Donec et </a:t>
            </a:r>
            <a:r>
              <a:rPr lang="en-IE" sz="1600" dirty="0" err="1"/>
              <a:t>iaculis</a:t>
            </a:r>
            <a:r>
              <a:rPr lang="en-IE" sz="1600" dirty="0"/>
              <a:t> </a:t>
            </a:r>
            <a:r>
              <a:rPr lang="en-IE" sz="1600" dirty="0" err="1"/>
              <a:t>dolor</a:t>
            </a:r>
            <a:r>
              <a:rPr lang="en-IE" sz="1600" dirty="0"/>
              <a:t>, id </a:t>
            </a:r>
            <a:r>
              <a:rPr lang="en-IE" sz="1600" dirty="0" err="1"/>
              <a:t>mollis</a:t>
            </a:r>
            <a:r>
              <a:rPr lang="en-IE" sz="1600" dirty="0"/>
              <a:t> </a:t>
            </a:r>
            <a:r>
              <a:rPr lang="en-IE" sz="1600" dirty="0" err="1"/>
              <a:t>velit</a:t>
            </a:r>
            <a:r>
              <a:rPr lang="en-IE" sz="1600" dirty="0"/>
              <a:t>. </a:t>
            </a:r>
            <a:r>
              <a:rPr lang="en-IE" sz="1600" dirty="0" err="1"/>
              <a:t>Nulla</a:t>
            </a:r>
            <a:r>
              <a:rPr lang="en-IE" sz="1600" dirty="0"/>
              <a:t> </a:t>
            </a:r>
            <a:r>
              <a:rPr lang="en-IE" sz="1600" dirty="0" err="1"/>
              <a:t>tempor</a:t>
            </a:r>
            <a:r>
              <a:rPr lang="en-IE" sz="1600" dirty="0"/>
              <a:t> ante </a:t>
            </a:r>
            <a:r>
              <a:rPr lang="en-IE" sz="1600" dirty="0" err="1"/>
              <a:t>eu</a:t>
            </a:r>
            <a:r>
              <a:rPr lang="en-IE" sz="1600" dirty="0"/>
              <a:t> </a:t>
            </a:r>
            <a:r>
              <a:rPr lang="en-IE" sz="1600" dirty="0" err="1"/>
              <a:t>elit</a:t>
            </a:r>
            <a:r>
              <a:rPr lang="en-IE" sz="1600" dirty="0"/>
              <a:t> </a:t>
            </a:r>
            <a:r>
              <a:rPr lang="en-IE" sz="1600" dirty="0" err="1"/>
              <a:t>scelerisque</a:t>
            </a:r>
            <a:r>
              <a:rPr lang="en-IE" sz="1600" dirty="0"/>
              <a:t>, </a:t>
            </a:r>
            <a:r>
              <a:rPr lang="en-IE" sz="1600" dirty="0" err="1"/>
              <a:t>sed</a:t>
            </a:r>
            <a:r>
              <a:rPr lang="en-IE" sz="1600" dirty="0"/>
              <a:t> </a:t>
            </a:r>
            <a:r>
              <a:rPr lang="en-IE" sz="1600" dirty="0" err="1"/>
              <a:t>pretium</a:t>
            </a:r>
            <a:r>
              <a:rPr lang="en-IE" sz="1600" dirty="0"/>
              <a:t> </a:t>
            </a:r>
            <a:r>
              <a:rPr lang="en-IE" sz="1600" dirty="0" err="1"/>
              <a:t>est</a:t>
            </a:r>
            <a:r>
              <a:rPr lang="en-IE" sz="1600" dirty="0"/>
              <a:t> </a:t>
            </a:r>
            <a:r>
              <a:rPr lang="en-IE" sz="1600" dirty="0" err="1"/>
              <a:t>elementum</a:t>
            </a:r>
            <a:r>
              <a:rPr lang="en-IE" sz="1600" dirty="0"/>
              <a:t>. Class </a:t>
            </a:r>
            <a:r>
              <a:rPr lang="en-IE" sz="1600" dirty="0" err="1"/>
              <a:t>aptent</a:t>
            </a:r>
            <a:r>
              <a:rPr lang="en-IE" sz="1600" dirty="0"/>
              <a:t> </a:t>
            </a:r>
            <a:r>
              <a:rPr lang="en-IE" sz="1600" dirty="0" err="1"/>
              <a:t>taciti</a:t>
            </a:r>
            <a:r>
              <a:rPr lang="en-IE" sz="1600" dirty="0"/>
              <a:t> </a:t>
            </a:r>
            <a:r>
              <a:rPr lang="en-IE" sz="1600" dirty="0" err="1"/>
              <a:t>sociosqu</a:t>
            </a:r>
            <a:r>
              <a:rPr lang="en-IE" sz="1600" dirty="0"/>
              <a:t> ad </a:t>
            </a:r>
            <a:r>
              <a:rPr lang="en-IE" sz="1600" dirty="0" err="1"/>
              <a:t>litora</a:t>
            </a:r>
            <a:r>
              <a:rPr lang="en-IE" sz="1600" dirty="0"/>
              <a:t> </a:t>
            </a:r>
            <a:r>
              <a:rPr lang="en-IE" sz="1600" dirty="0" err="1"/>
              <a:t>torquent</a:t>
            </a:r>
            <a:r>
              <a:rPr lang="en-IE" sz="1600" dirty="0"/>
              <a:t> per </a:t>
            </a:r>
            <a:r>
              <a:rPr lang="en-IE" sz="1600" dirty="0" err="1"/>
              <a:t>conubia</a:t>
            </a:r>
            <a:r>
              <a:rPr lang="en-IE" sz="1600" dirty="0"/>
              <a:t> nostra, per </a:t>
            </a:r>
            <a:r>
              <a:rPr lang="en-IE" sz="1600" dirty="0" err="1"/>
              <a:t>inceptos</a:t>
            </a:r>
            <a:r>
              <a:rPr lang="en-IE" sz="1600" dirty="0"/>
              <a:t> </a:t>
            </a:r>
            <a:r>
              <a:rPr lang="en-IE" sz="1600" dirty="0" err="1"/>
              <a:t>himenaeos</a:t>
            </a:r>
            <a:r>
              <a:rPr lang="en-IE" sz="1600" dirty="0"/>
              <a:t>. </a:t>
            </a:r>
            <a:r>
              <a:rPr lang="en-IE" sz="1600" dirty="0" err="1"/>
              <a:t>Vivamus</a:t>
            </a:r>
            <a:r>
              <a:rPr lang="en-IE" sz="1600" dirty="0"/>
              <a:t> </a:t>
            </a:r>
            <a:r>
              <a:rPr lang="en-IE" sz="1600" dirty="0" err="1"/>
              <a:t>eget</a:t>
            </a:r>
            <a:r>
              <a:rPr lang="en-IE" sz="1600" dirty="0"/>
              <a:t> </a:t>
            </a:r>
            <a:r>
              <a:rPr lang="en-IE" sz="1600" dirty="0" err="1"/>
              <a:t>pretium</a:t>
            </a:r>
            <a:r>
              <a:rPr lang="en-IE" sz="1600" dirty="0"/>
              <a:t> </a:t>
            </a:r>
            <a:r>
              <a:rPr lang="en-IE" sz="1600" dirty="0" err="1"/>
              <a:t>orci</a:t>
            </a:r>
            <a:r>
              <a:rPr lang="en-IE" sz="1600" dirty="0"/>
              <a:t>, </a:t>
            </a:r>
            <a:r>
              <a:rPr lang="en-IE" sz="1600" dirty="0" err="1"/>
              <a:t>ut</a:t>
            </a:r>
            <a:r>
              <a:rPr lang="en-IE" sz="1600" dirty="0"/>
              <a:t> </a:t>
            </a:r>
            <a:r>
              <a:rPr lang="en-IE" sz="1600" dirty="0" err="1"/>
              <a:t>vehicula</a:t>
            </a:r>
            <a:r>
              <a:rPr lang="en-IE" sz="1600" dirty="0"/>
              <a:t> </a:t>
            </a:r>
            <a:r>
              <a:rPr lang="en-IE" sz="1600" dirty="0" err="1"/>
              <a:t>metus</a:t>
            </a:r>
            <a:r>
              <a:rPr lang="en-IE" sz="1600" dirty="0"/>
              <a:t>.</a:t>
            </a:r>
          </a:p>
        </p:txBody>
      </p:sp>
      <p:cxnSp>
        <p:nvCxnSpPr>
          <p:cNvPr id="6" name="Straight Connector 5">
            <a:extLst>
              <a:ext uri="{FF2B5EF4-FFF2-40B4-BE49-F238E27FC236}">
                <a16:creationId xmlns:a16="http://schemas.microsoft.com/office/drawing/2014/main" id="{CA78880E-001D-4140-8A74-1E2128D01679}"/>
              </a:ext>
            </a:extLst>
          </p:cNvPr>
          <p:cNvCxnSpPr>
            <a:cxnSpLocks/>
          </p:cNvCxnSpPr>
          <p:nvPr/>
        </p:nvCxnSpPr>
        <p:spPr>
          <a:xfrm>
            <a:off x="2298699" y="2325688"/>
            <a:ext cx="7594601" cy="0"/>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992607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119</a:t>
            </a:fld>
            <a:endParaRPr lang="ru-RU" dirty="0"/>
          </a:p>
        </p:txBody>
      </p:sp>
      <p:sp>
        <p:nvSpPr>
          <p:cNvPr id="20" name="Текст 18">
            <a:extLst>
              <a:ext uri="{FF2B5EF4-FFF2-40B4-BE49-F238E27FC236}">
                <a16:creationId xmlns:a16="http://schemas.microsoft.com/office/drawing/2014/main" id="{FF8A3AB7-5F94-B44A-861E-3347E4F1B469}"/>
              </a:ext>
            </a:extLst>
          </p:cNvPr>
          <p:cNvSpPr txBox="1">
            <a:spLocks/>
          </p:cNvSpPr>
          <p:nvPr/>
        </p:nvSpPr>
        <p:spPr>
          <a:xfrm>
            <a:off x="2298699" y="2481551"/>
            <a:ext cx="7594601" cy="1112228"/>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2000" dirty="0"/>
              <a:t>Lorem ipsum </a:t>
            </a:r>
            <a:r>
              <a:rPr lang="en-IE" sz="2000" dirty="0" err="1"/>
              <a:t>dolor</a:t>
            </a:r>
            <a:r>
              <a:rPr lang="en-IE" sz="2000" dirty="0"/>
              <a:t> sit </a:t>
            </a:r>
            <a:r>
              <a:rPr lang="en-IE" sz="2000" dirty="0" err="1"/>
              <a:t>amet</a:t>
            </a:r>
            <a:r>
              <a:rPr lang="en-IE" sz="2000" dirty="0"/>
              <a:t>, </a:t>
            </a:r>
            <a:r>
              <a:rPr lang="en-IE" sz="2000" dirty="0" err="1"/>
              <a:t>consectetur</a:t>
            </a:r>
            <a:r>
              <a:rPr lang="en-IE" sz="2000" dirty="0"/>
              <a:t> </a:t>
            </a:r>
            <a:r>
              <a:rPr lang="en-IE" sz="2000" dirty="0" err="1"/>
              <a:t>adipiscing</a:t>
            </a:r>
            <a:r>
              <a:rPr lang="en-IE" sz="2000" dirty="0"/>
              <a:t> </a:t>
            </a:r>
            <a:r>
              <a:rPr lang="en-IE" sz="2000" dirty="0" err="1"/>
              <a:t>elit</a:t>
            </a:r>
            <a:r>
              <a:rPr lang="en-IE" sz="2000" dirty="0"/>
              <a:t>. </a:t>
            </a:r>
            <a:r>
              <a:rPr lang="en-IE" sz="2000" dirty="0" err="1"/>
              <a:t>Sed</a:t>
            </a:r>
            <a:r>
              <a:rPr lang="en-IE" sz="2000" dirty="0"/>
              <a:t> </a:t>
            </a:r>
            <a:r>
              <a:rPr lang="en-IE" sz="2000" dirty="0" err="1"/>
              <a:t>efficitur</a:t>
            </a:r>
            <a:r>
              <a:rPr lang="en-IE" sz="2000" dirty="0"/>
              <a:t> </a:t>
            </a:r>
            <a:r>
              <a:rPr lang="en-IE" sz="2000" dirty="0" err="1"/>
              <a:t>velit</a:t>
            </a:r>
            <a:r>
              <a:rPr lang="en-IE" sz="2000" dirty="0"/>
              <a:t> </a:t>
            </a:r>
            <a:r>
              <a:rPr lang="en-IE" sz="2000" dirty="0" err="1"/>
              <a:t>erat</a:t>
            </a:r>
            <a:r>
              <a:rPr lang="en-IE" sz="2000" dirty="0"/>
              <a:t>. </a:t>
            </a:r>
            <a:r>
              <a:rPr lang="en-IE" sz="2000" dirty="0" err="1"/>
              <a:t>Pellentesque</a:t>
            </a:r>
            <a:r>
              <a:rPr lang="en-IE" sz="2000" dirty="0"/>
              <a:t> nisi ligula, </a:t>
            </a:r>
            <a:r>
              <a:rPr lang="en-IE" sz="2000" dirty="0" err="1"/>
              <a:t>tincidunt</a:t>
            </a:r>
            <a:r>
              <a:rPr lang="en-IE" sz="2000" dirty="0"/>
              <a:t> </a:t>
            </a:r>
            <a:r>
              <a:rPr lang="en-IE" sz="2000" dirty="0" err="1"/>
              <a:t>pretium</a:t>
            </a:r>
            <a:r>
              <a:rPr lang="en-IE" sz="2000" dirty="0"/>
              <a:t> </a:t>
            </a:r>
            <a:r>
              <a:rPr lang="en-IE" sz="2000" dirty="0" err="1"/>
              <a:t>rhoncus</a:t>
            </a:r>
            <a:r>
              <a:rPr lang="en-IE" sz="2000" dirty="0"/>
              <a:t> in, fermentum </a:t>
            </a:r>
            <a:r>
              <a:rPr lang="en-IE" sz="2000" dirty="0" err="1"/>
              <a:t>nec</a:t>
            </a:r>
            <a:r>
              <a:rPr lang="en-IE" sz="2000" dirty="0"/>
              <a:t> </a:t>
            </a:r>
            <a:r>
              <a:rPr lang="en-IE" sz="2000" dirty="0" err="1"/>
              <a:t>dolor</a:t>
            </a:r>
            <a:r>
              <a:rPr lang="en-IE" sz="2000" dirty="0"/>
              <a:t>. </a:t>
            </a:r>
            <a:r>
              <a:rPr lang="en-IE" sz="2000" dirty="0" err="1"/>
              <a:t>Etiam</a:t>
            </a:r>
            <a:r>
              <a:rPr lang="en-IE" sz="2000" dirty="0"/>
              <a:t> </a:t>
            </a:r>
            <a:r>
              <a:rPr lang="en-IE" sz="2000" dirty="0" err="1"/>
              <a:t>mauris</a:t>
            </a:r>
            <a:r>
              <a:rPr lang="en-IE" sz="2000" dirty="0"/>
              <a:t> ligula, </a:t>
            </a:r>
            <a:r>
              <a:rPr lang="en-IE" sz="2000" dirty="0" err="1"/>
              <a:t>malesuada</a:t>
            </a:r>
            <a:r>
              <a:rPr lang="en-IE" sz="2000" dirty="0"/>
              <a:t> </a:t>
            </a:r>
            <a:r>
              <a:rPr lang="en-IE" sz="2000" dirty="0" err="1"/>
              <a:t>eu</a:t>
            </a:r>
            <a:r>
              <a:rPr lang="en-IE" sz="2000" dirty="0"/>
              <a:t> </a:t>
            </a:r>
            <a:r>
              <a:rPr lang="en-IE" sz="2000" dirty="0" err="1"/>
              <a:t>volutpat</a:t>
            </a:r>
            <a:r>
              <a:rPr lang="en-IE" sz="2000" dirty="0"/>
              <a:t> sit </a:t>
            </a:r>
            <a:r>
              <a:rPr lang="en-IE" sz="2000" dirty="0" err="1"/>
              <a:t>amet</a:t>
            </a:r>
            <a:r>
              <a:rPr lang="en-IE" sz="2000" dirty="0"/>
              <a:t>, dictum vitae ante</a:t>
            </a:r>
          </a:p>
        </p:txBody>
      </p:sp>
      <p:cxnSp>
        <p:nvCxnSpPr>
          <p:cNvPr id="6" name="Straight Connector 5">
            <a:extLst>
              <a:ext uri="{FF2B5EF4-FFF2-40B4-BE49-F238E27FC236}">
                <a16:creationId xmlns:a16="http://schemas.microsoft.com/office/drawing/2014/main" id="{CA78880E-001D-4140-8A74-1E2128D01679}"/>
              </a:ext>
            </a:extLst>
          </p:cNvPr>
          <p:cNvCxnSpPr>
            <a:cxnSpLocks/>
          </p:cNvCxnSpPr>
          <p:nvPr/>
        </p:nvCxnSpPr>
        <p:spPr>
          <a:xfrm>
            <a:off x="2146299" y="2439988"/>
            <a:ext cx="0" cy="1153791"/>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991675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120</a:t>
            </a:fld>
            <a:endParaRPr lang="ru-RU" dirty="0"/>
          </a:p>
        </p:txBody>
      </p:sp>
      <p:sp>
        <p:nvSpPr>
          <p:cNvPr id="6" name="Текст 18">
            <a:extLst>
              <a:ext uri="{FF2B5EF4-FFF2-40B4-BE49-F238E27FC236}">
                <a16:creationId xmlns:a16="http://schemas.microsoft.com/office/drawing/2014/main" id="{39D82686-B000-7F40-8754-8384B0AE37A7}"/>
              </a:ext>
            </a:extLst>
          </p:cNvPr>
          <p:cNvSpPr txBox="1">
            <a:spLocks/>
          </p:cNvSpPr>
          <p:nvPr/>
        </p:nvSpPr>
        <p:spPr>
          <a:xfrm>
            <a:off x="398100" y="3694437"/>
            <a:ext cx="5516925" cy="2774221"/>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2000" dirty="0"/>
              <a:t>Lorem ipsum </a:t>
            </a:r>
            <a:r>
              <a:rPr lang="en-IE" sz="2000" dirty="0" err="1"/>
              <a:t>dolor</a:t>
            </a:r>
            <a:r>
              <a:rPr lang="en-IE" sz="2000" dirty="0"/>
              <a:t> sit </a:t>
            </a:r>
            <a:r>
              <a:rPr lang="en-IE" sz="2000" dirty="0" err="1"/>
              <a:t>amet</a:t>
            </a:r>
            <a:r>
              <a:rPr lang="en-IE" sz="2000" dirty="0"/>
              <a:t>, </a:t>
            </a:r>
            <a:r>
              <a:rPr lang="en-IE" sz="2000" dirty="0" err="1"/>
              <a:t>consectetur</a:t>
            </a:r>
            <a:r>
              <a:rPr lang="en-IE" sz="2000" dirty="0"/>
              <a:t> </a:t>
            </a:r>
            <a:r>
              <a:rPr lang="en-IE" sz="2000" dirty="0" err="1"/>
              <a:t>adipiscing</a:t>
            </a:r>
            <a:r>
              <a:rPr lang="en-IE" sz="2000" dirty="0"/>
              <a:t> </a:t>
            </a:r>
            <a:r>
              <a:rPr lang="en-IE" sz="2000" dirty="0" err="1"/>
              <a:t>elit</a:t>
            </a:r>
            <a:r>
              <a:rPr lang="en-IE" sz="2000" dirty="0"/>
              <a:t>. </a:t>
            </a:r>
            <a:r>
              <a:rPr lang="en-IE" sz="2000" dirty="0" err="1"/>
              <a:t>Sed</a:t>
            </a:r>
            <a:r>
              <a:rPr lang="en-IE" sz="2000" dirty="0"/>
              <a:t> </a:t>
            </a:r>
            <a:r>
              <a:rPr lang="en-IE" sz="2000" dirty="0" err="1"/>
              <a:t>efficitur</a:t>
            </a:r>
            <a:r>
              <a:rPr lang="en-IE" sz="2000" dirty="0"/>
              <a:t> </a:t>
            </a:r>
            <a:r>
              <a:rPr lang="en-IE" sz="2000" dirty="0" err="1"/>
              <a:t>velit</a:t>
            </a:r>
            <a:r>
              <a:rPr lang="en-IE" sz="2000" dirty="0"/>
              <a:t> </a:t>
            </a:r>
            <a:r>
              <a:rPr lang="en-IE" sz="2000" dirty="0" err="1"/>
              <a:t>erat</a:t>
            </a:r>
            <a:r>
              <a:rPr lang="en-IE" sz="2000" dirty="0"/>
              <a:t>. </a:t>
            </a:r>
            <a:r>
              <a:rPr lang="en-IE" sz="2000" dirty="0" err="1"/>
              <a:t>Pellentesque</a:t>
            </a:r>
            <a:r>
              <a:rPr lang="en-IE" sz="2000" dirty="0"/>
              <a:t> nisi ligula, </a:t>
            </a:r>
            <a:r>
              <a:rPr lang="en-IE" sz="2000" dirty="0" err="1"/>
              <a:t>tincidunt</a:t>
            </a:r>
            <a:r>
              <a:rPr lang="en-IE" sz="2000" dirty="0"/>
              <a:t> </a:t>
            </a:r>
            <a:r>
              <a:rPr lang="en-IE" sz="2000" dirty="0" err="1"/>
              <a:t>pretium</a:t>
            </a:r>
            <a:r>
              <a:rPr lang="en-IE" sz="2000" dirty="0"/>
              <a:t> </a:t>
            </a:r>
            <a:r>
              <a:rPr lang="en-IE" sz="2000" dirty="0" err="1"/>
              <a:t>rhoncus</a:t>
            </a:r>
            <a:r>
              <a:rPr lang="en-IE" sz="2000" dirty="0"/>
              <a:t> in, fermentum </a:t>
            </a:r>
            <a:r>
              <a:rPr lang="en-IE" sz="2000" dirty="0" err="1"/>
              <a:t>nec</a:t>
            </a:r>
            <a:r>
              <a:rPr lang="en-IE" sz="2000" dirty="0"/>
              <a:t> </a:t>
            </a:r>
            <a:r>
              <a:rPr lang="en-IE" sz="2000" dirty="0" err="1"/>
              <a:t>dolor</a:t>
            </a:r>
            <a:r>
              <a:rPr lang="en-IE" sz="2000" dirty="0"/>
              <a:t>. </a:t>
            </a:r>
            <a:r>
              <a:rPr lang="en-IE" sz="2000" dirty="0" err="1"/>
              <a:t>Etiam</a:t>
            </a:r>
            <a:r>
              <a:rPr lang="en-IE" sz="2000" dirty="0"/>
              <a:t> </a:t>
            </a:r>
            <a:r>
              <a:rPr lang="en-IE" sz="2000" dirty="0" err="1"/>
              <a:t>mauris</a:t>
            </a:r>
            <a:r>
              <a:rPr lang="en-IE" sz="2000" dirty="0"/>
              <a:t> ligula, </a:t>
            </a:r>
            <a:r>
              <a:rPr lang="en-IE" sz="2000" dirty="0" err="1"/>
              <a:t>malesuada</a:t>
            </a:r>
            <a:r>
              <a:rPr lang="en-IE" sz="2000" dirty="0"/>
              <a:t> </a:t>
            </a:r>
            <a:r>
              <a:rPr lang="en-IE" sz="2000" dirty="0" err="1"/>
              <a:t>eu</a:t>
            </a:r>
            <a:r>
              <a:rPr lang="en-IE" sz="2000" dirty="0"/>
              <a:t> </a:t>
            </a:r>
            <a:r>
              <a:rPr lang="en-IE" sz="2000" dirty="0" err="1"/>
              <a:t>volutpat</a:t>
            </a:r>
            <a:r>
              <a:rPr lang="en-IE" sz="2000" dirty="0"/>
              <a:t> sit </a:t>
            </a:r>
            <a:r>
              <a:rPr lang="en-IE" sz="2000" dirty="0" err="1"/>
              <a:t>amet</a:t>
            </a:r>
            <a:r>
              <a:rPr lang="en-IE" sz="2000" dirty="0"/>
              <a:t>, dictum vitae ante. Morbi </a:t>
            </a:r>
            <a:r>
              <a:rPr lang="en-IE" sz="2000" dirty="0" err="1"/>
              <a:t>volutpat</a:t>
            </a:r>
            <a:r>
              <a:rPr lang="en-IE" sz="2000" dirty="0"/>
              <a:t>, </a:t>
            </a:r>
            <a:r>
              <a:rPr lang="en-IE" sz="2000" dirty="0" err="1"/>
              <a:t>felis</a:t>
            </a:r>
            <a:r>
              <a:rPr lang="en-IE" sz="2000" dirty="0"/>
              <a:t> a </a:t>
            </a:r>
            <a:r>
              <a:rPr lang="en-IE" sz="2000" dirty="0" err="1"/>
              <a:t>tempor</a:t>
            </a:r>
            <a:r>
              <a:rPr lang="en-IE" sz="2000" dirty="0"/>
              <a:t> </a:t>
            </a:r>
            <a:r>
              <a:rPr lang="en-IE" sz="2000" dirty="0" err="1"/>
              <a:t>iaculis</a:t>
            </a:r>
            <a:r>
              <a:rPr lang="en-IE" sz="2000" dirty="0"/>
              <a:t>, </a:t>
            </a:r>
            <a:r>
              <a:rPr lang="en-IE" sz="2000" dirty="0" err="1"/>
              <a:t>augue</a:t>
            </a:r>
            <a:r>
              <a:rPr lang="en-IE" sz="2000" dirty="0"/>
              <a:t> </a:t>
            </a:r>
            <a:r>
              <a:rPr lang="en-IE" sz="2000" dirty="0" err="1"/>
              <a:t>lacus</a:t>
            </a:r>
            <a:r>
              <a:rPr lang="en-IE" sz="2000" dirty="0"/>
              <a:t> </a:t>
            </a:r>
            <a:r>
              <a:rPr lang="en-IE" sz="2000" dirty="0" err="1"/>
              <a:t>facilisis</a:t>
            </a:r>
            <a:r>
              <a:rPr lang="en-IE" sz="2000" dirty="0"/>
              <a:t> </a:t>
            </a:r>
            <a:r>
              <a:rPr lang="en-IE" sz="2000" dirty="0" err="1"/>
              <a:t>metus</a:t>
            </a:r>
            <a:r>
              <a:rPr lang="en-IE" sz="2000" dirty="0"/>
              <a:t>, non </a:t>
            </a:r>
            <a:r>
              <a:rPr lang="en-IE" sz="2000" dirty="0" err="1"/>
              <a:t>commodo</a:t>
            </a:r>
            <a:r>
              <a:rPr lang="en-IE" sz="2000" dirty="0"/>
              <a:t> </a:t>
            </a:r>
            <a:r>
              <a:rPr lang="en-IE" sz="2000" dirty="0" err="1"/>
              <a:t>urna</a:t>
            </a:r>
            <a:r>
              <a:rPr lang="en-IE" sz="2000" dirty="0"/>
              <a:t> </a:t>
            </a:r>
            <a:r>
              <a:rPr lang="en-IE" sz="2000" dirty="0" err="1"/>
              <a:t>quam</a:t>
            </a:r>
            <a:r>
              <a:rPr lang="en-IE" sz="2000" dirty="0"/>
              <a:t> cursus eros. Cras id porta </a:t>
            </a:r>
            <a:r>
              <a:rPr lang="en-IE" sz="2000" dirty="0" err="1"/>
              <a:t>massa</a:t>
            </a:r>
            <a:r>
              <a:rPr lang="en-IE" sz="2000" dirty="0"/>
              <a:t>. In </a:t>
            </a:r>
            <a:r>
              <a:rPr lang="en-IE" sz="2000" dirty="0" err="1"/>
              <a:t>velit</a:t>
            </a:r>
            <a:r>
              <a:rPr lang="en-IE" sz="2000" dirty="0"/>
              <a:t> </a:t>
            </a:r>
            <a:r>
              <a:rPr lang="en-IE" sz="2000" dirty="0" err="1"/>
              <a:t>nunc</a:t>
            </a:r>
            <a:r>
              <a:rPr lang="en-IE" sz="2000" dirty="0"/>
              <a:t>, </a:t>
            </a:r>
            <a:r>
              <a:rPr lang="en-IE" sz="2000" dirty="0" err="1"/>
              <a:t>suscipit</a:t>
            </a:r>
            <a:r>
              <a:rPr lang="en-IE" sz="2000" dirty="0"/>
              <a:t> </a:t>
            </a:r>
            <a:r>
              <a:rPr lang="en-IE" sz="2000" dirty="0" err="1"/>
              <a:t>eu</a:t>
            </a:r>
            <a:r>
              <a:rPr lang="en-IE" sz="2000" dirty="0"/>
              <a:t> </a:t>
            </a:r>
            <a:r>
              <a:rPr lang="en-IE" sz="2000" dirty="0" err="1"/>
              <a:t>lectus</a:t>
            </a:r>
            <a:r>
              <a:rPr lang="en-IE" sz="2000" dirty="0"/>
              <a:t> </a:t>
            </a:r>
            <a:r>
              <a:rPr lang="en-IE" sz="2000" dirty="0" err="1"/>
              <a:t>mollis</a:t>
            </a:r>
            <a:r>
              <a:rPr lang="en-IE" sz="2000" dirty="0"/>
              <a:t>, </a:t>
            </a:r>
            <a:r>
              <a:rPr lang="en-IE" sz="2000" dirty="0" err="1"/>
              <a:t>imperdiet</a:t>
            </a:r>
            <a:r>
              <a:rPr lang="en-IE" sz="2000" dirty="0"/>
              <a:t> </a:t>
            </a:r>
            <a:r>
              <a:rPr lang="en-IE" sz="2000" dirty="0" err="1"/>
              <a:t>lobortis</a:t>
            </a:r>
            <a:r>
              <a:rPr lang="en-IE" sz="2000" dirty="0"/>
              <a:t> </a:t>
            </a:r>
            <a:r>
              <a:rPr lang="en-IE" sz="2000" dirty="0" err="1"/>
              <a:t>velit</a:t>
            </a:r>
            <a:r>
              <a:rPr lang="en-IE" sz="2000" dirty="0"/>
              <a:t>. </a:t>
            </a:r>
          </a:p>
        </p:txBody>
      </p:sp>
      <p:cxnSp>
        <p:nvCxnSpPr>
          <p:cNvPr id="9" name="Straight Connector 8">
            <a:extLst>
              <a:ext uri="{FF2B5EF4-FFF2-40B4-BE49-F238E27FC236}">
                <a16:creationId xmlns:a16="http://schemas.microsoft.com/office/drawing/2014/main" id="{7BF6B94D-0570-E44B-ACC5-5F820A2A4533}"/>
              </a:ext>
            </a:extLst>
          </p:cNvPr>
          <p:cNvCxnSpPr>
            <a:cxnSpLocks/>
          </p:cNvCxnSpPr>
          <p:nvPr/>
        </p:nvCxnSpPr>
        <p:spPr>
          <a:xfrm flipH="1">
            <a:off x="360000" y="3502051"/>
            <a:ext cx="5682025" cy="0"/>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487192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121</a:t>
            </a:fld>
            <a:endParaRPr lang="ru-RU" dirty="0"/>
          </a:p>
        </p:txBody>
      </p:sp>
      <p:sp>
        <p:nvSpPr>
          <p:cNvPr id="6" name="Текст 18">
            <a:extLst>
              <a:ext uri="{FF2B5EF4-FFF2-40B4-BE49-F238E27FC236}">
                <a16:creationId xmlns:a16="http://schemas.microsoft.com/office/drawing/2014/main" id="{39D82686-B000-7F40-8754-8384B0AE37A7}"/>
              </a:ext>
            </a:extLst>
          </p:cNvPr>
          <p:cNvSpPr txBox="1">
            <a:spLocks/>
          </p:cNvSpPr>
          <p:nvPr/>
        </p:nvSpPr>
        <p:spPr>
          <a:xfrm>
            <a:off x="371474" y="2439988"/>
            <a:ext cx="4716463" cy="177619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600" dirty="0"/>
              <a:t>Lorem ipsum </a:t>
            </a:r>
            <a:r>
              <a:rPr lang="en-IE" sz="1600" dirty="0" err="1"/>
              <a:t>dolor</a:t>
            </a:r>
            <a:r>
              <a:rPr lang="en-IE" sz="1600" dirty="0"/>
              <a:t> sit </a:t>
            </a:r>
            <a:r>
              <a:rPr lang="en-IE" sz="1600" dirty="0" err="1"/>
              <a:t>amet</a:t>
            </a:r>
            <a:r>
              <a:rPr lang="en-IE" sz="1600" dirty="0"/>
              <a:t>, </a:t>
            </a:r>
            <a:r>
              <a:rPr lang="en-IE" sz="1600" dirty="0" err="1"/>
              <a:t>consectetur</a:t>
            </a:r>
            <a:r>
              <a:rPr lang="en-IE" sz="1600" dirty="0"/>
              <a:t> </a:t>
            </a:r>
            <a:r>
              <a:rPr lang="en-IE" sz="1600" dirty="0" err="1"/>
              <a:t>adipiscing</a:t>
            </a:r>
            <a:r>
              <a:rPr lang="en-IE" sz="1600" dirty="0"/>
              <a:t> </a:t>
            </a:r>
            <a:r>
              <a:rPr lang="en-IE" sz="1600" dirty="0" err="1"/>
              <a:t>elit</a:t>
            </a:r>
            <a:r>
              <a:rPr lang="en-IE" sz="1600" dirty="0"/>
              <a:t>. </a:t>
            </a:r>
            <a:r>
              <a:rPr lang="en-IE" sz="1600" dirty="0" err="1"/>
              <a:t>Sed</a:t>
            </a:r>
            <a:r>
              <a:rPr lang="en-IE" sz="1600" dirty="0"/>
              <a:t> </a:t>
            </a:r>
            <a:r>
              <a:rPr lang="en-IE" sz="1600" dirty="0" err="1"/>
              <a:t>efficitur</a:t>
            </a:r>
            <a:r>
              <a:rPr lang="en-IE" sz="1600" dirty="0"/>
              <a:t> </a:t>
            </a:r>
            <a:r>
              <a:rPr lang="en-IE" sz="1600" dirty="0" err="1"/>
              <a:t>velit</a:t>
            </a:r>
            <a:r>
              <a:rPr lang="en-IE" sz="1600" dirty="0"/>
              <a:t> </a:t>
            </a:r>
            <a:r>
              <a:rPr lang="en-IE" sz="1600" dirty="0" err="1"/>
              <a:t>erat</a:t>
            </a:r>
            <a:r>
              <a:rPr lang="en-IE" sz="1600" dirty="0"/>
              <a:t>. </a:t>
            </a:r>
            <a:r>
              <a:rPr lang="en-IE" sz="1600" dirty="0" err="1"/>
              <a:t>Pellentesque</a:t>
            </a:r>
            <a:r>
              <a:rPr lang="en-IE" sz="1600" dirty="0"/>
              <a:t> nisi ligula, </a:t>
            </a:r>
            <a:r>
              <a:rPr lang="en-IE" sz="1600" dirty="0" err="1"/>
              <a:t>tincidunt</a:t>
            </a:r>
            <a:r>
              <a:rPr lang="en-IE" sz="1600" dirty="0"/>
              <a:t> </a:t>
            </a:r>
            <a:r>
              <a:rPr lang="en-IE" sz="1600" dirty="0" err="1"/>
              <a:t>pretium</a:t>
            </a:r>
            <a:r>
              <a:rPr lang="en-IE" sz="1600" dirty="0"/>
              <a:t> </a:t>
            </a:r>
            <a:r>
              <a:rPr lang="en-IE" sz="1600" dirty="0" err="1"/>
              <a:t>rhoncus</a:t>
            </a:r>
            <a:r>
              <a:rPr lang="en-IE" sz="1600" dirty="0"/>
              <a:t> in, fermentum </a:t>
            </a:r>
            <a:r>
              <a:rPr lang="en-IE" sz="1600" dirty="0" err="1"/>
              <a:t>nec</a:t>
            </a:r>
            <a:r>
              <a:rPr lang="en-IE" sz="1600" dirty="0"/>
              <a:t> </a:t>
            </a:r>
            <a:r>
              <a:rPr lang="en-IE" sz="1600" dirty="0" err="1"/>
              <a:t>dolor</a:t>
            </a:r>
            <a:r>
              <a:rPr lang="en-IE" sz="1600" dirty="0"/>
              <a:t>. </a:t>
            </a:r>
            <a:r>
              <a:rPr lang="en-IE" sz="1600" dirty="0" err="1"/>
              <a:t>Etiam</a:t>
            </a:r>
            <a:r>
              <a:rPr lang="en-IE" sz="1600" dirty="0"/>
              <a:t> </a:t>
            </a:r>
            <a:r>
              <a:rPr lang="en-IE" sz="1600" dirty="0" err="1"/>
              <a:t>mauris</a:t>
            </a:r>
            <a:r>
              <a:rPr lang="en-IE" sz="1600" dirty="0"/>
              <a:t> ligula, </a:t>
            </a:r>
            <a:r>
              <a:rPr lang="en-IE" sz="1600" dirty="0" err="1"/>
              <a:t>malesuada</a:t>
            </a:r>
            <a:r>
              <a:rPr lang="en-IE" sz="1600" dirty="0"/>
              <a:t> </a:t>
            </a:r>
            <a:r>
              <a:rPr lang="en-IE" sz="1600" dirty="0" err="1"/>
              <a:t>eu</a:t>
            </a:r>
            <a:r>
              <a:rPr lang="en-IE" sz="1600" dirty="0"/>
              <a:t> </a:t>
            </a:r>
            <a:r>
              <a:rPr lang="en-IE" sz="1600" dirty="0" err="1"/>
              <a:t>volutpat</a:t>
            </a:r>
            <a:r>
              <a:rPr lang="en-IE" sz="1600" dirty="0"/>
              <a:t> sit </a:t>
            </a:r>
            <a:r>
              <a:rPr lang="en-IE" sz="1600" dirty="0" err="1"/>
              <a:t>amet</a:t>
            </a:r>
            <a:r>
              <a:rPr lang="en-IE" sz="1600" dirty="0"/>
              <a:t>, dictum vitae ante. Morbi </a:t>
            </a:r>
            <a:r>
              <a:rPr lang="en-IE" sz="1600" dirty="0" err="1"/>
              <a:t>volutpat</a:t>
            </a:r>
            <a:r>
              <a:rPr lang="en-IE" sz="1600" dirty="0"/>
              <a:t>, </a:t>
            </a:r>
            <a:r>
              <a:rPr lang="en-IE" sz="1600" dirty="0" err="1"/>
              <a:t>felis</a:t>
            </a:r>
            <a:r>
              <a:rPr lang="en-IE" sz="1600" dirty="0"/>
              <a:t> a </a:t>
            </a:r>
            <a:r>
              <a:rPr lang="en-IE" sz="1600" dirty="0" err="1"/>
              <a:t>tempor</a:t>
            </a:r>
            <a:r>
              <a:rPr lang="en-IE" sz="1600" dirty="0"/>
              <a:t> </a:t>
            </a:r>
            <a:r>
              <a:rPr lang="en-IE" sz="1600" dirty="0" err="1"/>
              <a:t>iaculis</a:t>
            </a:r>
            <a:r>
              <a:rPr lang="en-IE" sz="1600" dirty="0"/>
              <a:t>, </a:t>
            </a:r>
            <a:r>
              <a:rPr lang="en-IE" sz="1600" dirty="0" err="1"/>
              <a:t>augue</a:t>
            </a:r>
            <a:r>
              <a:rPr lang="en-IE" sz="1600" dirty="0"/>
              <a:t> </a:t>
            </a:r>
            <a:r>
              <a:rPr lang="en-IE" sz="1600" dirty="0" err="1"/>
              <a:t>lacus</a:t>
            </a:r>
            <a:r>
              <a:rPr lang="en-IE" sz="1600" dirty="0"/>
              <a:t> </a:t>
            </a:r>
            <a:r>
              <a:rPr lang="en-IE" sz="1600" dirty="0" err="1"/>
              <a:t>facilisis</a:t>
            </a:r>
            <a:r>
              <a:rPr lang="en-IE" sz="1600" dirty="0"/>
              <a:t> </a:t>
            </a:r>
            <a:r>
              <a:rPr lang="en-IE" sz="1600" dirty="0" err="1"/>
              <a:t>metus</a:t>
            </a:r>
            <a:r>
              <a:rPr lang="en-IE" sz="1600" dirty="0"/>
              <a:t>, non </a:t>
            </a:r>
            <a:r>
              <a:rPr lang="en-IE" sz="1600" dirty="0" err="1"/>
              <a:t>commodo</a:t>
            </a:r>
            <a:r>
              <a:rPr lang="en-IE" sz="1600" dirty="0"/>
              <a:t> </a:t>
            </a:r>
            <a:r>
              <a:rPr lang="en-IE" sz="1600" dirty="0" err="1"/>
              <a:t>urna</a:t>
            </a:r>
            <a:r>
              <a:rPr lang="en-IE" sz="1600" dirty="0"/>
              <a:t> </a:t>
            </a:r>
            <a:r>
              <a:rPr lang="en-IE" sz="1600" dirty="0" err="1"/>
              <a:t>quam</a:t>
            </a:r>
            <a:r>
              <a:rPr lang="en-IE" sz="1600" dirty="0"/>
              <a:t> cursus eros. </a:t>
            </a:r>
          </a:p>
        </p:txBody>
      </p:sp>
      <p:sp>
        <p:nvSpPr>
          <p:cNvPr id="10" name="Текст 18">
            <a:extLst>
              <a:ext uri="{FF2B5EF4-FFF2-40B4-BE49-F238E27FC236}">
                <a16:creationId xmlns:a16="http://schemas.microsoft.com/office/drawing/2014/main" id="{78A4CDD5-97A9-5A4A-9587-FF601C40D02D}"/>
              </a:ext>
            </a:extLst>
          </p:cNvPr>
          <p:cNvSpPr txBox="1">
            <a:spLocks/>
          </p:cNvSpPr>
          <p:nvPr/>
        </p:nvSpPr>
        <p:spPr>
          <a:xfrm>
            <a:off x="6149975" y="2439988"/>
            <a:ext cx="4356100" cy="177619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600" dirty="0"/>
              <a:t>Lorem ipsum </a:t>
            </a:r>
            <a:r>
              <a:rPr lang="en-IE" sz="1600" dirty="0" err="1"/>
              <a:t>dolor</a:t>
            </a:r>
            <a:r>
              <a:rPr lang="en-IE" sz="1600" dirty="0"/>
              <a:t> sit </a:t>
            </a:r>
            <a:r>
              <a:rPr lang="en-IE" sz="1600" dirty="0" err="1"/>
              <a:t>amet</a:t>
            </a:r>
            <a:r>
              <a:rPr lang="en-IE" sz="1600" dirty="0"/>
              <a:t>, </a:t>
            </a:r>
            <a:r>
              <a:rPr lang="en-IE" sz="1600" dirty="0" err="1"/>
              <a:t>consectetur</a:t>
            </a:r>
            <a:r>
              <a:rPr lang="en-IE" sz="1600" dirty="0"/>
              <a:t> </a:t>
            </a:r>
            <a:r>
              <a:rPr lang="en-IE" sz="1600" dirty="0" err="1"/>
              <a:t>adipiscing</a:t>
            </a:r>
            <a:r>
              <a:rPr lang="en-IE" sz="1600" dirty="0"/>
              <a:t> </a:t>
            </a:r>
            <a:r>
              <a:rPr lang="en-IE" sz="1600" dirty="0" err="1"/>
              <a:t>elit</a:t>
            </a:r>
            <a:r>
              <a:rPr lang="en-IE" sz="1600" dirty="0"/>
              <a:t>. </a:t>
            </a:r>
            <a:r>
              <a:rPr lang="en-IE" sz="1600" dirty="0" err="1"/>
              <a:t>Sed</a:t>
            </a:r>
            <a:r>
              <a:rPr lang="en-IE" sz="1600" dirty="0"/>
              <a:t> </a:t>
            </a:r>
            <a:r>
              <a:rPr lang="en-IE" sz="1600" dirty="0" err="1"/>
              <a:t>efficitur</a:t>
            </a:r>
            <a:r>
              <a:rPr lang="en-IE" sz="1600" dirty="0"/>
              <a:t> </a:t>
            </a:r>
            <a:r>
              <a:rPr lang="en-IE" sz="1600" dirty="0" err="1"/>
              <a:t>velit</a:t>
            </a:r>
            <a:r>
              <a:rPr lang="en-IE" sz="1600" dirty="0"/>
              <a:t> </a:t>
            </a:r>
            <a:r>
              <a:rPr lang="en-IE" sz="1600" dirty="0" err="1"/>
              <a:t>erat</a:t>
            </a:r>
            <a:r>
              <a:rPr lang="en-IE" sz="1600" dirty="0"/>
              <a:t>. </a:t>
            </a:r>
            <a:r>
              <a:rPr lang="en-IE" sz="1600" dirty="0" err="1"/>
              <a:t>Pellentesque</a:t>
            </a:r>
            <a:r>
              <a:rPr lang="en-IE" sz="1600" dirty="0"/>
              <a:t> nisi ligula, </a:t>
            </a:r>
            <a:r>
              <a:rPr lang="en-IE" sz="1600" dirty="0" err="1"/>
              <a:t>tincidunt</a:t>
            </a:r>
            <a:r>
              <a:rPr lang="en-IE" sz="1600" dirty="0"/>
              <a:t> </a:t>
            </a:r>
            <a:r>
              <a:rPr lang="en-IE" sz="1600" dirty="0" err="1"/>
              <a:t>pretium</a:t>
            </a:r>
            <a:r>
              <a:rPr lang="en-IE" sz="1600" dirty="0"/>
              <a:t> </a:t>
            </a:r>
            <a:r>
              <a:rPr lang="en-IE" sz="1600" dirty="0" err="1"/>
              <a:t>rhoncus</a:t>
            </a:r>
            <a:r>
              <a:rPr lang="en-IE" sz="1600" dirty="0"/>
              <a:t> in, fermentum </a:t>
            </a:r>
            <a:r>
              <a:rPr lang="en-IE" sz="1600" dirty="0" err="1"/>
              <a:t>nec</a:t>
            </a:r>
            <a:r>
              <a:rPr lang="en-IE" sz="1600" dirty="0"/>
              <a:t> </a:t>
            </a:r>
            <a:r>
              <a:rPr lang="en-IE" sz="1600" dirty="0" err="1"/>
              <a:t>dolor</a:t>
            </a:r>
            <a:r>
              <a:rPr lang="en-IE" sz="1600" dirty="0"/>
              <a:t>. </a:t>
            </a:r>
            <a:r>
              <a:rPr lang="en-IE" sz="1600" dirty="0" err="1"/>
              <a:t>Etiam</a:t>
            </a:r>
            <a:r>
              <a:rPr lang="en-IE" sz="1600" dirty="0"/>
              <a:t> </a:t>
            </a:r>
            <a:r>
              <a:rPr lang="en-IE" sz="1600" dirty="0" err="1"/>
              <a:t>mauris</a:t>
            </a:r>
            <a:r>
              <a:rPr lang="en-IE" sz="1600" dirty="0"/>
              <a:t> ligula, </a:t>
            </a:r>
            <a:r>
              <a:rPr lang="en-IE" sz="1600" dirty="0" err="1"/>
              <a:t>malesuada</a:t>
            </a:r>
            <a:r>
              <a:rPr lang="en-IE" sz="1600" dirty="0"/>
              <a:t> </a:t>
            </a:r>
            <a:r>
              <a:rPr lang="en-IE" sz="1600" dirty="0" err="1"/>
              <a:t>eu</a:t>
            </a:r>
            <a:r>
              <a:rPr lang="en-IE" sz="1600" dirty="0"/>
              <a:t> </a:t>
            </a:r>
            <a:r>
              <a:rPr lang="en-IE" sz="1600" dirty="0" err="1"/>
              <a:t>volutpat</a:t>
            </a:r>
            <a:r>
              <a:rPr lang="en-IE" sz="1600" dirty="0"/>
              <a:t> sit </a:t>
            </a:r>
            <a:r>
              <a:rPr lang="en-IE" sz="1600" dirty="0" err="1"/>
              <a:t>amet</a:t>
            </a:r>
            <a:r>
              <a:rPr lang="en-IE" sz="1600" dirty="0"/>
              <a:t>, dictum vitae ante. Morbi </a:t>
            </a:r>
            <a:r>
              <a:rPr lang="en-IE" sz="1600" dirty="0" err="1"/>
              <a:t>volutpat</a:t>
            </a:r>
            <a:r>
              <a:rPr lang="en-IE" sz="1600" dirty="0"/>
              <a:t>, </a:t>
            </a:r>
            <a:r>
              <a:rPr lang="en-IE" sz="1600" dirty="0" err="1"/>
              <a:t>felis</a:t>
            </a:r>
            <a:r>
              <a:rPr lang="en-IE" sz="1600" dirty="0"/>
              <a:t> a </a:t>
            </a:r>
            <a:r>
              <a:rPr lang="en-IE" sz="1600" dirty="0" err="1"/>
              <a:t>tempor</a:t>
            </a:r>
            <a:r>
              <a:rPr lang="en-IE" sz="1600" dirty="0"/>
              <a:t> </a:t>
            </a:r>
            <a:r>
              <a:rPr lang="en-IE" sz="1600" dirty="0" err="1"/>
              <a:t>iaculis</a:t>
            </a:r>
            <a:r>
              <a:rPr lang="en-IE" sz="1600" dirty="0"/>
              <a:t>, </a:t>
            </a:r>
            <a:r>
              <a:rPr lang="en-IE" sz="1600" dirty="0" err="1"/>
              <a:t>augue</a:t>
            </a:r>
            <a:r>
              <a:rPr lang="en-IE" sz="1600" dirty="0"/>
              <a:t> </a:t>
            </a:r>
            <a:r>
              <a:rPr lang="en-IE" sz="1600" dirty="0" err="1"/>
              <a:t>lacus</a:t>
            </a:r>
            <a:r>
              <a:rPr lang="en-IE" sz="1600" dirty="0"/>
              <a:t> </a:t>
            </a:r>
            <a:r>
              <a:rPr lang="en-IE" sz="1600" dirty="0" err="1"/>
              <a:t>facilisis</a:t>
            </a:r>
            <a:r>
              <a:rPr lang="en-IE" sz="1600" dirty="0"/>
              <a:t> </a:t>
            </a:r>
            <a:r>
              <a:rPr lang="en-IE" sz="1600" dirty="0" err="1"/>
              <a:t>metus</a:t>
            </a:r>
            <a:r>
              <a:rPr lang="en-IE" sz="1600" dirty="0"/>
              <a:t>, non </a:t>
            </a:r>
            <a:r>
              <a:rPr lang="en-IE" sz="1600" dirty="0" err="1"/>
              <a:t>commodo</a:t>
            </a:r>
            <a:r>
              <a:rPr lang="en-IE" sz="1600" dirty="0"/>
              <a:t> </a:t>
            </a:r>
            <a:r>
              <a:rPr lang="en-IE" sz="1600" dirty="0" err="1"/>
              <a:t>urna</a:t>
            </a:r>
            <a:r>
              <a:rPr lang="en-IE" sz="1600" dirty="0"/>
              <a:t> </a:t>
            </a:r>
            <a:r>
              <a:rPr lang="en-IE" sz="1600" dirty="0" err="1"/>
              <a:t>quam</a:t>
            </a:r>
            <a:r>
              <a:rPr lang="en-IE" sz="1600" dirty="0"/>
              <a:t> cursus eros. </a:t>
            </a:r>
          </a:p>
        </p:txBody>
      </p:sp>
      <p:cxnSp>
        <p:nvCxnSpPr>
          <p:cNvPr id="18" name="Straight Connector 17">
            <a:extLst>
              <a:ext uri="{FF2B5EF4-FFF2-40B4-BE49-F238E27FC236}">
                <a16:creationId xmlns:a16="http://schemas.microsoft.com/office/drawing/2014/main" id="{212B50D6-D8A4-9F4E-9E1B-B4B326285AA6}"/>
              </a:ext>
            </a:extLst>
          </p:cNvPr>
          <p:cNvCxnSpPr>
            <a:cxnSpLocks/>
          </p:cNvCxnSpPr>
          <p:nvPr/>
        </p:nvCxnSpPr>
        <p:spPr>
          <a:xfrm flipH="1">
            <a:off x="371476" y="2332038"/>
            <a:ext cx="4716462" cy="0"/>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62D7B0B-2D2E-7C46-A01C-0527D902CBE0}"/>
              </a:ext>
            </a:extLst>
          </p:cNvPr>
          <p:cNvCxnSpPr>
            <a:cxnSpLocks/>
          </p:cNvCxnSpPr>
          <p:nvPr/>
        </p:nvCxnSpPr>
        <p:spPr>
          <a:xfrm flipH="1">
            <a:off x="6149975" y="2332038"/>
            <a:ext cx="4700792" cy="0"/>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10651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122</a:t>
            </a:fld>
            <a:endParaRPr lang="ru-RU" dirty="0"/>
          </a:p>
        </p:txBody>
      </p:sp>
      <p:sp>
        <p:nvSpPr>
          <p:cNvPr id="6" name="Текст 18">
            <a:extLst>
              <a:ext uri="{FF2B5EF4-FFF2-40B4-BE49-F238E27FC236}">
                <a16:creationId xmlns:a16="http://schemas.microsoft.com/office/drawing/2014/main" id="{39D82686-B000-7F40-8754-8384B0AE37A7}"/>
              </a:ext>
            </a:extLst>
          </p:cNvPr>
          <p:cNvSpPr txBox="1">
            <a:spLocks/>
          </p:cNvSpPr>
          <p:nvPr/>
        </p:nvSpPr>
        <p:spPr>
          <a:xfrm>
            <a:off x="371475" y="2439988"/>
            <a:ext cx="3402012" cy="1332096"/>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200" dirty="0"/>
              <a:t>Lorem ipsum </a:t>
            </a:r>
            <a:r>
              <a:rPr lang="en-IE" sz="1200" dirty="0" err="1"/>
              <a:t>dolor</a:t>
            </a:r>
            <a:r>
              <a:rPr lang="en-IE" sz="1200" dirty="0"/>
              <a:t> sit </a:t>
            </a:r>
            <a:r>
              <a:rPr lang="en-IE" sz="1200" dirty="0" err="1"/>
              <a:t>amet</a:t>
            </a:r>
            <a:r>
              <a:rPr lang="en-IE" sz="1200" dirty="0"/>
              <a:t>, </a:t>
            </a:r>
            <a:r>
              <a:rPr lang="en-IE" sz="1200" dirty="0" err="1"/>
              <a:t>consectetur</a:t>
            </a:r>
            <a:r>
              <a:rPr lang="en-IE" sz="1200" dirty="0"/>
              <a:t> </a:t>
            </a:r>
            <a:r>
              <a:rPr lang="en-IE" sz="1200" dirty="0" err="1"/>
              <a:t>adipiscing</a:t>
            </a:r>
            <a:r>
              <a:rPr lang="en-IE" sz="1200" dirty="0"/>
              <a:t> </a:t>
            </a:r>
            <a:r>
              <a:rPr lang="en-IE" sz="1200" dirty="0" err="1"/>
              <a:t>elit</a:t>
            </a:r>
            <a:r>
              <a:rPr lang="en-IE" sz="1200" dirty="0"/>
              <a:t>. </a:t>
            </a:r>
            <a:r>
              <a:rPr lang="en-IE" sz="1200" dirty="0" err="1"/>
              <a:t>Sed</a:t>
            </a:r>
            <a:r>
              <a:rPr lang="en-IE" sz="1200" dirty="0"/>
              <a:t> </a:t>
            </a:r>
            <a:r>
              <a:rPr lang="en-IE" sz="1200" dirty="0" err="1"/>
              <a:t>efficitur</a:t>
            </a:r>
            <a:r>
              <a:rPr lang="en-IE" sz="1200" dirty="0"/>
              <a:t> </a:t>
            </a:r>
            <a:r>
              <a:rPr lang="en-IE" sz="1200" dirty="0" err="1"/>
              <a:t>velit</a:t>
            </a:r>
            <a:r>
              <a:rPr lang="en-IE" sz="1200" dirty="0"/>
              <a:t> </a:t>
            </a:r>
            <a:r>
              <a:rPr lang="en-IE" sz="1200" dirty="0" err="1"/>
              <a:t>erat</a:t>
            </a:r>
            <a:r>
              <a:rPr lang="en-IE" sz="1200" dirty="0"/>
              <a:t>. </a:t>
            </a:r>
            <a:r>
              <a:rPr lang="en-IE" sz="1200" dirty="0" err="1"/>
              <a:t>Pellentesque</a:t>
            </a:r>
            <a:r>
              <a:rPr lang="en-IE" sz="1200" dirty="0"/>
              <a:t> nisi ligula, </a:t>
            </a:r>
            <a:r>
              <a:rPr lang="en-IE" sz="1200" dirty="0" err="1"/>
              <a:t>tincidunt</a:t>
            </a:r>
            <a:r>
              <a:rPr lang="en-IE" sz="1200" dirty="0"/>
              <a:t> </a:t>
            </a:r>
            <a:r>
              <a:rPr lang="en-IE" sz="1200" dirty="0" err="1"/>
              <a:t>pretium</a:t>
            </a:r>
            <a:r>
              <a:rPr lang="en-IE" sz="1200" dirty="0"/>
              <a:t> </a:t>
            </a:r>
            <a:r>
              <a:rPr lang="en-IE" sz="1200" dirty="0" err="1"/>
              <a:t>rhoncus</a:t>
            </a:r>
            <a:r>
              <a:rPr lang="en-IE" sz="1200" dirty="0"/>
              <a:t> in, fermentum </a:t>
            </a:r>
            <a:r>
              <a:rPr lang="en-IE" sz="1200" dirty="0" err="1"/>
              <a:t>nec</a:t>
            </a:r>
            <a:r>
              <a:rPr lang="en-IE" sz="1200" dirty="0"/>
              <a:t> </a:t>
            </a:r>
            <a:r>
              <a:rPr lang="en-IE" sz="1200" dirty="0" err="1"/>
              <a:t>dolor</a:t>
            </a:r>
            <a:r>
              <a:rPr lang="en-IE" sz="1200" dirty="0"/>
              <a:t>. </a:t>
            </a:r>
            <a:r>
              <a:rPr lang="en-IE" sz="1200" dirty="0" err="1"/>
              <a:t>Etiam</a:t>
            </a:r>
            <a:r>
              <a:rPr lang="en-IE" sz="1200" dirty="0"/>
              <a:t> </a:t>
            </a:r>
            <a:r>
              <a:rPr lang="en-IE" sz="1200" dirty="0" err="1"/>
              <a:t>mauris</a:t>
            </a:r>
            <a:r>
              <a:rPr lang="en-IE" sz="1200" dirty="0"/>
              <a:t> ligula, </a:t>
            </a:r>
            <a:r>
              <a:rPr lang="en-IE" sz="1200" dirty="0" err="1"/>
              <a:t>malesuada</a:t>
            </a:r>
            <a:r>
              <a:rPr lang="en-IE" sz="1200" dirty="0"/>
              <a:t> </a:t>
            </a:r>
            <a:r>
              <a:rPr lang="en-IE" sz="1200" dirty="0" err="1"/>
              <a:t>eu</a:t>
            </a:r>
            <a:r>
              <a:rPr lang="en-IE" sz="1200" dirty="0"/>
              <a:t> </a:t>
            </a:r>
            <a:r>
              <a:rPr lang="en-IE" sz="1200" dirty="0" err="1"/>
              <a:t>volutpat</a:t>
            </a:r>
            <a:r>
              <a:rPr lang="en-IE" sz="1200" dirty="0"/>
              <a:t> sit </a:t>
            </a:r>
            <a:r>
              <a:rPr lang="en-IE" sz="1200" dirty="0" err="1"/>
              <a:t>amet</a:t>
            </a:r>
            <a:r>
              <a:rPr lang="en-IE" sz="1200" dirty="0"/>
              <a:t>, dictum vitae ante. Morbi </a:t>
            </a:r>
            <a:r>
              <a:rPr lang="en-IE" sz="1200" dirty="0" err="1"/>
              <a:t>volutpat</a:t>
            </a:r>
            <a:r>
              <a:rPr lang="en-IE" sz="1200" dirty="0"/>
              <a:t>, </a:t>
            </a:r>
            <a:r>
              <a:rPr lang="en-IE" sz="1200" dirty="0" err="1"/>
              <a:t>felis</a:t>
            </a:r>
            <a:r>
              <a:rPr lang="en-IE" sz="1200" dirty="0"/>
              <a:t> a </a:t>
            </a:r>
            <a:r>
              <a:rPr lang="en-IE" sz="1200" dirty="0" err="1"/>
              <a:t>tempor</a:t>
            </a:r>
            <a:r>
              <a:rPr lang="en-IE" sz="1200" dirty="0"/>
              <a:t> </a:t>
            </a:r>
            <a:r>
              <a:rPr lang="en-IE" sz="1200" dirty="0" err="1"/>
              <a:t>iaculis</a:t>
            </a:r>
            <a:r>
              <a:rPr lang="en-IE" sz="1200" dirty="0"/>
              <a:t>, </a:t>
            </a:r>
            <a:r>
              <a:rPr lang="en-IE" sz="1200" dirty="0" err="1"/>
              <a:t>augue</a:t>
            </a:r>
            <a:r>
              <a:rPr lang="en-IE" sz="1200" dirty="0"/>
              <a:t> </a:t>
            </a:r>
            <a:r>
              <a:rPr lang="en-IE" sz="1200" dirty="0" err="1"/>
              <a:t>lacus</a:t>
            </a:r>
            <a:r>
              <a:rPr lang="en-IE" sz="1200" dirty="0"/>
              <a:t> </a:t>
            </a:r>
            <a:r>
              <a:rPr lang="en-IE" sz="1200" dirty="0" err="1"/>
              <a:t>facilisis</a:t>
            </a:r>
            <a:r>
              <a:rPr lang="en-IE" sz="1200" dirty="0"/>
              <a:t> </a:t>
            </a:r>
            <a:r>
              <a:rPr lang="en-IE" sz="1200" dirty="0" err="1"/>
              <a:t>metus</a:t>
            </a:r>
            <a:r>
              <a:rPr lang="en-IE" sz="1200" dirty="0"/>
              <a:t>, non </a:t>
            </a:r>
            <a:r>
              <a:rPr lang="en-IE" sz="1200" dirty="0" err="1"/>
              <a:t>commodo</a:t>
            </a:r>
            <a:r>
              <a:rPr lang="en-IE" sz="1200" dirty="0"/>
              <a:t> </a:t>
            </a:r>
            <a:r>
              <a:rPr lang="en-IE" sz="1200" dirty="0" err="1"/>
              <a:t>urna</a:t>
            </a:r>
            <a:r>
              <a:rPr lang="en-IE" sz="1200" dirty="0"/>
              <a:t> </a:t>
            </a:r>
            <a:r>
              <a:rPr lang="en-IE" sz="1200" dirty="0" err="1"/>
              <a:t>quam</a:t>
            </a:r>
            <a:r>
              <a:rPr lang="en-IE" sz="1200" dirty="0"/>
              <a:t> cursus eros. </a:t>
            </a:r>
          </a:p>
        </p:txBody>
      </p:sp>
      <p:sp>
        <p:nvSpPr>
          <p:cNvPr id="9" name="Текст 18">
            <a:extLst>
              <a:ext uri="{FF2B5EF4-FFF2-40B4-BE49-F238E27FC236}">
                <a16:creationId xmlns:a16="http://schemas.microsoft.com/office/drawing/2014/main" id="{D0A2A1D4-BBC3-5543-B39C-192B76D4F606}"/>
              </a:ext>
            </a:extLst>
          </p:cNvPr>
          <p:cNvSpPr txBox="1">
            <a:spLocks/>
          </p:cNvSpPr>
          <p:nvPr/>
        </p:nvSpPr>
        <p:spPr>
          <a:xfrm>
            <a:off x="4224338" y="2439988"/>
            <a:ext cx="3402012" cy="1332096"/>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200" dirty="0"/>
              <a:t>Lorem ipsum </a:t>
            </a:r>
            <a:r>
              <a:rPr lang="en-IE" sz="1200" dirty="0" err="1"/>
              <a:t>dolor</a:t>
            </a:r>
            <a:r>
              <a:rPr lang="en-IE" sz="1200" dirty="0"/>
              <a:t> sit </a:t>
            </a:r>
            <a:r>
              <a:rPr lang="en-IE" sz="1200" dirty="0" err="1"/>
              <a:t>amet</a:t>
            </a:r>
            <a:r>
              <a:rPr lang="en-IE" sz="1200" dirty="0"/>
              <a:t>, </a:t>
            </a:r>
            <a:r>
              <a:rPr lang="en-IE" sz="1200" dirty="0" err="1"/>
              <a:t>consectetur</a:t>
            </a:r>
            <a:r>
              <a:rPr lang="en-IE" sz="1200" dirty="0"/>
              <a:t> </a:t>
            </a:r>
            <a:r>
              <a:rPr lang="en-IE" sz="1200" dirty="0" err="1"/>
              <a:t>adipiscing</a:t>
            </a:r>
            <a:r>
              <a:rPr lang="en-IE" sz="1200" dirty="0"/>
              <a:t> </a:t>
            </a:r>
            <a:r>
              <a:rPr lang="en-IE" sz="1200" dirty="0" err="1"/>
              <a:t>elit</a:t>
            </a:r>
            <a:r>
              <a:rPr lang="en-IE" sz="1200" dirty="0"/>
              <a:t>. </a:t>
            </a:r>
            <a:r>
              <a:rPr lang="en-IE" sz="1200" dirty="0" err="1"/>
              <a:t>Sed</a:t>
            </a:r>
            <a:r>
              <a:rPr lang="en-IE" sz="1200" dirty="0"/>
              <a:t> </a:t>
            </a:r>
            <a:r>
              <a:rPr lang="en-IE" sz="1200" dirty="0" err="1"/>
              <a:t>efficitur</a:t>
            </a:r>
            <a:r>
              <a:rPr lang="en-IE" sz="1200" dirty="0"/>
              <a:t> </a:t>
            </a:r>
            <a:r>
              <a:rPr lang="en-IE" sz="1200" dirty="0" err="1"/>
              <a:t>velit</a:t>
            </a:r>
            <a:r>
              <a:rPr lang="en-IE" sz="1200" dirty="0"/>
              <a:t> </a:t>
            </a:r>
            <a:r>
              <a:rPr lang="en-IE" sz="1200" dirty="0" err="1"/>
              <a:t>erat</a:t>
            </a:r>
            <a:r>
              <a:rPr lang="en-IE" sz="1200" dirty="0"/>
              <a:t>. </a:t>
            </a:r>
            <a:r>
              <a:rPr lang="en-IE" sz="1200" dirty="0" err="1"/>
              <a:t>Pellentesque</a:t>
            </a:r>
            <a:r>
              <a:rPr lang="en-IE" sz="1200" dirty="0"/>
              <a:t> nisi ligula, </a:t>
            </a:r>
            <a:r>
              <a:rPr lang="en-IE" sz="1200" dirty="0" err="1"/>
              <a:t>tincidunt</a:t>
            </a:r>
            <a:r>
              <a:rPr lang="en-IE" sz="1200" dirty="0"/>
              <a:t> </a:t>
            </a:r>
            <a:r>
              <a:rPr lang="en-IE" sz="1200" dirty="0" err="1"/>
              <a:t>pretium</a:t>
            </a:r>
            <a:r>
              <a:rPr lang="en-IE" sz="1200" dirty="0"/>
              <a:t> </a:t>
            </a:r>
            <a:r>
              <a:rPr lang="en-IE" sz="1200" dirty="0" err="1"/>
              <a:t>rhoncus</a:t>
            </a:r>
            <a:r>
              <a:rPr lang="en-IE" sz="1200" dirty="0"/>
              <a:t> in, fermentum </a:t>
            </a:r>
            <a:r>
              <a:rPr lang="en-IE" sz="1200" dirty="0" err="1"/>
              <a:t>nec</a:t>
            </a:r>
            <a:r>
              <a:rPr lang="en-IE" sz="1200" dirty="0"/>
              <a:t> </a:t>
            </a:r>
            <a:r>
              <a:rPr lang="en-IE" sz="1200" dirty="0" err="1"/>
              <a:t>dolor</a:t>
            </a:r>
            <a:r>
              <a:rPr lang="en-IE" sz="1200" dirty="0"/>
              <a:t>. </a:t>
            </a:r>
            <a:r>
              <a:rPr lang="en-IE" sz="1200" dirty="0" err="1"/>
              <a:t>Etiam</a:t>
            </a:r>
            <a:r>
              <a:rPr lang="en-IE" sz="1200" dirty="0"/>
              <a:t> </a:t>
            </a:r>
            <a:r>
              <a:rPr lang="en-IE" sz="1200" dirty="0" err="1"/>
              <a:t>mauris</a:t>
            </a:r>
            <a:r>
              <a:rPr lang="en-IE" sz="1200" dirty="0"/>
              <a:t> ligula, </a:t>
            </a:r>
            <a:r>
              <a:rPr lang="en-IE" sz="1200" dirty="0" err="1"/>
              <a:t>malesuada</a:t>
            </a:r>
            <a:r>
              <a:rPr lang="en-IE" sz="1200" dirty="0"/>
              <a:t> </a:t>
            </a:r>
            <a:r>
              <a:rPr lang="en-IE" sz="1200" dirty="0" err="1"/>
              <a:t>eu</a:t>
            </a:r>
            <a:r>
              <a:rPr lang="en-IE" sz="1200" dirty="0"/>
              <a:t> </a:t>
            </a:r>
            <a:r>
              <a:rPr lang="en-IE" sz="1200" dirty="0" err="1"/>
              <a:t>volutpat</a:t>
            </a:r>
            <a:r>
              <a:rPr lang="en-IE" sz="1200" dirty="0"/>
              <a:t> sit </a:t>
            </a:r>
            <a:r>
              <a:rPr lang="en-IE" sz="1200" dirty="0" err="1"/>
              <a:t>amet</a:t>
            </a:r>
            <a:r>
              <a:rPr lang="en-IE" sz="1200" dirty="0"/>
              <a:t>, dictum vitae ante. Morbi </a:t>
            </a:r>
            <a:r>
              <a:rPr lang="en-IE" sz="1200" dirty="0" err="1"/>
              <a:t>volutpat</a:t>
            </a:r>
            <a:r>
              <a:rPr lang="en-IE" sz="1200" dirty="0"/>
              <a:t>, </a:t>
            </a:r>
            <a:r>
              <a:rPr lang="en-IE" sz="1200" dirty="0" err="1"/>
              <a:t>felis</a:t>
            </a:r>
            <a:r>
              <a:rPr lang="en-IE" sz="1200" dirty="0"/>
              <a:t> a </a:t>
            </a:r>
            <a:r>
              <a:rPr lang="en-IE" sz="1200" dirty="0" err="1"/>
              <a:t>tempor</a:t>
            </a:r>
            <a:r>
              <a:rPr lang="en-IE" sz="1200" dirty="0"/>
              <a:t> </a:t>
            </a:r>
            <a:r>
              <a:rPr lang="en-IE" sz="1200" dirty="0" err="1"/>
              <a:t>iaculis</a:t>
            </a:r>
            <a:r>
              <a:rPr lang="en-IE" sz="1200" dirty="0"/>
              <a:t>, </a:t>
            </a:r>
            <a:r>
              <a:rPr lang="en-IE" sz="1200" dirty="0" err="1"/>
              <a:t>augue</a:t>
            </a:r>
            <a:r>
              <a:rPr lang="en-IE" sz="1200" dirty="0"/>
              <a:t> </a:t>
            </a:r>
            <a:r>
              <a:rPr lang="en-IE" sz="1200" dirty="0" err="1"/>
              <a:t>lacus</a:t>
            </a:r>
            <a:r>
              <a:rPr lang="en-IE" sz="1200" dirty="0"/>
              <a:t> </a:t>
            </a:r>
            <a:r>
              <a:rPr lang="en-IE" sz="1200" dirty="0" err="1"/>
              <a:t>facilisis</a:t>
            </a:r>
            <a:r>
              <a:rPr lang="en-IE" sz="1200" dirty="0"/>
              <a:t> </a:t>
            </a:r>
            <a:r>
              <a:rPr lang="en-IE" sz="1200" dirty="0" err="1"/>
              <a:t>metus</a:t>
            </a:r>
            <a:r>
              <a:rPr lang="en-IE" sz="1200" dirty="0"/>
              <a:t>, non </a:t>
            </a:r>
            <a:r>
              <a:rPr lang="en-IE" sz="1200" dirty="0" err="1"/>
              <a:t>commodo</a:t>
            </a:r>
            <a:r>
              <a:rPr lang="en-IE" sz="1200" dirty="0"/>
              <a:t> </a:t>
            </a:r>
            <a:r>
              <a:rPr lang="en-IE" sz="1200" dirty="0" err="1"/>
              <a:t>urna</a:t>
            </a:r>
            <a:r>
              <a:rPr lang="en-IE" sz="1200" dirty="0"/>
              <a:t> </a:t>
            </a:r>
            <a:r>
              <a:rPr lang="en-IE" sz="1200" dirty="0" err="1"/>
              <a:t>quam</a:t>
            </a:r>
            <a:r>
              <a:rPr lang="en-IE" sz="1200" dirty="0"/>
              <a:t> cursus eros. </a:t>
            </a:r>
          </a:p>
        </p:txBody>
      </p:sp>
      <p:sp>
        <p:nvSpPr>
          <p:cNvPr id="10" name="Текст 18">
            <a:extLst>
              <a:ext uri="{FF2B5EF4-FFF2-40B4-BE49-F238E27FC236}">
                <a16:creationId xmlns:a16="http://schemas.microsoft.com/office/drawing/2014/main" id="{78A4CDD5-97A9-5A4A-9587-FF601C40D02D}"/>
              </a:ext>
            </a:extLst>
          </p:cNvPr>
          <p:cNvSpPr txBox="1">
            <a:spLocks/>
          </p:cNvSpPr>
          <p:nvPr/>
        </p:nvSpPr>
        <p:spPr>
          <a:xfrm>
            <a:off x="8075613" y="2439988"/>
            <a:ext cx="3402012" cy="1332096"/>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200" dirty="0"/>
              <a:t>Lorem ipsum </a:t>
            </a:r>
            <a:r>
              <a:rPr lang="en-IE" sz="1200" dirty="0" err="1"/>
              <a:t>dolor</a:t>
            </a:r>
            <a:r>
              <a:rPr lang="en-IE" sz="1200" dirty="0"/>
              <a:t> sit </a:t>
            </a:r>
            <a:r>
              <a:rPr lang="en-IE" sz="1200" dirty="0" err="1"/>
              <a:t>amet</a:t>
            </a:r>
            <a:r>
              <a:rPr lang="en-IE" sz="1200" dirty="0"/>
              <a:t>, </a:t>
            </a:r>
            <a:r>
              <a:rPr lang="en-IE" sz="1200" dirty="0" err="1"/>
              <a:t>consectetur</a:t>
            </a:r>
            <a:r>
              <a:rPr lang="en-IE" sz="1200" dirty="0"/>
              <a:t> </a:t>
            </a:r>
            <a:r>
              <a:rPr lang="en-IE" sz="1200" dirty="0" err="1"/>
              <a:t>adipiscing</a:t>
            </a:r>
            <a:r>
              <a:rPr lang="en-IE" sz="1200" dirty="0"/>
              <a:t> </a:t>
            </a:r>
            <a:r>
              <a:rPr lang="en-IE" sz="1200" dirty="0" err="1"/>
              <a:t>elit</a:t>
            </a:r>
            <a:r>
              <a:rPr lang="en-IE" sz="1200" dirty="0"/>
              <a:t>. </a:t>
            </a:r>
            <a:r>
              <a:rPr lang="en-IE" sz="1200" dirty="0" err="1"/>
              <a:t>Sed</a:t>
            </a:r>
            <a:r>
              <a:rPr lang="en-IE" sz="1200" dirty="0"/>
              <a:t> </a:t>
            </a:r>
            <a:r>
              <a:rPr lang="en-IE" sz="1200" dirty="0" err="1"/>
              <a:t>efficitur</a:t>
            </a:r>
            <a:r>
              <a:rPr lang="en-IE" sz="1200" dirty="0"/>
              <a:t> </a:t>
            </a:r>
            <a:r>
              <a:rPr lang="en-IE" sz="1200" dirty="0" err="1"/>
              <a:t>velit</a:t>
            </a:r>
            <a:r>
              <a:rPr lang="en-IE" sz="1200" dirty="0"/>
              <a:t> </a:t>
            </a:r>
            <a:r>
              <a:rPr lang="en-IE" sz="1200" dirty="0" err="1"/>
              <a:t>erat</a:t>
            </a:r>
            <a:r>
              <a:rPr lang="en-IE" sz="1200" dirty="0"/>
              <a:t>. </a:t>
            </a:r>
            <a:r>
              <a:rPr lang="en-IE" sz="1200" dirty="0" err="1"/>
              <a:t>Pellentesque</a:t>
            </a:r>
            <a:r>
              <a:rPr lang="en-IE" sz="1200" dirty="0"/>
              <a:t> nisi ligula, </a:t>
            </a:r>
            <a:r>
              <a:rPr lang="en-IE" sz="1200" dirty="0" err="1"/>
              <a:t>tincidunt</a:t>
            </a:r>
            <a:r>
              <a:rPr lang="en-IE" sz="1200" dirty="0"/>
              <a:t> </a:t>
            </a:r>
            <a:r>
              <a:rPr lang="en-IE" sz="1200" dirty="0" err="1"/>
              <a:t>pretium</a:t>
            </a:r>
            <a:r>
              <a:rPr lang="en-IE" sz="1200" dirty="0"/>
              <a:t> </a:t>
            </a:r>
            <a:r>
              <a:rPr lang="en-IE" sz="1200" dirty="0" err="1"/>
              <a:t>rhoncus</a:t>
            </a:r>
            <a:r>
              <a:rPr lang="en-IE" sz="1200" dirty="0"/>
              <a:t> in, fermentum </a:t>
            </a:r>
            <a:r>
              <a:rPr lang="en-IE" sz="1200" dirty="0" err="1"/>
              <a:t>nec</a:t>
            </a:r>
            <a:r>
              <a:rPr lang="en-IE" sz="1200" dirty="0"/>
              <a:t> </a:t>
            </a:r>
            <a:r>
              <a:rPr lang="en-IE" sz="1200" dirty="0" err="1"/>
              <a:t>dolor</a:t>
            </a:r>
            <a:r>
              <a:rPr lang="en-IE" sz="1200" dirty="0"/>
              <a:t>. </a:t>
            </a:r>
            <a:r>
              <a:rPr lang="en-IE" sz="1200" dirty="0" err="1"/>
              <a:t>Etiam</a:t>
            </a:r>
            <a:r>
              <a:rPr lang="en-IE" sz="1200" dirty="0"/>
              <a:t> </a:t>
            </a:r>
            <a:r>
              <a:rPr lang="en-IE" sz="1200" dirty="0" err="1"/>
              <a:t>mauris</a:t>
            </a:r>
            <a:r>
              <a:rPr lang="en-IE" sz="1200" dirty="0"/>
              <a:t> ligula, </a:t>
            </a:r>
            <a:r>
              <a:rPr lang="en-IE" sz="1200" dirty="0" err="1"/>
              <a:t>malesuada</a:t>
            </a:r>
            <a:r>
              <a:rPr lang="en-IE" sz="1200" dirty="0"/>
              <a:t> </a:t>
            </a:r>
            <a:r>
              <a:rPr lang="en-IE" sz="1200" dirty="0" err="1"/>
              <a:t>eu</a:t>
            </a:r>
            <a:r>
              <a:rPr lang="en-IE" sz="1200" dirty="0"/>
              <a:t> </a:t>
            </a:r>
            <a:r>
              <a:rPr lang="en-IE" sz="1200" dirty="0" err="1"/>
              <a:t>volutpat</a:t>
            </a:r>
            <a:r>
              <a:rPr lang="en-IE" sz="1200" dirty="0"/>
              <a:t> sit </a:t>
            </a:r>
            <a:r>
              <a:rPr lang="en-IE" sz="1200" dirty="0" err="1"/>
              <a:t>amet</a:t>
            </a:r>
            <a:r>
              <a:rPr lang="en-IE" sz="1200" dirty="0"/>
              <a:t>, dictum vitae ante. Morbi </a:t>
            </a:r>
            <a:r>
              <a:rPr lang="en-IE" sz="1200" dirty="0" err="1"/>
              <a:t>volutpat</a:t>
            </a:r>
            <a:r>
              <a:rPr lang="en-IE" sz="1200" dirty="0"/>
              <a:t>, </a:t>
            </a:r>
            <a:r>
              <a:rPr lang="en-IE" sz="1200" dirty="0" err="1"/>
              <a:t>felis</a:t>
            </a:r>
            <a:r>
              <a:rPr lang="en-IE" sz="1200" dirty="0"/>
              <a:t> a </a:t>
            </a:r>
            <a:r>
              <a:rPr lang="en-IE" sz="1200" dirty="0" err="1"/>
              <a:t>tempor</a:t>
            </a:r>
            <a:r>
              <a:rPr lang="en-IE" sz="1200" dirty="0"/>
              <a:t> </a:t>
            </a:r>
            <a:r>
              <a:rPr lang="en-IE" sz="1200" dirty="0" err="1"/>
              <a:t>iaculis</a:t>
            </a:r>
            <a:r>
              <a:rPr lang="en-IE" sz="1200" dirty="0"/>
              <a:t>, </a:t>
            </a:r>
            <a:r>
              <a:rPr lang="en-IE" sz="1200" dirty="0" err="1"/>
              <a:t>augue</a:t>
            </a:r>
            <a:r>
              <a:rPr lang="en-IE" sz="1200" dirty="0"/>
              <a:t> </a:t>
            </a:r>
            <a:r>
              <a:rPr lang="en-IE" sz="1200" dirty="0" err="1"/>
              <a:t>lacus</a:t>
            </a:r>
            <a:r>
              <a:rPr lang="en-IE" sz="1200" dirty="0"/>
              <a:t> </a:t>
            </a:r>
            <a:r>
              <a:rPr lang="en-IE" sz="1200" dirty="0" err="1"/>
              <a:t>facilisis</a:t>
            </a:r>
            <a:r>
              <a:rPr lang="en-IE" sz="1200" dirty="0"/>
              <a:t> </a:t>
            </a:r>
            <a:r>
              <a:rPr lang="en-IE" sz="1200" dirty="0" err="1"/>
              <a:t>metus</a:t>
            </a:r>
            <a:r>
              <a:rPr lang="en-IE" sz="1200" dirty="0"/>
              <a:t>, non </a:t>
            </a:r>
            <a:r>
              <a:rPr lang="en-IE" sz="1200" dirty="0" err="1"/>
              <a:t>commodo</a:t>
            </a:r>
            <a:r>
              <a:rPr lang="en-IE" sz="1200" dirty="0"/>
              <a:t> </a:t>
            </a:r>
            <a:r>
              <a:rPr lang="en-IE" sz="1200" dirty="0" err="1"/>
              <a:t>urna</a:t>
            </a:r>
            <a:r>
              <a:rPr lang="en-IE" sz="1200" dirty="0"/>
              <a:t> </a:t>
            </a:r>
            <a:r>
              <a:rPr lang="en-IE" sz="1200" dirty="0" err="1"/>
              <a:t>quam</a:t>
            </a:r>
            <a:r>
              <a:rPr lang="en-IE" sz="1200" dirty="0"/>
              <a:t> cursus eros. </a:t>
            </a:r>
          </a:p>
        </p:txBody>
      </p:sp>
      <p:cxnSp>
        <p:nvCxnSpPr>
          <p:cNvPr id="18" name="Straight Connector 17">
            <a:extLst>
              <a:ext uri="{FF2B5EF4-FFF2-40B4-BE49-F238E27FC236}">
                <a16:creationId xmlns:a16="http://schemas.microsoft.com/office/drawing/2014/main" id="{212B50D6-D8A4-9F4E-9E1B-B4B326285AA6}"/>
              </a:ext>
            </a:extLst>
          </p:cNvPr>
          <p:cNvCxnSpPr>
            <a:cxnSpLocks/>
          </p:cNvCxnSpPr>
          <p:nvPr/>
        </p:nvCxnSpPr>
        <p:spPr>
          <a:xfrm flipH="1">
            <a:off x="371476" y="2332038"/>
            <a:ext cx="3744912" cy="0"/>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0E88D4-C515-674D-B2F9-C5B443FA379C}"/>
              </a:ext>
            </a:extLst>
          </p:cNvPr>
          <p:cNvCxnSpPr>
            <a:cxnSpLocks/>
          </p:cNvCxnSpPr>
          <p:nvPr/>
        </p:nvCxnSpPr>
        <p:spPr>
          <a:xfrm flipH="1">
            <a:off x="4223544" y="2332038"/>
            <a:ext cx="3744912" cy="0"/>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62D7B0B-2D2E-7C46-A01C-0527D902CBE0}"/>
              </a:ext>
            </a:extLst>
          </p:cNvPr>
          <p:cNvCxnSpPr>
            <a:cxnSpLocks/>
          </p:cNvCxnSpPr>
          <p:nvPr/>
        </p:nvCxnSpPr>
        <p:spPr>
          <a:xfrm flipH="1">
            <a:off x="8077405" y="2332038"/>
            <a:ext cx="3744912" cy="0"/>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727243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123</a:t>
            </a:fld>
            <a:endParaRPr lang="ru-RU" dirty="0"/>
          </a:p>
        </p:txBody>
      </p:sp>
      <p:sp>
        <p:nvSpPr>
          <p:cNvPr id="6" name="Текст 18">
            <a:extLst>
              <a:ext uri="{FF2B5EF4-FFF2-40B4-BE49-F238E27FC236}">
                <a16:creationId xmlns:a16="http://schemas.microsoft.com/office/drawing/2014/main" id="{39D82686-B000-7F40-8754-8384B0AE37A7}"/>
              </a:ext>
            </a:extLst>
          </p:cNvPr>
          <p:cNvSpPr txBox="1">
            <a:spLocks/>
          </p:cNvSpPr>
          <p:nvPr/>
        </p:nvSpPr>
        <p:spPr>
          <a:xfrm>
            <a:off x="1145088" y="2437860"/>
            <a:ext cx="2597150" cy="12486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9" name="Текст 18">
            <a:extLst>
              <a:ext uri="{FF2B5EF4-FFF2-40B4-BE49-F238E27FC236}">
                <a16:creationId xmlns:a16="http://schemas.microsoft.com/office/drawing/2014/main" id="{D0A2A1D4-BBC3-5543-B39C-192B76D4F606}"/>
              </a:ext>
            </a:extLst>
          </p:cNvPr>
          <p:cNvSpPr txBox="1">
            <a:spLocks/>
          </p:cNvSpPr>
          <p:nvPr/>
        </p:nvSpPr>
        <p:spPr>
          <a:xfrm>
            <a:off x="4981301" y="3469575"/>
            <a:ext cx="2597150" cy="12486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10" name="Текст 18">
            <a:extLst>
              <a:ext uri="{FF2B5EF4-FFF2-40B4-BE49-F238E27FC236}">
                <a16:creationId xmlns:a16="http://schemas.microsoft.com/office/drawing/2014/main" id="{78A4CDD5-97A9-5A4A-9587-FF601C40D02D}"/>
              </a:ext>
            </a:extLst>
          </p:cNvPr>
          <p:cNvSpPr txBox="1">
            <a:spLocks/>
          </p:cNvSpPr>
          <p:nvPr/>
        </p:nvSpPr>
        <p:spPr>
          <a:xfrm>
            <a:off x="8832576" y="4491979"/>
            <a:ext cx="2578952" cy="12486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11" name="Shape 33">
            <a:extLst>
              <a:ext uri="{FF2B5EF4-FFF2-40B4-BE49-F238E27FC236}">
                <a16:creationId xmlns:a16="http://schemas.microsoft.com/office/drawing/2014/main" id="{604D1E59-FD58-1A41-B1D7-D6944D02420F}"/>
              </a:ext>
            </a:extLst>
          </p:cNvPr>
          <p:cNvSpPr>
            <a:spLocks noChangeAspect="1"/>
          </p:cNvSpPr>
          <p:nvPr/>
        </p:nvSpPr>
        <p:spPr>
          <a:xfrm>
            <a:off x="373159" y="2437859"/>
            <a:ext cx="612000" cy="612000"/>
          </a:xfrm>
          <a:prstGeom prst="rect">
            <a:avLst/>
          </a:prstGeom>
          <a:solidFill>
            <a:srgbClr val="CF0522">
              <a:alpha val="100000"/>
            </a:srgbClr>
          </a:solidFill>
          <a:ln/>
        </p:spPr>
        <p:txBody>
          <a:bodyPr lIns="0" tIns="0" rIns="0" bIns="0" anchor="ctr" anchorCtr="1"/>
          <a:lstStyle/>
          <a:p>
            <a:r>
              <a:rPr lang="en-US" sz="2000" dirty="0">
                <a:solidFill>
                  <a:schemeClr val="bg1"/>
                </a:solidFill>
              </a:rPr>
              <a:t>1</a:t>
            </a:r>
          </a:p>
        </p:txBody>
      </p:sp>
      <p:sp>
        <p:nvSpPr>
          <p:cNvPr id="12" name="Shape 33">
            <a:extLst>
              <a:ext uri="{FF2B5EF4-FFF2-40B4-BE49-F238E27FC236}">
                <a16:creationId xmlns:a16="http://schemas.microsoft.com/office/drawing/2014/main" id="{1DF6C5B4-67EA-6A44-A3FA-C86B03C4D56B}"/>
              </a:ext>
            </a:extLst>
          </p:cNvPr>
          <p:cNvSpPr/>
          <p:nvPr/>
        </p:nvSpPr>
        <p:spPr>
          <a:xfrm>
            <a:off x="4224338" y="3469574"/>
            <a:ext cx="612000" cy="612000"/>
          </a:xfrm>
          <a:prstGeom prst="rect">
            <a:avLst/>
          </a:prstGeom>
          <a:solidFill>
            <a:srgbClr val="CF0522">
              <a:alpha val="100000"/>
            </a:srgbClr>
          </a:solidFill>
          <a:ln/>
        </p:spPr>
        <p:txBody>
          <a:bodyPr lIns="0" tIns="0" rIns="0" bIns="0" anchor="ctr" anchorCtr="1"/>
          <a:lstStyle/>
          <a:p>
            <a:r>
              <a:rPr lang="en-US" sz="2000" dirty="0">
                <a:solidFill>
                  <a:schemeClr val="bg1"/>
                </a:solidFill>
              </a:rPr>
              <a:t>2</a:t>
            </a:r>
          </a:p>
        </p:txBody>
      </p:sp>
      <p:sp>
        <p:nvSpPr>
          <p:cNvPr id="13" name="Shape 33">
            <a:extLst>
              <a:ext uri="{FF2B5EF4-FFF2-40B4-BE49-F238E27FC236}">
                <a16:creationId xmlns:a16="http://schemas.microsoft.com/office/drawing/2014/main" id="{42BD10EC-C0D0-F441-B066-224319E5F2F3}"/>
              </a:ext>
            </a:extLst>
          </p:cNvPr>
          <p:cNvSpPr>
            <a:spLocks noChangeAspect="1"/>
          </p:cNvSpPr>
          <p:nvPr/>
        </p:nvSpPr>
        <p:spPr>
          <a:xfrm>
            <a:off x="8075613" y="4491978"/>
            <a:ext cx="612000" cy="612000"/>
          </a:xfrm>
          <a:prstGeom prst="rect">
            <a:avLst/>
          </a:prstGeom>
          <a:solidFill>
            <a:srgbClr val="CF0522">
              <a:alpha val="100000"/>
            </a:srgbClr>
          </a:solidFill>
          <a:ln/>
        </p:spPr>
        <p:txBody>
          <a:bodyPr lIns="0" tIns="0" rIns="0" bIns="0" anchor="ctr" anchorCtr="1"/>
          <a:lstStyle/>
          <a:p>
            <a:r>
              <a:rPr lang="en-US" sz="2000" dirty="0">
                <a:solidFill>
                  <a:schemeClr val="bg1"/>
                </a:solidFill>
              </a:rPr>
              <a:t>3</a:t>
            </a:r>
          </a:p>
        </p:txBody>
      </p:sp>
      <p:sp>
        <p:nvSpPr>
          <p:cNvPr id="14" name="Arc 13">
            <a:extLst>
              <a:ext uri="{FF2B5EF4-FFF2-40B4-BE49-F238E27FC236}">
                <a16:creationId xmlns:a16="http://schemas.microsoft.com/office/drawing/2014/main" id="{12BF24CD-B77F-D645-8683-7C1D7B96C621}"/>
              </a:ext>
            </a:extLst>
          </p:cNvPr>
          <p:cNvSpPr/>
          <p:nvPr/>
        </p:nvSpPr>
        <p:spPr>
          <a:xfrm>
            <a:off x="3430518" y="2437859"/>
            <a:ext cx="1105541" cy="1105541"/>
          </a:xfrm>
          <a:prstGeom prst="arc">
            <a:avLst/>
          </a:prstGeom>
          <a:ln w="12700">
            <a:solidFill>
              <a:srgbClr val="8C8C8C"/>
            </a:solidFill>
            <a:prstDash val="lg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Arc 15">
            <a:extLst>
              <a:ext uri="{FF2B5EF4-FFF2-40B4-BE49-F238E27FC236}">
                <a16:creationId xmlns:a16="http://schemas.microsoft.com/office/drawing/2014/main" id="{D13A68E3-FDBA-314B-9C69-153CFBD3C2EC}"/>
              </a:ext>
            </a:extLst>
          </p:cNvPr>
          <p:cNvSpPr/>
          <p:nvPr/>
        </p:nvSpPr>
        <p:spPr>
          <a:xfrm>
            <a:off x="7276072" y="3470064"/>
            <a:ext cx="1105541" cy="1105541"/>
          </a:xfrm>
          <a:prstGeom prst="arc">
            <a:avLst/>
          </a:prstGeom>
          <a:ln w="12700">
            <a:solidFill>
              <a:srgbClr val="8C8C8C"/>
            </a:solidFill>
            <a:prstDash val="lg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37574411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124</a:t>
            </a:fld>
            <a:endParaRPr lang="ru-RU" dirty="0"/>
          </a:p>
        </p:txBody>
      </p:sp>
      <p:sp>
        <p:nvSpPr>
          <p:cNvPr id="6" name="Текст 18">
            <a:extLst>
              <a:ext uri="{FF2B5EF4-FFF2-40B4-BE49-F238E27FC236}">
                <a16:creationId xmlns:a16="http://schemas.microsoft.com/office/drawing/2014/main" id="{39D82686-B000-7F40-8754-8384B0AE37A7}"/>
              </a:ext>
            </a:extLst>
          </p:cNvPr>
          <p:cNvSpPr txBox="1">
            <a:spLocks/>
          </p:cNvSpPr>
          <p:nvPr/>
        </p:nvSpPr>
        <p:spPr>
          <a:xfrm>
            <a:off x="360000" y="2108955"/>
            <a:ext cx="2597150" cy="12486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9" name="Текст 18">
            <a:extLst>
              <a:ext uri="{FF2B5EF4-FFF2-40B4-BE49-F238E27FC236}">
                <a16:creationId xmlns:a16="http://schemas.microsoft.com/office/drawing/2014/main" id="{D0A2A1D4-BBC3-5543-B39C-192B76D4F606}"/>
              </a:ext>
            </a:extLst>
          </p:cNvPr>
          <p:cNvSpPr txBox="1">
            <a:spLocks/>
          </p:cNvSpPr>
          <p:nvPr/>
        </p:nvSpPr>
        <p:spPr>
          <a:xfrm>
            <a:off x="3252788" y="3140670"/>
            <a:ext cx="2597150" cy="12486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10" name="Текст 18">
            <a:extLst>
              <a:ext uri="{FF2B5EF4-FFF2-40B4-BE49-F238E27FC236}">
                <a16:creationId xmlns:a16="http://schemas.microsoft.com/office/drawing/2014/main" id="{78A4CDD5-97A9-5A4A-9587-FF601C40D02D}"/>
              </a:ext>
            </a:extLst>
          </p:cNvPr>
          <p:cNvSpPr txBox="1">
            <a:spLocks/>
          </p:cNvSpPr>
          <p:nvPr/>
        </p:nvSpPr>
        <p:spPr>
          <a:xfrm>
            <a:off x="6149975" y="4167135"/>
            <a:ext cx="2578952" cy="12486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11" name="Shape 33">
            <a:extLst>
              <a:ext uri="{FF2B5EF4-FFF2-40B4-BE49-F238E27FC236}">
                <a16:creationId xmlns:a16="http://schemas.microsoft.com/office/drawing/2014/main" id="{604D1E59-FD58-1A41-B1D7-D6944D02420F}"/>
              </a:ext>
            </a:extLst>
          </p:cNvPr>
          <p:cNvSpPr>
            <a:spLocks noChangeAspect="1"/>
          </p:cNvSpPr>
          <p:nvPr/>
        </p:nvSpPr>
        <p:spPr>
          <a:xfrm>
            <a:off x="373159" y="1412875"/>
            <a:ext cx="612000" cy="612000"/>
          </a:xfrm>
          <a:prstGeom prst="rect">
            <a:avLst/>
          </a:prstGeom>
          <a:solidFill>
            <a:srgbClr val="CF0522">
              <a:alpha val="100000"/>
            </a:srgbClr>
          </a:solidFill>
          <a:ln/>
        </p:spPr>
        <p:txBody>
          <a:bodyPr lIns="0" tIns="0" rIns="0" bIns="0" anchor="ctr" anchorCtr="1"/>
          <a:lstStyle/>
          <a:p>
            <a:r>
              <a:rPr lang="en-US" sz="2000" dirty="0">
                <a:solidFill>
                  <a:schemeClr val="bg1"/>
                </a:solidFill>
              </a:rPr>
              <a:t>1</a:t>
            </a:r>
          </a:p>
        </p:txBody>
      </p:sp>
      <p:sp>
        <p:nvSpPr>
          <p:cNvPr id="12" name="Shape 33">
            <a:extLst>
              <a:ext uri="{FF2B5EF4-FFF2-40B4-BE49-F238E27FC236}">
                <a16:creationId xmlns:a16="http://schemas.microsoft.com/office/drawing/2014/main" id="{1DF6C5B4-67EA-6A44-A3FA-C86B03C4D56B}"/>
              </a:ext>
            </a:extLst>
          </p:cNvPr>
          <p:cNvSpPr/>
          <p:nvPr/>
        </p:nvSpPr>
        <p:spPr>
          <a:xfrm>
            <a:off x="3252788" y="2444590"/>
            <a:ext cx="612000" cy="612000"/>
          </a:xfrm>
          <a:prstGeom prst="rect">
            <a:avLst/>
          </a:prstGeom>
          <a:solidFill>
            <a:srgbClr val="CF0522">
              <a:alpha val="100000"/>
            </a:srgbClr>
          </a:solidFill>
          <a:ln/>
        </p:spPr>
        <p:txBody>
          <a:bodyPr lIns="0" tIns="0" rIns="0" bIns="0" anchor="ctr" anchorCtr="1"/>
          <a:lstStyle/>
          <a:p>
            <a:r>
              <a:rPr lang="en-US" sz="2000" dirty="0">
                <a:solidFill>
                  <a:schemeClr val="bg1"/>
                </a:solidFill>
              </a:rPr>
              <a:t>2</a:t>
            </a:r>
          </a:p>
        </p:txBody>
      </p:sp>
      <p:sp>
        <p:nvSpPr>
          <p:cNvPr id="13" name="Shape 33">
            <a:extLst>
              <a:ext uri="{FF2B5EF4-FFF2-40B4-BE49-F238E27FC236}">
                <a16:creationId xmlns:a16="http://schemas.microsoft.com/office/drawing/2014/main" id="{42BD10EC-C0D0-F441-B066-224319E5F2F3}"/>
              </a:ext>
            </a:extLst>
          </p:cNvPr>
          <p:cNvSpPr>
            <a:spLocks noChangeAspect="1"/>
          </p:cNvSpPr>
          <p:nvPr/>
        </p:nvSpPr>
        <p:spPr>
          <a:xfrm>
            <a:off x="6149975" y="3466994"/>
            <a:ext cx="612000" cy="612000"/>
          </a:xfrm>
          <a:prstGeom prst="rect">
            <a:avLst/>
          </a:prstGeom>
          <a:solidFill>
            <a:srgbClr val="CF0522">
              <a:alpha val="100000"/>
            </a:srgbClr>
          </a:solidFill>
          <a:ln/>
        </p:spPr>
        <p:txBody>
          <a:bodyPr lIns="0" tIns="0" rIns="0" bIns="0" anchor="ctr" anchorCtr="1"/>
          <a:lstStyle/>
          <a:p>
            <a:r>
              <a:rPr lang="en-US" sz="2000" dirty="0">
                <a:solidFill>
                  <a:schemeClr val="bg1"/>
                </a:solidFill>
              </a:rPr>
              <a:t>3</a:t>
            </a:r>
          </a:p>
        </p:txBody>
      </p:sp>
      <p:sp>
        <p:nvSpPr>
          <p:cNvPr id="14" name="Текст 18">
            <a:extLst>
              <a:ext uri="{FF2B5EF4-FFF2-40B4-BE49-F238E27FC236}">
                <a16:creationId xmlns:a16="http://schemas.microsoft.com/office/drawing/2014/main" id="{6BF2ED71-DE5F-AC40-AF93-3ED4CF31EA2E}"/>
              </a:ext>
            </a:extLst>
          </p:cNvPr>
          <p:cNvSpPr txBox="1">
            <a:spLocks/>
          </p:cNvSpPr>
          <p:nvPr/>
        </p:nvSpPr>
        <p:spPr>
          <a:xfrm>
            <a:off x="9047163" y="5227691"/>
            <a:ext cx="2578952" cy="1248612"/>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15" name="Shape 33">
            <a:extLst>
              <a:ext uri="{FF2B5EF4-FFF2-40B4-BE49-F238E27FC236}">
                <a16:creationId xmlns:a16="http://schemas.microsoft.com/office/drawing/2014/main" id="{763449EA-D35A-D849-B20E-52EA915F4929}"/>
              </a:ext>
            </a:extLst>
          </p:cNvPr>
          <p:cNvSpPr>
            <a:spLocks noChangeAspect="1"/>
          </p:cNvSpPr>
          <p:nvPr/>
        </p:nvSpPr>
        <p:spPr>
          <a:xfrm>
            <a:off x="9047163" y="4527550"/>
            <a:ext cx="612000" cy="612000"/>
          </a:xfrm>
          <a:prstGeom prst="rect">
            <a:avLst/>
          </a:prstGeom>
          <a:solidFill>
            <a:srgbClr val="CF0522">
              <a:alpha val="100000"/>
            </a:srgbClr>
          </a:solidFill>
          <a:ln/>
        </p:spPr>
        <p:txBody>
          <a:bodyPr lIns="0" tIns="0" rIns="0" bIns="0" anchor="ctr" anchorCtr="1"/>
          <a:lstStyle/>
          <a:p>
            <a:r>
              <a:rPr lang="en-US" sz="2000" dirty="0">
                <a:solidFill>
                  <a:schemeClr val="bg1"/>
                </a:solidFill>
              </a:rPr>
              <a:t>4</a:t>
            </a:r>
          </a:p>
        </p:txBody>
      </p:sp>
      <p:sp>
        <p:nvSpPr>
          <p:cNvPr id="2" name="Arc 1">
            <a:extLst>
              <a:ext uri="{FF2B5EF4-FFF2-40B4-BE49-F238E27FC236}">
                <a16:creationId xmlns:a16="http://schemas.microsoft.com/office/drawing/2014/main" id="{4760C827-C565-C64D-8E03-7AA25729FEA5}"/>
              </a:ext>
            </a:extLst>
          </p:cNvPr>
          <p:cNvSpPr/>
          <p:nvPr/>
        </p:nvSpPr>
        <p:spPr>
          <a:xfrm>
            <a:off x="2404379" y="1627720"/>
            <a:ext cx="1105541" cy="1105541"/>
          </a:xfrm>
          <a:prstGeom prst="arc">
            <a:avLst/>
          </a:prstGeom>
          <a:ln w="12700">
            <a:solidFill>
              <a:srgbClr val="8C8C8C"/>
            </a:solidFill>
            <a:prstDash val="lg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Arc 15">
            <a:extLst>
              <a:ext uri="{FF2B5EF4-FFF2-40B4-BE49-F238E27FC236}">
                <a16:creationId xmlns:a16="http://schemas.microsoft.com/office/drawing/2014/main" id="{9153AC28-28AF-3247-8AE1-47AB45950774}"/>
              </a:ext>
            </a:extLst>
          </p:cNvPr>
          <p:cNvSpPr/>
          <p:nvPr/>
        </p:nvSpPr>
        <p:spPr>
          <a:xfrm>
            <a:off x="5350434" y="2750590"/>
            <a:ext cx="1105541" cy="1105541"/>
          </a:xfrm>
          <a:prstGeom prst="arc">
            <a:avLst/>
          </a:prstGeom>
          <a:ln w="12700">
            <a:solidFill>
              <a:srgbClr val="8C8C8C"/>
            </a:solidFill>
            <a:prstDash val="lg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7B325148-9D3D-9A4D-89E8-07AC9AA6047F}"/>
              </a:ext>
            </a:extLst>
          </p:cNvPr>
          <p:cNvSpPr/>
          <p:nvPr/>
        </p:nvSpPr>
        <p:spPr>
          <a:xfrm>
            <a:off x="8243222" y="3773565"/>
            <a:ext cx="1105541" cy="1105541"/>
          </a:xfrm>
          <a:prstGeom prst="arc">
            <a:avLst/>
          </a:prstGeom>
          <a:ln w="12700">
            <a:solidFill>
              <a:srgbClr val="8C8C8C"/>
            </a:solidFill>
            <a:prstDash val="lg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68104874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125</a:t>
            </a:fld>
            <a:endParaRPr lang="ru-RU" dirty="0"/>
          </a:p>
        </p:txBody>
      </p:sp>
      <p:sp>
        <p:nvSpPr>
          <p:cNvPr id="6" name="Текст 18">
            <a:extLst>
              <a:ext uri="{FF2B5EF4-FFF2-40B4-BE49-F238E27FC236}">
                <a16:creationId xmlns:a16="http://schemas.microsoft.com/office/drawing/2014/main" id="{39D82686-B000-7F40-8754-8384B0AE37A7}"/>
              </a:ext>
            </a:extLst>
          </p:cNvPr>
          <p:cNvSpPr txBox="1">
            <a:spLocks/>
          </p:cNvSpPr>
          <p:nvPr/>
        </p:nvSpPr>
        <p:spPr>
          <a:xfrm>
            <a:off x="880946" y="1414899"/>
            <a:ext cx="494466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8" name="Shape 33">
            <a:extLst>
              <a:ext uri="{FF2B5EF4-FFF2-40B4-BE49-F238E27FC236}">
                <a16:creationId xmlns:a16="http://schemas.microsoft.com/office/drawing/2014/main" id="{3A2E70B6-47AC-8545-A660-1948E21244C1}"/>
              </a:ext>
            </a:extLst>
          </p:cNvPr>
          <p:cNvSpPr>
            <a:spLocks noChangeAspect="1"/>
          </p:cNvSpPr>
          <p:nvPr/>
        </p:nvSpPr>
        <p:spPr>
          <a:xfrm>
            <a:off x="373159" y="1414899"/>
            <a:ext cx="360000" cy="360000"/>
          </a:xfrm>
          <a:prstGeom prst="rect">
            <a:avLst/>
          </a:prstGeom>
          <a:solidFill>
            <a:srgbClr val="CF0522">
              <a:alpha val="100000"/>
            </a:srgbClr>
          </a:solidFill>
          <a:ln/>
        </p:spPr>
        <p:txBody>
          <a:bodyPr lIns="0" tIns="0" rIns="0" bIns="0" anchor="ctr" anchorCtr="1"/>
          <a:lstStyle/>
          <a:p>
            <a:r>
              <a:rPr lang="en-US" sz="1200" dirty="0">
                <a:solidFill>
                  <a:schemeClr val="bg1"/>
                </a:solidFill>
              </a:rPr>
              <a:t>1</a:t>
            </a:r>
          </a:p>
        </p:txBody>
      </p:sp>
      <p:sp>
        <p:nvSpPr>
          <p:cNvPr id="12" name="Текст 18">
            <a:extLst>
              <a:ext uri="{FF2B5EF4-FFF2-40B4-BE49-F238E27FC236}">
                <a16:creationId xmlns:a16="http://schemas.microsoft.com/office/drawing/2014/main" id="{4FE6FDAB-56C1-0F4A-8127-8A9295D38011}"/>
              </a:ext>
            </a:extLst>
          </p:cNvPr>
          <p:cNvSpPr txBox="1">
            <a:spLocks/>
          </p:cNvSpPr>
          <p:nvPr/>
        </p:nvSpPr>
        <p:spPr>
          <a:xfrm>
            <a:off x="880946" y="2449220"/>
            <a:ext cx="494466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13" name="Shape 33">
            <a:extLst>
              <a:ext uri="{FF2B5EF4-FFF2-40B4-BE49-F238E27FC236}">
                <a16:creationId xmlns:a16="http://schemas.microsoft.com/office/drawing/2014/main" id="{FCECB1FA-E6C9-DD47-A671-64118B8EE875}"/>
              </a:ext>
            </a:extLst>
          </p:cNvPr>
          <p:cNvSpPr>
            <a:spLocks noChangeAspect="1"/>
          </p:cNvSpPr>
          <p:nvPr/>
        </p:nvSpPr>
        <p:spPr>
          <a:xfrm>
            <a:off x="373159" y="2449220"/>
            <a:ext cx="360000" cy="360000"/>
          </a:xfrm>
          <a:prstGeom prst="rect">
            <a:avLst/>
          </a:prstGeom>
          <a:solidFill>
            <a:srgbClr val="CF0522">
              <a:alpha val="100000"/>
            </a:srgbClr>
          </a:solidFill>
          <a:ln/>
        </p:spPr>
        <p:txBody>
          <a:bodyPr lIns="0" tIns="0" rIns="0" bIns="0" anchor="ctr" anchorCtr="1"/>
          <a:lstStyle/>
          <a:p>
            <a:r>
              <a:rPr lang="en-US" sz="1200" dirty="0">
                <a:solidFill>
                  <a:schemeClr val="bg1"/>
                </a:solidFill>
              </a:rPr>
              <a:t>2</a:t>
            </a:r>
          </a:p>
        </p:txBody>
      </p:sp>
      <p:sp>
        <p:nvSpPr>
          <p:cNvPr id="14" name="Текст 18">
            <a:extLst>
              <a:ext uri="{FF2B5EF4-FFF2-40B4-BE49-F238E27FC236}">
                <a16:creationId xmlns:a16="http://schemas.microsoft.com/office/drawing/2014/main" id="{92E00CAD-CA85-D74A-81F0-5C2E368B630F}"/>
              </a:ext>
            </a:extLst>
          </p:cNvPr>
          <p:cNvSpPr txBox="1">
            <a:spLocks/>
          </p:cNvSpPr>
          <p:nvPr/>
        </p:nvSpPr>
        <p:spPr>
          <a:xfrm>
            <a:off x="880946" y="3483541"/>
            <a:ext cx="494466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15" name="Shape 33">
            <a:extLst>
              <a:ext uri="{FF2B5EF4-FFF2-40B4-BE49-F238E27FC236}">
                <a16:creationId xmlns:a16="http://schemas.microsoft.com/office/drawing/2014/main" id="{4FC92190-6390-6044-8C98-F6F469D8EED2}"/>
              </a:ext>
            </a:extLst>
          </p:cNvPr>
          <p:cNvSpPr>
            <a:spLocks noChangeAspect="1"/>
          </p:cNvSpPr>
          <p:nvPr/>
        </p:nvSpPr>
        <p:spPr>
          <a:xfrm>
            <a:off x="373159" y="3483541"/>
            <a:ext cx="360000" cy="360000"/>
          </a:xfrm>
          <a:prstGeom prst="rect">
            <a:avLst/>
          </a:prstGeom>
          <a:solidFill>
            <a:srgbClr val="CF0522">
              <a:alpha val="100000"/>
            </a:srgbClr>
          </a:solidFill>
          <a:ln/>
        </p:spPr>
        <p:txBody>
          <a:bodyPr lIns="0" tIns="0" rIns="0" bIns="0" anchor="ctr" anchorCtr="1"/>
          <a:lstStyle/>
          <a:p>
            <a:r>
              <a:rPr lang="en-US" sz="1200" dirty="0">
                <a:solidFill>
                  <a:schemeClr val="bg1"/>
                </a:solidFill>
              </a:rPr>
              <a:t>3</a:t>
            </a:r>
          </a:p>
        </p:txBody>
      </p:sp>
      <p:sp>
        <p:nvSpPr>
          <p:cNvPr id="16" name="Текст 18">
            <a:extLst>
              <a:ext uri="{FF2B5EF4-FFF2-40B4-BE49-F238E27FC236}">
                <a16:creationId xmlns:a16="http://schemas.microsoft.com/office/drawing/2014/main" id="{61D9585A-9CEB-0A4C-97F6-FBA3653AE033}"/>
              </a:ext>
            </a:extLst>
          </p:cNvPr>
          <p:cNvSpPr txBox="1">
            <a:spLocks/>
          </p:cNvSpPr>
          <p:nvPr/>
        </p:nvSpPr>
        <p:spPr>
          <a:xfrm>
            <a:off x="880946" y="4527550"/>
            <a:ext cx="494466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a:t>
            </a:r>
          </a:p>
        </p:txBody>
      </p:sp>
      <p:sp>
        <p:nvSpPr>
          <p:cNvPr id="17" name="Shape 33">
            <a:extLst>
              <a:ext uri="{FF2B5EF4-FFF2-40B4-BE49-F238E27FC236}">
                <a16:creationId xmlns:a16="http://schemas.microsoft.com/office/drawing/2014/main" id="{AB865A63-1E2D-0344-95D5-4917863B8272}"/>
              </a:ext>
            </a:extLst>
          </p:cNvPr>
          <p:cNvSpPr>
            <a:spLocks noChangeAspect="1"/>
          </p:cNvSpPr>
          <p:nvPr/>
        </p:nvSpPr>
        <p:spPr>
          <a:xfrm>
            <a:off x="373159" y="4527550"/>
            <a:ext cx="360000" cy="360000"/>
          </a:xfrm>
          <a:prstGeom prst="rect">
            <a:avLst/>
          </a:prstGeom>
          <a:solidFill>
            <a:srgbClr val="CF0522">
              <a:alpha val="100000"/>
            </a:srgbClr>
          </a:solidFill>
          <a:ln/>
        </p:spPr>
        <p:txBody>
          <a:bodyPr lIns="0" tIns="0" rIns="0" bIns="0" anchor="ctr" anchorCtr="1"/>
          <a:lstStyle/>
          <a:p>
            <a:r>
              <a:rPr lang="en-US" sz="1200" dirty="0">
                <a:solidFill>
                  <a:schemeClr val="bg1"/>
                </a:solidFill>
              </a:rPr>
              <a:t>4</a:t>
            </a:r>
          </a:p>
        </p:txBody>
      </p:sp>
      <p:sp>
        <p:nvSpPr>
          <p:cNvPr id="23" name="Текст 18">
            <a:extLst>
              <a:ext uri="{FF2B5EF4-FFF2-40B4-BE49-F238E27FC236}">
                <a16:creationId xmlns:a16="http://schemas.microsoft.com/office/drawing/2014/main" id="{5FD02A98-55DE-6A47-BE87-9B9DDEDC9092}"/>
              </a:ext>
            </a:extLst>
          </p:cNvPr>
          <p:cNvSpPr txBox="1">
            <a:spLocks/>
          </p:cNvSpPr>
          <p:nvPr/>
        </p:nvSpPr>
        <p:spPr>
          <a:xfrm>
            <a:off x="6657762" y="1414899"/>
            <a:ext cx="494466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24" name="Shape 33">
            <a:extLst>
              <a:ext uri="{FF2B5EF4-FFF2-40B4-BE49-F238E27FC236}">
                <a16:creationId xmlns:a16="http://schemas.microsoft.com/office/drawing/2014/main" id="{1D057DCE-BBF5-194F-8D6B-B18C8121CBD7}"/>
              </a:ext>
            </a:extLst>
          </p:cNvPr>
          <p:cNvSpPr>
            <a:spLocks noChangeAspect="1"/>
          </p:cNvSpPr>
          <p:nvPr/>
        </p:nvSpPr>
        <p:spPr>
          <a:xfrm>
            <a:off x="6149975" y="1414899"/>
            <a:ext cx="360000" cy="360000"/>
          </a:xfrm>
          <a:prstGeom prst="rect">
            <a:avLst/>
          </a:prstGeom>
          <a:solidFill>
            <a:srgbClr val="CF0522">
              <a:alpha val="100000"/>
            </a:srgbClr>
          </a:solidFill>
          <a:ln/>
        </p:spPr>
        <p:txBody>
          <a:bodyPr lIns="0" tIns="0" rIns="0" bIns="0" anchor="ctr" anchorCtr="1"/>
          <a:lstStyle/>
          <a:p>
            <a:r>
              <a:rPr lang="en-US" sz="1200" dirty="0">
                <a:solidFill>
                  <a:schemeClr val="bg1"/>
                </a:solidFill>
              </a:rPr>
              <a:t>5</a:t>
            </a:r>
          </a:p>
        </p:txBody>
      </p:sp>
      <p:sp>
        <p:nvSpPr>
          <p:cNvPr id="25" name="Текст 18">
            <a:extLst>
              <a:ext uri="{FF2B5EF4-FFF2-40B4-BE49-F238E27FC236}">
                <a16:creationId xmlns:a16="http://schemas.microsoft.com/office/drawing/2014/main" id="{0827F499-CDAA-CF44-B93B-CB612B34B4E0}"/>
              </a:ext>
            </a:extLst>
          </p:cNvPr>
          <p:cNvSpPr txBox="1">
            <a:spLocks/>
          </p:cNvSpPr>
          <p:nvPr/>
        </p:nvSpPr>
        <p:spPr>
          <a:xfrm>
            <a:off x="6657762" y="2449220"/>
            <a:ext cx="494466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26" name="Shape 33">
            <a:extLst>
              <a:ext uri="{FF2B5EF4-FFF2-40B4-BE49-F238E27FC236}">
                <a16:creationId xmlns:a16="http://schemas.microsoft.com/office/drawing/2014/main" id="{379E05DC-D012-D04E-AA42-2CE141858E9D}"/>
              </a:ext>
            </a:extLst>
          </p:cNvPr>
          <p:cNvSpPr>
            <a:spLocks noChangeAspect="1"/>
          </p:cNvSpPr>
          <p:nvPr/>
        </p:nvSpPr>
        <p:spPr>
          <a:xfrm>
            <a:off x="6149975" y="2449220"/>
            <a:ext cx="360000" cy="360000"/>
          </a:xfrm>
          <a:prstGeom prst="rect">
            <a:avLst/>
          </a:prstGeom>
          <a:solidFill>
            <a:srgbClr val="CF0522">
              <a:alpha val="100000"/>
            </a:srgbClr>
          </a:solidFill>
          <a:ln/>
        </p:spPr>
        <p:txBody>
          <a:bodyPr lIns="0" tIns="0" rIns="0" bIns="0" anchor="ctr" anchorCtr="1"/>
          <a:lstStyle/>
          <a:p>
            <a:r>
              <a:rPr lang="en-US" sz="1200" dirty="0">
                <a:solidFill>
                  <a:schemeClr val="bg1"/>
                </a:solidFill>
              </a:rPr>
              <a:t>6</a:t>
            </a:r>
          </a:p>
        </p:txBody>
      </p:sp>
      <p:sp>
        <p:nvSpPr>
          <p:cNvPr id="27" name="Текст 18">
            <a:extLst>
              <a:ext uri="{FF2B5EF4-FFF2-40B4-BE49-F238E27FC236}">
                <a16:creationId xmlns:a16="http://schemas.microsoft.com/office/drawing/2014/main" id="{581B7AE8-6E54-E144-86B4-C84FC9CCFB0E}"/>
              </a:ext>
            </a:extLst>
          </p:cNvPr>
          <p:cNvSpPr txBox="1">
            <a:spLocks/>
          </p:cNvSpPr>
          <p:nvPr/>
        </p:nvSpPr>
        <p:spPr>
          <a:xfrm>
            <a:off x="6657762" y="3483541"/>
            <a:ext cx="494466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 </a:t>
            </a:r>
          </a:p>
        </p:txBody>
      </p:sp>
      <p:sp>
        <p:nvSpPr>
          <p:cNvPr id="28" name="Shape 33">
            <a:extLst>
              <a:ext uri="{FF2B5EF4-FFF2-40B4-BE49-F238E27FC236}">
                <a16:creationId xmlns:a16="http://schemas.microsoft.com/office/drawing/2014/main" id="{7CB562C5-13BC-A846-8DF2-82292183BB20}"/>
              </a:ext>
            </a:extLst>
          </p:cNvPr>
          <p:cNvSpPr>
            <a:spLocks noChangeAspect="1"/>
          </p:cNvSpPr>
          <p:nvPr/>
        </p:nvSpPr>
        <p:spPr>
          <a:xfrm>
            <a:off x="6149975" y="3483541"/>
            <a:ext cx="360000" cy="360000"/>
          </a:xfrm>
          <a:prstGeom prst="rect">
            <a:avLst/>
          </a:prstGeom>
          <a:solidFill>
            <a:srgbClr val="CF0522">
              <a:alpha val="100000"/>
            </a:srgbClr>
          </a:solidFill>
          <a:ln/>
        </p:spPr>
        <p:txBody>
          <a:bodyPr lIns="0" tIns="0" rIns="0" bIns="0" anchor="ctr" anchorCtr="1"/>
          <a:lstStyle/>
          <a:p>
            <a:r>
              <a:rPr lang="en-US" sz="1200" dirty="0">
                <a:solidFill>
                  <a:schemeClr val="bg1"/>
                </a:solidFill>
              </a:rPr>
              <a:t>7</a:t>
            </a:r>
          </a:p>
        </p:txBody>
      </p:sp>
      <p:sp>
        <p:nvSpPr>
          <p:cNvPr id="29" name="Текст 18">
            <a:extLst>
              <a:ext uri="{FF2B5EF4-FFF2-40B4-BE49-F238E27FC236}">
                <a16:creationId xmlns:a16="http://schemas.microsoft.com/office/drawing/2014/main" id="{6F2062DE-D0B1-E249-8C83-8F0D3F729C72}"/>
              </a:ext>
            </a:extLst>
          </p:cNvPr>
          <p:cNvSpPr txBox="1">
            <a:spLocks/>
          </p:cNvSpPr>
          <p:nvPr/>
        </p:nvSpPr>
        <p:spPr>
          <a:xfrm>
            <a:off x="6657762" y="4527550"/>
            <a:ext cx="4944668" cy="694614"/>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000" dirty="0"/>
              <a:t>Lorem ipsum </a:t>
            </a:r>
            <a:r>
              <a:rPr lang="en-IE" sz="1000" dirty="0" err="1"/>
              <a:t>dolor</a:t>
            </a:r>
            <a:r>
              <a:rPr lang="en-IE" sz="1000" dirty="0"/>
              <a:t> sit </a:t>
            </a:r>
            <a:r>
              <a:rPr lang="en-IE" sz="1000" dirty="0" err="1"/>
              <a:t>amet</a:t>
            </a:r>
            <a:r>
              <a:rPr lang="en-IE" sz="1000" dirty="0"/>
              <a:t>, </a:t>
            </a:r>
            <a:r>
              <a:rPr lang="en-IE" sz="1000" dirty="0" err="1"/>
              <a:t>consectetur</a:t>
            </a:r>
            <a:r>
              <a:rPr lang="en-IE" sz="1000" dirty="0"/>
              <a:t> </a:t>
            </a:r>
            <a:r>
              <a:rPr lang="en-IE" sz="1000" dirty="0" err="1"/>
              <a:t>adipiscing</a:t>
            </a:r>
            <a:r>
              <a:rPr lang="en-IE" sz="1000" dirty="0"/>
              <a:t> </a:t>
            </a:r>
            <a:r>
              <a:rPr lang="en-IE" sz="1000" dirty="0" err="1"/>
              <a:t>elit</a:t>
            </a:r>
            <a:r>
              <a:rPr lang="en-IE" sz="1000" dirty="0"/>
              <a:t>. </a:t>
            </a:r>
            <a:r>
              <a:rPr lang="en-IE" sz="1000" dirty="0" err="1"/>
              <a:t>Sed</a:t>
            </a:r>
            <a:r>
              <a:rPr lang="en-IE" sz="1000" dirty="0"/>
              <a:t> </a:t>
            </a:r>
            <a:r>
              <a:rPr lang="en-IE" sz="1000" dirty="0" err="1"/>
              <a:t>efficitur</a:t>
            </a:r>
            <a:r>
              <a:rPr lang="en-IE" sz="1000" dirty="0"/>
              <a:t> </a:t>
            </a:r>
            <a:r>
              <a:rPr lang="en-IE" sz="1000" dirty="0" err="1"/>
              <a:t>velit</a:t>
            </a:r>
            <a:r>
              <a:rPr lang="en-IE" sz="1000" dirty="0"/>
              <a:t> </a:t>
            </a:r>
            <a:r>
              <a:rPr lang="en-IE" sz="1000" dirty="0" err="1"/>
              <a:t>erat</a:t>
            </a:r>
            <a:r>
              <a:rPr lang="en-IE" sz="1000" dirty="0"/>
              <a:t>. </a:t>
            </a:r>
            <a:r>
              <a:rPr lang="en-IE" sz="1000" dirty="0" err="1"/>
              <a:t>Pellentesque</a:t>
            </a:r>
            <a:r>
              <a:rPr lang="en-IE" sz="1000" dirty="0"/>
              <a:t> nisi ligula, </a:t>
            </a:r>
            <a:r>
              <a:rPr lang="en-IE" sz="1000" dirty="0" err="1"/>
              <a:t>tincidunt</a:t>
            </a:r>
            <a:r>
              <a:rPr lang="en-IE" sz="1000" dirty="0"/>
              <a:t> </a:t>
            </a:r>
            <a:r>
              <a:rPr lang="en-IE" sz="1000" dirty="0" err="1"/>
              <a:t>pretium</a:t>
            </a:r>
            <a:r>
              <a:rPr lang="en-IE" sz="1000" dirty="0"/>
              <a:t> </a:t>
            </a:r>
            <a:r>
              <a:rPr lang="en-IE" sz="1000" dirty="0" err="1"/>
              <a:t>rhoncus</a:t>
            </a:r>
            <a:r>
              <a:rPr lang="en-IE" sz="1000" dirty="0"/>
              <a:t> in, fermentum </a:t>
            </a:r>
            <a:r>
              <a:rPr lang="en-IE" sz="1000" dirty="0" err="1"/>
              <a:t>nec</a:t>
            </a:r>
            <a:r>
              <a:rPr lang="en-IE" sz="1000" dirty="0"/>
              <a:t> </a:t>
            </a:r>
            <a:r>
              <a:rPr lang="en-IE" sz="1000" dirty="0" err="1"/>
              <a:t>dolor</a:t>
            </a:r>
            <a:r>
              <a:rPr lang="en-IE" sz="1000" dirty="0"/>
              <a:t>. </a:t>
            </a:r>
            <a:r>
              <a:rPr lang="en-IE" sz="1000" dirty="0" err="1"/>
              <a:t>Etiam</a:t>
            </a:r>
            <a:r>
              <a:rPr lang="en-IE" sz="1000" dirty="0"/>
              <a:t> </a:t>
            </a:r>
            <a:r>
              <a:rPr lang="en-IE" sz="1000" dirty="0" err="1"/>
              <a:t>mauris</a:t>
            </a:r>
            <a:r>
              <a:rPr lang="en-IE" sz="1000" dirty="0"/>
              <a:t> ligula, </a:t>
            </a:r>
            <a:r>
              <a:rPr lang="en-IE" sz="1000" dirty="0" err="1"/>
              <a:t>malesuada</a:t>
            </a:r>
            <a:r>
              <a:rPr lang="en-IE" sz="1000" dirty="0"/>
              <a:t> </a:t>
            </a:r>
            <a:r>
              <a:rPr lang="en-IE" sz="1000" dirty="0" err="1"/>
              <a:t>eu</a:t>
            </a:r>
            <a:r>
              <a:rPr lang="en-IE" sz="1000" dirty="0"/>
              <a:t> </a:t>
            </a:r>
            <a:r>
              <a:rPr lang="en-IE" sz="1000" dirty="0" err="1"/>
              <a:t>volutpat</a:t>
            </a:r>
            <a:r>
              <a:rPr lang="en-IE" sz="1000" dirty="0"/>
              <a:t> sit </a:t>
            </a:r>
            <a:r>
              <a:rPr lang="en-IE" sz="1000" dirty="0" err="1"/>
              <a:t>amet</a:t>
            </a:r>
            <a:r>
              <a:rPr lang="en-IE" sz="1000" dirty="0"/>
              <a:t>, dictum vitae ante. Morbi </a:t>
            </a:r>
            <a:r>
              <a:rPr lang="en-IE" sz="1000" dirty="0" err="1"/>
              <a:t>volutpat</a:t>
            </a:r>
            <a:r>
              <a:rPr lang="en-IE" sz="1000" dirty="0"/>
              <a:t>, </a:t>
            </a:r>
            <a:r>
              <a:rPr lang="en-IE" sz="1000" dirty="0" err="1"/>
              <a:t>felis</a:t>
            </a:r>
            <a:r>
              <a:rPr lang="en-IE" sz="1000" dirty="0"/>
              <a:t> a </a:t>
            </a:r>
            <a:r>
              <a:rPr lang="en-IE" sz="1000" dirty="0" err="1"/>
              <a:t>tempor</a:t>
            </a:r>
            <a:r>
              <a:rPr lang="en-IE" sz="1000" dirty="0"/>
              <a:t> </a:t>
            </a:r>
            <a:r>
              <a:rPr lang="en-IE" sz="1000" dirty="0" err="1"/>
              <a:t>iaculis</a:t>
            </a:r>
            <a:r>
              <a:rPr lang="en-IE" sz="1000" dirty="0"/>
              <a:t>, </a:t>
            </a:r>
            <a:r>
              <a:rPr lang="en-IE" sz="1000" dirty="0" err="1"/>
              <a:t>augue</a:t>
            </a:r>
            <a:r>
              <a:rPr lang="en-IE" sz="1000" dirty="0"/>
              <a:t> </a:t>
            </a:r>
            <a:r>
              <a:rPr lang="en-IE" sz="1000" dirty="0" err="1"/>
              <a:t>lacus</a:t>
            </a:r>
            <a:r>
              <a:rPr lang="en-IE" sz="1000" dirty="0"/>
              <a:t> </a:t>
            </a:r>
            <a:r>
              <a:rPr lang="en-IE" sz="1000" dirty="0" err="1"/>
              <a:t>facilisis</a:t>
            </a:r>
            <a:r>
              <a:rPr lang="en-IE" sz="1000" dirty="0"/>
              <a:t> </a:t>
            </a:r>
            <a:r>
              <a:rPr lang="en-IE" sz="1000" dirty="0" err="1"/>
              <a:t>metus</a:t>
            </a:r>
            <a:r>
              <a:rPr lang="en-IE" sz="1000" dirty="0"/>
              <a:t>, non </a:t>
            </a:r>
            <a:r>
              <a:rPr lang="en-IE" sz="1000" dirty="0" err="1"/>
              <a:t>commodo</a:t>
            </a:r>
            <a:r>
              <a:rPr lang="en-IE" sz="1000" dirty="0"/>
              <a:t> </a:t>
            </a:r>
            <a:r>
              <a:rPr lang="en-IE" sz="1000" dirty="0" err="1"/>
              <a:t>urna</a:t>
            </a:r>
            <a:r>
              <a:rPr lang="en-IE" sz="1000" dirty="0"/>
              <a:t> </a:t>
            </a:r>
            <a:r>
              <a:rPr lang="en-IE" sz="1000" dirty="0" err="1"/>
              <a:t>quam</a:t>
            </a:r>
            <a:r>
              <a:rPr lang="en-IE" sz="1000" dirty="0"/>
              <a:t> cursus eros</a:t>
            </a:r>
          </a:p>
        </p:txBody>
      </p:sp>
      <p:sp>
        <p:nvSpPr>
          <p:cNvPr id="30" name="Shape 33">
            <a:extLst>
              <a:ext uri="{FF2B5EF4-FFF2-40B4-BE49-F238E27FC236}">
                <a16:creationId xmlns:a16="http://schemas.microsoft.com/office/drawing/2014/main" id="{1826B23C-2A30-E043-8B3D-FEED960E7399}"/>
              </a:ext>
            </a:extLst>
          </p:cNvPr>
          <p:cNvSpPr>
            <a:spLocks noChangeAspect="1"/>
          </p:cNvSpPr>
          <p:nvPr/>
        </p:nvSpPr>
        <p:spPr>
          <a:xfrm>
            <a:off x="6149975" y="4527550"/>
            <a:ext cx="360000" cy="360000"/>
          </a:xfrm>
          <a:prstGeom prst="rect">
            <a:avLst/>
          </a:prstGeom>
          <a:solidFill>
            <a:srgbClr val="CF0522">
              <a:alpha val="100000"/>
            </a:srgbClr>
          </a:solidFill>
          <a:ln/>
        </p:spPr>
        <p:txBody>
          <a:bodyPr lIns="0" tIns="0" rIns="0" bIns="0" anchor="ctr" anchorCtr="1"/>
          <a:lstStyle/>
          <a:p>
            <a:r>
              <a:rPr lang="en-US" sz="1200" dirty="0">
                <a:solidFill>
                  <a:schemeClr val="bg1"/>
                </a:solidFill>
              </a:rPr>
              <a:t>8</a:t>
            </a:r>
          </a:p>
        </p:txBody>
      </p:sp>
    </p:spTree>
    <p:extLst>
      <p:ext uri="{BB962C8B-B14F-4D97-AF65-F5344CB8AC3E}">
        <p14:creationId xmlns:p14="http://schemas.microsoft.com/office/powerpoint/2010/main" val="32482016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126</a:t>
            </a:fld>
            <a:endParaRPr lang="ru-RU" dirty="0"/>
          </a:p>
        </p:txBody>
      </p:sp>
      <p:sp>
        <p:nvSpPr>
          <p:cNvPr id="18" name="Текст 18">
            <a:extLst>
              <a:ext uri="{FF2B5EF4-FFF2-40B4-BE49-F238E27FC236}">
                <a16:creationId xmlns:a16="http://schemas.microsoft.com/office/drawing/2014/main" id="{7F3F8137-BFB3-014D-9AD9-7FC8E455B4B7}"/>
              </a:ext>
            </a:extLst>
          </p:cNvPr>
          <p:cNvSpPr txBox="1">
            <a:spLocks/>
          </p:cNvSpPr>
          <p:nvPr/>
        </p:nvSpPr>
        <p:spPr>
          <a:xfrm>
            <a:off x="1357925" y="1414899"/>
            <a:ext cx="9508513" cy="668196"/>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600" dirty="0"/>
              <a:t>Lorem ipsum </a:t>
            </a:r>
            <a:r>
              <a:rPr lang="en-IE" sz="1600" dirty="0" err="1"/>
              <a:t>dolor</a:t>
            </a:r>
            <a:r>
              <a:rPr lang="en-IE" sz="1600" dirty="0"/>
              <a:t> sit </a:t>
            </a:r>
            <a:r>
              <a:rPr lang="en-IE" sz="1600" dirty="0" err="1"/>
              <a:t>amet</a:t>
            </a:r>
            <a:r>
              <a:rPr lang="en-IE" sz="1600" dirty="0"/>
              <a:t>, </a:t>
            </a:r>
            <a:r>
              <a:rPr lang="en-IE" sz="1600" dirty="0" err="1"/>
              <a:t>consectetur</a:t>
            </a:r>
            <a:r>
              <a:rPr lang="en-IE" sz="1600" dirty="0"/>
              <a:t> </a:t>
            </a:r>
            <a:r>
              <a:rPr lang="en-IE" sz="1600" dirty="0" err="1"/>
              <a:t>adipiscing</a:t>
            </a:r>
            <a:r>
              <a:rPr lang="en-IE" sz="1600" dirty="0"/>
              <a:t> </a:t>
            </a:r>
            <a:r>
              <a:rPr lang="en-IE" sz="1600" dirty="0" err="1"/>
              <a:t>elit</a:t>
            </a:r>
            <a:r>
              <a:rPr lang="en-IE" sz="1600" dirty="0"/>
              <a:t>. </a:t>
            </a:r>
            <a:r>
              <a:rPr lang="en-IE" sz="1600" dirty="0" err="1"/>
              <a:t>Sed</a:t>
            </a:r>
            <a:r>
              <a:rPr lang="en-IE" sz="1600" dirty="0"/>
              <a:t> </a:t>
            </a:r>
            <a:r>
              <a:rPr lang="en-IE" sz="1600" dirty="0" err="1"/>
              <a:t>efficitur</a:t>
            </a:r>
            <a:r>
              <a:rPr lang="en-IE" sz="1600" dirty="0"/>
              <a:t> </a:t>
            </a:r>
            <a:r>
              <a:rPr lang="en-IE" sz="1600" dirty="0" err="1"/>
              <a:t>velit</a:t>
            </a:r>
            <a:r>
              <a:rPr lang="en-IE" sz="1600" dirty="0"/>
              <a:t> </a:t>
            </a:r>
            <a:r>
              <a:rPr lang="en-IE" sz="1600" dirty="0" err="1"/>
              <a:t>erat</a:t>
            </a:r>
            <a:r>
              <a:rPr lang="en-IE" sz="1600" dirty="0"/>
              <a:t>. </a:t>
            </a:r>
            <a:r>
              <a:rPr lang="en-IE" sz="1600" dirty="0" err="1"/>
              <a:t>Pellentesque</a:t>
            </a:r>
            <a:r>
              <a:rPr lang="en-IE" sz="1600" dirty="0"/>
              <a:t> nisi ligula, </a:t>
            </a:r>
            <a:r>
              <a:rPr lang="en-IE" sz="1600" dirty="0" err="1"/>
              <a:t>tincidunt</a:t>
            </a:r>
            <a:r>
              <a:rPr lang="en-IE" sz="1600" dirty="0"/>
              <a:t> </a:t>
            </a:r>
            <a:r>
              <a:rPr lang="en-IE" sz="1600" dirty="0" err="1"/>
              <a:t>pretium</a:t>
            </a:r>
            <a:r>
              <a:rPr lang="en-IE" sz="1600" dirty="0"/>
              <a:t> </a:t>
            </a:r>
            <a:r>
              <a:rPr lang="en-IE" sz="1600" dirty="0" err="1"/>
              <a:t>rhoncus</a:t>
            </a:r>
            <a:r>
              <a:rPr lang="en-IE" sz="1600" dirty="0"/>
              <a:t> in, fermentum </a:t>
            </a:r>
            <a:r>
              <a:rPr lang="en-IE" sz="1600" dirty="0" err="1"/>
              <a:t>nec</a:t>
            </a:r>
            <a:r>
              <a:rPr lang="en-IE" sz="1600" dirty="0"/>
              <a:t> </a:t>
            </a:r>
            <a:r>
              <a:rPr lang="en-IE" sz="1600" dirty="0" err="1"/>
              <a:t>dolor</a:t>
            </a:r>
            <a:r>
              <a:rPr lang="en-IE" sz="1600" dirty="0"/>
              <a:t>. </a:t>
            </a:r>
            <a:r>
              <a:rPr lang="en-IE" sz="1600" dirty="0" err="1"/>
              <a:t>Etiam</a:t>
            </a:r>
            <a:r>
              <a:rPr lang="en-IE" sz="1600" dirty="0"/>
              <a:t> </a:t>
            </a:r>
            <a:r>
              <a:rPr lang="en-IE" sz="1600" dirty="0" err="1"/>
              <a:t>mauris</a:t>
            </a:r>
            <a:r>
              <a:rPr lang="en-IE" sz="1600" dirty="0"/>
              <a:t> ligula, </a:t>
            </a:r>
            <a:r>
              <a:rPr lang="en-IE" sz="1600" dirty="0" err="1"/>
              <a:t>malesuada</a:t>
            </a:r>
            <a:r>
              <a:rPr lang="en-IE" sz="1600" dirty="0"/>
              <a:t> </a:t>
            </a:r>
            <a:r>
              <a:rPr lang="en-IE" sz="1600" dirty="0" err="1"/>
              <a:t>eu</a:t>
            </a:r>
            <a:r>
              <a:rPr lang="en-IE" sz="1600" dirty="0"/>
              <a:t> </a:t>
            </a:r>
            <a:r>
              <a:rPr lang="en-IE" sz="1600" dirty="0" err="1"/>
              <a:t>volutpat</a:t>
            </a:r>
            <a:r>
              <a:rPr lang="en-IE" sz="1600" dirty="0"/>
              <a:t> sit </a:t>
            </a:r>
            <a:r>
              <a:rPr lang="en-IE" sz="1600" dirty="0" err="1"/>
              <a:t>amet</a:t>
            </a:r>
            <a:r>
              <a:rPr lang="en-IE" sz="1600" dirty="0"/>
              <a:t>, dictum vitae ante. Morbi </a:t>
            </a:r>
            <a:r>
              <a:rPr lang="en-IE" sz="1600" dirty="0" err="1"/>
              <a:t>volutpat</a:t>
            </a:r>
            <a:r>
              <a:rPr lang="en-IE" sz="1600" dirty="0"/>
              <a:t>, </a:t>
            </a:r>
            <a:r>
              <a:rPr lang="en-IE" sz="1600" dirty="0" err="1"/>
              <a:t>felis</a:t>
            </a:r>
            <a:r>
              <a:rPr lang="en-IE" sz="1600" dirty="0"/>
              <a:t> a </a:t>
            </a:r>
            <a:r>
              <a:rPr lang="en-IE" sz="1600" dirty="0" err="1"/>
              <a:t>tempor</a:t>
            </a:r>
            <a:r>
              <a:rPr lang="en-IE" sz="1600" dirty="0"/>
              <a:t> </a:t>
            </a:r>
            <a:r>
              <a:rPr lang="en-IE" sz="1600" dirty="0" err="1"/>
              <a:t>iaculis</a:t>
            </a:r>
            <a:r>
              <a:rPr lang="en-IE" sz="1600" dirty="0"/>
              <a:t>, </a:t>
            </a:r>
            <a:r>
              <a:rPr lang="en-IE" sz="1600" dirty="0" err="1"/>
              <a:t>augue</a:t>
            </a:r>
            <a:r>
              <a:rPr lang="en-IE" sz="1600" dirty="0"/>
              <a:t> </a:t>
            </a:r>
            <a:r>
              <a:rPr lang="en-IE" sz="1600" dirty="0" err="1"/>
              <a:t>lacus</a:t>
            </a:r>
            <a:r>
              <a:rPr lang="en-IE" sz="1600" dirty="0"/>
              <a:t> </a:t>
            </a:r>
            <a:r>
              <a:rPr lang="en-IE" sz="1600" dirty="0" err="1"/>
              <a:t>facilisis</a:t>
            </a:r>
            <a:r>
              <a:rPr lang="en-IE" sz="1600" dirty="0"/>
              <a:t> </a:t>
            </a:r>
            <a:r>
              <a:rPr lang="en-IE" sz="1600" dirty="0" err="1"/>
              <a:t>metus</a:t>
            </a:r>
            <a:r>
              <a:rPr lang="en-IE" sz="1600" dirty="0"/>
              <a:t>, </a:t>
            </a:r>
          </a:p>
        </p:txBody>
      </p:sp>
      <p:sp>
        <p:nvSpPr>
          <p:cNvPr id="19" name="Shape 33">
            <a:extLst>
              <a:ext uri="{FF2B5EF4-FFF2-40B4-BE49-F238E27FC236}">
                <a16:creationId xmlns:a16="http://schemas.microsoft.com/office/drawing/2014/main" id="{D3AE3042-4E8E-C446-9006-2C88D27A7C84}"/>
              </a:ext>
            </a:extLst>
          </p:cNvPr>
          <p:cNvSpPr/>
          <p:nvPr/>
        </p:nvSpPr>
        <p:spPr>
          <a:xfrm>
            <a:off x="373159" y="1414899"/>
            <a:ext cx="720000" cy="720000"/>
          </a:xfrm>
          <a:prstGeom prst="rect">
            <a:avLst/>
          </a:prstGeom>
          <a:solidFill>
            <a:srgbClr val="CF0522">
              <a:alpha val="100000"/>
            </a:srgbClr>
          </a:solidFill>
          <a:ln/>
        </p:spPr>
        <p:txBody>
          <a:bodyPr lIns="0" tIns="0" rIns="0" bIns="0" anchor="ctr" anchorCtr="1"/>
          <a:lstStyle/>
          <a:p>
            <a:r>
              <a:rPr lang="en-US" sz="2000" dirty="0">
                <a:solidFill>
                  <a:schemeClr val="bg1"/>
                </a:solidFill>
              </a:rPr>
              <a:t>1</a:t>
            </a:r>
          </a:p>
        </p:txBody>
      </p:sp>
      <p:sp>
        <p:nvSpPr>
          <p:cNvPr id="20" name="Shape 33">
            <a:extLst>
              <a:ext uri="{FF2B5EF4-FFF2-40B4-BE49-F238E27FC236}">
                <a16:creationId xmlns:a16="http://schemas.microsoft.com/office/drawing/2014/main" id="{B0B05475-3AE5-4F4A-AE2E-66F8B1766179}"/>
              </a:ext>
            </a:extLst>
          </p:cNvPr>
          <p:cNvSpPr/>
          <p:nvPr/>
        </p:nvSpPr>
        <p:spPr>
          <a:xfrm>
            <a:off x="373159" y="2449220"/>
            <a:ext cx="720000" cy="720000"/>
          </a:xfrm>
          <a:prstGeom prst="rect">
            <a:avLst/>
          </a:prstGeom>
          <a:solidFill>
            <a:srgbClr val="CF0522">
              <a:alpha val="100000"/>
            </a:srgbClr>
          </a:solidFill>
          <a:ln/>
        </p:spPr>
        <p:txBody>
          <a:bodyPr lIns="0" tIns="0" rIns="0" bIns="0" anchor="ctr" anchorCtr="1"/>
          <a:lstStyle/>
          <a:p>
            <a:r>
              <a:rPr lang="en-US" sz="2000" dirty="0">
                <a:solidFill>
                  <a:schemeClr val="bg1"/>
                </a:solidFill>
              </a:rPr>
              <a:t>2</a:t>
            </a:r>
          </a:p>
        </p:txBody>
      </p:sp>
      <p:sp>
        <p:nvSpPr>
          <p:cNvPr id="21" name="Shape 33">
            <a:extLst>
              <a:ext uri="{FF2B5EF4-FFF2-40B4-BE49-F238E27FC236}">
                <a16:creationId xmlns:a16="http://schemas.microsoft.com/office/drawing/2014/main" id="{C72EC84B-EF07-714F-BC5E-701B5B2B6787}"/>
              </a:ext>
            </a:extLst>
          </p:cNvPr>
          <p:cNvSpPr/>
          <p:nvPr/>
        </p:nvSpPr>
        <p:spPr>
          <a:xfrm>
            <a:off x="373159" y="3483541"/>
            <a:ext cx="720000" cy="720000"/>
          </a:xfrm>
          <a:prstGeom prst="rect">
            <a:avLst/>
          </a:prstGeom>
          <a:solidFill>
            <a:srgbClr val="CF0522">
              <a:alpha val="100000"/>
            </a:srgbClr>
          </a:solidFill>
          <a:ln/>
        </p:spPr>
        <p:txBody>
          <a:bodyPr lIns="0" tIns="0" rIns="0" bIns="0" anchor="ctr" anchorCtr="1"/>
          <a:lstStyle/>
          <a:p>
            <a:r>
              <a:rPr lang="en-US" sz="2000" dirty="0">
                <a:solidFill>
                  <a:schemeClr val="bg1"/>
                </a:solidFill>
              </a:rPr>
              <a:t>3</a:t>
            </a:r>
          </a:p>
        </p:txBody>
      </p:sp>
      <p:sp>
        <p:nvSpPr>
          <p:cNvPr id="22" name="Shape 33">
            <a:extLst>
              <a:ext uri="{FF2B5EF4-FFF2-40B4-BE49-F238E27FC236}">
                <a16:creationId xmlns:a16="http://schemas.microsoft.com/office/drawing/2014/main" id="{F5BA0A20-D2FF-C148-9A93-C9A0549AA077}"/>
              </a:ext>
            </a:extLst>
          </p:cNvPr>
          <p:cNvSpPr/>
          <p:nvPr/>
        </p:nvSpPr>
        <p:spPr>
          <a:xfrm>
            <a:off x="373159" y="4527550"/>
            <a:ext cx="720000" cy="720000"/>
          </a:xfrm>
          <a:prstGeom prst="rect">
            <a:avLst/>
          </a:prstGeom>
          <a:solidFill>
            <a:srgbClr val="CF0522">
              <a:alpha val="100000"/>
            </a:srgbClr>
          </a:solidFill>
          <a:ln/>
        </p:spPr>
        <p:txBody>
          <a:bodyPr lIns="0" tIns="0" rIns="0" bIns="0" anchor="ctr" anchorCtr="1"/>
          <a:lstStyle/>
          <a:p>
            <a:r>
              <a:rPr lang="en-US" sz="2000" dirty="0">
                <a:solidFill>
                  <a:schemeClr val="bg1"/>
                </a:solidFill>
              </a:rPr>
              <a:t>4</a:t>
            </a:r>
          </a:p>
        </p:txBody>
      </p:sp>
      <p:sp>
        <p:nvSpPr>
          <p:cNvPr id="23" name="Текст 18">
            <a:extLst>
              <a:ext uri="{FF2B5EF4-FFF2-40B4-BE49-F238E27FC236}">
                <a16:creationId xmlns:a16="http://schemas.microsoft.com/office/drawing/2014/main" id="{4E3220DE-F249-C544-9B93-8140753B1B15}"/>
              </a:ext>
            </a:extLst>
          </p:cNvPr>
          <p:cNvSpPr txBox="1">
            <a:spLocks/>
          </p:cNvSpPr>
          <p:nvPr/>
        </p:nvSpPr>
        <p:spPr>
          <a:xfrm>
            <a:off x="1357925" y="2449220"/>
            <a:ext cx="9508513" cy="668196"/>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600" dirty="0"/>
              <a:t>Lorem ipsum </a:t>
            </a:r>
            <a:r>
              <a:rPr lang="en-IE" sz="1600" dirty="0" err="1"/>
              <a:t>dolor</a:t>
            </a:r>
            <a:r>
              <a:rPr lang="en-IE" sz="1600" dirty="0"/>
              <a:t> sit </a:t>
            </a:r>
            <a:r>
              <a:rPr lang="en-IE" sz="1600" dirty="0" err="1"/>
              <a:t>amet</a:t>
            </a:r>
            <a:r>
              <a:rPr lang="en-IE" sz="1600" dirty="0"/>
              <a:t>, </a:t>
            </a:r>
            <a:r>
              <a:rPr lang="en-IE" sz="1600" dirty="0" err="1"/>
              <a:t>consectetur</a:t>
            </a:r>
            <a:r>
              <a:rPr lang="en-IE" sz="1600" dirty="0"/>
              <a:t> </a:t>
            </a:r>
            <a:r>
              <a:rPr lang="en-IE" sz="1600" dirty="0" err="1"/>
              <a:t>adipiscing</a:t>
            </a:r>
            <a:r>
              <a:rPr lang="en-IE" sz="1600" dirty="0"/>
              <a:t> </a:t>
            </a:r>
            <a:r>
              <a:rPr lang="en-IE" sz="1600" dirty="0" err="1"/>
              <a:t>elit</a:t>
            </a:r>
            <a:r>
              <a:rPr lang="en-IE" sz="1600" dirty="0"/>
              <a:t>. </a:t>
            </a:r>
            <a:r>
              <a:rPr lang="en-IE" sz="1600" dirty="0" err="1"/>
              <a:t>Sed</a:t>
            </a:r>
            <a:r>
              <a:rPr lang="en-IE" sz="1600" dirty="0"/>
              <a:t> </a:t>
            </a:r>
            <a:r>
              <a:rPr lang="en-IE" sz="1600" dirty="0" err="1"/>
              <a:t>efficitur</a:t>
            </a:r>
            <a:r>
              <a:rPr lang="en-IE" sz="1600" dirty="0"/>
              <a:t> </a:t>
            </a:r>
            <a:r>
              <a:rPr lang="en-IE" sz="1600" dirty="0" err="1"/>
              <a:t>velit</a:t>
            </a:r>
            <a:r>
              <a:rPr lang="en-IE" sz="1600" dirty="0"/>
              <a:t> </a:t>
            </a:r>
            <a:r>
              <a:rPr lang="en-IE" sz="1600" dirty="0" err="1"/>
              <a:t>erat</a:t>
            </a:r>
            <a:r>
              <a:rPr lang="en-IE" sz="1600" dirty="0"/>
              <a:t>. </a:t>
            </a:r>
            <a:r>
              <a:rPr lang="en-IE" sz="1600" dirty="0" err="1"/>
              <a:t>Pellentesque</a:t>
            </a:r>
            <a:r>
              <a:rPr lang="en-IE" sz="1600" dirty="0"/>
              <a:t> nisi ligula, </a:t>
            </a:r>
            <a:r>
              <a:rPr lang="en-IE" sz="1600" dirty="0" err="1"/>
              <a:t>tincidunt</a:t>
            </a:r>
            <a:r>
              <a:rPr lang="en-IE" sz="1600" dirty="0"/>
              <a:t> </a:t>
            </a:r>
            <a:r>
              <a:rPr lang="en-IE" sz="1600" dirty="0" err="1"/>
              <a:t>pretium</a:t>
            </a:r>
            <a:r>
              <a:rPr lang="en-IE" sz="1600" dirty="0"/>
              <a:t> </a:t>
            </a:r>
            <a:r>
              <a:rPr lang="en-IE" sz="1600" dirty="0" err="1"/>
              <a:t>rhoncus</a:t>
            </a:r>
            <a:r>
              <a:rPr lang="en-IE" sz="1600" dirty="0"/>
              <a:t> in, fermentum </a:t>
            </a:r>
            <a:r>
              <a:rPr lang="en-IE" sz="1600" dirty="0" err="1"/>
              <a:t>nec</a:t>
            </a:r>
            <a:r>
              <a:rPr lang="en-IE" sz="1600" dirty="0"/>
              <a:t> </a:t>
            </a:r>
            <a:r>
              <a:rPr lang="en-IE" sz="1600" dirty="0" err="1"/>
              <a:t>dolor</a:t>
            </a:r>
            <a:r>
              <a:rPr lang="en-IE" sz="1600" dirty="0"/>
              <a:t>. </a:t>
            </a:r>
            <a:r>
              <a:rPr lang="en-IE" sz="1600" dirty="0" err="1"/>
              <a:t>Etiam</a:t>
            </a:r>
            <a:r>
              <a:rPr lang="en-IE" sz="1600" dirty="0"/>
              <a:t> </a:t>
            </a:r>
            <a:r>
              <a:rPr lang="en-IE" sz="1600" dirty="0" err="1"/>
              <a:t>mauris</a:t>
            </a:r>
            <a:r>
              <a:rPr lang="en-IE" sz="1600" dirty="0"/>
              <a:t> ligula, </a:t>
            </a:r>
            <a:r>
              <a:rPr lang="en-IE" sz="1600" dirty="0" err="1"/>
              <a:t>malesuada</a:t>
            </a:r>
            <a:r>
              <a:rPr lang="en-IE" sz="1600" dirty="0"/>
              <a:t> </a:t>
            </a:r>
            <a:r>
              <a:rPr lang="en-IE" sz="1600" dirty="0" err="1"/>
              <a:t>eu</a:t>
            </a:r>
            <a:r>
              <a:rPr lang="en-IE" sz="1600" dirty="0"/>
              <a:t> </a:t>
            </a:r>
            <a:r>
              <a:rPr lang="en-IE" sz="1600" dirty="0" err="1"/>
              <a:t>volutpat</a:t>
            </a:r>
            <a:r>
              <a:rPr lang="en-IE" sz="1600" dirty="0"/>
              <a:t> sit </a:t>
            </a:r>
            <a:r>
              <a:rPr lang="en-IE" sz="1600" dirty="0" err="1"/>
              <a:t>amet</a:t>
            </a:r>
            <a:r>
              <a:rPr lang="en-IE" sz="1600" dirty="0"/>
              <a:t>, dictum vitae ante. Morbi </a:t>
            </a:r>
            <a:r>
              <a:rPr lang="en-IE" sz="1600" dirty="0" err="1"/>
              <a:t>volutpat</a:t>
            </a:r>
            <a:r>
              <a:rPr lang="en-IE" sz="1600" dirty="0"/>
              <a:t>, </a:t>
            </a:r>
            <a:r>
              <a:rPr lang="en-IE" sz="1600" dirty="0" err="1"/>
              <a:t>felis</a:t>
            </a:r>
            <a:r>
              <a:rPr lang="en-IE" sz="1600" dirty="0"/>
              <a:t> a </a:t>
            </a:r>
            <a:r>
              <a:rPr lang="en-IE" sz="1600" dirty="0" err="1"/>
              <a:t>tempor</a:t>
            </a:r>
            <a:r>
              <a:rPr lang="en-IE" sz="1600" dirty="0"/>
              <a:t> </a:t>
            </a:r>
            <a:r>
              <a:rPr lang="en-IE" sz="1600" dirty="0" err="1"/>
              <a:t>iaculis</a:t>
            </a:r>
            <a:r>
              <a:rPr lang="en-IE" sz="1600" dirty="0"/>
              <a:t>, </a:t>
            </a:r>
            <a:r>
              <a:rPr lang="en-IE" sz="1600" dirty="0" err="1"/>
              <a:t>augue</a:t>
            </a:r>
            <a:r>
              <a:rPr lang="en-IE" sz="1600" dirty="0"/>
              <a:t> </a:t>
            </a:r>
            <a:r>
              <a:rPr lang="en-IE" sz="1600" dirty="0" err="1"/>
              <a:t>lacus</a:t>
            </a:r>
            <a:r>
              <a:rPr lang="en-IE" sz="1600" dirty="0"/>
              <a:t> </a:t>
            </a:r>
            <a:r>
              <a:rPr lang="en-IE" sz="1600" dirty="0" err="1"/>
              <a:t>facilisis</a:t>
            </a:r>
            <a:r>
              <a:rPr lang="en-IE" sz="1600" dirty="0"/>
              <a:t> </a:t>
            </a:r>
            <a:r>
              <a:rPr lang="en-IE" sz="1600" dirty="0" err="1"/>
              <a:t>metus</a:t>
            </a:r>
            <a:r>
              <a:rPr lang="en-IE" sz="1600" dirty="0"/>
              <a:t>, </a:t>
            </a:r>
          </a:p>
        </p:txBody>
      </p:sp>
      <p:sp>
        <p:nvSpPr>
          <p:cNvPr id="24" name="Текст 18">
            <a:extLst>
              <a:ext uri="{FF2B5EF4-FFF2-40B4-BE49-F238E27FC236}">
                <a16:creationId xmlns:a16="http://schemas.microsoft.com/office/drawing/2014/main" id="{EE53DC35-0EE0-AE47-9D55-D63A6D1B8A93}"/>
              </a:ext>
            </a:extLst>
          </p:cNvPr>
          <p:cNvSpPr txBox="1">
            <a:spLocks/>
          </p:cNvSpPr>
          <p:nvPr/>
        </p:nvSpPr>
        <p:spPr>
          <a:xfrm>
            <a:off x="1357925" y="3478701"/>
            <a:ext cx="9508513" cy="668196"/>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600" dirty="0"/>
              <a:t>Lorem ipsum </a:t>
            </a:r>
            <a:r>
              <a:rPr lang="en-IE" sz="1600" dirty="0" err="1"/>
              <a:t>dolor</a:t>
            </a:r>
            <a:r>
              <a:rPr lang="en-IE" sz="1600" dirty="0"/>
              <a:t> sit </a:t>
            </a:r>
            <a:r>
              <a:rPr lang="en-IE" sz="1600" dirty="0" err="1"/>
              <a:t>amet</a:t>
            </a:r>
            <a:r>
              <a:rPr lang="en-IE" sz="1600" dirty="0"/>
              <a:t>, </a:t>
            </a:r>
            <a:r>
              <a:rPr lang="en-IE" sz="1600" dirty="0" err="1"/>
              <a:t>consectetur</a:t>
            </a:r>
            <a:r>
              <a:rPr lang="en-IE" sz="1600" dirty="0"/>
              <a:t> </a:t>
            </a:r>
            <a:r>
              <a:rPr lang="en-IE" sz="1600" dirty="0" err="1"/>
              <a:t>adipiscing</a:t>
            </a:r>
            <a:r>
              <a:rPr lang="en-IE" sz="1600" dirty="0"/>
              <a:t> </a:t>
            </a:r>
            <a:r>
              <a:rPr lang="en-IE" sz="1600" dirty="0" err="1"/>
              <a:t>elit</a:t>
            </a:r>
            <a:r>
              <a:rPr lang="en-IE" sz="1600" dirty="0"/>
              <a:t>. </a:t>
            </a:r>
            <a:r>
              <a:rPr lang="en-IE" sz="1600" dirty="0" err="1"/>
              <a:t>Sed</a:t>
            </a:r>
            <a:r>
              <a:rPr lang="en-IE" sz="1600" dirty="0"/>
              <a:t> </a:t>
            </a:r>
            <a:r>
              <a:rPr lang="en-IE" sz="1600" dirty="0" err="1"/>
              <a:t>efficitur</a:t>
            </a:r>
            <a:r>
              <a:rPr lang="en-IE" sz="1600" dirty="0"/>
              <a:t> </a:t>
            </a:r>
            <a:r>
              <a:rPr lang="en-IE" sz="1600" dirty="0" err="1"/>
              <a:t>velit</a:t>
            </a:r>
            <a:r>
              <a:rPr lang="en-IE" sz="1600" dirty="0"/>
              <a:t> </a:t>
            </a:r>
            <a:r>
              <a:rPr lang="en-IE" sz="1600" dirty="0" err="1"/>
              <a:t>erat</a:t>
            </a:r>
            <a:r>
              <a:rPr lang="en-IE" sz="1600" dirty="0"/>
              <a:t>. </a:t>
            </a:r>
            <a:r>
              <a:rPr lang="en-IE" sz="1600" dirty="0" err="1"/>
              <a:t>Pellentesque</a:t>
            </a:r>
            <a:r>
              <a:rPr lang="en-IE" sz="1600" dirty="0"/>
              <a:t> nisi ligula, </a:t>
            </a:r>
            <a:r>
              <a:rPr lang="en-IE" sz="1600" dirty="0" err="1"/>
              <a:t>tincidunt</a:t>
            </a:r>
            <a:r>
              <a:rPr lang="en-IE" sz="1600" dirty="0"/>
              <a:t> </a:t>
            </a:r>
            <a:r>
              <a:rPr lang="en-IE" sz="1600" dirty="0" err="1"/>
              <a:t>pretium</a:t>
            </a:r>
            <a:r>
              <a:rPr lang="en-IE" sz="1600" dirty="0"/>
              <a:t> </a:t>
            </a:r>
            <a:r>
              <a:rPr lang="en-IE" sz="1600" dirty="0" err="1"/>
              <a:t>rhoncus</a:t>
            </a:r>
            <a:r>
              <a:rPr lang="en-IE" sz="1600" dirty="0"/>
              <a:t> in, fermentum </a:t>
            </a:r>
            <a:r>
              <a:rPr lang="en-IE" sz="1600" dirty="0" err="1"/>
              <a:t>nec</a:t>
            </a:r>
            <a:r>
              <a:rPr lang="en-IE" sz="1600" dirty="0"/>
              <a:t> </a:t>
            </a:r>
            <a:r>
              <a:rPr lang="en-IE" sz="1600" dirty="0" err="1"/>
              <a:t>dolor</a:t>
            </a:r>
            <a:r>
              <a:rPr lang="en-IE" sz="1600" dirty="0"/>
              <a:t>. </a:t>
            </a:r>
            <a:r>
              <a:rPr lang="en-IE" sz="1600" dirty="0" err="1"/>
              <a:t>Etiam</a:t>
            </a:r>
            <a:r>
              <a:rPr lang="en-IE" sz="1600" dirty="0"/>
              <a:t> </a:t>
            </a:r>
            <a:r>
              <a:rPr lang="en-IE" sz="1600" dirty="0" err="1"/>
              <a:t>mauris</a:t>
            </a:r>
            <a:r>
              <a:rPr lang="en-IE" sz="1600" dirty="0"/>
              <a:t> ligula, </a:t>
            </a:r>
            <a:r>
              <a:rPr lang="en-IE" sz="1600" dirty="0" err="1"/>
              <a:t>malesuada</a:t>
            </a:r>
            <a:r>
              <a:rPr lang="en-IE" sz="1600" dirty="0"/>
              <a:t> </a:t>
            </a:r>
            <a:r>
              <a:rPr lang="en-IE" sz="1600" dirty="0" err="1"/>
              <a:t>eu</a:t>
            </a:r>
            <a:r>
              <a:rPr lang="en-IE" sz="1600" dirty="0"/>
              <a:t> </a:t>
            </a:r>
            <a:r>
              <a:rPr lang="en-IE" sz="1600" dirty="0" err="1"/>
              <a:t>volutpat</a:t>
            </a:r>
            <a:r>
              <a:rPr lang="en-IE" sz="1600" dirty="0"/>
              <a:t> sit </a:t>
            </a:r>
            <a:r>
              <a:rPr lang="en-IE" sz="1600" dirty="0" err="1"/>
              <a:t>amet</a:t>
            </a:r>
            <a:r>
              <a:rPr lang="en-IE" sz="1600" dirty="0"/>
              <a:t>, dictum vitae ante. Morbi </a:t>
            </a:r>
            <a:r>
              <a:rPr lang="en-IE" sz="1600" dirty="0" err="1"/>
              <a:t>volutpat</a:t>
            </a:r>
            <a:r>
              <a:rPr lang="en-IE" sz="1600" dirty="0"/>
              <a:t>, </a:t>
            </a:r>
            <a:r>
              <a:rPr lang="en-IE" sz="1600" dirty="0" err="1"/>
              <a:t>felis</a:t>
            </a:r>
            <a:r>
              <a:rPr lang="en-IE" sz="1600" dirty="0"/>
              <a:t> a </a:t>
            </a:r>
            <a:r>
              <a:rPr lang="en-IE" sz="1600" dirty="0" err="1"/>
              <a:t>tempor</a:t>
            </a:r>
            <a:r>
              <a:rPr lang="en-IE" sz="1600" dirty="0"/>
              <a:t> </a:t>
            </a:r>
            <a:r>
              <a:rPr lang="en-IE" sz="1600" dirty="0" err="1"/>
              <a:t>iaculis</a:t>
            </a:r>
            <a:r>
              <a:rPr lang="en-IE" sz="1600" dirty="0"/>
              <a:t>, </a:t>
            </a:r>
            <a:r>
              <a:rPr lang="en-IE" sz="1600" dirty="0" err="1"/>
              <a:t>augue</a:t>
            </a:r>
            <a:r>
              <a:rPr lang="en-IE" sz="1600" dirty="0"/>
              <a:t> </a:t>
            </a:r>
            <a:r>
              <a:rPr lang="en-IE" sz="1600" dirty="0" err="1"/>
              <a:t>lacus</a:t>
            </a:r>
            <a:r>
              <a:rPr lang="en-IE" sz="1600" dirty="0"/>
              <a:t> </a:t>
            </a:r>
            <a:r>
              <a:rPr lang="en-IE" sz="1600" dirty="0" err="1"/>
              <a:t>facilisis</a:t>
            </a:r>
            <a:r>
              <a:rPr lang="en-IE" sz="1600" dirty="0"/>
              <a:t> </a:t>
            </a:r>
            <a:r>
              <a:rPr lang="en-IE" sz="1600" dirty="0" err="1"/>
              <a:t>metus</a:t>
            </a:r>
            <a:r>
              <a:rPr lang="en-IE" sz="1600" dirty="0"/>
              <a:t>, </a:t>
            </a:r>
          </a:p>
        </p:txBody>
      </p:sp>
      <p:sp>
        <p:nvSpPr>
          <p:cNvPr id="25" name="Текст 18">
            <a:extLst>
              <a:ext uri="{FF2B5EF4-FFF2-40B4-BE49-F238E27FC236}">
                <a16:creationId xmlns:a16="http://schemas.microsoft.com/office/drawing/2014/main" id="{486DBFEB-EE84-F94E-8107-F1D8C9B42E4A}"/>
              </a:ext>
            </a:extLst>
          </p:cNvPr>
          <p:cNvSpPr txBox="1">
            <a:spLocks/>
          </p:cNvSpPr>
          <p:nvPr/>
        </p:nvSpPr>
        <p:spPr>
          <a:xfrm>
            <a:off x="1357925" y="4508182"/>
            <a:ext cx="9508513" cy="668196"/>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600" dirty="0"/>
              <a:t>Lorem ipsum </a:t>
            </a:r>
            <a:r>
              <a:rPr lang="en-IE" sz="1600" dirty="0" err="1"/>
              <a:t>dolor</a:t>
            </a:r>
            <a:r>
              <a:rPr lang="en-IE" sz="1600" dirty="0"/>
              <a:t> sit </a:t>
            </a:r>
            <a:r>
              <a:rPr lang="en-IE" sz="1600" dirty="0" err="1"/>
              <a:t>amet</a:t>
            </a:r>
            <a:r>
              <a:rPr lang="en-IE" sz="1600" dirty="0"/>
              <a:t>, </a:t>
            </a:r>
            <a:r>
              <a:rPr lang="en-IE" sz="1600" dirty="0" err="1"/>
              <a:t>consectetur</a:t>
            </a:r>
            <a:r>
              <a:rPr lang="en-IE" sz="1600" dirty="0"/>
              <a:t> </a:t>
            </a:r>
            <a:r>
              <a:rPr lang="en-IE" sz="1600" dirty="0" err="1"/>
              <a:t>adipiscing</a:t>
            </a:r>
            <a:r>
              <a:rPr lang="en-IE" sz="1600" dirty="0"/>
              <a:t> </a:t>
            </a:r>
            <a:r>
              <a:rPr lang="en-IE" sz="1600" dirty="0" err="1"/>
              <a:t>elit</a:t>
            </a:r>
            <a:r>
              <a:rPr lang="en-IE" sz="1600" dirty="0"/>
              <a:t>. </a:t>
            </a:r>
            <a:r>
              <a:rPr lang="en-IE" sz="1600" dirty="0" err="1"/>
              <a:t>Sed</a:t>
            </a:r>
            <a:r>
              <a:rPr lang="en-IE" sz="1600" dirty="0"/>
              <a:t> </a:t>
            </a:r>
            <a:r>
              <a:rPr lang="en-IE" sz="1600" dirty="0" err="1"/>
              <a:t>efficitur</a:t>
            </a:r>
            <a:r>
              <a:rPr lang="en-IE" sz="1600" dirty="0"/>
              <a:t> </a:t>
            </a:r>
            <a:r>
              <a:rPr lang="en-IE" sz="1600" dirty="0" err="1"/>
              <a:t>velit</a:t>
            </a:r>
            <a:r>
              <a:rPr lang="en-IE" sz="1600" dirty="0"/>
              <a:t> </a:t>
            </a:r>
            <a:r>
              <a:rPr lang="en-IE" sz="1600" dirty="0" err="1"/>
              <a:t>erat</a:t>
            </a:r>
            <a:r>
              <a:rPr lang="en-IE" sz="1600" dirty="0"/>
              <a:t>. </a:t>
            </a:r>
            <a:r>
              <a:rPr lang="en-IE" sz="1600" dirty="0" err="1"/>
              <a:t>Pellentesque</a:t>
            </a:r>
            <a:r>
              <a:rPr lang="en-IE" sz="1600" dirty="0"/>
              <a:t> nisi ligula, </a:t>
            </a:r>
            <a:r>
              <a:rPr lang="en-IE" sz="1600" dirty="0" err="1"/>
              <a:t>tincidunt</a:t>
            </a:r>
            <a:r>
              <a:rPr lang="en-IE" sz="1600" dirty="0"/>
              <a:t> </a:t>
            </a:r>
            <a:r>
              <a:rPr lang="en-IE" sz="1600" dirty="0" err="1"/>
              <a:t>pretium</a:t>
            </a:r>
            <a:r>
              <a:rPr lang="en-IE" sz="1600" dirty="0"/>
              <a:t> </a:t>
            </a:r>
            <a:r>
              <a:rPr lang="en-IE" sz="1600" dirty="0" err="1"/>
              <a:t>rhoncus</a:t>
            </a:r>
            <a:r>
              <a:rPr lang="en-IE" sz="1600" dirty="0"/>
              <a:t> in, fermentum </a:t>
            </a:r>
            <a:r>
              <a:rPr lang="en-IE" sz="1600" dirty="0" err="1"/>
              <a:t>nec</a:t>
            </a:r>
            <a:r>
              <a:rPr lang="en-IE" sz="1600" dirty="0"/>
              <a:t> </a:t>
            </a:r>
            <a:r>
              <a:rPr lang="en-IE" sz="1600" dirty="0" err="1"/>
              <a:t>dolor</a:t>
            </a:r>
            <a:r>
              <a:rPr lang="en-IE" sz="1600" dirty="0"/>
              <a:t>. </a:t>
            </a:r>
            <a:r>
              <a:rPr lang="en-IE" sz="1600" dirty="0" err="1"/>
              <a:t>Etiam</a:t>
            </a:r>
            <a:r>
              <a:rPr lang="en-IE" sz="1600" dirty="0"/>
              <a:t> </a:t>
            </a:r>
            <a:r>
              <a:rPr lang="en-IE" sz="1600" dirty="0" err="1"/>
              <a:t>mauris</a:t>
            </a:r>
            <a:r>
              <a:rPr lang="en-IE" sz="1600" dirty="0"/>
              <a:t> ligula, </a:t>
            </a:r>
            <a:r>
              <a:rPr lang="en-IE" sz="1600" dirty="0" err="1"/>
              <a:t>malesuada</a:t>
            </a:r>
            <a:r>
              <a:rPr lang="en-IE" sz="1600" dirty="0"/>
              <a:t> </a:t>
            </a:r>
            <a:r>
              <a:rPr lang="en-IE" sz="1600" dirty="0" err="1"/>
              <a:t>eu</a:t>
            </a:r>
            <a:r>
              <a:rPr lang="en-IE" sz="1600" dirty="0"/>
              <a:t> </a:t>
            </a:r>
            <a:r>
              <a:rPr lang="en-IE" sz="1600" dirty="0" err="1"/>
              <a:t>volutpat</a:t>
            </a:r>
            <a:r>
              <a:rPr lang="en-IE" sz="1600" dirty="0"/>
              <a:t> sit </a:t>
            </a:r>
            <a:r>
              <a:rPr lang="en-IE" sz="1600" dirty="0" err="1"/>
              <a:t>amet</a:t>
            </a:r>
            <a:r>
              <a:rPr lang="en-IE" sz="1600" dirty="0"/>
              <a:t>, dictum vitae ante. Morbi </a:t>
            </a:r>
            <a:r>
              <a:rPr lang="en-IE" sz="1600" dirty="0" err="1"/>
              <a:t>volutpat</a:t>
            </a:r>
            <a:r>
              <a:rPr lang="en-IE" sz="1600" dirty="0"/>
              <a:t>, </a:t>
            </a:r>
            <a:r>
              <a:rPr lang="en-IE" sz="1600" dirty="0" err="1"/>
              <a:t>felis</a:t>
            </a:r>
            <a:r>
              <a:rPr lang="en-IE" sz="1600" dirty="0"/>
              <a:t> a </a:t>
            </a:r>
            <a:r>
              <a:rPr lang="en-IE" sz="1600" dirty="0" err="1"/>
              <a:t>tempor</a:t>
            </a:r>
            <a:r>
              <a:rPr lang="en-IE" sz="1600" dirty="0"/>
              <a:t> </a:t>
            </a:r>
            <a:r>
              <a:rPr lang="en-IE" sz="1600" dirty="0" err="1"/>
              <a:t>iaculis</a:t>
            </a:r>
            <a:r>
              <a:rPr lang="en-IE" sz="1600" dirty="0"/>
              <a:t>, </a:t>
            </a:r>
            <a:r>
              <a:rPr lang="en-IE" sz="1600" dirty="0" err="1"/>
              <a:t>augue</a:t>
            </a:r>
            <a:r>
              <a:rPr lang="en-IE" sz="1600" dirty="0"/>
              <a:t> </a:t>
            </a:r>
            <a:r>
              <a:rPr lang="en-IE" sz="1600" dirty="0" err="1"/>
              <a:t>lacus</a:t>
            </a:r>
            <a:r>
              <a:rPr lang="en-IE" sz="1600" dirty="0"/>
              <a:t> </a:t>
            </a:r>
            <a:r>
              <a:rPr lang="en-IE" sz="1600" dirty="0" err="1"/>
              <a:t>facilisis</a:t>
            </a:r>
            <a:r>
              <a:rPr lang="en-IE" sz="1600" dirty="0"/>
              <a:t> </a:t>
            </a:r>
            <a:r>
              <a:rPr lang="en-IE" sz="1600" dirty="0" err="1"/>
              <a:t>metus</a:t>
            </a:r>
            <a:r>
              <a:rPr lang="en-IE" sz="1600" dirty="0"/>
              <a:t>, </a:t>
            </a:r>
          </a:p>
        </p:txBody>
      </p:sp>
    </p:spTree>
    <p:extLst>
      <p:ext uri="{BB962C8B-B14F-4D97-AF65-F5344CB8AC3E}">
        <p14:creationId xmlns:p14="http://schemas.microsoft.com/office/powerpoint/2010/main" val="159981678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127</a:t>
            </a:fld>
            <a:endParaRPr lang="ru-RU" dirty="0"/>
          </a:p>
        </p:txBody>
      </p:sp>
      <p:sp>
        <p:nvSpPr>
          <p:cNvPr id="18" name="Текст 18">
            <a:extLst>
              <a:ext uri="{FF2B5EF4-FFF2-40B4-BE49-F238E27FC236}">
                <a16:creationId xmlns:a16="http://schemas.microsoft.com/office/drawing/2014/main" id="{7F3F8137-BFB3-014D-9AD9-7FC8E455B4B7}"/>
              </a:ext>
            </a:extLst>
          </p:cNvPr>
          <p:cNvSpPr txBox="1">
            <a:spLocks/>
          </p:cNvSpPr>
          <p:nvPr/>
        </p:nvSpPr>
        <p:spPr>
          <a:xfrm>
            <a:off x="6179127" y="1412875"/>
            <a:ext cx="4716463" cy="1554593"/>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600" dirty="0"/>
              <a:t>Lorem ipsum </a:t>
            </a:r>
            <a:r>
              <a:rPr lang="en-IE" sz="1600" dirty="0" err="1"/>
              <a:t>dolor</a:t>
            </a:r>
            <a:r>
              <a:rPr lang="en-IE" sz="1600" dirty="0"/>
              <a:t> sit </a:t>
            </a:r>
            <a:r>
              <a:rPr lang="en-IE" sz="1600" dirty="0" err="1"/>
              <a:t>amet</a:t>
            </a:r>
            <a:r>
              <a:rPr lang="en-IE" sz="1600" dirty="0"/>
              <a:t>, </a:t>
            </a:r>
            <a:r>
              <a:rPr lang="en-IE" sz="1600" dirty="0" err="1"/>
              <a:t>consectetur</a:t>
            </a:r>
            <a:r>
              <a:rPr lang="en-IE" sz="1600" dirty="0"/>
              <a:t> </a:t>
            </a:r>
            <a:r>
              <a:rPr lang="en-IE" sz="1600" dirty="0" err="1"/>
              <a:t>adipiscing</a:t>
            </a:r>
            <a:r>
              <a:rPr lang="en-IE" sz="1600" dirty="0"/>
              <a:t> </a:t>
            </a:r>
            <a:r>
              <a:rPr lang="en-IE" sz="1600" dirty="0" err="1"/>
              <a:t>elit</a:t>
            </a:r>
            <a:r>
              <a:rPr lang="en-IE" sz="1600" dirty="0"/>
              <a:t>. </a:t>
            </a:r>
            <a:r>
              <a:rPr lang="en-IE" sz="1600" dirty="0" err="1"/>
              <a:t>Sed</a:t>
            </a:r>
            <a:r>
              <a:rPr lang="en-IE" sz="1600" dirty="0"/>
              <a:t> </a:t>
            </a:r>
            <a:r>
              <a:rPr lang="en-IE" sz="1600" dirty="0" err="1"/>
              <a:t>efficitur</a:t>
            </a:r>
            <a:r>
              <a:rPr lang="en-IE" sz="1600" dirty="0"/>
              <a:t> </a:t>
            </a:r>
            <a:r>
              <a:rPr lang="en-IE" sz="1600" dirty="0" err="1"/>
              <a:t>velit</a:t>
            </a:r>
            <a:r>
              <a:rPr lang="en-IE" sz="1600" dirty="0"/>
              <a:t> </a:t>
            </a:r>
            <a:r>
              <a:rPr lang="en-IE" sz="1600" dirty="0" err="1"/>
              <a:t>erat</a:t>
            </a:r>
            <a:r>
              <a:rPr lang="en-IE" sz="1600" dirty="0"/>
              <a:t>. </a:t>
            </a:r>
            <a:r>
              <a:rPr lang="en-IE" sz="1600" dirty="0" err="1"/>
              <a:t>Pellentesque</a:t>
            </a:r>
            <a:r>
              <a:rPr lang="en-IE" sz="1600" dirty="0"/>
              <a:t> nisi ligula, </a:t>
            </a:r>
            <a:r>
              <a:rPr lang="en-IE" sz="1600" dirty="0" err="1"/>
              <a:t>tincidunt</a:t>
            </a:r>
            <a:r>
              <a:rPr lang="en-IE" sz="1600" dirty="0"/>
              <a:t> </a:t>
            </a:r>
            <a:r>
              <a:rPr lang="en-IE" sz="1600" dirty="0" err="1"/>
              <a:t>pretium</a:t>
            </a:r>
            <a:r>
              <a:rPr lang="en-IE" sz="1600" dirty="0"/>
              <a:t> </a:t>
            </a:r>
            <a:r>
              <a:rPr lang="en-IE" sz="1600" dirty="0" err="1"/>
              <a:t>rhoncus</a:t>
            </a:r>
            <a:r>
              <a:rPr lang="en-IE" sz="1600" dirty="0"/>
              <a:t> in, fermentum </a:t>
            </a:r>
            <a:r>
              <a:rPr lang="en-IE" sz="1600" dirty="0" err="1"/>
              <a:t>nec</a:t>
            </a:r>
            <a:r>
              <a:rPr lang="en-IE" sz="1600" dirty="0"/>
              <a:t> </a:t>
            </a:r>
            <a:r>
              <a:rPr lang="en-IE" sz="1600" dirty="0" err="1"/>
              <a:t>dolor</a:t>
            </a:r>
            <a:r>
              <a:rPr lang="en-IE" sz="1600" dirty="0"/>
              <a:t>. </a:t>
            </a:r>
            <a:r>
              <a:rPr lang="en-IE" sz="1600" dirty="0" err="1"/>
              <a:t>Etiam</a:t>
            </a:r>
            <a:r>
              <a:rPr lang="en-IE" sz="1600" dirty="0"/>
              <a:t> </a:t>
            </a:r>
            <a:r>
              <a:rPr lang="en-IE" sz="1600" dirty="0" err="1"/>
              <a:t>mauris</a:t>
            </a:r>
            <a:r>
              <a:rPr lang="en-IE" sz="1600" dirty="0"/>
              <a:t> ligula, </a:t>
            </a:r>
            <a:r>
              <a:rPr lang="en-IE" sz="1600" dirty="0" err="1"/>
              <a:t>malesuada</a:t>
            </a:r>
            <a:r>
              <a:rPr lang="en-IE" sz="1600" dirty="0"/>
              <a:t> </a:t>
            </a:r>
            <a:r>
              <a:rPr lang="en-IE" sz="1600" dirty="0" err="1"/>
              <a:t>eu</a:t>
            </a:r>
            <a:r>
              <a:rPr lang="en-IE" sz="1600" dirty="0"/>
              <a:t> </a:t>
            </a:r>
            <a:r>
              <a:rPr lang="en-IE" sz="1600" dirty="0" err="1"/>
              <a:t>volutpat</a:t>
            </a:r>
            <a:r>
              <a:rPr lang="en-IE" sz="1600" dirty="0"/>
              <a:t> sit </a:t>
            </a:r>
            <a:r>
              <a:rPr lang="en-IE" sz="1600" dirty="0" err="1"/>
              <a:t>amet</a:t>
            </a:r>
            <a:r>
              <a:rPr lang="en-IE" sz="1600" dirty="0"/>
              <a:t>, dictum vitae ante. Morbi </a:t>
            </a:r>
            <a:r>
              <a:rPr lang="en-IE" sz="1600" dirty="0" err="1"/>
              <a:t>volutpat</a:t>
            </a:r>
            <a:r>
              <a:rPr lang="en-IE" sz="1600" dirty="0"/>
              <a:t>, </a:t>
            </a:r>
            <a:r>
              <a:rPr lang="en-IE" sz="1600" dirty="0" err="1"/>
              <a:t>felis</a:t>
            </a:r>
            <a:r>
              <a:rPr lang="en-IE" sz="1600" dirty="0"/>
              <a:t> a </a:t>
            </a:r>
            <a:r>
              <a:rPr lang="en-IE" sz="1600" dirty="0" err="1"/>
              <a:t>tempor</a:t>
            </a:r>
            <a:r>
              <a:rPr lang="en-IE" sz="1600" dirty="0"/>
              <a:t> </a:t>
            </a:r>
            <a:r>
              <a:rPr lang="en-IE" sz="1600" dirty="0" err="1"/>
              <a:t>iaculis</a:t>
            </a:r>
            <a:r>
              <a:rPr lang="en-IE" sz="1600" dirty="0"/>
              <a:t>, </a:t>
            </a:r>
            <a:r>
              <a:rPr lang="en-IE" sz="1600" dirty="0" err="1"/>
              <a:t>augue</a:t>
            </a:r>
            <a:r>
              <a:rPr lang="en-IE" sz="1600" dirty="0"/>
              <a:t> </a:t>
            </a:r>
            <a:r>
              <a:rPr lang="en-IE" sz="1600" dirty="0" err="1"/>
              <a:t>lacus</a:t>
            </a:r>
            <a:r>
              <a:rPr lang="en-IE" sz="1600" dirty="0"/>
              <a:t> </a:t>
            </a:r>
            <a:r>
              <a:rPr lang="en-IE" sz="1600" dirty="0" err="1"/>
              <a:t>facilisis</a:t>
            </a:r>
            <a:r>
              <a:rPr lang="en-IE" sz="1600" dirty="0"/>
              <a:t> </a:t>
            </a:r>
            <a:r>
              <a:rPr lang="en-IE" sz="1600" dirty="0" err="1"/>
              <a:t>metus</a:t>
            </a:r>
            <a:r>
              <a:rPr lang="en-IE" sz="1600" dirty="0"/>
              <a:t>, </a:t>
            </a:r>
          </a:p>
        </p:txBody>
      </p:sp>
      <p:sp>
        <p:nvSpPr>
          <p:cNvPr id="3" name="Rectangle 2">
            <a:extLst>
              <a:ext uri="{FF2B5EF4-FFF2-40B4-BE49-F238E27FC236}">
                <a16:creationId xmlns:a16="http://schemas.microsoft.com/office/drawing/2014/main" id="{DDD59A50-D59A-0249-BA8A-C2B15FFA004E}"/>
              </a:ext>
            </a:extLst>
          </p:cNvPr>
          <p:cNvSpPr/>
          <p:nvPr/>
        </p:nvSpPr>
        <p:spPr>
          <a:xfrm>
            <a:off x="1325563" y="1412875"/>
            <a:ext cx="4680000" cy="4680000"/>
          </a:xfrm>
          <a:prstGeom prst="rect">
            <a:avLst/>
          </a:prstGeom>
          <a:solidFill>
            <a:srgbClr val="F6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064226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128</a:t>
            </a:fld>
            <a:endParaRPr lang="ru-RU" dirty="0"/>
          </a:p>
        </p:txBody>
      </p:sp>
      <p:sp>
        <p:nvSpPr>
          <p:cNvPr id="18" name="Текст 18">
            <a:extLst>
              <a:ext uri="{FF2B5EF4-FFF2-40B4-BE49-F238E27FC236}">
                <a16:creationId xmlns:a16="http://schemas.microsoft.com/office/drawing/2014/main" id="{7F3F8137-BFB3-014D-9AD9-7FC8E455B4B7}"/>
              </a:ext>
            </a:extLst>
          </p:cNvPr>
          <p:cNvSpPr txBox="1">
            <a:spLocks/>
          </p:cNvSpPr>
          <p:nvPr/>
        </p:nvSpPr>
        <p:spPr>
          <a:xfrm>
            <a:off x="6179127" y="2439988"/>
            <a:ext cx="4716463" cy="1554593"/>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600" dirty="0"/>
              <a:t>Lorem ipsum </a:t>
            </a:r>
            <a:r>
              <a:rPr lang="en-IE" sz="1600" dirty="0" err="1"/>
              <a:t>dolor</a:t>
            </a:r>
            <a:r>
              <a:rPr lang="en-IE" sz="1600" dirty="0"/>
              <a:t> sit </a:t>
            </a:r>
            <a:r>
              <a:rPr lang="en-IE" sz="1600" dirty="0" err="1"/>
              <a:t>amet</a:t>
            </a:r>
            <a:r>
              <a:rPr lang="en-IE" sz="1600" dirty="0"/>
              <a:t>, </a:t>
            </a:r>
            <a:r>
              <a:rPr lang="en-IE" sz="1600" dirty="0" err="1"/>
              <a:t>consectetur</a:t>
            </a:r>
            <a:r>
              <a:rPr lang="en-IE" sz="1600" dirty="0"/>
              <a:t> </a:t>
            </a:r>
            <a:r>
              <a:rPr lang="en-IE" sz="1600" dirty="0" err="1"/>
              <a:t>adipiscing</a:t>
            </a:r>
            <a:r>
              <a:rPr lang="en-IE" sz="1600" dirty="0"/>
              <a:t> </a:t>
            </a:r>
            <a:r>
              <a:rPr lang="en-IE" sz="1600" dirty="0" err="1"/>
              <a:t>elit</a:t>
            </a:r>
            <a:r>
              <a:rPr lang="en-IE" sz="1600" dirty="0"/>
              <a:t>. </a:t>
            </a:r>
            <a:r>
              <a:rPr lang="en-IE" sz="1600" dirty="0" err="1"/>
              <a:t>Sed</a:t>
            </a:r>
            <a:r>
              <a:rPr lang="en-IE" sz="1600" dirty="0"/>
              <a:t> </a:t>
            </a:r>
            <a:r>
              <a:rPr lang="en-IE" sz="1600" dirty="0" err="1"/>
              <a:t>efficitur</a:t>
            </a:r>
            <a:r>
              <a:rPr lang="en-IE" sz="1600" dirty="0"/>
              <a:t> </a:t>
            </a:r>
            <a:r>
              <a:rPr lang="en-IE" sz="1600" dirty="0" err="1"/>
              <a:t>velit</a:t>
            </a:r>
            <a:r>
              <a:rPr lang="en-IE" sz="1600" dirty="0"/>
              <a:t> </a:t>
            </a:r>
            <a:r>
              <a:rPr lang="en-IE" sz="1600" dirty="0" err="1"/>
              <a:t>erat</a:t>
            </a:r>
            <a:r>
              <a:rPr lang="en-IE" sz="1600" dirty="0"/>
              <a:t>. </a:t>
            </a:r>
            <a:r>
              <a:rPr lang="en-IE" sz="1600" dirty="0" err="1"/>
              <a:t>Pellentesque</a:t>
            </a:r>
            <a:r>
              <a:rPr lang="en-IE" sz="1600" dirty="0"/>
              <a:t> nisi ligula, </a:t>
            </a:r>
            <a:r>
              <a:rPr lang="en-IE" sz="1600" dirty="0" err="1"/>
              <a:t>tincidunt</a:t>
            </a:r>
            <a:r>
              <a:rPr lang="en-IE" sz="1600" dirty="0"/>
              <a:t> </a:t>
            </a:r>
            <a:r>
              <a:rPr lang="en-IE" sz="1600" dirty="0" err="1"/>
              <a:t>pretium</a:t>
            </a:r>
            <a:r>
              <a:rPr lang="en-IE" sz="1600" dirty="0"/>
              <a:t> </a:t>
            </a:r>
            <a:r>
              <a:rPr lang="en-IE" sz="1600" dirty="0" err="1"/>
              <a:t>rhoncus</a:t>
            </a:r>
            <a:r>
              <a:rPr lang="en-IE" sz="1600" dirty="0"/>
              <a:t> in, fermentum </a:t>
            </a:r>
            <a:r>
              <a:rPr lang="en-IE" sz="1600" dirty="0" err="1"/>
              <a:t>nec</a:t>
            </a:r>
            <a:r>
              <a:rPr lang="en-IE" sz="1600" dirty="0"/>
              <a:t> </a:t>
            </a:r>
            <a:r>
              <a:rPr lang="en-IE" sz="1600" dirty="0" err="1"/>
              <a:t>dolor</a:t>
            </a:r>
            <a:r>
              <a:rPr lang="en-IE" sz="1600" dirty="0"/>
              <a:t>. </a:t>
            </a:r>
            <a:r>
              <a:rPr lang="en-IE" sz="1600" dirty="0" err="1"/>
              <a:t>Etiam</a:t>
            </a:r>
            <a:r>
              <a:rPr lang="en-IE" sz="1600" dirty="0"/>
              <a:t> </a:t>
            </a:r>
            <a:r>
              <a:rPr lang="en-IE" sz="1600" dirty="0" err="1"/>
              <a:t>mauris</a:t>
            </a:r>
            <a:r>
              <a:rPr lang="en-IE" sz="1600" dirty="0"/>
              <a:t> ligula, </a:t>
            </a:r>
            <a:r>
              <a:rPr lang="en-IE" sz="1600" dirty="0" err="1"/>
              <a:t>malesuada</a:t>
            </a:r>
            <a:r>
              <a:rPr lang="en-IE" sz="1600" dirty="0"/>
              <a:t> </a:t>
            </a:r>
            <a:r>
              <a:rPr lang="en-IE" sz="1600" dirty="0" err="1"/>
              <a:t>eu</a:t>
            </a:r>
            <a:r>
              <a:rPr lang="en-IE" sz="1600" dirty="0"/>
              <a:t> </a:t>
            </a:r>
            <a:r>
              <a:rPr lang="en-IE" sz="1600" dirty="0" err="1"/>
              <a:t>volutpat</a:t>
            </a:r>
            <a:r>
              <a:rPr lang="en-IE" sz="1600" dirty="0"/>
              <a:t> sit </a:t>
            </a:r>
            <a:r>
              <a:rPr lang="en-IE" sz="1600" dirty="0" err="1"/>
              <a:t>amet</a:t>
            </a:r>
            <a:r>
              <a:rPr lang="en-IE" sz="1600" dirty="0"/>
              <a:t>, dictum vitae ante. Morbi </a:t>
            </a:r>
            <a:r>
              <a:rPr lang="en-IE" sz="1600" dirty="0" err="1"/>
              <a:t>volutpat</a:t>
            </a:r>
            <a:r>
              <a:rPr lang="en-IE" sz="1600" dirty="0"/>
              <a:t>, </a:t>
            </a:r>
            <a:r>
              <a:rPr lang="en-IE" sz="1600" dirty="0" err="1"/>
              <a:t>felis</a:t>
            </a:r>
            <a:r>
              <a:rPr lang="en-IE" sz="1600" dirty="0"/>
              <a:t> a </a:t>
            </a:r>
            <a:r>
              <a:rPr lang="en-IE" sz="1600" dirty="0" err="1"/>
              <a:t>tempor</a:t>
            </a:r>
            <a:r>
              <a:rPr lang="en-IE" sz="1600" dirty="0"/>
              <a:t> </a:t>
            </a:r>
            <a:r>
              <a:rPr lang="en-IE" sz="1600" dirty="0" err="1"/>
              <a:t>iaculis</a:t>
            </a:r>
            <a:r>
              <a:rPr lang="en-IE" sz="1600" dirty="0"/>
              <a:t>, </a:t>
            </a:r>
            <a:r>
              <a:rPr lang="en-IE" sz="1600" dirty="0" err="1"/>
              <a:t>augue</a:t>
            </a:r>
            <a:r>
              <a:rPr lang="en-IE" sz="1600" dirty="0"/>
              <a:t> </a:t>
            </a:r>
            <a:r>
              <a:rPr lang="en-IE" sz="1600" dirty="0" err="1"/>
              <a:t>lacus</a:t>
            </a:r>
            <a:r>
              <a:rPr lang="en-IE" sz="1600" dirty="0"/>
              <a:t> </a:t>
            </a:r>
            <a:r>
              <a:rPr lang="en-IE" sz="1600" dirty="0" err="1"/>
              <a:t>facilisis</a:t>
            </a:r>
            <a:r>
              <a:rPr lang="en-IE" sz="1600" dirty="0"/>
              <a:t> </a:t>
            </a:r>
            <a:r>
              <a:rPr lang="en-IE" sz="1600" dirty="0" err="1"/>
              <a:t>metus</a:t>
            </a:r>
            <a:r>
              <a:rPr lang="en-IE" sz="1600" dirty="0"/>
              <a:t>, </a:t>
            </a:r>
          </a:p>
        </p:txBody>
      </p:sp>
      <p:sp>
        <p:nvSpPr>
          <p:cNvPr id="3" name="Rectangle 2">
            <a:extLst>
              <a:ext uri="{FF2B5EF4-FFF2-40B4-BE49-F238E27FC236}">
                <a16:creationId xmlns:a16="http://schemas.microsoft.com/office/drawing/2014/main" id="{DDD59A50-D59A-0249-BA8A-C2B15FFA004E}"/>
              </a:ext>
            </a:extLst>
          </p:cNvPr>
          <p:cNvSpPr/>
          <p:nvPr/>
        </p:nvSpPr>
        <p:spPr>
          <a:xfrm>
            <a:off x="2298700" y="2439988"/>
            <a:ext cx="3706862" cy="2652957"/>
          </a:xfrm>
          <a:prstGeom prst="rect">
            <a:avLst/>
          </a:prstGeom>
          <a:solidFill>
            <a:srgbClr val="F6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537331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129</a:t>
            </a:fld>
            <a:endParaRPr lang="ru-RU" dirty="0"/>
          </a:p>
        </p:txBody>
      </p:sp>
      <p:sp>
        <p:nvSpPr>
          <p:cNvPr id="18" name="Текст 18">
            <a:extLst>
              <a:ext uri="{FF2B5EF4-FFF2-40B4-BE49-F238E27FC236}">
                <a16:creationId xmlns:a16="http://schemas.microsoft.com/office/drawing/2014/main" id="{7F3F8137-BFB3-014D-9AD9-7FC8E455B4B7}"/>
              </a:ext>
            </a:extLst>
          </p:cNvPr>
          <p:cNvSpPr txBox="1">
            <a:spLocks/>
          </p:cNvSpPr>
          <p:nvPr/>
        </p:nvSpPr>
        <p:spPr>
          <a:xfrm>
            <a:off x="6179127" y="2439988"/>
            <a:ext cx="4716463" cy="1554593"/>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600" dirty="0"/>
              <a:t>Lorem ipsum </a:t>
            </a:r>
            <a:r>
              <a:rPr lang="en-IE" sz="1600" dirty="0" err="1"/>
              <a:t>dolor</a:t>
            </a:r>
            <a:r>
              <a:rPr lang="en-IE" sz="1600" dirty="0"/>
              <a:t> sit </a:t>
            </a:r>
            <a:r>
              <a:rPr lang="en-IE" sz="1600" dirty="0" err="1"/>
              <a:t>amet</a:t>
            </a:r>
            <a:r>
              <a:rPr lang="en-IE" sz="1600" dirty="0"/>
              <a:t>, </a:t>
            </a:r>
            <a:r>
              <a:rPr lang="en-IE" sz="1600" dirty="0" err="1"/>
              <a:t>consectetur</a:t>
            </a:r>
            <a:r>
              <a:rPr lang="en-IE" sz="1600" dirty="0"/>
              <a:t> </a:t>
            </a:r>
            <a:r>
              <a:rPr lang="en-IE" sz="1600" dirty="0" err="1"/>
              <a:t>adipiscing</a:t>
            </a:r>
            <a:r>
              <a:rPr lang="en-IE" sz="1600" dirty="0"/>
              <a:t> </a:t>
            </a:r>
            <a:r>
              <a:rPr lang="en-IE" sz="1600" dirty="0" err="1"/>
              <a:t>elit</a:t>
            </a:r>
            <a:r>
              <a:rPr lang="en-IE" sz="1600" dirty="0"/>
              <a:t>. </a:t>
            </a:r>
            <a:r>
              <a:rPr lang="en-IE" sz="1600" dirty="0" err="1"/>
              <a:t>Sed</a:t>
            </a:r>
            <a:r>
              <a:rPr lang="en-IE" sz="1600" dirty="0"/>
              <a:t> </a:t>
            </a:r>
            <a:r>
              <a:rPr lang="en-IE" sz="1600" dirty="0" err="1"/>
              <a:t>efficitur</a:t>
            </a:r>
            <a:r>
              <a:rPr lang="en-IE" sz="1600" dirty="0"/>
              <a:t> </a:t>
            </a:r>
            <a:r>
              <a:rPr lang="en-IE" sz="1600" dirty="0" err="1"/>
              <a:t>velit</a:t>
            </a:r>
            <a:r>
              <a:rPr lang="en-IE" sz="1600" dirty="0"/>
              <a:t> </a:t>
            </a:r>
            <a:r>
              <a:rPr lang="en-IE" sz="1600" dirty="0" err="1"/>
              <a:t>erat</a:t>
            </a:r>
            <a:r>
              <a:rPr lang="en-IE" sz="1600" dirty="0"/>
              <a:t>. </a:t>
            </a:r>
            <a:r>
              <a:rPr lang="en-IE" sz="1600" dirty="0" err="1"/>
              <a:t>Pellentesque</a:t>
            </a:r>
            <a:r>
              <a:rPr lang="en-IE" sz="1600" dirty="0"/>
              <a:t> nisi ligula, </a:t>
            </a:r>
            <a:r>
              <a:rPr lang="en-IE" sz="1600" dirty="0" err="1"/>
              <a:t>tincidunt</a:t>
            </a:r>
            <a:r>
              <a:rPr lang="en-IE" sz="1600" dirty="0"/>
              <a:t> </a:t>
            </a:r>
            <a:r>
              <a:rPr lang="en-IE" sz="1600" dirty="0" err="1"/>
              <a:t>pretium</a:t>
            </a:r>
            <a:r>
              <a:rPr lang="en-IE" sz="1600" dirty="0"/>
              <a:t> </a:t>
            </a:r>
            <a:r>
              <a:rPr lang="en-IE" sz="1600" dirty="0" err="1"/>
              <a:t>rhoncus</a:t>
            </a:r>
            <a:r>
              <a:rPr lang="en-IE" sz="1600" dirty="0"/>
              <a:t> in, fermentum </a:t>
            </a:r>
            <a:r>
              <a:rPr lang="en-IE" sz="1600" dirty="0" err="1"/>
              <a:t>nec</a:t>
            </a:r>
            <a:r>
              <a:rPr lang="en-IE" sz="1600" dirty="0"/>
              <a:t> </a:t>
            </a:r>
            <a:r>
              <a:rPr lang="en-IE" sz="1600" dirty="0" err="1"/>
              <a:t>dolor</a:t>
            </a:r>
            <a:r>
              <a:rPr lang="en-IE" sz="1600" dirty="0"/>
              <a:t>. </a:t>
            </a:r>
            <a:r>
              <a:rPr lang="en-IE" sz="1600" dirty="0" err="1"/>
              <a:t>Etiam</a:t>
            </a:r>
            <a:r>
              <a:rPr lang="en-IE" sz="1600" dirty="0"/>
              <a:t> </a:t>
            </a:r>
            <a:r>
              <a:rPr lang="en-IE" sz="1600" dirty="0" err="1"/>
              <a:t>mauris</a:t>
            </a:r>
            <a:r>
              <a:rPr lang="en-IE" sz="1600" dirty="0"/>
              <a:t> ligula, </a:t>
            </a:r>
            <a:r>
              <a:rPr lang="en-IE" sz="1600" dirty="0" err="1"/>
              <a:t>malesuada</a:t>
            </a:r>
            <a:r>
              <a:rPr lang="en-IE" sz="1600" dirty="0"/>
              <a:t> </a:t>
            </a:r>
            <a:r>
              <a:rPr lang="en-IE" sz="1600" dirty="0" err="1"/>
              <a:t>eu</a:t>
            </a:r>
            <a:r>
              <a:rPr lang="en-IE" sz="1600" dirty="0"/>
              <a:t> </a:t>
            </a:r>
            <a:r>
              <a:rPr lang="en-IE" sz="1600" dirty="0" err="1"/>
              <a:t>volutpat</a:t>
            </a:r>
            <a:r>
              <a:rPr lang="en-IE" sz="1600" dirty="0"/>
              <a:t> sit </a:t>
            </a:r>
            <a:r>
              <a:rPr lang="en-IE" sz="1600" dirty="0" err="1"/>
              <a:t>amet</a:t>
            </a:r>
            <a:r>
              <a:rPr lang="en-IE" sz="1600" dirty="0"/>
              <a:t>, dictum vitae ante. Morbi </a:t>
            </a:r>
            <a:r>
              <a:rPr lang="en-IE" sz="1600" dirty="0" err="1"/>
              <a:t>volutpat</a:t>
            </a:r>
            <a:r>
              <a:rPr lang="en-IE" sz="1600" dirty="0"/>
              <a:t>, </a:t>
            </a:r>
            <a:r>
              <a:rPr lang="en-IE" sz="1600" dirty="0" err="1"/>
              <a:t>felis</a:t>
            </a:r>
            <a:r>
              <a:rPr lang="en-IE" sz="1600" dirty="0"/>
              <a:t> a </a:t>
            </a:r>
            <a:r>
              <a:rPr lang="en-IE" sz="1600" dirty="0" err="1"/>
              <a:t>tempor</a:t>
            </a:r>
            <a:r>
              <a:rPr lang="en-IE" sz="1600" dirty="0"/>
              <a:t> </a:t>
            </a:r>
            <a:r>
              <a:rPr lang="en-IE" sz="1600" dirty="0" err="1"/>
              <a:t>iaculis</a:t>
            </a:r>
            <a:r>
              <a:rPr lang="en-IE" sz="1600" dirty="0"/>
              <a:t>, </a:t>
            </a:r>
            <a:r>
              <a:rPr lang="en-IE" sz="1600" dirty="0" err="1"/>
              <a:t>augue</a:t>
            </a:r>
            <a:r>
              <a:rPr lang="en-IE" sz="1600" dirty="0"/>
              <a:t> </a:t>
            </a:r>
            <a:r>
              <a:rPr lang="en-IE" sz="1600" dirty="0" err="1"/>
              <a:t>lacus</a:t>
            </a:r>
            <a:r>
              <a:rPr lang="en-IE" sz="1600" dirty="0"/>
              <a:t> </a:t>
            </a:r>
            <a:r>
              <a:rPr lang="en-IE" sz="1600" dirty="0" err="1"/>
              <a:t>facilisis</a:t>
            </a:r>
            <a:r>
              <a:rPr lang="en-IE" sz="1600" dirty="0"/>
              <a:t> </a:t>
            </a:r>
            <a:r>
              <a:rPr lang="en-IE" sz="1600" dirty="0" err="1"/>
              <a:t>metus</a:t>
            </a:r>
            <a:r>
              <a:rPr lang="en-IE" sz="1600" dirty="0"/>
              <a:t>, </a:t>
            </a:r>
          </a:p>
        </p:txBody>
      </p:sp>
      <p:sp>
        <p:nvSpPr>
          <p:cNvPr id="3" name="Rectangle 2">
            <a:extLst>
              <a:ext uri="{FF2B5EF4-FFF2-40B4-BE49-F238E27FC236}">
                <a16:creationId xmlns:a16="http://schemas.microsoft.com/office/drawing/2014/main" id="{DDD59A50-D59A-0249-BA8A-C2B15FFA004E}"/>
              </a:ext>
            </a:extLst>
          </p:cNvPr>
          <p:cNvSpPr/>
          <p:nvPr/>
        </p:nvSpPr>
        <p:spPr>
          <a:xfrm>
            <a:off x="3252788" y="2439989"/>
            <a:ext cx="2752774" cy="2752774"/>
          </a:xfrm>
          <a:prstGeom prst="rect">
            <a:avLst/>
          </a:prstGeom>
          <a:solidFill>
            <a:srgbClr val="F6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298836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130</a:t>
            </a:fld>
            <a:endParaRPr lang="ru-RU" dirty="0"/>
          </a:p>
        </p:txBody>
      </p:sp>
      <p:sp>
        <p:nvSpPr>
          <p:cNvPr id="18" name="Текст 18">
            <a:extLst>
              <a:ext uri="{FF2B5EF4-FFF2-40B4-BE49-F238E27FC236}">
                <a16:creationId xmlns:a16="http://schemas.microsoft.com/office/drawing/2014/main" id="{7F3F8137-BFB3-014D-9AD9-7FC8E455B4B7}"/>
              </a:ext>
            </a:extLst>
          </p:cNvPr>
          <p:cNvSpPr txBox="1">
            <a:spLocks/>
          </p:cNvSpPr>
          <p:nvPr/>
        </p:nvSpPr>
        <p:spPr>
          <a:xfrm>
            <a:off x="6179127" y="1412875"/>
            <a:ext cx="4716463" cy="1554593"/>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600" dirty="0"/>
              <a:t>Lorem ipsum </a:t>
            </a:r>
            <a:r>
              <a:rPr lang="en-IE" sz="1600" dirty="0" err="1"/>
              <a:t>dolor</a:t>
            </a:r>
            <a:r>
              <a:rPr lang="en-IE" sz="1600" dirty="0"/>
              <a:t> sit </a:t>
            </a:r>
            <a:r>
              <a:rPr lang="en-IE" sz="1600" dirty="0" err="1"/>
              <a:t>amet</a:t>
            </a:r>
            <a:r>
              <a:rPr lang="en-IE" sz="1600" dirty="0"/>
              <a:t>, </a:t>
            </a:r>
            <a:r>
              <a:rPr lang="en-IE" sz="1600" dirty="0" err="1"/>
              <a:t>consectetur</a:t>
            </a:r>
            <a:r>
              <a:rPr lang="en-IE" sz="1600" dirty="0"/>
              <a:t> </a:t>
            </a:r>
            <a:r>
              <a:rPr lang="en-IE" sz="1600" dirty="0" err="1"/>
              <a:t>adipiscing</a:t>
            </a:r>
            <a:r>
              <a:rPr lang="en-IE" sz="1600" dirty="0"/>
              <a:t> </a:t>
            </a:r>
            <a:r>
              <a:rPr lang="en-IE" sz="1600" dirty="0" err="1"/>
              <a:t>elit</a:t>
            </a:r>
            <a:r>
              <a:rPr lang="en-IE" sz="1600" dirty="0"/>
              <a:t>. </a:t>
            </a:r>
            <a:r>
              <a:rPr lang="en-IE" sz="1600" dirty="0" err="1"/>
              <a:t>Sed</a:t>
            </a:r>
            <a:r>
              <a:rPr lang="en-IE" sz="1600" dirty="0"/>
              <a:t> </a:t>
            </a:r>
            <a:r>
              <a:rPr lang="en-IE" sz="1600" dirty="0" err="1"/>
              <a:t>efficitur</a:t>
            </a:r>
            <a:r>
              <a:rPr lang="en-IE" sz="1600" dirty="0"/>
              <a:t> </a:t>
            </a:r>
            <a:r>
              <a:rPr lang="en-IE" sz="1600" dirty="0" err="1"/>
              <a:t>velit</a:t>
            </a:r>
            <a:r>
              <a:rPr lang="en-IE" sz="1600" dirty="0"/>
              <a:t> </a:t>
            </a:r>
            <a:r>
              <a:rPr lang="en-IE" sz="1600" dirty="0" err="1"/>
              <a:t>erat</a:t>
            </a:r>
            <a:r>
              <a:rPr lang="en-IE" sz="1600" dirty="0"/>
              <a:t>. </a:t>
            </a:r>
            <a:r>
              <a:rPr lang="en-IE" sz="1600" dirty="0" err="1"/>
              <a:t>Pellentesque</a:t>
            </a:r>
            <a:r>
              <a:rPr lang="en-IE" sz="1600" dirty="0"/>
              <a:t> nisi ligula, </a:t>
            </a:r>
            <a:r>
              <a:rPr lang="en-IE" sz="1600" dirty="0" err="1"/>
              <a:t>tincidunt</a:t>
            </a:r>
            <a:r>
              <a:rPr lang="en-IE" sz="1600" dirty="0"/>
              <a:t> </a:t>
            </a:r>
            <a:r>
              <a:rPr lang="en-IE" sz="1600" dirty="0" err="1"/>
              <a:t>pretium</a:t>
            </a:r>
            <a:r>
              <a:rPr lang="en-IE" sz="1600" dirty="0"/>
              <a:t> </a:t>
            </a:r>
            <a:r>
              <a:rPr lang="en-IE" sz="1600" dirty="0" err="1"/>
              <a:t>rhoncus</a:t>
            </a:r>
            <a:r>
              <a:rPr lang="en-IE" sz="1600" dirty="0"/>
              <a:t> in, fermentum </a:t>
            </a:r>
            <a:r>
              <a:rPr lang="en-IE" sz="1600" dirty="0" err="1"/>
              <a:t>nec</a:t>
            </a:r>
            <a:r>
              <a:rPr lang="en-IE" sz="1600" dirty="0"/>
              <a:t> </a:t>
            </a:r>
            <a:r>
              <a:rPr lang="en-IE" sz="1600" dirty="0" err="1"/>
              <a:t>dolor</a:t>
            </a:r>
            <a:r>
              <a:rPr lang="en-IE" sz="1600" dirty="0"/>
              <a:t>. </a:t>
            </a:r>
            <a:r>
              <a:rPr lang="en-IE" sz="1600" dirty="0" err="1"/>
              <a:t>Etiam</a:t>
            </a:r>
            <a:r>
              <a:rPr lang="en-IE" sz="1600" dirty="0"/>
              <a:t> </a:t>
            </a:r>
            <a:r>
              <a:rPr lang="en-IE" sz="1600" dirty="0" err="1"/>
              <a:t>mauris</a:t>
            </a:r>
            <a:r>
              <a:rPr lang="en-IE" sz="1600" dirty="0"/>
              <a:t> ligula, </a:t>
            </a:r>
            <a:r>
              <a:rPr lang="en-IE" sz="1600" dirty="0" err="1"/>
              <a:t>malesuada</a:t>
            </a:r>
            <a:r>
              <a:rPr lang="en-IE" sz="1600" dirty="0"/>
              <a:t> </a:t>
            </a:r>
            <a:r>
              <a:rPr lang="en-IE" sz="1600" dirty="0" err="1"/>
              <a:t>eu</a:t>
            </a:r>
            <a:r>
              <a:rPr lang="en-IE" sz="1600" dirty="0"/>
              <a:t> </a:t>
            </a:r>
            <a:r>
              <a:rPr lang="en-IE" sz="1600" dirty="0" err="1"/>
              <a:t>volutpat</a:t>
            </a:r>
            <a:r>
              <a:rPr lang="en-IE" sz="1600" dirty="0"/>
              <a:t> sit </a:t>
            </a:r>
            <a:r>
              <a:rPr lang="en-IE" sz="1600" dirty="0" err="1"/>
              <a:t>amet</a:t>
            </a:r>
            <a:r>
              <a:rPr lang="en-IE" sz="1600" dirty="0"/>
              <a:t>, dictum vitae ante. Morbi </a:t>
            </a:r>
            <a:r>
              <a:rPr lang="en-IE" sz="1600" dirty="0" err="1"/>
              <a:t>volutpat</a:t>
            </a:r>
            <a:r>
              <a:rPr lang="en-IE" sz="1600" dirty="0"/>
              <a:t>, </a:t>
            </a:r>
            <a:r>
              <a:rPr lang="en-IE" sz="1600" dirty="0" err="1"/>
              <a:t>felis</a:t>
            </a:r>
            <a:r>
              <a:rPr lang="en-IE" sz="1600" dirty="0"/>
              <a:t> a </a:t>
            </a:r>
            <a:r>
              <a:rPr lang="en-IE" sz="1600" dirty="0" err="1"/>
              <a:t>tempor</a:t>
            </a:r>
            <a:r>
              <a:rPr lang="en-IE" sz="1600" dirty="0"/>
              <a:t> </a:t>
            </a:r>
            <a:r>
              <a:rPr lang="en-IE" sz="1600" dirty="0" err="1"/>
              <a:t>iaculis</a:t>
            </a:r>
            <a:r>
              <a:rPr lang="en-IE" sz="1600" dirty="0"/>
              <a:t>, </a:t>
            </a:r>
            <a:r>
              <a:rPr lang="en-IE" sz="1600" dirty="0" err="1"/>
              <a:t>augue</a:t>
            </a:r>
            <a:r>
              <a:rPr lang="en-IE" sz="1600" dirty="0"/>
              <a:t> </a:t>
            </a:r>
            <a:r>
              <a:rPr lang="en-IE" sz="1600" dirty="0" err="1"/>
              <a:t>lacus</a:t>
            </a:r>
            <a:r>
              <a:rPr lang="en-IE" sz="1600" dirty="0"/>
              <a:t> </a:t>
            </a:r>
            <a:r>
              <a:rPr lang="en-IE" sz="1600" dirty="0" err="1"/>
              <a:t>facilisis</a:t>
            </a:r>
            <a:r>
              <a:rPr lang="en-IE" sz="1600" dirty="0"/>
              <a:t> </a:t>
            </a:r>
            <a:r>
              <a:rPr lang="en-IE" sz="1600" dirty="0" err="1"/>
              <a:t>metus</a:t>
            </a:r>
            <a:r>
              <a:rPr lang="en-IE" sz="1600" dirty="0"/>
              <a:t>, </a:t>
            </a:r>
          </a:p>
        </p:txBody>
      </p:sp>
      <p:sp>
        <p:nvSpPr>
          <p:cNvPr id="3" name="Rectangle 2">
            <a:extLst>
              <a:ext uri="{FF2B5EF4-FFF2-40B4-BE49-F238E27FC236}">
                <a16:creationId xmlns:a16="http://schemas.microsoft.com/office/drawing/2014/main" id="{DDD59A50-D59A-0249-BA8A-C2B15FFA004E}"/>
              </a:ext>
            </a:extLst>
          </p:cNvPr>
          <p:cNvSpPr/>
          <p:nvPr/>
        </p:nvSpPr>
        <p:spPr>
          <a:xfrm>
            <a:off x="371475" y="1412875"/>
            <a:ext cx="5634087" cy="4032249"/>
          </a:xfrm>
          <a:prstGeom prst="rect">
            <a:avLst/>
          </a:prstGeom>
          <a:solidFill>
            <a:srgbClr val="F6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769419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5CCD7F6-8DED-A38A-B176-36FA61855BF4}"/>
              </a:ext>
            </a:extLst>
          </p:cNvPr>
          <p:cNvSpPr>
            <a:spLocks noGrp="1"/>
          </p:cNvSpPr>
          <p:nvPr>
            <p:ph type="title"/>
          </p:nvPr>
        </p:nvSpPr>
        <p:spPr/>
        <p:txBody>
          <a:bodyPr/>
          <a:lstStyle/>
          <a:p>
            <a:r>
              <a:rPr lang="ru-RU" dirty="0"/>
              <a:t>Заголовок слайда</a:t>
            </a:r>
          </a:p>
        </p:txBody>
      </p:sp>
      <p:sp>
        <p:nvSpPr>
          <p:cNvPr id="7" name="Номер слайда 6">
            <a:extLst>
              <a:ext uri="{FF2B5EF4-FFF2-40B4-BE49-F238E27FC236}">
                <a16:creationId xmlns:a16="http://schemas.microsoft.com/office/drawing/2014/main" id="{F2C1F9F1-567F-5213-80B2-96F08C70CA08}"/>
              </a:ext>
            </a:extLst>
          </p:cNvPr>
          <p:cNvSpPr>
            <a:spLocks noGrp="1"/>
          </p:cNvSpPr>
          <p:nvPr>
            <p:ph type="sldNum" sz="quarter" idx="4"/>
          </p:nvPr>
        </p:nvSpPr>
        <p:spPr/>
        <p:txBody>
          <a:bodyPr/>
          <a:lstStyle/>
          <a:p>
            <a:fld id="{13FB4C0F-BB20-4298-B11D-AEB97E17A107}" type="slidenum">
              <a:rPr lang="ru-RU" smtClean="0"/>
              <a:pPr/>
              <a:t>131</a:t>
            </a:fld>
            <a:endParaRPr lang="ru-RU" dirty="0"/>
          </a:p>
        </p:txBody>
      </p:sp>
      <p:sp>
        <p:nvSpPr>
          <p:cNvPr id="18" name="Текст 18">
            <a:extLst>
              <a:ext uri="{FF2B5EF4-FFF2-40B4-BE49-F238E27FC236}">
                <a16:creationId xmlns:a16="http://schemas.microsoft.com/office/drawing/2014/main" id="{7F3F8137-BFB3-014D-9AD9-7FC8E455B4B7}"/>
              </a:ext>
            </a:extLst>
          </p:cNvPr>
          <p:cNvSpPr txBox="1">
            <a:spLocks/>
          </p:cNvSpPr>
          <p:nvPr/>
        </p:nvSpPr>
        <p:spPr>
          <a:xfrm>
            <a:off x="6179127" y="1412875"/>
            <a:ext cx="4716463" cy="1554593"/>
          </a:xfrm>
          <a:prstGeom prst="rect">
            <a:avLst/>
          </a:prstGeom>
        </p:spPr>
        <p:txBody>
          <a:bodyPr wrap="square" lIns="0" tIns="0" rIns="0" bIns="0">
            <a:spAutoFit/>
          </a:bodyPr>
          <a:lstStyle>
            <a:lvl1pPr marL="0" indent="-144000" algn="l" defTabSz="432000" rtl="0" eaLnBrk="1" latinLnBrk="0" hangingPunct="1">
              <a:lnSpc>
                <a:spcPct val="90000"/>
              </a:lnSpc>
              <a:spcBef>
                <a:spcPts val="500"/>
              </a:spcBef>
              <a:buFont typeface="Arial" panose="020B0604020202020204" pitchFamily="34" charset="0"/>
              <a:buNone/>
              <a:defRPr sz="3600" kern="0" spc="0" baseline="0">
                <a:solidFill>
                  <a:schemeClr val="tx1"/>
                </a:solidFill>
                <a:latin typeface="+mn-lt"/>
                <a:ea typeface="+mn-ea"/>
                <a:cs typeface="+mn-cs"/>
              </a:defRPr>
            </a:lvl1pPr>
            <a:lvl2pPr marL="0" indent="-144000" algn="l" defTabSz="432000" rtl="0" eaLnBrk="1" latinLnBrk="0" hangingPunct="1">
              <a:lnSpc>
                <a:spcPct val="90000"/>
              </a:lnSpc>
              <a:spcBef>
                <a:spcPts val="250"/>
              </a:spcBef>
              <a:buFont typeface="Arial" panose="020B0604020202020204" pitchFamily="34" charset="0"/>
              <a:buChar char="•"/>
              <a:defRPr sz="2800" kern="0" spc="0" baseline="0">
                <a:solidFill>
                  <a:schemeClr val="tx1"/>
                </a:solidFill>
                <a:latin typeface="+mn-lt"/>
                <a:ea typeface="+mn-ea"/>
                <a:cs typeface="+mn-cs"/>
              </a:defRPr>
            </a:lvl2pPr>
            <a:lvl3pPr marL="0" indent="-144000" algn="l" defTabSz="432000" rtl="0" eaLnBrk="1" latinLnBrk="0" hangingPunct="1">
              <a:lnSpc>
                <a:spcPct val="100000"/>
              </a:lnSpc>
              <a:spcBef>
                <a:spcPts val="250"/>
              </a:spcBef>
              <a:buFont typeface="Arial" panose="020B0604020202020204" pitchFamily="34" charset="0"/>
              <a:buChar char="•"/>
              <a:defRPr sz="2000" kern="0" spc="0">
                <a:solidFill>
                  <a:schemeClr val="tx1"/>
                </a:solidFill>
                <a:latin typeface="+mn-lt"/>
                <a:ea typeface="+mn-ea"/>
                <a:cs typeface="+mn-cs"/>
              </a:defRPr>
            </a:lvl3pPr>
            <a:lvl4pPr marL="0" indent="-144000" algn="l" defTabSz="432000" rtl="0" eaLnBrk="1" latinLnBrk="0" hangingPunct="1">
              <a:lnSpc>
                <a:spcPct val="110000"/>
              </a:lnSpc>
              <a:spcBef>
                <a:spcPts val="250"/>
              </a:spcBef>
              <a:buFont typeface="Arial" panose="020B0604020202020204" pitchFamily="34" charset="0"/>
              <a:buChar char="•"/>
              <a:defRPr sz="1600" kern="0" spc="0">
                <a:solidFill>
                  <a:schemeClr val="tx1"/>
                </a:solidFill>
                <a:latin typeface="+mn-lt"/>
                <a:ea typeface="+mn-ea"/>
                <a:cs typeface="+mn-cs"/>
              </a:defRPr>
            </a:lvl4pPr>
            <a:lvl5pPr marL="0" indent="-144000" algn="l" defTabSz="432000" rtl="0" eaLnBrk="1" latinLnBrk="0" hangingPunct="1">
              <a:lnSpc>
                <a:spcPct val="110000"/>
              </a:lnSpc>
              <a:spcBef>
                <a:spcPts val="250"/>
              </a:spcBef>
              <a:buFont typeface="Arial" panose="020B0604020202020204" pitchFamily="34" charset="0"/>
              <a:buChar char="•"/>
              <a:defRPr sz="1200" kern="0" spc="0">
                <a:solidFill>
                  <a:schemeClr val="tx1"/>
                </a:solidFill>
                <a:latin typeface="+mn-lt"/>
                <a:ea typeface="+mn-ea"/>
                <a:cs typeface="+mn-cs"/>
              </a:defRPr>
            </a:lvl5pPr>
            <a:lvl6pPr marL="0" indent="-144000" algn="l" defTabSz="432000" rtl="0" eaLnBrk="1" latinLnBrk="0" hangingPunct="1">
              <a:lnSpc>
                <a:spcPct val="120000"/>
              </a:lnSpc>
              <a:spcBef>
                <a:spcPts val="250"/>
              </a:spcBef>
              <a:buFont typeface="Arial" panose="020B0604020202020204" pitchFamily="34" charset="0"/>
              <a:buChar char="•"/>
              <a:defRPr sz="1000" kern="0" spc="0">
                <a:solidFill>
                  <a:schemeClr val="tx1"/>
                </a:solidFill>
                <a:latin typeface="+mn-lt"/>
                <a:ea typeface="+mn-ea"/>
                <a:cs typeface="+mn-cs"/>
              </a:defRPr>
            </a:lvl6pPr>
            <a:lvl7pPr marL="0" indent="-144000" algn="l" defTabSz="432000" rtl="0" eaLnBrk="1" latinLnBrk="0" hangingPunct="1">
              <a:lnSpc>
                <a:spcPct val="120000"/>
              </a:lnSpc>
              <a:spcBef>
                <a:spcPts val="250"/>
              </a:spcBef>
              <a:buFont typeface="Arial" panose="020B0604020202020204" pitchFamily="34" charset="0"/>
              <a:buChar char="•"/>
              <a:defRPr sz="800" kern="0" spc="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indent="0"/>
            <a:r>
              <a:rPr lang="en-IE" sz="1600" dirty="0"/>
              <a:t>Lorem ipsum </a:t>
            </a:r>
            <a:r>
              <a:rPr lang="en-IE" sz="1600" dirty="0" err="1"/>
              <a:t>dolor</a:t>
            </a:r>
            <a:r>
              <a:rPr lang="en-IE" sz="1600" dirty="0"/>
              <a:t> sit </a:t>
            </a:r>
            <a:r>
              <a:rPr lang="en-IE" sz="1600" dirty="0" err="1"/>
              <a:t>amet</a:t>
            </a:r>
            <a:r>
              <a:rPr lang="en-IE" sz="1600" dirty="0"/>
              <a:t>, </a:t>
            </a:r>
            <a:r>
              <a:rPr lang="en-IE" sz="1600" dirty="0" err="1"/>
              <a:t>consectetur</a:t>
            </a:r>
            <a:r>
              <a:rPr lang="en-IE" sz="1600" dirty="0"/>
              <a:t> </a:t>
            </a:r>
            <a:r>
              <a:rPr lang="en-IE" sz="1600" dirty="0" err="1"/>
              <a:t>adipiscing</a:t>
            </a:r>
            <a:r>
              <a:rPr lang="en-IE" sz="1600" dirty="0"/>
              <a:t> </a:t>
            </a:r>
            <a:r>
              <a:rPr lang="en-IE" sz="1600" dirty="0" err="1"/>
              <a:t>elit</a:t>
            </a:r>
            <a:r>
              <a:rPr lang="en-IE" sz="1600" dirty="0"/>
              <a:t>. </a:t>
            </a:r>
            <a:r>
              <a:rPr lang="en-IE" sz="1600" dirty="0" err="1"/>
              <a:t>Sed</a:t>
            </a:r>
            <a:r>
              <a:rPr lang="en-IE" sz="1600" dirty="0"/>
              <a:t> </a:t>
            </a:r>
            <a:r>
              <a:rPr lang="en-IE" sz="1600" dirty="0" err="1"/>
              <a:t>efficitur</a:t>
            </a:r>
            <a:r>
              <a:rPr lang="en-IE" sz="1600" dirty="0"/>
              <a:t> </a:t>
            </a:r>
            <a:r>
              <a:rPr lang="en-IE" sz="1600" dirty="0" err="1"/>
              <a:t>velit</a:t>
            </a:r>
            <a:r>
              <a:rPr lang="en-IE" sz="1600" dirty="0"/>
              <a:t> </a:t>
            </a:r>
            <a:r>
              <a:rPr lang="en-IE" sz="1600" dirty="0" err="1"/>
              <a:t>erat</a:t>
            </a:r>
            <a:r>
              <a:rPr lang="en-IE" sz="1600" dirty="0"/>
              <a:t>. </a:t>
            </a:r>
            <a:r>
              <a:rPr lang="en-IE" sz="1600" dirty="0" err="1"/>
              <a:t>Pellentesque</a:t>
            </a:r>
            <a:r>
              <a:rPr lang="en-IE" sz="1600" dirty="0"/>
              <a:t> nisi ligula, </a:t>
            </a:r>
            <a:r>
              <a:rPr lang="en-IE" sz="1600" dirty="0" err="1"/>
              <a:t>tincidunt</a:t>
            </a:r>
            <a:r>
              <a:rPr lang="en-IE" sz="1600" dirty="0"/>
              <a:t> </a:t>
            </a:r>
            <a:r>
              <a:rPr lang="en-IE" sz="1600" dirty="0" err="1"/>
              <a:t>pretium</a:t>
            </a:r>
            <a:r>
              <a:rPr lang="en-IE" sz="1600" dirty="0"/>
              <a:t> </a:t>
            </a:r>
            <a:r>
              <a:rPr lang="en-IE" sz="1600" dirty="0" err="1"/>
              <a:t>rhoncus</a:t>
            </a:r>
            <a:r>
              <a:rPr lang="en-IE" sz="1600" dirty="0"/>
              <a:t> in, fermentum </a:t>
            </a:r>
            <a:r>
              <a:rPr lang="en-IE" sz="1600" dirty="0" err="1"/>
              <a:t>nec</a:t>
            </a:r>
            <a:r>
              <a:rPr lang="en-IE" sz="1600" dirty="0"/>
              <a:t> </a:t>
            </a:r>
            <a:r>
              <a:rPr lang="en-IE" sz="1600" dirty="0" err="1"/>
              <a:t>dolor</a:t>
            </a:r>
            <a:r>
              <a:rPr lang="en-IE" sz="1600" dirty="0"/>
              <a:t>. </a:t>
            </a:r>
            <a:r>
              <a:rPr lang="en-IE" sz="1600" dirty="0" err="1"/>
              <a:t>Etiam</a:t>
            </a:r>
            <a:r>
              <a:rPr lang="en-IE" sz="1600" dirty="0"/>
              <a:t> </a:t>
            </a:r>
            <a:r>
              <a:rPr lang="en-IE" sz="1600" dirty="0" err="1"/>
              <a:t>mauris</a:t>
            </a:r>
            <a:r>
              <a:rPr lang="en-IE" sz="1600" dirty="0"/>
              <a:t> ligula, </a:t>
            </a:r>
            <a:r>
              <a:rPr lang="en-IE" sz="1600" dirty="0" err="1"/>
              <a:t>malesuada</a:t>
            </a:r>
            <a:r>
              <a:rPr lang="en-IE" sz="1600" dirty="0"/>
              <a:t> </a:t>
            </a:r>
            <a:r>
              <a:rPr lang="en-IE" sz="1600" dirty="0" err="1"/>
              <a:t>eu</a:t>
            </a:r>
            <a:r>
              <a:rPr lang="en-IE" sz="1600" dirty="0"/>
              <a:t> </a:t>
            </a:r>
            <a:r>
              <a:rPr lang="en-IE" sz="1600" dirty="0" err="1"/>
              <a:t>volutpat</a:t>
            </a:r>
            <a:r>
              <a:rPr lang="en-IE" sz="1600" dirty="0"/>
              <a:t> sit </a:t>
            </a:r>
            <a:r>
              <a:rPr lang="en-IE" sz="1600" dirty="0" err="1"/>
              <a:t>amet</a:t>
            </a:r>
            <a:r>
              <a:rPr lang="en-IE" sz="1600" dirty="0"/>
              <a:t>, dictum vitae ante. Morbi </a:t>
            </a:r>
            <a:r>
              <a:rPr lang="en-IE" sz="1600" dirty="0" err="1"/>
              <a:t>volutpat</a:t>
            </a:r>
            <a:r>
              <a:rPr lang="en-IE" sz="1600" dirty="0"/>
              <a:t>, </a:t>
            </a:r>
            <a:r>
              <a:rPr lang="en-IE" sz="1600" dirty="0" err="1"/>
              <a:t>felis</a:t>
            </a:r>
            <a:r>
              <a:rPr lang="en-IE" sz="1600" dirty="0"/>
              <a:t> a </a:t>
            </a:r>
            <a:r>
              <a:rPr lang="en-IE" sz="1600" dirty="0" err="1"/>
              <a:t>tempor</a:t>
            </a:r>
            <a:r>
              <a:rPr lang="en-IE" sz="1600" dirty="0"/>
              <a:t> </a:t>
            </a:r>
            <a:r>
              <a:rPr lang="en-IE" sz="1600" dirty="0" err="1"/>
              <a:t>iaculis</a:t>
            </a:r>
            <a:r>
              <a:rPr lang="en-IE" sz="1600" dirty="0"/>
              <a:t>, </a:t>
            </a:r>
            <a:r>
              <a:rPr lang="en-IE" sz="1600" dirty="0" err="1"/>
              <a:t>augue</a:t>
            </a:r>
            <a:r>
              <a:rPr lang="en-IE" sz="1600" dirty="0"/>
              <a:t> </a:t>
            </a:r>
            <a:r>
              <a:rPr lang="en-IE" sz="1600" dirty="0" err="1"/>
              <a:t>lacus</a:t>
            </a:r>
            <a:r>
              <a:rPr lang="en-IE" sz="1600" dirty="0"/>
              <a:t> </a:t>
            </a:r>
            <a:r>
              <a:rPr lang="en-IE" sz="1600" dirty="0" err="1"/>
              <a:t>facilisis</a:t>
            </a:r>
            <a:r>
              <a:rPr lang="en-IE" sz="1600" dirty="0"/>
              <a:t> </a:t>
            </a:r>
            <a:r>
              <a:rPr lang="en-IE" sz="1600" dirty="0" err="1"/>
              <a:t>metus</a:t>
            </a:r>
            <a:r>
              <a:rPr lang="en-IE" sz="1600" dirty="0"/>
              <a:t>, </a:t>
            </a:r>
          </a:p>
        </p:txBody>
      </p:sp>
      <p:sp>
        <p:nvSpPr>
          <p:cNvPr id="3" name="Rectangle 2">
            <a:extLst>
              <a:ext uri="{FF2B5EF4-FFF2-40B4-BE49-F238E27FC236}">
                <a16:creationId xmlns:a16="http://schemas.microsoft.com/office/drawing/2014/main" id="{DDD59A50-D59A-0249-BA8A-C2B15FFA004E}"/>
              </a:ext>
            </a:extLst>
          </p:cNvPr>
          <p:cNvSpPr/>
          <p:nvPr/>
        </p:nvSpPr>
        <p:spPr>
          <a:xfrm>
            <a:off x="3252788" y="1412875"/>
            <a:ext cx="2752774" cy="4032250"/>
          </a:xfrm>
          <a:prstGeom prst="rect">
            <a:avLst/>
          </a:prstGeom>
          <a:solidFill>
            <a:srgbClr val="F6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255433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2AC53-CC01-1954-D7F3-3BED7811E901}"/>
            </a:ext>
          </a:extLst>
        </p:cNvPr>
        <p:cNvGrpSpPr/>
        <p:nvPr/>
      </p:nvGrpSpPr>
      <p:grpSpPr>
        <a:xfrm>
          <a:off x="0" y="0"/>
          <a:ext cx="0" cy="0"/>
          <a:chOff x="0" y="0"/>
          <a:chExt cx="0" cy="0"/>
        </a:xfrm>
      </p:grpSpPr>
      <p:pic>
        <p:nvPicPr>
          <p:cNvPr id="2" name="Image 0" descr=" ">
            <a:extLst>
              <a:ext uri="{FF2B5EF4-FFF2-40B4-BE49-F238E27FC236}">
                <a16:creationId xmlns:a16="http://schemas.microsoft.com/office/drawing/2014/main" id="{E08A6C5C-C8A7-90F2-95EF-97AD6048C64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95969" y="447"/>
            <a:ext cx="6095968" cy="6857107"/>
          </a:xfrm>
          <a:prstGeom prst="rect">
            <a:avLst/>
          </a:prstGeom>
        </p:spPr>
      </p:pic>
      <p:pic>
        <p:nvPicPr>
          <p:cNvPr id="11" name="Рисунок 10">
            <a:extLst>
              <a:ext uri="{FF2B5EF4-FFF2-40B4-BE49-F238E27FC236}">
                <a16:creationId xmlns:a16="http://schemas.microsoft.com/office/drawing/2014/main" id="{D66BA619-DAC4-FD38-A42A-D1F64E53FD15}"/>
              </a:ext>
            </a:extLst>
          </p:cNvPr>
          <p:cNvPicPr>
            <a:picLocks noGrp="1" noChangeAspect="1"/>
          </p:cNvPicPr>
          <p:nvPr>
            <p:ph type="pic" sz="quarter" idx="11"/>
          </p:nvPr>
        </p:nvPicPr>
        <p:blipFill>
          <a:blip r:embed="rId3" cstate="screen">
            <a:extLst>
              <a:ext uri="{28A0092B-C50C-407E-A947-70E740481C1C}">
                <a14:useLocalDpi xmlns:a14="http://schemas.microsoft.com/office/drawing/2010/main"/>
              </a:ext>
            </a:extLst>
          </a:blip>
          <a:srcRect/>
          <a:stretch/>
        </p:blipFill>
        <p:spPr>
          <a:xfrm>
            <a:off x="6096000" y="0"/>
            <a:ext cx="6096000" cy="6858000"/>
          </a:xfrm>
        </p:spPr>
      </p:pic>
      <p:sp>
        <p:nvSpPr>
          <p:cNvPr id="7" name="Текст 6">
            <a:extLst>
              <a:ext uri="{FF2B5EF4-FFF2-40B4-BE49-F238E27FC236}">
                <a16:creationId xmlns:a16="http://schemas.microsoft.com/office/drawing/2014/main" id="{87FB9383-9B16-A229-6AFF-BE3756E23235}"/>
              </a:ext>
            </a:extLst>
          </p:cNvPr>
          <p:cNvSpPr>
            <a:spLocks noGrp="1"/>
          </p:cNvSpPr>
          <p:nvPr>
            <p:ph type="body" sz="quarter" idx="15"/>
          </p:nvPr>
        </p:nvSpPr>
        <p:spPr>
          <a:xfrm>
            <a:off x="355600" y="4797494"/>
            <a:ext cx="3347993" cy="251094"/>
          </a:xfrm>
        </p:spPr>
        <p:txBody>
          <a:bodyPr/>
          <a:lstStyle/>
          <a:p>
            <a:r>
              <a:rPr lang="ru-RU" dirty="0"/>
              <a:t>Имя Фамилия</a:t>
            </a:r>
          </a:p>
        </p:txBody>
      </p:sp>
      <p:sp>
        <p:nvSpPr>
          <p:cNvPr id="37" name="Текст 36">
            <a:extLst>
              <a:ext uri="{FF2B5EF4-FFF2-40B4-BE49-F238E27FC236}">
                <a16:creationId xmlns:a16="http://schemas.microsoft.com/office/drawing/2014/main" id="{B1434502-78FF-30AD-D29E-DEA413DFA8AF}"/>
              </a:ext>
            </a:extLst>
          </p:cNvPr>
          <p:cNvSpPr>
            <a:spLocks noGrp="1"/>
          </p:cNvSpPr>
          <p:nvPr>
            <p:ph type="body" sz="quarter" idx="14"/>
          </p:nvPr>
        </p:nvSpPr>
        <p:spPr>
          <a:xfrm>
            <a:off x="355600" y="5983896"/>
            <a:ext cx="3347993" cy="552459"/>
          </a:xfrm>
        </p:spPr>
        <p:txBody>
          <a:bodyPr/>
          <a:lstStyle/>
          <a:p>
            <a:r>
              <a:rPr lang="en-US" dirty="0"/>
              <a:t>+7 (XXX) XXX-XX-XX</a:t>
            </a:r>
            <a:br>
              <a:rPr lang="en-US" dirty="0"/>
            </a:br>
            <a:r>
              <a:rPr lang="en-US" dirty="0"/>
              <a:t>name@reksoft.com</a:t>
            </a:r>
            <a:endParaRPr lang="ru-RU" dirty="0"/>
          </a:p>
        </p:txBody>
      </p:sp>
      <p:sp>
        <p:nvSpPr>
          <p:cNvPr id="4" name="Текст 3">
            <a:extLst>
              <a:ext uri="{FF2B5EF4-FFF2-40B4-BE49-F238E27FC236}">
                <a16:creationId xmlns:a16="http://schemas.microsoft.com/office/drawing/2014/main" id="{0701134F-9CD5-4E31-A358-16D6EA9A0FAC}"/>
              </a:ext>
            </a:extLst>
          </p:cNvPr>
          <p:cNvSpPr>
            <a:spLocks noGrp="1"/>
          </p:cNvSpPr>
          <p:nvPr>
            <p:ph type="body" sz="quarter" idx="4294967295"/>
          </p:nvPr>
        </p:nvSpPr>
        <p:spPr>
          <a:xfrm>
            <a:off x="355600" y="1460500"/>
            <a:ext cx="5470525" cy="859338"/>
          </a:xfrm>
        </p:spPr>
        <p:txBody>
          <a:bodyPr/>
          <a:lstStyle/>
          <a:p>
            <a:endParaRPr lang="ru-RU"/>
          </a:p>
        </p:txBody>
      </p:sp>
    </p:spTree>
    <p:extLst>
      <p:ext uri="{BB962C8B-B14F-4D97-AF65-F5344CB8AC3E}">
        <p14:creationId xmlns:p14="http://schemas.microsoft.com/office/powerpoint/2010/main" val="247301556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436E3-AF2D-DF24-C166-DF976748A969}"/>
            </a:ext>
          </a:extLst>
        </p:cNvPr>
        <p:cNvGrpSpPr/>
        <p:nvPr/>
      </p:nvGrpSpPr>
      <p:grpSpPr>
        <a:xfrm>
          <a:off x="0" y="0"/>
          <a:ext cx="0" cy="0"/>
          <a:chOff x="0" y="0"/>
          <a:chExt cx="0" cy="0"/>
        </a:xfrm>
      </p:grpSpPr>
      <p:pic>
        <p:nvPicPr>
          <p:cNvPr id="2" name="Image 0">
            <a:extLst>
              <a:ext uri="{FF2B5EF4-FFF2-40B4-BE49-F238E27FC236}">
                <a16:creationId xmlns:a16="http://schemas.microsoft.com/office/drawing/2014/main" id="{7BE3370E-50F2-F626-8CD2-70F2581FDD11}"/>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096350" y="447"/>
            <a:ext cx="6095206" cy="6857107"/>
          </a:xfrm>
          <a:prstGeom prst="rect">
            <a:avLst/>
          </a:prstGeom>
        </p:spPr>
      </p:pic>
      <p:pic>
        <p:nvPicPr>
          <p:cNvPr id="9" name="Рисунок 8">
            <a:extLst>
              <a:ext uri="{FF2B5EF4-FFF2-40B4-BE49-F238E27FC236}">
                <a16:creationId xmlns:a16="http://schemas.microsoft.com/office/drawing/2014/main" id="{A9E76AC2-0FCE-5FB8-C2B0-C18BC57BB48F}"/>
              </a:ext>
            </a:extLst>
          </p:cNvPr>
          <p:cNvPicPr>
            <a:picLocks noGrp="1" noChangeAspect="1"/>
          </p:cNvPicPr>
          <p:nvPr>
            <p:ph type="pic" sz="quarter" idx="11"/>
          </p:nvPr>
        </p:nvPicPr>
        <p:blipFill>
          <a:blip r:embed="rId3" cstate="screen">
            <a:extLst>
              <a:ext uri="{28A0092B-C50C-407E-A947-70E740481C1C}">
                <a14:useLocalDpi xmlns:a14="http://schemas.microsoft.com/office/drawing/2010/main"/>
              </a:ext>
            </a:extLst>
          </a:blip>
          <a:srcRect/>
          <a:stretch/>
        </p:blipFill>
        <p:spPr>
          <a:xfrm>
            <a:off x="6096000" y="0"/>
            <a:ext cx="6096000" cy="6858000"/>
          </a:xfrm>
        </p:spPr>
      </p:pic>
      <p:sp>
        <p:nvSpPr>
          <p:cNvPr id="5" name="Текст 4">
            <a:extLst>
              <a:ext uri="{FF2B5EF4-FFF2-40B4-BE49-F238E27FC236}">
                <a16:creationId xmlns:a16="http://schemas.microsoft.com/office/drawing/2014/main" id="{FCBA220E-D85C-96FC-C4A2-40D1FA1BDDE9}"/>
              </a:ext>
            </a:extLst>
          </p:cNvPr>
          <p:cNvSpPr>
            <a:spLocks noGrp="1"/>
          </p:cNvSpPr>
          <p:nvPr>
            <p:ph type="body" sz="quarter" idx="4294967295"/>
          </p:nvPr>
        </p:nvSpPr>
        <p:spPr>
          <a:xfrm>
            <a:off x="355600" y="1460500"/>
            <a:ext cx="5470525" cy="859338"/>
          </a:xfrm>
        </p:spPr>
        <p:txBody>
          <a:bodyPr/>
          <a:lstStyle/>
          <a:p>
            <a:r>
              <a:rPr lang="ru-RU" dirty="0"/>
              <a:t>Спасибо </a:t>
            </a:r>
            <a:br>
              <a:rPr lang="ru-RU" dirty="0"/>
            </a:br>
            <a:r>
              <a:rPr lang="ru-RU" dirty="0"/>
              <a:t>за внимание</a:t>
            </a:r>
          </a:p>
        </p:txBody>
      </p:sp>
      <p:sp>
        <p:nvSpPr>
          <p:cNvPr id="17" name="Текст 16">
            <a:extLst>
              <a:ext uri="{FF2B5EF4-FFF2-40B4-BE49-F238E27FC236}">
                <a16:creationId xmlns:a16="http://schemas.microsoft.com/office/drawing/2014/main" id="{72BBC91B-D222-A588-5BCF-FB8C8384A8D3}"/>
              </a:ext>
            </a:extLst>
          </p:cNvPr>
          <p:cNvSpPr>
            <a:spLocks noGrp="1"/>
          </p:cNvSpPr>
          <p:nvPr>
            <p:ph type="body" sz="quarter" idx="14"/>
          </p:nvPr>
        </p:nvSpPr>
        <p:spPr>
          <a:xfrm>
            <a:off x="355600" y="5983896"/>
            <a:ext cx="3347993" cy="552459"/>
          </a:xfrm>
        </p:spPr>
        <p:txBody>
          <a:bodyPr/>
          <a:lstStyle/>
          <a:p>
            <a:r>
              <a:rPr lang="en-US" dirty="0"/>
              <a:t>+7 (XXX) XXX-XX-XX</a:t>
            </a:r>
            <a:br>
              <a:rPr lang="en-US" dirty="0"/>
            </a:br>
            <a:r>
              <a:rPr lang="en-US" dirty="0"/>
              <a:t>name@reksoft.com</a:t>
            </a:r>
            <a:endParaRPr lang="ru-RU" dirty="0"/>
          </a:p>
        </p:txBody>
      </p:sp>
      <p:sp>
        <p:nvSpPr>
          <p:cNvPr id="7" name="Текст 6">
            <a:extLst>
              <a:ext uri="{FF2B5EF4-FFF2-40B4-BE49-F238E27FC236}">
                <a16:creationId xmlns:a16="http://schemas.microsoft.com/office/drawing/2014/main" id="{FE36DA28-FD5E-5B8A-1A7C-9A7681598197}"/>
              </a:ext>
            </a:extLst>
          </p:cNvPr>
          <p:cNvSpPr>
            <a:spLocks noGrp="1"/>
          </p:cNvSpPr>
          <p:nvPr>
            <p:ph type="body" sz="quarter" idx="15"/>
          </p:nvPr>
        </p:nvSpPr>
        <p:spPr>
          <a:xfrm>
            <a:off x="355600" y="4797494"/>
            <a:ext cx="3347993" cy="251094"/>
          </a:xfrm>
        </p:spPr>
        <p:txBody>
          <a:bodyPr/>
          <a:lstStyle/>
          <a:p>
            <a:r>
              <a:rPr lang="ru-RU" dirty="0"/>
              <a:t>Имя Фамилия</a:t>
            </a:r>
          </a:p>
        </p:txBody>
      </p:sp>
    </p:spTree>
    <p:extLst>
      <p:ext uri="{BB962C8B-B14F-4D97-AF65-F5344CB8AC3E}">
        <p14:creationId xmlns:p14="http://schemas.microsoft.com/office/powerpoint/2010/main" val="3137942119"/>
      </p:ext>
    </p:extLst>
  </p:cSld>
  <p:clrMapOvr>
    <a:masterClrMapping/>
  </p:clrMapOvr>
</p:sld>
</file>

<file path=ppt/theme/theme1.xml><?xml version="1.0" encoding="utf-8"?>
<a:theme xmlns:a="http://schemas.openxmlformats.org/drawingml/2006/main" name="Специальное оформление">
  <a:themeElements>
    <a:clrScheme name="Reksoft">
      <a:dk1>
        <a:srgbClr val="000000"/>
      </a:dk1>
      <a:lt1>
        <a:srgbClr val="FFFFFF"/>
      </a:lt1>
      <a:dk2>
        <a:srgbClr val="CF0522"/>
      </a:dk2>
      <a:lt2>
        <a:srgbClr val="F5F4F4"/>
      </a:lt2>
      <a:accent1>
        <a:srgbClr val="FFA4A3"/>
      </a:accent1>
      <a:accent2>
        <a:srgbClr val="EF80BB"/>
      </a:accent2>
      <a:accent3>
        <a:srgbClr val="8F0D6B"/>
      </a:accent3>
      <a:accent4>
        <a:srgbClr val="C007A7"/>
      </a:accent4>
      <a:accent5>
        <a:srgbClr val="722BC3"/>
      </a:accent5>
      <a:accent6>
        <a:srgbClr val="ACC4FE"/>
      </a:accent6>
      <a:hlink>
        <a:srgbClr val="CF0522"/>
      </a:hlink>
      <a:folHlink>
        <a:srgbClr val="7D70EF"/>
      </a:folHlink>
    </a:clrScheme>
    <a:fontScheme name="Reksoft">
      <a:majorFont>
        <a:latin typeface="Stapel"/>
        <a:ea typeface=""/>
        <a:cs typeface=""/>
      </a:majorFont>
      <a:minorFont>
        <a:latin typeface="Stapel"/>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spPr>
      <a:bodyPr vert="horz" wrap="square" lIns="0" tIns="0" rIns="0" bIns="0" rtlCol="0" anchor="b">
        <a:normAutofit/>
      </a:bodyPr>
      <a:lstStyle>
        <a:defPPr algn="l">
          <a:defRPr dirty="0">
            <a:latin typeface="Stapel" panose="020B0504020202020204" pitchFamily="34" charset="-52"/>
          </a:defRPr>
        </a:defPPr>
      </a:lstStyle>
    </a:txDef>
  </a:objectDefaults>
  <a:extraClrSchemeLst/>
  <a:extLst>
    <a:ext uri="{05A4C25C-085E-4340-85A3-A5531E510DB2}">
      <thm15:themeFamily xmlns:thm15="http://schemas.microsoft.com/office/thememl/2012/main" name="Типографика" id="{DBA017C3-C1C1-45B1-9C0D-A9BFE40BAE58}" vid="{916948D9-D356-4CE1-BAEC-90C7B8A8D748}"/>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Reksoft_template_FINAL</Template>
  <TotalTime>465</TotalTime>
  <Words>27888</Words>
  <Application>Microsoft Macintosh PowerPoint</Application>
  <PresentationFormat>Widescreen</PresentationFormat>
  <Paragraphs>4366</Paragraphs>
  <Slides>133</Slides>
  <Notes>41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133</vt:i4>
      </vt:variant>
    </vt:vector>
  </HeadingPairs>
  <TitlesOfParts>
    <vt:vector size="138" baseType="lpstr">
      <vt:lpstr>Stapel Medium</vt:lpstr>
      <vt:lpstr>Calibri</vt:lpstr>
      <vt:lpstr>Stapel</vt:lpstr>
      <vt:lpstr>Arial</vt:lpstr>
      <vt:lpstr>Специальное оформление</vt:lpstr>
      <vt:lpstr>Типографика</vt:lpstr>
      <vt:lpstr>Правила работы с цветом в презентации</vt:lpstr>
      <vt:lpstr>Правила работы с цветом в презентации</vt:lpstr>
      <vt:lpstr>Правила работы с таблицами в презентации</vt:lpstr>
      <vt:lpstr>PowerPoint Presentation</vt:lpstr>
      <vt:lpstr>PowerPoint Presentation</vt:lpstr>
      <vt:lpstr>PowerPoint Presentation</vt:lpstr>
      <vt:lpstr>PowerPoint Presentation</vt:lpstr>
      <vt:lpstr>Конфиденциальность и характер документа</vt:lpstr>
      <vt:lpstr>Содержание</vt:lpstr>
      <vt:lpstr>Содержание</vt:lpstr>
      <vt:lpstr>Разделительный слайд</vt:lpstr>
      <vt:lpstr>PowerPoint Presentation</vt:lpstr>
      <vt:lpstr>PowerPoint Presentation</vt:lpstr>
      <vt:lpstr>Предпосылки проекта и подход к реализации</vt:lpstr>
      <vt:lpstr>Предпосылки проекта и подход к реализации</vt:lpstr>
      <vt:lpstr>Предпосылки проекта и подход к реализации</vt:lpstr>
      <vt:lpstr>Предпосылки проекта и подход к реализации</vt:lpstr>
      <vt:lpstr>Текстовый слайд с 2 колонками и списками</vt:lpstr>
      <vt:lpstr>Текстовый слайд с 3 колонками и списками</vt:lpstr>
      <vt:lpstr>Текстовый слайд с 3 колонками и рисунком</vt:lpstr>
      <vt:lpstr>Таблица</vt:lpstr>
      <vt:lpstr>Таблица + выносы/фактоиды</vt:lpstr>
      <vt:lpstr>Анализ эффективности</vt:lpstr>
      <vt:lpstr>Анализ эффективности</vt:lpstr>
      <vt:lpstr>Анализ эффективности</vt:lpstr>
      <vt:lpstr>Таймлайн</vt:lpstr>
      <vt:lpstr>Таймлайн</vt:lpstr>
      <vt:lpstr>Таймлайн</vt:lpstr>
      <vt:lpstr>Таймлайн</vt:lpstr>
      <vt:lpstr>Дорожная карта проекта</vt:lpstr>
      <vt:lpstr>Дорожная карта проекта</vt:lpstr>
      <vt:lpstr>Дорожная карта проекта</vt:lpstr>
      <vt:lpstr>Направление 1. Дизайн операционной модели</vt:lpstr>
      <vt:lpstr>Направление 1. Дизайн операционной модели</vt:lpstr>
      <vt:lpstr>Направление 1. Дизайн операционной модели</vt:lpstr>
      <vt:lpstr>Детализация ключевых задач:  Этап 1. Концепция цифровизации</vt:lpstr>
      <vt:lpstr>Детализация ключевых задач:  Этап 1. Концепция цифровизации</vt:lpstr>
      <vt:lpstr>Детализация ключевых задач:  Этап 1. Концепция цифровизации</vt:lpstr>
      <vt:lpstr>Этапы работ</vt:lpstr>
      <vt:lpstr>Этапы работ</vt:lpstr>
      <vt:lpstr>Стоимость проекта</vt:lpstr>
      <vt:lpstr>Стоимость проекта</vt:lpstr>
      <vt:lpstr>Текст с графиком</vt:lpstr>
      <vt:lpstr>Текст с графиком</vt:lpstr>
      <vt:lpstr>Текст с графиком</vt:lpstr>
      <vt:lpstr>Текст с графиком</vt:lpstr>
      <vt:lpstr>Графики план-факт</vt:lpstr>
      <vt:lpstr>Графики план-факт</vt:lpstr>
      <vt:lpstr>Графики план-факт</vt:lpstr>
      <vt:lpstr>Графики план-факт</vt:lpstr>
      <vt:lpstr>Графики план-факт</vt:lpstr>
      <vt:lpstr>Графики и диаграммы с текстом</vt:lpstr>
      <vt:lpstr>Графики и диаграммы с текстом</vt:lpstr>
      <vt:lpstr>Графики и диаграммы с текстом</vt:lpstr>
      <vt:lpstr>Графики</vt:lpstr>
      <vt:lpstr>Графики</vt:lpstr>
      <vt:lpstr>Графики</vt:lpstr>
      <vt:lpstr>Графики</vt:lpstr>
      <vt:lpstr>Схема</vt:lpstr>
      <vt:lpstr>Схема</vt:lpstr>
      <vt:lpstr>Схема</vt:lpstr>
      <vt:lpstr>Схема</vt:lpstr>
      <vt:lpstr>Схема с пояснениями</vt:lpstr>
      <vt:lpstr>Текстовый слайд с выносом</vt:lpstr>
      <vt:lpstr>Текстовый слайд</vt:lpstr>
      <vt:lpstr>Текстовый слайд</vt:lpstr>
      <vt:lpstr>Текстовый слайд с выводом</vt:lpstr>
      <vt:lpstr>Текстовый слайд с фактоидом и плитками</vt:lpstr>
      <vt:lpstr>Плитки 4 штуки</vt:lpstr>
      <vt:lpstr>Плитки 4 штуки</vt:lpstr>
      <vt:lpstr>Плитки 6 штук</vt:lpstr>
      <vt:lpstr>Плитки 12 штук</vt:lpstr>
      <vt:lpstr>Плитки 12 штук</vt:lpstr>
      <vt:lpstr>Хронология</vt:lpstr>
      <vt:lpstr>Столбцы с текстом</vt:lpstr>
      <vt:lpstr>Слайд с сегментацией</vt:lpstr>
      <vt:lpstr>Слайд с сегментацией</vt:lpstr>
      <vt:lpstr>Слайд с сегментацией</vt:lpstr>
      <vt:lpstr>Слайд с сегментацией</vt:lpstr>
      <vt:lpstr>Деятельность центра управления операциями направлена на повышение операционной эффективности</vt:lpstr>
      <vt:lpstr>Деятельность центра управления операциями направлена на повышение операционной эффективности</vt:lpstr>
      <vt:lpstr>Деятельность центра управления операциями направлена на повышение операционной эффективности</vt:lpstr>
      <vt:lpstr>Деятельность центра управления операциями направлена на повышение операционной эффективности</vt:lpstr>
      <vt:lpstr>Деятельность центра управления операциями направлена на повышение операционной эффективности</vt:lpstr>
      <vt:lpstr>Деятельность центра управления операциями направлена на повышение операционной эффективности</vt:lpstr>
      <vt:lpstr>Заголовок</vt:lpstr>
      <vt:lpstr>Заголовок</vt:lpstr>
      <vt:lpstr>Заголовок</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Текст + фактоиды с подписями</vt:lpstr>
      <vt:lpstr>Фактоиды с подписями</vt:lpstr>
      <vt:lpstr>Список с иконками и пояснениями</vt:lpstr>
      <vt:lpstr>Опыт (компактный вид по отраслям)</vt:lpstr>
      <vt:lpstr>Опыт</vt:lpstr>
      <vt:lpstr>Опыт</vt:lpstr>
      <vt:lpstr>Представление команды</vt:lpstr>
      <vt:lpstr>Представление команды</vt:lpstr>
      <vt:lpstr>Предлагаемая организационная структура  проектной команды</vt:lpstr>
      <vt:lpstr>Контакты</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Заголовок слайда</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Рексофт</dc:title>
  <dc:subject>PptxGenJS Presentation</dc:subject>
  <dc:creator>Reksoft</dc:creator>
  <cp:lastModifiedBy>Microsoft Office User</cp:lastModifiedBy>
  <cp:revision>59</cp:revision>
  <dcterms:created xsi:type="dcterms:W3CDTF">2025-10-23T13:34:07Z</dcterms:created>
  <dcterms:modified xsi:type="dcterms:W3CDTF">2026-02-13T14:47:04Z</dcterms:modified>
</cp:coreProperties>
</file>